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lock on the right keeps moving: it opens (amber, leaked) and snaps shut (cyan, locked). Introduce yourself and the title: Locked or Leaked? Assessing the security features of five online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slowly. Let the phone do the work.] It is 11:47 on a normal weeknight in Dhaka. Nusrat, a 21-year-old university student, is scrolling in bed when a message arrives from her friend Rafi: “I sent a six-digit code to your number by mistake. Can you send it to me? It’s urgent.” It looks harmless. It is her friend. She types the code and hits send. Two minutes later, her WhatsApp is no longer hers. [Pause.] Nusrat is not a real person, but everything that happens to her tonight happens to real students in Bangladesh every week. Over the next few minutes, we follow the attacker through five doors into her life: WhatsApp, Gmail, Facebook, Instagram and bKash. At each door I ask one question: was the lock strong, or did it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Nusrat’s night unfolded. [Follow the timeline left to right.] 11:49: she shares the code. She never set a two-step PIN, so the attacker takes her WhatsApp. 11:58: her friends start receiving messages from “Nusrat” asking them to send bKash money urgently. 12:20: the attacker sends her a fake “Facebook copyright violation” link. She logs in on the fake page, and she uses the same password for Gmail. 12:35: from her Gmail, the attacker resets her Facebook password and replaces her recovery email and phone number. 1:10: Instagram falls next, and her private messages are used to blackmail her. 81 minutes. Four accounts. [Point to the bottom row.] And this is not just a story. In the Cyber Crime Awareness Foundation’s 2024 study, hacking was the most common cybercrime. 59 percent of victims were women, 78.78 percent were aged 18 to 30, and only 12 percent went to the police.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became an investigator. I retraced the attacker’s path through Nusrat’s five accounts, the five doors you see at the top. Four were breached that night. The fifth, bKash, was put at risk: the attacker used her hacked WhatsApp to ask her friends for bKash money. For each platform, I opened the security settings on my own phone and checked them against official help pages and recent news. Then I tested each door with the same five lock tests. [Point to the bottom row.] Can a stolen password alone get in? Can the company read my messages? Will it warn me about an attack? Can a hacker lock me out permanently? And can strangers find and contact me? Each test is scored from 1 to 5, so a perfect door scores 25. Let us start where the attack started: WhatsApp, at 11:49.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one: WhatsApp, 11:49 PM. Score: 20 out of 25, joint highest. [Red boxes 01–03: how it was hacked.] Here is the irony. WhatsApp has the strongest lock of all five. Every personal chat and call is end-to-end encrypted by default; not even WhatsApp can read them. That encryption never broke. Nusrat opened the door from the inside by handing over the code. [Cyan boxes 01–03: how to secure it.] And WhatsApp offered more locks she never used: a six-digit two-step PIN, which would have stopped this attack completely; passkeys; passkey-protected backups since October 2025; and since January 2026, Strict Account Settings, a one-tap lockdown. [Platform fix strip.] My recommendation: when someone requests a registration code, show a clear warning in Bangla, and make the two-step PIN mandatory for new accounts. With WhatsApp gone, the attacker moved to the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two: Gmail, 12:20 AM. Score: 20 out of 25, tied for first. [Red boxes 01–03: how it was hacked.] The attacker sent Nusrat a fake “copyright violation” page. She typed in her password, the same password she used for Gmail. She had never switched on 2-Step Verification. [Cyan boxes 01–03: how to secure it.] That is painful, because Gmail has the best login protection I tested. Passkeys have been the default sign-in since October 2023. There is 2-Step Verification, an Advanced Protection Program, and Google says Gmail blocks more than 99.9 percent of phishing and malware. Why does Gmail matter so much? Because every “forgot password” link, for Facebook, Instagram, even bKash, goes to your email. Gmail is the master key. [Platform fix strip.] I recommend warnings for emails imitating bKash, Nagad or local banks. And with the master key, the next door opened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three: Facebook, 12:35 AM. Score: 16 out of 25. [Red boxes 01–03: how it was hacked.] With Gmail in hand, the attacker clicked “forgot password” on Facebook, received the reset link, and then did what every attacker does first: replaced Nusrat’s recovery email and phone number. By morning, Facebook believed he was Nusrat. [Cyan boxes 01–03: how to secure it.] Facebook actually has good locks: two-factor authentication through SMS, an app or a security key; login alerts; “Where you’re logged in”; Security Checkup; and passkeys. But a lock only helps if it is switched on. [Score bars.] Its weakest score is recovery safety, just 2 out of 5, shown in red. Changing recovery details takes minutes; getting your account back can take weeks. [Platform fix strip.] I propose a 48-hour wait before a new email, phone number or 2FA change takes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four: Instagram, 1:10 AM. Score: 16 out of 25. [Red boxes 01–03: how it was hacked.] Nusrat’s Instagram was linked to her Facebook through Meta’s Accounts Center, so it fell next. The attacker scrolled through her private messages, and those messages became blackmail material. This is how sextortion usually begins. [Score bars.] Look at encryption: 1 out of 5, in red. On 8 May 2026 Meta removed even the optional encrypted chats, so Meta can access the content of private messages. [Cyan boxes 01–03: how to secure it.] To be fair, Instagram has useful tools. My favourite is “Emails from Instagram”: it lists the real security emails Instagram sent in the last 14 days. Remember the fake “copyright” email at 12:20? This feature would have exposed it. [Platform fix strip.] My recommendation: end-to-end encrypted DMs by default, and blurred explicit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five: bKash. Score: 15 out of 25, the lowest. [Red boxes 01–03: how it was hacked.] At 11:58, while Nusrat was still locked out, her friends started getting “urgent” messages from her WhatsApp asking them to send bKash money. Then a call came “from bKash”, asking her to read out an OTP. [Cyan boxes 01–03: how to secure it.] bKash itself has a solid lock: an OTP on first login, a PIN for every login and transaction, and Face ID and fingerprint login since December 2023. Its biggest weakness is the user: scammers pretend to be an agent or a bKash official and trick people into reading out the OTP code. Police have arrested gangs running exactly these scams. [Platform fix strip.] I recommend a separate warning when a PIN-reset code is requested, and a short hold on transfers after a reset code is sent, so scammers cannot empty the account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rewind the night and put all five doors side by side. [Chart.] WhatsApp and Gmail tie at the top with 20. Facebook and Instagram score 16, and bKash is last with 15. So which platform is the most secure for an ordinary person? I chose WhatsApp. Its strongest lock, end-to-end encryption, is switched on from the moment you install it, with no setup. In Nusrat’s story, it was never broken; she opened it herself. [Second card.] Gmail deserves the most protection, because it is the master key. Once it fell at 12:20, Facebook and Instagram followed within an hour. [Third card.] And bKash reminds us that scammers target the user, not the app. [Banner.] Here is the most important finding: in Nusrat’s story, not a single lock was broken. Every door was opened because a lock was switched off, or a code was handed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 us replay the night, with five small changes. [The red stamps flip one by one.] 11:49: if Nusrat had a two-step PIN on WhatsApp, the code alone would be useless. Hijack blocked. 11:49: if she knew never to share a code, not even with a friend, the door stays shut. 12:20: with a unique password and a passkey on Gmail, the fake page steals nothing. The master key is safe. 12:35: with up-to-date recovery details and login alerts on, the takeover is spotted immediately. 1:10: by logging out of devices she does not recognise, she removes the attacker. Each of these takes less than five minutes, and all of them already exist in the apps on your phone. [Pause. Let the line type itself out.] 11:47 PM. The message arrives. This time, Nusrat says no. The most secure app is the one you set up. 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slideLayout" Target="../slideLayouts/slideLayout1.xml"/><Relationship Id="rId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slideLayout" Target="../slideLayouts/slideLayou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beam" descr="/tmp/claude-0/-home-user-bangladesh-crime-monitor/cb82e52d-05bf-5acf-9e17-5b7416beecee/scratchpad/animppt/holo/beam.png">    </p:cNvPr>
          <p:cNvPicPr>
            <a:picLocks noChangeAspect="1"/>
          </p:cNvPicPr>
          <p:nvPr/>
        </p:nvPicPr>
        <p:blipFill>
          <a:blip r:embed="rId2"/>
          <a:stretch>
            <a:fillRect/>
          </a:stretch>
        </p:blipFill>
        <p:spPr>
          <a:xfrm>
            <a:off x="7715250" y="2095500"/>
            <a:ext cx="2857500" cy="3429000"/>
          </a:xfrm>
          <a:prstGeom prst="rect">
            <a:avLst/>
          </a:prstGeom>
        </p:spPr>
      </p:pic>
      <p:pic>
        <p:nvPicPr>
          <p:cNvPr id="3" name="emitter" descr="/tmp/claude-0/-home-user-bangladesh-crime-monitor/cb82e52d-05bf-5acf-9e17-5b7416beecee/scratchpad/animppt/holo/emitter.png">    </p:cNvPr>
          <p:cNvPicPr>
            <a:picLocks noChangeAspect="1"/>
          </p:cNvPicPr>
          <p:nvPr/>
        </p:nvPicPr>
        <p:blipFill>
          <a:blip r:embed="rId3"/>
          <a:stretch>
            <a:fillRect/>
          </a:stretch>
        </p:blipFill>
        <p:spPr>
          <a:xfrm>
            <a:off x="7715250" y="5143500"/>
            <a:ext cx="2857500" cy="800100"/>
          </a:xfrm>
          <a:prstGeom prst="rect">
            <a:avLst/>
          </a:prstGeom>
        </p:spPr>
      </p:pic>
      <p:sp>
        <p:nvSpPr>
          <p:cNvPr id="5" name="ring0"/>
          <p:cNvSpPr/>
          <p:nvPr/>
        </p:nvSpPr>
        <p:spPr>
          <a:xfrm>
            <a:off x="8191500" y="2476500"/>
            <a:ext cx="1905000" cy="1905000"/>
          </a:xfrm>
          <a:prstGeom prst="ellipse">
            <a:avLst/>
          </a:prstGeom>
          <a:ln w="19050">
            <a:solidFill>
              <a:srgbClr val="3FF0FF"/>
            </a:solidFill>
            <a:prstDash val="solid"/>
          </a:ln>
        </p:spPr>
      </p:sp>
      <p:sp>
        <p:nvSpPr>
          <p:cNvPr id="6" name="ring1"/>
          <p:cNvSpPr/>
          <p:nvPr/>
        </p:nvSpPr>
        <p:spPr>
          <a:xfrm>
            <a:off x="7937500" y="2222500"/>
            <a:ext cx="2413000" cy="2413000"/>
          </a:xfrm>
          <a:prstGeom prst="ellipse">
            <a:avLst/>
          </a:prstGeom>
          <a:ln w="19050">
            <a:solidFill>
              <a:srgbClr val="3FF0FF"/>
            </a:solidFill>
            <a:prstDash val="solid"/>
          </a:ln>
        </p:spPr>
      </p:sp>
      <p:sp>
        <p:nvSpPr>
          <p:cNvPr id="7" name="ring2"/>
          <p:cNvSpPr/>
          <p:nvPr/>
        </p:nvSpPr>
        <p:spPr>
          <a:xfrm>
            <a:off x="7683500" y="1968500"/>
            <a:ext cx="2921000" cy="2921000"/>
          </a:xfrm>
          <a:prstGeom prst="ellipse">
            <a:avLst/>
          </a:prstGeom>
          <a:ln w="19050">
            <a:solidFill>
              <a:srgbClr val="3FF0FF"/>
            </a:solidFill>
            <a:prstDash val="solid"/>
          </a:ln>
        </p:spPr>
      </p:sp>
      <p:sp>
        <p:nvSpPr>
          <p:cNvPr id="8" name="dashring"/>
          <p:cNvSpPr/>
          <p:nvPr/>
        </p:nvSpPr>
        <p:spPr>
          <a:xfrm>
            <a:off x="7683500" y="1968500"/>
            <a:ext cx="2921000" cy="2921000"/>
          </a:xfrm>
          <a:prstGeom prst="ellipse">
            <a:avLst/>
          </a:prstGeom>
          <a:ln w="25400">
            <a:solidFill>
              <a:srgbClr val="2A4C78"/>
            </a:solidFill>
            <a:prstDash val="sysDash"/>
          </a:ln>
        </p:spPr>
      </p:sp>
      <p:sp>
        <p:nvSpPr>
          <p:cNvPr id="9" name="shackle"/>
          <p:cNvSpPr/>
          <p:nvPr/>
        </p:nvSpPr>
        <p:spPr>
          <a:xfrm>
            <a:off x="8731250" y="2508250"/>
            <a:ext cx="825500" cy="825500"/>
          </a:xfrm>
          <a:prstGeom prst="arc">
            <a:avLst>
              <a:gd name="adj1" fmla="val 10800000"/>
              <a:gd name="adj2" fmla="val 0"/>
            </a:avLst>
          </a:prstGeom>
          <a:ln w="177800">
            <a:solidFill>
              <a:srgbClr val="3FF0FF"/>
            </a:solidFill>
            <a:prstDash val="solid"/>
          </a:ln>
        </p:spPr>
      </p:sp>
      <p:sp>
        <p:nvSpPr>
          <p:cNvPr id="10" name="legL"/>
          <p:cNvSpPr/>
          <p:nvPr/>
        </p:nvSpPr>
        <p:spPr>
          <a:xfrm>
            <a:off x="8731250" y="2908300"/>
            <a:ext cx="0" cy="393700"/>
          </a:xfrm>
          <a:prstGeom prst="line">
            <a:avLst/>
          </a:prstGeom>
          <a:noFill/>
          <a:ln w="177800">
            <a:solidFill>
              <a:srgbClr val="3FF0FF"/>
            </a:solidFill>
            <a:prstDash val="solid"/>
          </a:ln>
        </p:spPr>
      </p:sp>
      <p:sp>
        <p:nvSpPr>
          <p:cNvPr id="11" name="legR"/>
          <p:cNvSpPr/>
          <p:nvPr/>
        </p:nvSpPr>
        <p:spPr>
          <a:xfrm>
            <a:off x="9556750" y="2908300"/>
            <a:ext cx="0" cy="393700"/>
          </a:xfrm>
          <a:prstGeom prst="line">
            <a:avLst/>
          </a:prstGeom>
          <a:noFill/>
          <a:ln w="177800">
            <a:solidFill>
              <a:srgbClr val="3FF0FF"/>
            </a:solidFill>
            <a:prstDash val="solid"/>
          </a:ln>
        </p:spPr>
      </p:sp>
      <p:sp>
        <p:nvSpPr>
          <p:cNvPr id="12" name="lockbody"/>
          <p:cNvSpPr/>
          <p:nvPr/>
        </p:nvSpPr>
        <p:spPr>
          <a:xfrm>
            <a:off x="8509000" y="3238500"/>
            <a:ext cx="1270000" cy="1079500"/>
          </a:xfrm>
          <a:prstGeom prst="roundRect">
            <a:avLst>
              <a:gd name="adj" fmla="val 16941"/>
            </a:avLst>
          </a:prstGeom>
          <a:solidFill>
            <a:srgbClr val="3FF0FF">
              <a:alpha val="55000"/>
            </a:srgbClr>
          </a:solidFill>
          <a:ln w="31750">
            <a:solidFill>
              <a:srgbClr val="E8FBFF"/>
            </a:solidFill>
            <a:prstDash val="solid"/>
          </a:ln>
          <a:effectLst>
            <a:outerShdw sx="100000" sy="100000" kx="0" ky="0" algn="bl" rotWithShape="0" blurRad="114300" dist="50800" dir="5400000">
              <a:srgbClr val="3FF0FF">
                <a:alpha val="45000"/>
              </a:srgbClr>
            </a:outerShdw>
          </a:effectLst>
        </p:spPr>
      </p:sp>
      <p:sp>
        <p:nvSpPr>
          <p:cNvPr id="13" name="keyhole"/>
          <p:cNvSpPr/>
          <p:nvPr/>
        </p:nvSpPr>
        <p:spPr>
          <a:xfrm>
            <a:off x="9029700" y="3568700"/>
            <a:ext cx="228600" cy="228600"/>
          </a:xfrm>
          <a:prstGeom prst="ellipse">
            <a:avLst/>
          </a:prstGeom>
          <a:solidFill>
            <a:srgbClr val="06101E"/>
          </a:solidFill>
          <a:ln/>
        </p:spPr>
      </p:sp>
      <p:sp>
        <p:nvSpPr>
          <p:cNvPr id="14" name="keyslot"/>
          <p:cNvSpPr/>
          <p:nvPr/>
        </p:nvSpPr>
        <p:spPr>
          <a:xfrm>
            <a:off x="9086850" y="3714750"/>
            <a:ext cx="114300" cy="279400"/>
          </a:xfrm>
          <a:prstGeom prst="roundRect">
            <a:avLst>
              <a:gd name="adj" fmla="val 40000"/>
            </a:avLst>
          </a:prstGeom>
          <a:solidFill>
            <a:srgbClr val="06101E"/>
          </a:solidFill>
          <a:ln/>
          <a:effectLst>
            <a:outerShdw sx="100000" sy="100000" kx="0" ky="0" algn="bl" rotWithShape="0" blurRad="114300" dist="50800" dir="5400000">
              <a:srgbClr val="3FF0FF">
                <a:alpha val="45000"/>
              </a:srgbClr>
            </a:outerShdw>
          </a:effectLst>
        </p:spPr>
      </p:sp>
      <p:sp>
        <p:nvSpPr>
          <p:cNvPr id="15" name="scan"/>
          <p:cNvSpPr/>
          <p:nvPr/>
        </p:nvSpPr>
        <p:spPr>
          <a:xfrm>
            <a:off x="8318500" y="3759200"/>
            <a:ext cx="1651000" cy="3175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16" name="eyebrow"/>
          <p:cNvSpPr txBox="1"/>
          <p:nvPr/>
        </p:nvSpPr>
        <p:spPr>
          <a:xfrm>
            <a:off x="812800" y="19050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MCCJ 525 · CYBERCRIMES AND SECURITY</a:t>
            </a:r>
            <a:endParaRPr lang="en-US" sz="1400" dirty="0"/>
          </a:p>
        </p:txBody>
      </p:sp>
      <p:sp>
        <p:nvSpPr>
          <p:cNvPr id="17" name="title"/>
          <p:cNvSpPr txBox="1"/>
          <p:nvPr/>
        </p:nvSpPr>
        <p:spPr>
          <a:xfrm>
            <a:off x="812800" y="2286000"/>
            <a:ext cx="6096000" cy="1778000"/>
          </a:xfrm>
          <a:prstGeom prst="rect">
            <a:avLst/>
          </a:prstGeom>
          <a:noFill/>
          <a:ln/>
        </p:spPr>
        <p:txBody>
          <a:bodyPr wrap="square" lIns="0" tIns="0" rIns="0" bIns="0" rtlCol="0" anchor="t"/>
          <a:lstStyle/>
          <a:p>
            <a:pPr indent="0" marL="0">
              <a:lnSpc>
                <a:spcPct val="90000"/>
              </a:lnSpc>
              <a:buNone/>
            </a:pPr>
            <a:r>
              <a:rPr lang="en-US" sz="60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Locked or Leaked?</a:t>
            </a:r>
            <a:endParaRPr lang="en-US" sz="6000" dirty="0"/>
          </a:p>
        </p:txBody>
      </p:sp>
      <p:sp>
        <p:nvSpPr>
          <p:cNvPr id="18" name="subtitle"/>
          <p:cNvSpPr txBox="1"/>
          <p:nvPr/>
        </p:nvSpPr>
        <p:spPr>
          <a:xfrm>
            <a:off x="812800" y="4191000"/>
            <a:ext cx="5715000" cy="825500"/>
          </a:xfrm>
          <a:prstGeom prst="rect">
            <a:avLst/>
          </a:prstGeom>
          <a:noFill/>
          <a:ln/>
        </p:spPr>
        <p:txBody>
          <a:bodyPr wrap="square" lIns="0" tIns="0" rIns="0" bIns="0" rtlCol="0" anchor="t"/>
          <a:lstStyle/>
          <a:p>
            <a:pPr indent="0" marL="0">
              <a:buNone/>
            </a:pPr>
            <a:r>
              <a:rPr lang="en-US" sz="2200" dirty="0">
                <a:solidFill>
                  <a:srgbClr val="9FD8E8"/>
                </a:solidFill>
                <a:latin typeface="Segoe UI" pitchFamily="34" charset="0"/>
                <a:ea typeface="Segoe UI" pitchFamily="34" charset="-122"/>
                <a:cs typeface="Segoe UI" pitchFamily="34" charset="-120"/>
              </a:rPr>
              <a:t>Assessing the security features of five online platforms</a:t>
            </a:r>
            <a:endParaRPr lang="en-US" sz="2200" dirty="0"/>
          </a:p>
        </p:txBody>
      </p:sp>
      <p:sp>
        <p:nvSpPr>
          <p:cNvPr id="19" name="name"/>
          <p:cNvSpPr txBox="1"/>
          <p:nvPr/>
        </p:nvSpPr>
        <p:spPr>
          <a:xfrm>
            <a:off x="812800" y="5334000"/>
            <a:ext cx="5715000" cy="317500"/>
          </a:xfrm>
          <a:prstGeom prst="rect">
            <a:avLst/>
          </a:prstGeom>
          <a:noFill/>
          <a:ln/>
        </p:spPr>
        <p:txBody>
          <a:bodyPr wrap="square" lIns="0" tIns="0" rIns="0" bIns="0" rtlCol="0" anchor="t"/>
          <a:lstStyle/>
          <a:p>
            <a:pPr indent="0" marL="0">
              <a:buNone/>
            </a:pPr>
            <a:r>
              <a:rPr lang="en-US" sz="1600" b="1" dirty="0">
                <a:solidFill>
                  <a:srgbClr val="E8FBFF"/>
                </a:solidFill>
                <a:latin typeface="Segoe UI" pitchFamily="34" charset="0"/>
                <a:ea typeface="Segoe UI" pitchFamily="34" charset="-122"/>
                <a:cs typeface="Segoe UI" pitchFamily="34" charset="-120"/>
              </a:rPr>
              <a:t>Ahnaf Akif</a:t>
            </a:r>
            <a:pPr indent="0" marL="0">
              <a:buNone/>
            </a:pPr>
            <a:r>
              <a:rPr lang="en-US" sz="1600" dirty="0">
                <a:solidFill>
                  <a:srgbClr val="E8FBFF"/>
                </a:solidFill>
                <a:latin typeface="Segoe UI" pitchFamily="34" charset="0"/>
                <a:ea typeface="Segoe UI" pitchFamily="34" charset="-122"/>
                <a:cs typeface="Segoe UI" pitchFamily="34" charset="-120"/>
              </a:rPr>
              <a:t> · Roll 24</a:t>
            </a:r>
            <a:endParaRPr lang="en-US" sz="1600" dirty="0"/>
          </a:p>
        </p:txBody>
      </p:sp>
      <p:pic>
        <p:nvPicPr>
          <p:cNvPr id="20" name="hud" descr="/tmp/claude-0/-home-user-bangladesh-crime-monitor/cb82e52d-05bf-5acf-9e17-5b7416beecee/scratchpad/animppt/holo/hud.png">    </p:cNvPr>
          <p:cNvPicPr>
            <a:picLocks noChangeAspect="1"/>
          </p:cNvPicPr>
          <p:nvPr/>
        </p:nvPicPr>
        <p:blipFill>
          <a:blip r:embed="rId4"/>
          <a:stretch>
            <a:fillRect/>
          </a:stretch>
        </p:blipFill>
        <p:spPr>
          <a:xfrm>
            <a:off x="0" y="0"/>
            <a:ext cx="12191695" cy="6858000"/>
          </a:xfrm>
          <a:prstGeom prst="rect">
            <a:avLst/>
          </a:prstGeom>
        </p:spPr>
      </p:pic>
      <p:pic>
        <p:nvPicPr>
          <p:cNvPr id="21" name="hudring" descr="/tmp/claude-0/-home-user-bangladesh-crime-monitor/cb82e52d-05bf-5acf-9e17-5b7416beecee/scratchpad/animppt/holo/ring.png">    </p:cNvPr>
          <p:cNvPicPr>
            <a:picLocks noChangeAspect="1"/>
          </p:cNvPicPr>
          <p:nvPr/>
        </p:nvPicPr>
        <p:blipFill>
          <a:blip r:embed="rId5"/>
          <a:stretch>
            <a:fillRect/>
          </a:stretch>
        </p:blipFill>
        <p:spPr>
          <a:xfrm>
            <a:off x="11125200" y="152400"/>
            <a:ext cx="952500" cy="952500"/>
          </a:xfrm>
          <a:prstGeom prst="rect">
            <a:avLst/>
          </a:prstGeom>
        </p:spPr>
      </p:pic>
      <p:pic>
        <p:nvPicPr>
          <p:cNvPr id="22" name="scanbar" descr="/tmp/claude-0/-home-user-bangladesh-crime-monitor/cb82e52d-05bf-5acf-9e17-5b7416beecee/scratchpad/animppt/holo/scan.png">    </p:cNvPr>
          <p:cNvPicPr>
            <a:picLocks noChangeAspect="1"/>
          </p:cNvPicPr>
          <p:nvPr/>
        </p:nvPicPr>
        <p:blipFill>
          <a:blip r:embed="rId6"/>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600" fill="hold"/>
                                        <p:tgtEl>
                                          <p:spTgt spid="3"/>
                                        </p:tgtEl>
                                        <p:attrNameLst>
                                          <p:attrName>ppt_w</p:attrName>
                                        </p:attrNameLst>
                                      </p:cBhvr>
                                      <p:tavLst>
                                        <p:tav tm="0">
                                          <p:val>
                                            <p:strVal val="0"/>
                                          </p:val>
                                        </p:tav>
                                        <p:tav tm="100000">
                                          <p:val>
                                            <p:strVal val="#ppt_w"/>
                                          </p:val>
                                        </p:tav>
                                      </p:tavLst>
                                    </p:anim>
                                    <p:anim calcmode="lin" valueType="num">
                                      <p:cBhvr additive="base">
                                        <p:cTn id="5" dur="600" fill="hold"/>
                                        <p:tgtEl>
                                          <p:spTgt spid="3"/>
                                        </p:tgtEl>
                                        <p:attrNameLst>
                                          <p:attrName>ppt_h</p:attrName>
                                        </p:attrNameLst>
                                      </p:cBhvr>
                                      <p:tavLst>
                                        <p:tav tm="0">
                                          <p:val>
                                            <p:strVal val="0"/>
                                          </p:val>
                                        </p:tav>
                                        <p:tav tm="100000">
                                          <p:val>
                                            <p:strVal val="#ppt_h"/>
                                          </p:val>
                                        </p:tav>
                                      </p:tavLst>
                                    </p:anim>
                                    <p:animEffect transition="in" filter="fade">
                                      <p:cBhvr>
                                        <p:cTn id="6" dur="6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par>
                                <p:cTn id="24" presetID="53" presetClass="entr" presetSubtype="16"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700" fill="hold"/>
                                        <p:tgtEl>
                                          <p:spTgt spid="9"/>
                                        </p:tgtEl>
                                        <p:attrNameLst>
                                          <p:attrName>ppt_w</p:attrName>
                                        </p:attrNameLst>
                                      </p:cBhvr>
                                      <p:tavLst>
                                        <p:tav tm="0">
                                          <p:val>
                                            <p:strVal val="0"/>
                                          </p:val>
                                        </p:tav>
                                        <p:tav tm="100000">
                                          <p:val>
                                            <p:strVal val="#ppt_w"/>
                                          </p:val>
                                        </p:tav>
                                      </p:tavLst>
                                    </p:anim>
                                    <p:anim calcmode="lin" valueType="num">
                                      <p:cBhvr additive="base">
                                        <p:cTn id="22" dur="700" fill="hold"/>
                                        <p:tgtEl>
                                          <p:spTgt spid="9"/>
                                        </p:tgtEl>
                                        <p:attrNameLst>
                                          <p:attrName>ppt_h</p:attrName>
                                        </p:attrNameLst>
                                      </p:cBhvr>
                                      <p:tavLst>
                                        <p:tav tm="0">
                                          <p:val>
                                            <p:strVal val="0"/>
                                          </p:val>
                                        </p:tav>
                                        <p:tav tm="100000">
                                          <p:val>
                                            <p:strVal val="#ppt_h"/>
                                          </p:val>
                                        </p:tav>
                                      </p:tavLst>
                                    </p:anim>
                                    <p:animEffect transition="in" filter="fade">
                                      <p:cBhvr>
                                        <p:cTn id="23" dur="700"/>
                                        <p:tgtEl>
                                          <p:spTgt spid="9"/>
                                        </p:tgtEl>
                                      </p:cBhvr>
                                    </p:animEffect>
                                  </p:childTnLst>
                                </p:cTn>
                              </p:par>
                              <p:par>
                                <p:cTn id="29" presetID="53" presetClass="entr" presetSubtype="16"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00" fill="hold"/>
                                        <p:tgtEl>
                                          <p:spTgt spid="10"/>
                                        </p:tgtEl>
                                        <p:attrNameLst>
                                          <p:attrName>ppt_w</p:attrName>
                                        </p:attrNameLst>
                                      </p:cBhvr>
                                      <p:tavLst>
                                        <p:tav tm="0">
                                          <p:val>
                                            <p:strVal val="0"/>
                                          </p:val>
                                        </p:tav>
                                        <p:tav tm="100000">
                                          <p:val>
                                            <p:strVal val="#ppt_w"/>
                                          </p:val>
                                        </p:tav>
                                      </p:tavLst>
                                    </p:anim>
                                    <p:anim calcmode="lin" valueType="num">
                                      <p:cBhvr additive="base">
                                        <p:cTn id="27" dur="700" fill="hold"/>
                                        <p:tgtEl>
                                          <p:spTgt spid="10"/>
                                        </p:tgtEl>
                                        <p:attrNameLst>
                                          <p:attrName>ppt_h</p:attrName>
                                        </p:attrNameLst>
                                      </p:cBhvr>
                                      <p:tavLst>
                                        <p:tav tm="0">
                                          <p:val>
                                            <p:strVal val="0"/>
                                          </p:val>
                                        </p:tav>
                                        <p:tav tm="100000">
                                          <p:val>
                                            <p:strVal val="#ppt_h"/>
                                          </p:val>
                                        </p:tav>
                                      </p:tavLst>
                                    </p:anim>
                                    <p:animEffect transition="in" filter="fade">
                                      <p:cBhvr>
                                        <p:cTn id="28" dur="700"/>
                                        <p:tgtEl>
                                          <p:spTgt spid="10"/>
                                        </p:tgtEl>
                                      </p:cBhvr>
                                    </p:animEffect>
                                  </p:childTnLst>
                                </p:cTn>
                              </p:par>
                              <p:par>
                                <p:cTn id="34" presetID="53" presetClass="entr" presetSubtype="16"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700" fill="hold"/>
                                        <p:tgtEl>
                                          <p:spTgt spid="11"/>
                                        </p:tgtEl>
                                        <p:attrNameLst>
                                          <p:attrName>ppt_w</p:attrName>
                                        </p:attrNameLst>
                                      </p:cBhvr>
                                      <p:tavLst>
                                        <p:tav tm="0">
                                          <p:val>
                                            <p:strVal val="0"/>
                                          </p:val>
                                        </p:tav>
                                        <p:tav tm="100000">
                                          <p:val>
                                            <p:strVal val="#ppt_w"/>
                                          </p:val>
                                        </p:tav>
                                      </p:tavLst>
                                    </p:anim>
                                    <p:anim calcmode="lin" valueType="num">
                                      <p:cBhvr additive="base">
                                        <p:cTn id="32" dur="700" fill="hold"/>
                                        <p:tgtEl>
                                          <p:spTgt spid="11"/>
                                        </p:tgtEl>
                                        <p:attrNameLst>
                                          <p:attrName>ppt_h</p:attrName>
                                        </p:attrNameLst>
                                      </p:cBhvr>
                                      <p:tavLst>
                                        <p:tav tm="0">
                                          <p:val>
                                            <p:strVal val="0"/>
                                          </p:val>
                                        </p:tav>
                                        <p:tav tm="100000">
                                          <p:val>
                                            <p:strVal val="#ppt_h"/>
                                          </p:val>
                                        </p:tav>
                                      </p:tavLst>
                                    </p:anim>
                                    <p:animEffect transition="in" filter="fade">
                                      <p:cBhvr>
                                        <p:cTn id="33" dur="7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700" fill="hold"/>
                                        <p:tgtEl>
                                          <p:spTgt spid="12"/>
                                        </p:tgtEl>
                                        <p:attrNameLst>
                                          <p:attrName>ppt_w</p:attrName>
                                        </p:attrNameLst>
                                      </p:cBhvr>
                                      <p:tavLst>
                                        <p:tav tm="0">
                                          <p:val>
                                            <p:strVal val="0"/>
                                          </p:val>
                                        </p:tav>
                                        <p:tav tm="100000">
                                          <p:val>
                                            <p:strVal val="#ppt_w"/>
                                          </p:val>
                                        </p:tav>
                                      </p:tavLst>
                                    </p:anim>
                                    <p:anim calcmode="lin" valueType="num">
                                      <p:cBhvr additive="base">
                                        <p:cTn id="37" dur="700" fill="hold"/>
                                        <p:tgtEl>
                                          <p:spTgt spid="12"/>
                                        </p:tgtEl>
                                        <p:attrNameLst>
                                          <p:attrName>ppt_h</p:attrName>
                                        </p:attrNameLst>
                                      </p:cBhvr>
                                      <p:tavLst>
                                        <p:tav tm="0">
                                          <p:val>
                                            <p:strVal val="0"/>
                                          </p:val>
                                        </p:tav>
                                        <p:tav tm="100000">
                                          <p:val>
                                            <p:strVal val="#ppt_h"/>
                                          </p:val>
                                        </p:tav>
                                      </p:tavLst>
                                    </p:anim>
                                    <p:animEffect transition="in" filter="fade">
                                      <p:cBhvr>
                                        <p:cTn id="38" dur="700"/>
                                        <p:tgtEl>
                                          <p:spTgt spid="12"/>
                                        </p:tgtEl>
                                      </p:cBhvr>
                                    </p:animEffect>
                                  </p:childTnLst>
                                </p:cTn>
                              </p:par>
                              <p:par>
                                <p:cTn id="44" presetID="53" presetClass="entr" presetSubtype="16"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700" fill="hold"/>
                                        <p:tgtEl>
                                          <p:spTgt spid="13"/>
                                        </p:tgtEl>
                                        <p:attrNameLst>
                                          <p:attrName>ppt_w</p:attrName>
                                        </p:attrNameLst>
                                      </p:cBhvr>
                                      <p:tavLst>
                                        <p:tav tm="0">
                                          <p:val>
                                            <p:strVal val="0"/>
                                          </p:val>
                                        </p:tav>
                                        <p:tav tm="100000">
                                          <p:val>
                                            <p:strVal val="#ppt_w"/>
                                          </p:val>
                                        </p:tav>
                                      </p:tavLst>
                                    </p:anim>
                                    <p:anim calcmode="lin" valueType="num">
                                      <p:cBhvr additive="base">
                                        <p:cTn id="42" dur="700" fill="hold"/>
                                        <p:tgtEl>
                                          <p:spTgt spid="13"/>
                                        </p:tgtEl>
                                        <p:attrNameLst>
                                          <p:attrName>ppt_h</p:attrName>
                                        </p:attrNameLst>
                                      </p:cBhvr>
                                      <p:tavLst>
                                        <p:tav tm="0">
                                          <p:val>
                                            <p:strVal val="0"/>
                                          </p:val>
                                        </p:tav>
                                        <p:tav tm="100000">
                                          <p:val>
                                            <p:strVal val="#ppt_h"/>
                                          </p:val>
                                        </p:tav>
                                      </p:tavLst>
                                    </p:anim>
                                    <p:animEffect transition="in" filter="fade">
                                      <p:cBhvr>
                                        <p:cTn id="43" dur="700"/>
                                        <p:tgtEl>
                                          <p:spTgt spid="13"/>
                                        </p:tgtEl>
                                      </p:cBhvr>
                                    </p:animEffect>
                                  </p:childTnLst>
                                </p:cTn>
                              </p:par>
                              <p:par>
                                <p:cTn id="49" presetID="53" presetClass="entr" presetSubtype="16"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6" dur="700" fill="hold"/>
                                        <p:tgtEl>
                                          <p:spTgt spid="14"/>
                                        </p:tgtEl>
                                        <p:attrNameLst>
                                          <p:attrName>ppt_w</p:attrName>
                                        </p:attrNameLst>
                                      </p:cBhvr>
                                      <p:tavLst>
                                        <p:tav tm="0">
                                          <p:val>
                                            <p:strVal val="0"/>
                                          </p:val>
                                        </p:tav>
                                        <p:tav tm="100000">
                                          <p:val>
                                            <p:strVal val="#ppt_w"/>
                                          </p:val>
                                        </p:tav>
                                      </p:tavLst>
                                    </p:anim>
                                    <p:anim calcmode="lin" valueType="num">
                                      <p:cBhvr additive="base">
                                        <p:cTn id="47" dur="700" fill="hold"/>
                                        <p:tgtEl>
                                          <p:spTgt spid="14"/>
                                        </p:tgtEl>
                                        <p:attrNameLst>
                                          <p:attrName>ppt_h</p:attrName>
                                        </p:attrNameLst>
                                      </p:cBhvr>
                                      <p:tavLst>
                                        <p:tav tm="0">
                                          <p:val>
                                            <p:strVal val="0"/>
                                          </p:val>
                                        </p:tav>
                                        <p:tav tm="100000">
                                          <p:val>
                                            <p:strVal val="#ppt_h"/>
                                          </p:val>
                                        </p:tav>
                                      </p:tavLst>
                                    </p:anim>
                                    <p:animEffect transition="in" filter="fade">
                                      <p:cBhvr>
                                        <p:cTn id="48" dur="700"/>
                                        <p:tgtEl>
                                          <p:spTgt spid="14"/>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5"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9" presetID="22" presetClass="entr" presetSubtype="1" fill="hold" grpId="0" nodeType="withEffect">
                                  <p:stCondLst>
                                    <p:cond delay="300"/>
                                  </p:stCondLst>
                                  <p:childTnLst>
                                    <p:set>
                                      <p:cBhvr>
                                        <p:cTn id="56" dur="1" fill="hold">
                                          <p:stCondLst>
                                            <p:cond delay="0"/>
                                          </p:stCondLst>
                                        </p:cTn>
                                        <p:tgtEl>
                                          <p:spTgt spid="2"/>
                                        </p:tgtEl>
                                        <p:attrNameLst>
                                          <p:attrName>style.visibility</p:attrName>
                                        </p:attrNameLst>
                                      </p:cBhvr>
                                      <p:to>
                                        <p:strVal val="visible"/>
                                      </p:to>
                                    </p:set>
                                    <p:animEffect transition="in" filter="wipe(down)">
                                      <p:cBhvr>
                                        <p:cTn id="57" dur="700"/>
                                        <p:tgtEl>
                                          <p:spTgt spid="2"/>
                                        </p:tgtEl>
                                      </p:cBhvr>
                                    </p:animEffect>
                                    <p:animEffect transition="in" filter="fade">
                                      <p:cBhvr>
                                        <p:cTn id="58" dur="700"/>
                                        <p:tgtEl>
                                          <p:spTgt spid="2"/>
                                        </p:tgtEl>
                                      </p:cBhvr>
                                    </p:animEffect>
                                  </p:childTnLst>
                                </p:cTn>
                              </p:par>
                              <p:par>
                                <p:cTn id="62" presetID="10" presetClass="entr" presetSubtype="0" fill="hold" grpId="0" nodeType="withEffect">
                                  <p:stCondLst>
                                    <p:cond delay="30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600"/>
                                        <p:tgtEl>
                                          <p:spTgt spid="16"/>
                                        </p:tgtEl>
                                      </p:cBhvr>
                                    </p:animEffect>
                                  </p:childTnLst>
                                </p:cTn>
                              </p:par>
                              <p:par>
                                <p:cTn id="64" presetID="0" presetClass="path" presetSubtype="0" fill="hold" grpId="0" nodeType="withEffect" repeatCount="indefinite">
                                  <p:stCondLst>
                                    <p:cond delay="300"/>
                                  </p:stCondLst>
                                  <p:childTnLst>
                                    <p:animMotion origin="layout" path="M 0 0 L 0 1 E" pathEditMode="relative" ptsTypes="AA">
                                      <p:cBhvr>
                                        <p:cTn id="63" dur="5200" fill="hold"/>
                                        <p:tgtEl>
                                          <p:spTgt spid="22"/>
                                        </p:tgtEl>
                                        <p:attrNameLst>
                                          <p:attrName>ppt_x</p:attrName>
                                          <p:attrName>ppt_y</p:attrName>
                                        </p:attrNameLst>
                                      </p:cBhvr>
                                    </p:animMotion>
                                  </p:childTnLst>
                                </p:cTn>
                              </p:par>
                              <p:par>
                                <p:cTn id="66" presetID="8" presetClass="emph" presetSubtype="0" fill="hold" grpId="1" nodeType="withEffect" repeatCount="indefinite">
                                  <p:stCondLst>
                                    <p:cond delay="500"/>
                                  </p:stCondLst>
                                  <p:childTnLst>
                                    <p:animRot by="21600000">
                                      <p:cBhvr>
                                        <p:cTn id="65" dur="16000" fill="hold"/>
                                        <p:tgtEl>
                                          <p:spTgt spid="21"/>
                                        </p:tgtEl>
                                        <p:attrNameLst>
                                          <p:attrName>r</p:attrName>
                                        </p:attrNameLst>
                                      </p:cBhvr>
                                    </p:animRot>
                                  </p:childTnLst>
                                </p:cTn>
                              </p:par>
                              <p:par>
                                <p:cTn id="69" presetID="10"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400"/>
                                        <p:tgtEl>
                                          <p:spTgt spid="15"/>
                                        </p:tgtEl>
                                      </p:cBhvr>
                                    </p:animEffect>
                                  </p:childTnLst>
                                </p:cTn>
                              </p:par>
                              <p:par>
                                <p:cTn id="73" presetID="22" presetClass="entr" presetSubtype="1" fill="hold" grpId="0" nodeType="withEffect">
                                  <p:stCondLst>
                                    <p:cond delay="600"/>
                                  </p:stCondLst>
                                  <p:childTnLst>
                                    <p:set>
                                      <p:cBhvr>
                                        <p:cTn id="70" dur="1" fill="hold">
                                          <p:stCondLst>
                                            <p:cond delay="0"/>
                                          </p:stCondLst>
                                        </p:cTn>
                                        <p:tgtEl>
                                          <p:spTgt spid="17"/>
                                        </p:tgtEl>
                                        <p:attrNameLst>
                                          <p:attrName>style.visibility</p:attrName>
                                        </p:attrNameLst>
                                      </p:cBhvr>
                                      <p:to>
                                        <p:strVal val="visible"/>
                                      </p:to>
                                    </p:set>
                                    <p:animEffect transition="in" filter="wipe(down)">
                                      <p:cBhvr>
                                        <p:cTn id="71" dur="800"/>
                                        <p:tgtEl>
                                          <p:spTgt spid="17"/>
                                        </p:tgtEl>
                                      </p:cBhvr>
                                    </p:animEffect>
                                    <p:animEffect transition="in" filter="fade">
                                      <p:cBhvr>
                                        <p:cTn id="72" dur="800"/>
                                        <p:tgtEl>
                                          <p:spTgt spid="17"/>
                                        </p:tgtEl>
                                      </p:cBhvr>
                                    </p:animEffect>
                                  </p:childTnLst>
                                </p:cTn>
                              </p:par>
                              <p:par>
                                <p:cTn id="75" presetID="6" presetClass="emph" presetSubtype="0" fill="hold" grpId="1" nodeType="withEffect" autoRev="1" repeatCount="indefinite">
                                  <p:stCondLst>
                                    <p:cond delay="800"/>
                                  </p:stCondLst>
                                  <p:childTnLst>
                                    <p:animScale>
                                      <p:cBhvr>
                                        <p:cTn id="74" dur="1500" fill="hold"/>
                                        <p:tgtEl>
                                          <p:spTgt spid="5"/>
                                        </p:tgtEl>
                                      </p:cBhvr>
                                      <p:by x="112000" y="112000"/>
                                    </p:animScale>
                                  </p:childTnLst>
                                </p:cTn>
                              </p:par>
                              <p:par>
                                <p:cTn id="77" presetID="8" presetClass="emph" presetSubtype="0" fill="hold" grpId="1" nodeType="withEffect" repeatCount="indefinite">
                                  <p:stCondLst>
                                    <p:cond delay="800"/>
                                  </p:stCondLst>
                                  <p:childTnLst>
                                    <p:animRot by="21600000">
                                      <p:cBhvr>
                                        <p:cTn id="76" dur="12000" fill="hold"/>
                                        <p:tgtEl>
                                          <p:spTgt spid="8"/>
                                        </p:tgtEl>
                                        <p:attrNameLst>
                                          <p:attrName>r</p:attrName>
                                        </p:attrNameLst>
                                      </p:cBhvr>
                                    </p:animRot>
                                  </p:childTnLst>
                                </p:cTn>
                              </p:par>
                              <p:par>
                                <p:cTn id="79" presetID="6" presetClass="emph" presetSubtype="0" fill="hold" grpId="1" nodeType="withEffect" autoRev="1" repeatCount="indefinite">
                                  <p:stCondLst>
                                    <p:cond delay="1000"/>
                                  </p:stCondLst>
                                  <p:childTnLst>
                                    <p:animScale>
                                      <p:cBhvr>
                                        <p:cTn id="78" dur="900" fill="hold"/>
                                        <p:tgtEl>
                                          <p:spTgt spid="3"/>
                                        </p:tgtEl>
                                      </p:cBhvr>
                                      <p:by x="106000" y="106000"/>
                                    </p:animScale>
                                  </p:childTnLst>
                                </p:cTn>
                              </p:par>
                              <p:par>
                                <p:cTn id="81" presetID="0" presetClass="path" presetSubtype="0" fill="hold" grpId="1" nodeType="withEffect" autoRev="1" repeatCount="indefinite">
                                  <p:stCondLst>
                                    <p:cond delay="1000"/>
                                  </p:stCondLst>
                                  <p:childTnLst>
                                    <p:animMotion origin="layout" path="M 0 -0.13 L 0 0.13 E" pathEditMode="relative" ptsTypes="AA">
                                      <p:cBhvr>
                                        <p:cTn id="80" dur="1300" fill="hold"/>
                                        <p:tgtEl>
                                          <p:spTgt spid="15"/>
                                        </p:tgtEl>
                                        <p:attrNameLst>
                                          <p:attrName>ppt_x</p:attrName>
                                          <p:attrName>ppt_y</p:attrName>
                                        </p:attrNameLst>
                                      </p:cBhvr>
                                    </p:animMotion>
                                  </p:childTnLst>
                                </p:cTn>
                              </p:par>
                              <p:par>
                                <p:cTn id="85" presetID="22" presetClass="entr" presetSubtype="1" fill="hold" grpId="0" nodeType="withEffect">
                                  <p:stCondLst>
                                    <p:cond delay="1100"/>
                                  </p:stCondLst>
                                  <p:childTnLst>
                                    <p:set>
                                      <p:cBhvr>
                                        <p:cTn id="82" dur="1" fill="hold">
                                          <p:stCondLst>
                                            <p:cond delay="0"/>
                                          </p:stCondLst>
                                        </p:cTn>
                                        <p:tgtEl>
                                          <p:spTgt spid="18"/>
                                        </p:tgtEl>
                                        <p:attrNameLst>
                                          <p:attrName>style.visibility</p:attrName>
                                        </p:attrNameLst>
                                      </p:cBhvr>
                                      <p:to>
                                        <p:strVal val="visible"/>
                                      </p:to>
                                    </p:set>
                                    <p:animEffect transition="in" filter="wipe(down)">
                                      <p:cBhvr>
                                        <p:cTn id="83" dur="700"/>
                                        <p:tgtEl>
                                          <p:spTgt spid="18"/>
                                        </p:tgtEl>
                                      </p:cBhvr>
                                    </p:animEffect>
                                    <p:animEffect transition="in" filter="fade">
                                      <p:cBhvr>
                                        <p:cTn id="84" dur="700"/>
                                        <p:tgtEl>
                                          <p:spTgt spid="18"/>
                                        </p:tgtEl>
                                      </p:cBhvr>
                                    </p:animEffect>
                                  </p:childTnLst>
                                </p:cTn>
                              </p:par>
                              <p:par>
                                <p:cTn id="87" presetID="6" presetClass="emph" presetSubtype="0" fill="hold" grpId="1" nodeType="withEffect" autoRev="1" repeatCount="indefinite">
                                  <p:stCondLst>
                                    <p:cond delay="1200"/>
                                  </p:stCondLst>
                                  <p:childTnLst>
                                    <p:animScale>
                                      <p:cBhvr>
                                        <p:cTn id="86" dur="1400" fill="hold"/>
                                        <p:tgtEl>
                                          <p:spTgt spid="2"/>
                                        </p:tgtEl>
                                      </p:cBhvr>
                                      <p:by x="103000" y="103000"/>
                                    </p:animScale>
                                  </p:childTnLst>
                                </p:cTn>
                              </p:par>
                              <p:par>
                                <p:cTn id="89" presetID="0" presetClass="path" presetSubtype="0" fill="hold" grpId="1" nodeType="withEffect" autoRev="1" repeatCount="indefinite">
                                  <p:stCondLst>
                                    <p:cond delay="1200"/>
                                  </p:stCondLst>
                                  <p:childTnLst>
                                    <p:animMotion origin="layout" path="M 0 0 L 0 -0.035 E" pathEditMode="relative" ptsTypes="AA">
                                      <p:cBhvr>
                                        <p:cTn id="88" dur="1100" fill="hold"/>
                                        <p:tgtEl>
                                          <p:spTgt spid="9"/>
                                        </p:tgtEl>
                                        <p:attrNameLst>
                                          <p:attrName>ppt_x</p:attrName>
                                          <p:attrName>ppt_y</p:attrName>
                                        </p:attrNameLst>
                                      </p:cBhvr>
                                    </p:animMotion>
                                  </p:childTnLst>
                                </p:cTn>
                              </p:par>
                              <p:par>
                                <p:cTn id="91" presetID="0" presetClass="path" presetSubtype="0" fill="hold" grpId="1" nodeType="withEffect" autoRev="1" repeatCount="indefinite">
                                  <p:stCondLst>
                                    <p:cond delay="1200"/>
                                  </p:stCondLst>
                                  <p:childTnLst>
                                    <p:animMotion origin="layout" path="M 0 0 L 0 -0.035 E" pathEditMode="relative" ptsTypes="AA">
                                      <p:cBhvr>
                                        <p:cTn id="90" dur="1100" fill="hold"/>
                                        <p:tgtEl>
                                          <p:spTgt spid="10"/>
                                        </p:tgtEl>
                                        <p:attrNameLst>
                                          <p:attrName>ppt_x</p:attrName>
                                          <p:attrName>ppt_y</p:attrName>
                                        </p:attrNameLst>
                                      </p:cBhvr>
                                    </p:animMotion>
                                  </p:childTnLst>
                                </p:cTn>
                              </p:par>
                              <p:par>
                                <p:cTn id="93" presetID="0" presetClass="path" presetSubtype="0" fill="hold" grpId="1" nodeType="withEffect" autoRev="1" repeatCount="indefinite">
                                  <p:stCondLst>
                                    <p:cond delay="1200"/>
                                  </p:stCondLst>
                                  <p:childTnLst>
                                    <p:animMotion origin="layout" path="M 0 0 L 0 -0.035 E" pathEditMode="relative" ptsTypes="AA">
                                      <p:cBhvr>
                                        <p:cTn id="92" dur="1100" fill="hold"/>
                                        <p:tgtEl>
                                          <p:spTgt spid="11"/>
                                        </p:tgtEl>
                                        <p:attrNameLst>
                                          <p:attrName>ppt_x</p:attrName>
                                          <p:attrName>ppt_y</p:attrName>
                                        </p:attrNameLst>
                                      </p:cBhvr>
                                    </p:animMotion>
                                  </p:childTnLst>
                                </p:cTn>
                              </p:par>
                              <p:par>
                                <p:cTn id="95" presetID="0" presetClass="path" presetSubtype="0" fill="hold" grpId="1" nodeType="withEffect" autoRev="1" repeatCount="indefinite">
                                  <p:stCondLst>
                                    <p:cond delay="1200"/>
                                  </p:stCondLst>
                                  <p:childTnLst>
                                    <p:animMotion origin="layout" path="M 0 0 L 0 -0.035 E" pathEditMode="relative" ptsTypes="AA">
                                      <p:cBhvr>
                                        <p:cTn id="94" dur="1100" fill="hold"/>
                                        <p:tgtEl>
                                          <p:spTgt spid="12"/>
                                        </p:tgtEl>
                                        <p:attrNameLst>
                                          <p:attrName>ppt_x</p:attrName>
                                          <p:attrName>ppt_y</p:attrName>
                                        </p:attrNameLst>
                                      </p:cBhvr>
                                    </p:animMotion>
                                  </p:childTnLst>
                                </p:cTn>
                              </p:par>
                              <p:par>
                                <p:cTn id="97" presetID="0" presetClass="path" presetSubtype="0" fill="hold" grpId="1" nodeType="withEffect" autoRev="1" repeatCount="indefinite">
                                  <p:stCondLst>
                                    <p:cond delay="1200"/>
                                  </p:stCondLst>
                                  <p:childTnLst>
                                    <p:animMotion origin="layout" path="M 0 0 L 0 -0.035 E" pathEditMode="relative" ptsTypes="AA">
                                      <p:cBhvr>
                                        <p:cTn id="96" dur="1100" fill="hold"/>
                                        <p:tgtEl>
                                          <p:spTgt spid="13"/>
                                        </p:tgtEl>
                                        <p:attrNameLst>
                                          <p:attrName>ppt_x</p:attrName>
                                          <p:attrName>ppt_y</p:attrName>
                                        </p:attrNameLst>
                                      </p:cBhvr>
                                    </p:animMotion>
                                  </p:childTnLst>
                                </p:cTn>
                              </p:par>
                              <p:par>
                                <p:cTn id="99" presetID="0" presetClass="path" presetSubtype="0" fill="hold" grpId="1" nodeType="withEffect" autoRev="1" repeatCount="indefinite">
                                  <p:stCondLst>
                                    <p:cond delay="1200"/>
                                  </p:stCondLst>
                                  <p:childTnLst>
                                    <p:animMotion origin="layout" path="M 0 0 L 0 -0.035 E" pathEditMode="relative" ptsTypes="AA">
                                      <p:cBhvr>
                                        <p:cTn id="98" dur="1100" fill="hold"/>
                                        <p:tgtEl>
                                          <p:spTgt spid="14"/>
                                        </p:tgtEl>
                                        <p:attrNameLst>
                                          <p:attrName>ppt_x</p:attrName>
                                          <p:attrName>ppt_y</p:attrName>
                                        </p:attrNameLst>
                                      </p:cBhvr>
                                    </p:animMotion>
                                  </p:childTnLst>
                                </p:cTn>
                              </p:par>
                              <p:par>
                                <p:cTn id="101" presetID="19" presetClass="emph" presetSubtype="0" fill="hold" grpId="2" nodeType="withEffect" autoRev="1" repeatCount="indefinite">
                                  <p:stCondLst>
                                    <p:cond delay="1200"/>
                                  </p:stCondLst>
                                  <p:childTnLst>
                                    <p:animClr clrSpc="rgb" dir="cw">
                                      <p:cBhvr>
                                        <p:cTn id="100" dur="1100" fill="hold"/>
                                        <p:tgtEl>
                                          <p:spTgt spid="12"/>
                                        </p:tgtEl>
                                        <p:attrNameLst>
                                          <p:attrName>fillcolor</p:attrName>
                                        </p:attrNameLst>
                                      </p:cBhvr>
                                      <p:to>
                                        <a:srgbClr val="FF4FD8"/>
                                      </p:to>
                                    </p:animClr>
                                  </p:childTnLst>
                                </p:cTn>
                              </p:par>
                              <p:par>
                                <p:cTn id="103" presetID="6" presetClass="emph" presetSubtype="0" fill="hold" grpId="1" nodeType="withEffect" autoRev="1" repeatCount="indefinite">
                                  <p:stCondLst>
                                    <p:cond delay="1300"/>
                                  </p:stCondLst>
                                  <p:childTnLst>
                                    <p:animScale>
                                      <p:cBhvr>
                                        <p:cTn id="102" dur="1500" fill="hold"/>
                                        <p:tgtEl>
                                          <p:spTgt spid="6"/>
                                        </p:tgtEl>
                                      </p:cBhvr>
                                      <p:by x="112000" y="112000"/>
                                    </p:animScale>
                                  </p:childTnLst>
                                </p:cTn>
                              </p:par>
                              <p:par>
                                <p:cTn id="106" presetID="10" presetClass="entr" presetSubtype="0" fill="hold" grpId="0" nodeType="withEffect">
                                  <p:stCondLst>
                                    <p:cond delay="1600"/>
                                  </p:stCondLst>
                                  <p:childTnLst>
                                    <p:set>
                                      <p:cBhvr>
                                        <p:cTn id="104" dur="1" fill="hold">
                                          <p:stCondLst>
                                            <p:cond delay="0"/>
                                          </p:stCondLst>
                                        </p:cTn>
                                        <p:tgtEl>
                                          <p:spTgt spid="19"/>
                                        </p:tgtEl>
                                        <p:attrNameLst>
                                          <p:attrName>style.visibility</p:attrName>
                                        </p:attrNameLst>
                                      </p:cBhvr>
                                      <p:to>
                                        <p:strVal val="visible"/>
                                      </p:to>
                                    </p:set>
                                    <p:animEffect transition="in" filter="fade">
                                      <p:cBhvr>
                                        <p:cTn id="105" dur="600"/>
                                        <p:tgtEl>
                                          <p:spTgt spid="19"/>
                                        </p:tgtEl>
                                      </p:cBhvr>
                                    </p:animEffect>
                                  </p:childTnLst>
                                </p:cTn>
                              </p:par>
                              <p:par>
                                <p:cTn id="108" presetID="6" presetClass="emph" presetSubtype="0" fill="hold" grpId="1" nodeType="withEffect" autoRev="1" repeatCount="indefinite">
                                  <p:stCondLst>
                                    <p:cond delay="1800"/>
                                  </p:stCondLst>
                                  <p:childTnLst>
                                    <p:animScale>
                                      <p:cBhvr>
                                        <p:cTn id="107" dur="1500" fill="hold"/>
                                        <p:tgtEl>
                                          <p:spTgt spid="7"/>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0" grpId="0" animBg="1"/>
      <p:bldP spid="21" grpId="0" animBg="1"/>
      <p:bldP spid="2" grpId="0" animBg="1"/>
      <p:bldP spid="16" grpId="0" animBg="1"/>
      <p:bldP spid="22" grpId="0" animBg="1"/>
      <p:bldP spid="21" grpId="1" animBg="1"/>
      <p:bldP spid="15" grpId="0" animBg="1"/>
      <p:bldP spid="17" grpId="0" animBg="1"/>
      <p:bldP spid="5" grpId="1" animBg="1"/>
      <p:bldP spid="8" grpId="1" animBg="1"/>
      <p:bldP spid="3" grpId="1" animBg="1"/>
      <p:bldP spid="15" grpId="1" animBg="1"/>
      <p:bldP spid="18" grpId="0" animBg="1"/>
      <p:bldP spid="2" grpId="1" animBg="1"/>
      <p:bldP spid="9" grpId="1" animBg="1"/>
      <p:bldP spid="10" grpId="1" animBg="1"/>
      <p:bldP spid="11" grpId="1" animBg="1"/>
      <p:bldP spid="12" grpId="1" animBg="1"/>
      <p:bldP spid="13" grpId="1" animBg="1"/>
      <p:bldP spid="14" grpId="1" animBg="1"/>
      <p:bldP spid="12" grpId="2" animBg="1"/>
      <p:bldP spid="6" grpId="1" animBg="1"/>
      <p:bldP spid="19" grpId="0" animBg="1"/>
      <p:bldP spid="7"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15875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11:47 PM · DHAKA · AN ORDINARY WEEKNIGHT</a:t>
            </a:r>
            <a:endParaRPr lang="en-US" sz="1400" dirty="0"/>
          </a:p>
        </p:txBody>
      </p:sp>
      <p:sp>
        <p:nvSpPr>
          <p:cNvPr id="4" name="title"/>
          <p:cNvSpPr txBox="1"/>
          <p:nvPr/>
        </p:nvSpPr>
        <p:spPr>
          <a:xfrm>
            <a:off x="812800" y="1968500"/>
            <a:ext cx="4445000" cy="2032000"/>
          </a:xfrm>
          <a:prstGeom prst="rect">
            <a:avLst/>
          </a:prstGeom>
          <a:noFill/>
          <a:ln/>
        </p:spPr>
        <p:txBody>
          <a:bodyPr wrap="square" lIns="0" tIns="0" rIns="0" bIns="0" rtlCol="0" anchor="t"/>
          <a:lstStyle/>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message.</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night.</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Five doors.</a:t>
            </a:r>
            <a:endParaRPr lang="en-US" sz="4200" dirty="0"/>
          </a:p>
        </p:txBody>
      </p:sp>
      <p:sp>
        <p:nvSpPr>
          <p:cNvPr id="5" name="p1"/>
          <p:cNvSpPr txBox="1"/>
          <p:nvPr/>
        </p:nvSpPr>
        <p:spPr>
          <a:xfrm>
            <a:off x="812800" y="4254500"/>
            <a:ext cx="4318000" cy="8890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Nusrat, a 21-year-old university student, gets a message from her friend Rafi. She sends the code.</a:t>
            </a:r>
            <a:endParaRPr lang="en-US" sz="1500" dirty="0"/>
          </a:p>
        </p:txBody>
      </p:sp>
      <p:sp>
        <p:nvSpPr>
          <p:cNvPr id="6" name="p2"/>
          <p:cNvSpPr txBox="1"/>
          <p:nvPr/>
        </p:nvSpPr>
        <p:spPr>
          <a:xfrm>
            <a:off x="812800" y="5270500"/>
            <a:ext cx="4318000" cy="6350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Nusrat is not a real person, but what happens to her tonight happens to real students in Bangladesh every week.</a:t>
            </a:r>
            <a:endParaRPr lang="en-US" sz="1200" dirty="0"/>
          </a:p>
        </p:txBody>
      </p:sp>
      <p:pic>
        <p:nvPicPr>
          <p:cNvPr id="7" name="nbeam" descr="/tmp/claude-0/-home-user-bangladesh-crime-monitor/cb82e52d-05bf-5acf-9e17-5b7416beecee/scratchpad/animppt/holo/beam.png">    </p:cNvPr>
          <p:cNvPicPr>
            <a:picLocks noChangeAspect="1"/>
          </p:cNvPicPr>
          <p:nvPr/>
        </p:nvPicPr>
        <p:blipFill>
          <a:blip r:embed="rId2"/>
          <a:stretch>
            <a:fillRect/>
          </a:stretch>
        </p:blipFill>
        <p:spPr>
          <a:xfrm>
            <a:off x="5080000" y="1905000"/>
            <a:ext cx="2540000" cy="3429000"/>
          </a:xfrm>
          <a:prstGeom prst="rect">
            <a:avLst/>
          </a:prstGeom>
        </p:spPr>
      </p:pic>
      <p:pic>
        <p:nvPicPr>
          <p:cNvPr id="8" name="nusrat" descr="Hologram of Nusrat">    </p:cNvPr>
          <p:cNvPicPr>
            <a:picLocks noChangeAspect="1"/>
          </p:cNvPicPr>
          <p:nvPr/>
        </p:nvPicPr>
        <p:blipFill>
          <a:blip r:embed="rId3"/>
          <a:stretch>
            <a:fillRect/>
          </a:stretch>
        </p:blipFill>
        <p:spPr>
          <a:xfrm>
            <a:off x="5321300" y="2095500"/>
            <a:ext cx="2057400" cy="3429000"/>
          </a:xfrm>
          <a:prstGeom prst="rect">
            <a:avLst/>
          </a:prstGeom>
        </p:spPr>
      </p:pic>
      <p:pic>
        <p:nvPicPr>
          <p:cNvPr id="9" name="nemit" descr="/tmp/claude-0/-home-user-bangladesh-crime-monitor/cb82e52d-05bf-5acf-9e17-5b7416beecee/scratchpad/animppt/holo/emitter.png">    </p:cNvPr>
          <p:cNvPicPr>
            <a:picLocks noChangeAspect="1"/>
          </p:cNvPicPr>
          <p:nvPr/>
        </p:nvPicPr>
        <p:blipFill>
          <a:blip r:embed="rId4"/>
          <a:stretch>
            <a:fillRect/>
          </a:stretch>
        </p:blipFill>
        <p:spPr>
          <a:xfrm>
            <a:off x="5016500" y="5207000"/>
            <a:ext cx="2667000" cy="749300"/>
          </a:xfrm>
          <a:prstGeom prst="rect">
            <a:avLst/>
          </a:prstGeom>
        </p:spPr>
      </p:pic>
      <p:sp>
        <p:nvSpPr>
          <p:cNvPr id="10" name="phone"/>
          <p:cNvSpPr/>
          <p:nvPr/>
        </p:nvSpPr>
        <p:spPr>
          <a:xfrm>
            <a:off x="8001000" y="762000"/>
            <a:ext cx="3175000" cy="5270500"/>
          </a:xfrm>
          <a:prstGeom prst="roundRect">
            <a:avLst>
              <a:gd name="adj" fmla="val 3456"/>
            </a:avLst>
          </a:prstGeom>
          <a:solidFill>
            <a:srgbClr val="040A14">
              <a:alpha val="70000"/>
            </a:srgbClr>
          </a:solidFill>
          <a:ln w="63500">
            <a:solidFill>
              <a:srgbClr val="10294A"/>
            </a:solidFill>
            <a:prstDash val="solid"/>
          </a:ln>
          <a:effectLst>
            <a:outerShdw sx="100000" sy="100000" kx="0" ky="0" algn="bl" rotWithShape="0" blurRad="114300" dist="50800" dir="5400000">
              <a:srgbClr val="3FF0FF">
                <a:alpha val="55000"/>
              </a:srgbClr>
            </a:outerShdw>
          </a:effectLst>
        </p:spPr>
      </p:sp>
      <p:sp>
        <p:nvSpPr>
          <p:cNvPr id="11" name="head"/>
          <p:cNvSpPr/>
          <p:nvPr/>
        </p:nvSpPr>
        <p:spPr>
          <a:xfrm>
            <a:off x="8077200" y="838200"/>
            <a:ext cx="3022600" cy="698500"/>
          </a:xfrm>
          <a:prstGeom prst="roundRect">
            <a:avLst>
              <a:gd name="adj" fmla="val 32727"/>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avatar"/>
          <p:cNvSpPr/>
          <p:nvPr/>
        </p:nvSpPr>
        <p:spPr>
          <a:xfrm>
            <a:off x="8255000" y="996950"/>
            <a:ext cx="381000" cy="381000"/>
          </a:xfrm>
          <a:prstGeom prst="roundRect">
            <a:avLst>
              <a:gd name="adj" fmla="val 120000"/>
            </a:avLst>
          </a:prstGeom>
          <a:solidFill>
            <a:srgbClr val="2A4C7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400" b="1" dirty="0">
                <a:solidFill>
                  <a:srgbClr val="E8FBFF"/>
                </a:solidFill>
                <a:latin typeface="Segoe UI" pitchFamily="34" charset="0"/>
                <a:ea typeface="Segoe UI" pitchFamily="34" charset="-122"/>
                <a:cs typeface="Segoe UI" pitchFamily="34" charset="-120"/>
              </a:rPr>
              <a:t>R</a:t>
            </a:r>
            <a:endParaRPr lang="en-US" sz="1400" dirty="0"/>
          </a:p>
        </p:txBody>
      </p:sp>
      <p:sp>
        <p:nvSpPr>
          <p:cNvPr id="13" name="rafi"/>
          <p:cNvSpPr txBox="1"/>
          <p:nvPr/>
        </p:nvSpPr>
        <p:spPr>
          <a:xfrm>
            <a:off x="8750300" y="952500"/>
            <a:ext cx="1905000" cy="2540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Rafi</a:t>
            </a:r>
            <a:endParaRPr lang="en-US" sz="1500" dirty="0"/>
          </a:p>
        </p:txBody>
      </p:sp>
      <p:sp>
        <p:nvSpPr>
          <p:cNvPr id="14" name="online"/>
          <p:cNvSpPr txBox="1"/>
          <p:nvPr/>
        </p:nvSpPr>
        <p:spPr>
          <a:xfrm>
            <a:off x="8750300" y="1219200"/>
            <a:ext cx="1905000" cy="190500"/>
          </a:xfrm>
          <a:prstGeom prst="rect">
            <a:avLst/>
          </a:prstGeom>
          <a:noFill/>
          <a:ln/>
        </p:spPr>
        <p:txBody>
          <a:bodyPr wrap="square" lIns="0" tIns="0" rIns="0" bIns="0" rtlCol="0" anchor="t"/>
          <a:lstStyle/>
          <a:p>
            <a:pPr indent="0" marL="0">
              <a:buNone/>
            </a:pPr>
            <a:r>
              <a:rPr lang="en-US" sz="1200" dirty="0">
                <a:solidFill>
                  <a:srgbClr val="3FF0FF"/>
                </a:solidFill>
                <a:latin typeface="Segoe UI" pitchFamily="34" charset="0"/>
                <a:ea typeface="Segoe UI" pitchFamily="34" charset="-122"/>
                <a:cs typeface="Segoe UI" pitchFamily="34" charset="-120"/>
              </a:rPr>
              <a:t>online</a:t>
            </a:r>
            <a:endParaRPr lang="en-US" sz="1200" dirty="0"/>
          </a:p>
        </p:txBody>
      </p:sp>
      <p:sp>
        <p:nvSpPr>
          <p:cNvPr id="15" name="clock"/>
          <p:cNvSpPr txBox="1"/>
          <p:nvPr/>
        </p:nvSpPr>
        <p:spPr>
          <a:xfrm>
            <a:off x="8001000" y="1714500"/>
            <a:ext cx="3175000" cy="1905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11:47 PM</a:t>
            </a:r>
            <a:endParaRPr lang="en-US" sz="1200" dirty="0"/>
          </a:p>
        </p:txBody>
      </p:sp>
      <p:sp>
        <p:nvSpPr>
          <p:cNvPr id="16" name="typing"/>
          <p:cNvSpPr/>
          <p:nvPr/>
        </p:nvSpPr>
        <p:spPr>
          <a:xfrm>
            <a:off x="8178800" y="2032000"/>
            <a:ext cx="889000" cy="381000"/>
          </a:xfrm>
          <a:prstGeom prst="roundRect">
            <a:avLst>
              <a:gd name="adj" fmla="val 120000"/>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7" name="dot0"/>
          <p:cNvSpPr/>
          <p:nvPr/>
        </p:nvSpPr>
        <p:spPr>
          <a:xfrm>
            <a:off x="8343900" y="2178050"/>
            <a:ext cx="88900" cy="88900"/>
          </a:xfrm>
          <a:prstGeom prst="ellipse">
            <a:avLst/>
          </a:prstGeom>
          <a:solidFill>
            <a:srgbClr val="9FD8E8"/>
          </a:solidFill>
          <a:ln/>
        </p:spPr>
      </p:sp>
      <p:sp>
        <p:nvSpPr>
          <p:cNvPr id="18" name="dot1"/>
          <p:cNvSpPr/>
          <p:nvPr/>
        </p:nvSpPr>
        <p:spPr>
          <a:xfrm>
            <a:off x="8547100" y="2178050"/>
            <a:ext cx="88900" cy="88900"/>
          </a:xfrm>
          <a:prstGeom prst="ellipse">
            <a:avLst/>
          </a:prstGeom>
          <a:solidFill>
            <a:srgbClr val="9FD8E8"/>
          </a:solidFill>
          <a:ln/>
        </p:spPr>
      </p:sp>
      <p:sp>
        <p:nvSpPr>
          <p:cNvPr id="19" name="dot2"/>
          <p:cNvSpPr/>
          <p:nvPr/>
        </p:nvSpPr>
        <p:spPr>
          <a:xfrm>
            <a:off x="8750300" y="2178050"/>
            <a:ext cx="88900" cy="88900"/>
          </a:xfrm>
          <a:prstGeom prst="ellipse">
            <a:avLst/>
          </a:prstGeom>
          <a:solidFill>
            <a:srgbClr val="9FD8E8"/>
          </a:solidFill>
          <a:ln/>
        </p:spPr>
      </p:sp>
      <p:sp>
        <p:nvSpPr>
          <p:cNvPr id="20" name="msg"/>
          <p:cNvSpPr/>
          <p:nvPr/>
        </p:nvSpPr>
        <p:spPr>
          <a:xfrm>
            <a:off x="8178800" y="2032000"/>
            <a:ext cx="2476500" cy="1079500"/>
          </a:xfrm>
          <a:prstGeom prst="roundRect">
            <a:avLst>
              <a:gd name="adj" fmla="val 10165"/>
            </a:avLst>
          </a:prstGeom>
          <a:solidFill>
            <a:srgbClr val="10294A">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39700" tIns="139700" rIns="139700" bIns="139700" rtlCol="0" anchor="ctr"/>
          <a:lstStyle/>
          <a:p>
            <a:pPr algn="l" indent="0" marL="0">
              <a:buNone/>
            </a:pPr>
            <a:r>
              <a:rPr lang="en-US" sz="1350" dirty="0">
                <a:solidFill>
                  <a:srgbClr val="E8FBFF"/>
                </a:solidFill>
                <a:latin typeface="Segoe UI" pitchFamily="34" charset="0"/>
                <a:ea typeface="Segoe UI" pitchFamily="34" charset="-122"/>
                <a:cs typeface="Segoe UI" pitchFamily="34" charset="-120"/>
              </a:rPr>
              <a:t>I sent a 6-digit code to your number by mistake. Can you send it to me? It’s urgent!</a:t>
            </a:r>
            <a:endParaRPr lang="en-US" sz="1350" dirty="0"/>
          </a:p>
        </p:txBody>
      </p:sp>
      <p:sp>
        <p:nvSpPr>
          <p:cNvPr id="21" name="reply"/>
          <p:cNvSpPr/>
          <p:nvPr/>
        </p:nvSpPr>
        <p:spPr>
          <a:xfrm>
            <a:off x="9144000" y="3302000"/>
            <a:ext cx="1905000" cy="482600"/>
          </a:xfrm>
          <a:prstGeom prst="roundRect">
            <a:avLst>
              <a:gd name="adj" fmla="val 56842"/>
            </a:avLst>
          </a:prstGeom>
          <a:solidFill>
            <a:srgbClr val="0E6E7A"/>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700" b="1" spc="200" kern="0" dirty="0">
                <a:solidFill>
                  <a:srgbClr val="E8FBFF"/>
                </a:solidFill>
                <a:latin typeface="Segoe UI" pitchFamily="34" charset="0"/>
                <a:ea typeface="Segoe UI" pitchFamily="34" charset="-122"/>
                <a:cs typeface="Segoe UI" pitchFamily="34" charset="-120"/>
              </a:rPr>
              <a:t>482 915</a:t>
            </a:r>
            <a:pPr algn="ctr" indent="0" marL="0">
              <a:buNone/>
            </a:pPr>
            <a:r>
              <a:rPr lang="en-US" sz="1200" dirty="0">
                <a:solidFill>
                  <a:srgbClr val="BFF3EF"/>
                </a:solidFill>
                <a:latin typeface="Segoe UI" pitchFamily="34" charset="0"/>
                <a:ea typeface="Segoe UI" pitchFamily="34" charset="-122"/>
                <a:cs typeface="Segoe UI" pitchFamily="34" charset="-120"/>
              </a:rPr>
              <a:t>   11:49 ✓✓</a:t>
            </a:r>
            <a:endParaRPr lang="en-US" sz="1300" dirty="0"/>
          </a:p>
        </p:txBody>
      </p:sp>
      <p:sp>
        <p:nvSpPr>
          <p:cNvPr id="22" name="alert"/>
          <p:cNvSpPr/>
          <p:nvPr/>
        </p:nvSpPr>
        <p:spPr>
          <a:xfrm>
            <a:off x="8140700" y="4889500"/>
            <a:ext cx="2895600" cy="1016000"/>
          </a:xfrm>
          <a:prstGeom prst="roundRect">
            <a:avLst>
              <a:gd name="adj" fmla="val 13500"/>
            </a:avLst>
          </a:prstGeom>
          <a:solidFill>
            <a:srgbClr val="FF4F6E"/>
          </a:solidFill>
          <a:ln/>
          <a:effectLst>
            <a:outerShdw sx="100000" sy="100000" kx="0" ky="0" algn="bl" rotWithShape="0" blurRad="114300" dist="50800" dir="5400000">
              <a:srgbClr val="FF4F6E">
                <a:alpha val="45000"/>
              </a:srgbClr>
            </a:outerShdw>
          </a:effectLst>
        </p:spPr>
        <p:txBody>
          <a:bodyPr wrap="square" lIns="152400" tIns="152400" rIns="152400" bIns="152400" rtlCol="0" anchor="ctr"/>
          <a:lstStyle/>
          <a:p>
            <a:pPr algn="l" indent="0" marL="0">
              <a:buNone/>
            </a:pPr>
            <a:r>
              <a:rPr lang="en-US" sz="1350" b="1" dirty="0">
                <a:solidFill>
                  <a:srgbClr val="06101E"/>
                </a:solidFill>
                <a:latin typeface="Segoe UI" pitchFamily="34" charset="0"/>
                <a:ea typeface="Segoe UI" pitchFamily="34" charset="-122"/>
                <a:cs typeface="Segoe UI" pitchFamily="34" charset="-120"/>
              </a:rPr>
              <a:t>Your WhatsApp account is now registered on another phone.</a:t>
            </a:r>
            <a:endParaRPr lang="en-US" sz="1350" dirty="0"/>
          </a:p>
          <a:p>
            <a:pPr algn="l" indent="0" marL="0">
              <a:buNone/>
            </a:pPr>
            <a:r>
              <a:rPr lang="en-US" sz="1200" dirty="0">
                <a:solidFill>
                  <a:srgbClr val="06101E"/>
                </a:solidFill>
                <a:latin typeface="Segoe UI" pitchFamily="34" charset="0"/>
                <a:ea typeface="Segoe UI" pitchFamily="34" charset="-122"/>
                <a:cs typeface="Segoe UI" pitchFamily="34" charset="-120"/>
              </a:rPr>
              <a:t>Nusrat has been logged out.</a:t>
            </a:r>
            <a:endParaRPr lang="en-US" sz="1350" dirty="0"/>
          </a:p>
        </p:txBody>
      </p:sp>
      <p:pic>
        <p:nvPicPr>
          <p:cNvPr id="23" name="hud" descr="/tmp/claude-0/-home-user-bangladesh-crime-monitor/cb82e52d-05bf-5acf-9e17-5b7416beecee/scratchpad/animppt/holo/hud.png">    </p:cNvPr>
          <p:cNvPicPr>
            <a:picLocks noChangeAspect="1"/>
          </p:cNvPicPr>
          <p:nvPr/>
        </p:nvPicPr>
        <p:blipFill>
          <a:blip r:embed="rId5"/>
          <a:stretch>
            <a:fillRect/>
          </a:stretch>
        </p:blipFill>
        <p:spPr>
          <a:xfrm>
            <a:off x="0" y="0"/>
            <a:ext cx="12191695" cy="6858000"/>
          </a:xfrm>
          <a:prstGeom prst="rect">
            <a:avLst/>
          </a:prstGeom>
        </p:spPr>
      </p:pic>
      <p:pic>
        <p:nvPicPr>
          <p:cNvPr id="24" name="hudring" descr="/tmp/claude-0/-home-user-bangladesh-crime-monitor/cb82e52d-05bf-5acf-9e17-5b7416beecee/scratchpad/animppt/holo/ring.png">    </p:cNvPr>
          <p:cNvPicPr>
            <a:picLocks noChangeAspect="1"/>
          </p:cNvPicPr>
          <p:nvPr/>
        </p:nvPicPr>
        <p:blipFill>
          <a:blip r:embed="rId6"/>
          <a:stretch>
            <a:fillRect/>
          </a:stretch>
        </p:blipFill>
        <p:spPr>
          <a:xfrm>
            <a:off x="11125200" y="152400"/>
            <a:ext cx="952500" cy="952500"/>
          </a:xfrm>
          <a:prstGeom prst="rect">
            <a:avLst/>
          </a:prstGeom>
        </p:spPr>
      </p:pic>
      <p:pic>
        <p:nvPicPr>
          <p:cNvPr id="25" name="scanbar" descr="/tmp/claude-0/-home-user-bangladesh-crime-monitor/cb82e52d-05bf-5acf-9e17-5b7416beecee/scratchpad/animppt/holo/scan.png">    </p:cNvPr>
          <p:cNvPicPr>
            <a:picLocks noChangeAspect="1"/>
          </p:cNvPicPr>
          <p:nvPr/>
        </p:nvPicPr>
        <p:blipFill>
          <a:blip r:embed="rId7"/>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10" fill="hold">
                      <p:stCondLst>
                        <p:cond delay="indefinite"/>
                        <p:cond evt="onBegin" delay="0">
                          <p:tn val="2"/>
                        </p:cond>
                      </p:stCondLst>
                      <p:childTnLst>
                        <p:par>
                          <p:cTn id="111"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700"/>
                                        <p:tgtEl>
                                          <p:spTgt spid="10"/>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700"/>
                                        <p:tgtEl>
                                          <p:spTgt spid="12"/>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7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700"/>
                                        <p:tgtEl>
                                          <p:spTgt spid="14"/>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700"/>
                                        <p:tgtEl>
                                          <p:spTgt spid="15"/>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par>
                                <p:cTn id="29" presetID="10" presetClass="entr" presetSubtype="0" fill="hold" grpId="0" nodeType="withEffect">
                                  <p:stCondLst>
                                    <p:cond delay="20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600"/>
                                        <p:tgtEl>
                                          <p:spTgt spid="3"/>
                                        </p:tgtEl>
                                      </p:cBhvr>
                                    </p:animEffect>
                                  </p:childTnLst>
                                </p:cTn>
                              </p:par>
                              <p:par>
                                <p:cTn id="34" presetID="53" presetClass="entr" presetSubtype="16" fill="hold" grpId="0" nodeType="withEffect">
                                  <p:stCondLst>
                                    <p:cond delay="30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par>
                                <p:cTn id="36" presetID="0" presetClass="path" presetSubtype="0" fill="hold" grpId="0" nodeType="withEffect" repeatCount="indefinite">
                                  <p:stCondLst>
                                    <p:cond delay="300"/>
                                  </p:stCondLst>
                                  <p:childTnLst>
                                    <p:animMotion origin="layout" path="M 0 0 L 0 1 E" pathEditMode="relative" ptsTypes="AA">
                                      <p:cBhvr>
                                        <p:cTn id="35" dur="5200" fill="hold"/>
                                        <p:tgtEl>
                                          <p:spTgt spid="25"/>
                                        </p:tgtEl>
                                        <p:attrNameLst>
                                          <p:attrName>ppt_x</p:attrName>
                                          <p:attrName>ppt_y</p:attrName>
                                        </p:attrNameLst>
                                      </p:cBhvr>
                                    </p:animMotion>
                                  </p:childTnLst>
                                </p:cTn>
                              </p:par>
                              <p:par>
                                <p:cTn id="40" presetID="22" presetClass="entr" presetSubtype="1" fill="hold" grpId="0" nodeType="withEffect">
                                  <p:stCondLst>
                                    <p:cond delay="50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800"/>
                                        <p:tgtEl>
                                          <p:spTgt spid="4"/>
                                        </p:tgtEl>
                                      </p:cBhvr>
                                    </p:animEffect>
                                    <p:animEffect transition="in" filter="fade">
                                      <p:cBhvr>
                                        <p:cTn id="39" dur="800"/>
                                        <p:tgtEl>
                                          <p:spTgt spid="4"/>
                                        </p:tgtEl>
                                      </p:cBhvr>
                                    </p:animEffect>
                                  </p:childTnLst>
                                </p:cTn>
                              </p:par>
                              <p:par>
                                <p:cTn id="44" presetID="22" presetClass="entr" presetSubtype="1" fill="hold" grpId="0" nodeType="withEffect">
                                  <p:stCondLst>
                                    <p:cond delay="500"/>
                                  </p:stCondLst>
                                  <p:childTnLst>
                                    <p:set>
                                      <p:cBhvr>
                                        <p:cTn id="41" dur="1" fill="hold">
                                          <p:stCondLst>
                                            <p:cond delay="0"/>
                                          </p:stCondLst>
                                        </p:cTn>
                                        <p:tgtEl>
                                          <p:spTgt spid="7"/>
                                        </p:tgtEl>
                                        <p:attrNameLst>
                                          <p:attrName>style.visibility</p:attrName>
                                        </p:attrNameLst>
                                      </p:cBhvr>
                                      <p:to>
                                        <p:strVal val="visible"/>
                                      </p:to>
                                    </p:set>
                                    <p:animEffect transition="in" filter="wipe(down)">
                                      <p:cBhvr>
                                        <p:cTn id="42" dur="600"/>
                                        <p:tgtEl>
                                          <p:spTgt spid="7"/>
                                        </p:tgtEl>
                                      </p:cBhvr>
                                    </p:animEffect>
                                    <p:animEffect transition="in" filter="fade">
                                      <p:cBhvr>
                                        <p:cTn id="43" dur="600"/>
                                        <p:tgtEl>
                                          <p:spTgt spid="7"/>
                                        </p:tgtEl>
                                      </p:cBhvr>
                                    </p:animEffect>
                                  </p:childTnLst>
                                </p:cTn>
                              </p:par>
                              <p:par>
                                <p:cTn id="46" presetID="8" presetClass="emph" presetSubtype="0" fill="hold" grpId="1" nodeType="withEffect" repeatCount="indefinite">
                                  <p:stCondLst>
                                    <p:cond delay="500"/>
                                  </p:stCondLst>
                                  <p:childTnLst>
                                    <p:animRot by="21600000">
                                      <p:cBhvr>
                                        <p:cTn id="45" dur="16000" fill="hold"/>
                                        <p:tgtEl>
                                          <p:spTgt spid="24"/>
                                        </p:tgtEl>
                                        <p:attrNameLst>
                                          <p:attrName>r</p:attrName>
                                        </p:attrNameLst>
                                      </p:cBhvr>
                                    </p:animRot>
                                  </p:childTnLst>
                                </p:cTn>
                              </p:par>
                              <p:par>
                                <p:cTn id="49" presetID="10" presetClass="entr" presetSubtype="0"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300"/>
                                        <p:tgtEl>
                                          <p:spTgt spid="16"/>
                                        </p:tgtEl>
                                      </p:cBhvr>
                                    </p:animEffect>
                                  </p:childTnLst>
                                </p:cTn>
                              </p:par>
                              <p:par>
                                <p:cTn id="52" presetID="10" presetClass="entr" presetSubtype="0" fill="hold" grpId="0" nodeType="withEffect">
                                  <p:stCondLst>
                                    <p:cond delay="6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300"/>
                                        <p:tgtEl>
                                          <p:spTgt spid="17"/>
                                        </p:tgtEl>
                                      </p:cBhvr>
                                    </p:animEffect>
                                  </p:childTnLst>
                                </p:cTn>
                              </p:par>
                              <p:par>
                                <p:cTn id="55" presetID="10" presetClass="entr" presetSubtype="0" fill="hold" grpId="0" nodeType="withEffect">
                                  <p:stCondLst>
                                    <p:cond delay="6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300"/>
                                        <p:tgtEl>
                                          <p:spTgt spid="18"/>
                                        </p:tgtEl>
                                      </p:cBhvr>
                                    </p:animEffect>
                                  </p:childTnLst>
                                </p:cTn>
                              </p:par>
                              <p:par>
                                <p:cTn id="58" presetID="10" presetClass="entr" presetSubtype="0" fill="hold" grpId="0" nodeType="withEffect">
                                  <p:stCondLst>
                                    <p:cond delay="6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300"/>
                                        <p:tgtEl>
                                          <p:spTgt spid="19"/>
                                        </p:tgtEl>
                                      </p:cBhvr>
                                    </p:animEffect>
                                  </p:childTnLst>
                                </p:cTn>
                              </p:par>
                              <p:par>
                                <p:cTn id="62" presetID="22" presetClass="entr" presetSubtype="1" fill="hold" grpId="0" nodeType="withEffect">
                                  <p:stCondLst>
                                    <p:cond delay="700"/>
                                  </p:stCondLst>
                                  <p:childTnLst>
                                    <p:set>
                                      <p:cBhvr>
                                        <p:cTn id="59" dur="1" fill="hold">
                                          <p:stCondLst>
                                            <p:cond delay="0"/>
                                          </p:stCondLst>
                                        </p:cTn>
                                        <p:tgtEl>
                                          <p:spTgt spid="8"/>
                                        </p:tgtEl>
                                        <p:attrNameLst>
                                          <p:attrName>style.visibility</p:attrName>
                                        </p:attrNameLst>
                                      </p:cBhvr>
                                      <p:to>
                                        <p:strVal val="visible"/>
                                      </p:to>
                                    </p:set>
                                    <p:animEffect transition="in" filter="wipe(down)">
                                      <p:cBhvr>
                                        <p:cTn id="60" dur="900"/>
                                        <p:tgtEl>
                                          <p:spTgt spid="8"/>
                                        </p:tgtEl>
                                      </p:cBhvr>
                                    </p:animEffect>
                                    <p:animEffect transition="in" filter="fade">
                                      <p:cBhvr>
                                        <p:cTn id="61" dur="900"/>
                                        <p:tgtEl>
                                          <p:spTgt spid="8"/>
                                        </p:tgtEl>
                                      </p:cBhvr>
                                    </p:animEffect>
                                  </p:childTnLst>
                                </p:cTn>
                              </p:par>
                              <p:par>
                                <p:cTn id="64" presetID="0" presetClass="path" presetSubtype="0" fill="hold" grpId="1" nodeType="withEffect" autoRev="1" repeatCount="2000">
                                  <p:stCondLst>
                                    <p:cond delay="700"/>
                                  </p:stCondLst>
                                  <p:childTnLst>
                                    <p:animMotion origin="layout" path="M 0 0 L 0 -0.012 E" pathEditMode="relative" ptsTypes="AA">
                                      <p:cBhvr>
                                        <p:cTn id="63" dur="350" fill="hold"/>
                                        <p:tgtEl>
                                          <p:spTgt spid="17"/>
                                        </p:tgtEl>
                                        <p:attrNameLst>
                                          <p:attrName>ppt_x</p:attrName>
                                          <p:attrName>ppt_y</p:attrName>
                                        </p:attrNameLst>
                                      </p:cBhvr>
                                    </p:animMotion>
                                  </p:childTnLst>
                                </p:cTn>
                              </p:par>
                              <p:par>
                                <p:cTn id="66" presetID="0" presetClass="path" presetSubtype="0" fill="hold" grpId="1" nodeType="withEffect" autoRev="1" repeatCount="2000">
                                  <p:stCondLst>
                                    <p:cond delay="850"/>
                                  </p:stCondLst>
                                  <p:childTnLst>
                                    <p:animMotion origin="layout" path="M 0 0 L 0 -0.012 E" pathEditMode="relative" ptsTypes="AA">
                                      <p:cBhvr>
                                        <p:cTn id="65" dur="350" fill="hold"/>
                                        <p:tgtEl>
                                          <p:spTgt spid="18"/>
                                        </p:tgtEl>
                                        <p:attrNameLst>
                                          <p:attrName>ppt_x</p:attrName>
                                          <p:attrName>ppt_y</p:attrName>
                                        </p:attrNameLst>
                                      </p:cBhvr>
                                    </p:animMotion>
                                  </p:childTnLst>
                                </p:cTn>
                              </p:par>
                              <p:par>
                                <p:cTn id="70" presetID="22" presetClass="entr" presetSubtype="1" fill="hold" grpId="0" nodeType="withEffect">
                                  <p:stCondLst>
                                    <p:cond delay="1000"/>
                                  </p:stCondLst>
                                  <p:childTnLst>
                                    <p:set>
                                      <p:cBhvr>
                                        <p:cTn id="67" dur="1" fill="hold">
                                          <p:stCondLst>
                                            <p:cond delay="0"/>
                                          </p:stCondLst>
                                        </p:cTn>
                                        <p:tgtEl>
                                          <p:spTgt spid="5"/>
                                        </p:tgtEl>
                                        <p:attrNameLst>
                                          <p:attrName>style.visibility</p:attrName>
                                        </p:attrNameLst>
                                      </p:cBhvr>
                                      <p:to>
                                        <p:strVal val="visible"/>
                                      </p:to>
                                    </p:set>
                                    <p:animEffect transition="in" filter="wipe(down)">
                                      <p:cBhvr>
                                        <p:cTn id="68" dur="700"/>
                                        <p:tgtEl>
                                          <p:spTgt spid="5"/>
                                        </p:tgtEl>
                                      </p:cBhvr>
                                    </p:animEffect>
                                    <p:animEffect transition="in" filter="fade">
                                      <p:cBhvr>
                                        <p:cTn id="69" dur="700"/>
                                        <p:tgtEl>
                                          <p:spTgt spid="5"/>
                                        </p:tgtEl>
                                      </p:cBhvr>
                                    </p:animEffect>
                                  </p:childTnLst>
                                </p:cTn>
                              </p:par>
                              <p:par>
                                <p:cTn id="72" presetID="0" presetClass="path" presetSubtype="0" fill="hold" grpId="1" nodeType="withEffect" autoRev="1" repeatCount="2000">
                                  <p:stCondLst>
                                    <p:cond delay="1000"/>
                                  </p:stCondLst>
                                  <p:childTnLst>
                                    <p:animMotion origin="layout" path="M 0 0 L 0 -0.012 E" pathEditMode="relative" ptsTypes="AA">
                                      <p:cBhvr>
                                        <p:cTn id="71" dur="350" fill="hold"/>
                                        <p:tgtEl>
                                          <p:spTgt spid="19"/>
                                        </p:tgtEl>
                                        <p:attrNameLst>
                                          <p:attrName>ppt_x</p:attrName>
                                          <p:attrName>ppt_y</p:attrName>
                                        </p:attrNameLst>
                                      </p:cBhvr>
                                    </p:animMotion>
                                  </p:childTnLst>
                                </p:cTn>
                              </p:par>
                              <p:par>
                                <p:cTn id="74" presetID="6" presetClass="emph" presetSubtype="0" fill="hold" grpId="1" nodeType="withEffect" autoRev="1" repeatCount="indefinite">
                                  <p:stCondLst>
                                    <p:cond delay="1200"/>
                                  </p:stCondLst>
                                  <p:childTnLst>
                                    <p:animScale>
                                      <p:cBhvr>
                                        <p:cTn id="73" dur="900" fill="hold"/>
                                        <p:tgtEl>
                                          <p:spTgt spid="9"/>
                                        </p:tgtEl>
                                      </p:cBhvr>
                                      <p:by x="106000" y="106000"/>
                                    </p:animScale>
                                  </p:childTnLst>
                                </p:cTn>
                              </p:par>
                              <p:par>
                                <p:cTn id="77" presetID="10" presetClass="entr" presetSubtype="0" fill="hold" grpId="0" nodeType="withEffect">
                                  <p:stCondLst>
                                    <p:cond delay="1500"/>
                                  </p:stCondLst>
                                  <p:childTnLst>
                                    <p:set>
                                      <p:cBhvr>
                                        <p:cTn id="75" dur="1" fill="hold">
                                          <p:stCondLst>
                                            <p:cond delay="0"/>
                                          </p:stCondLst>
                                        </p:cTn>
                                        <p:tgtEl>
                                          <p:spTgt spid="6"/>
                                        </p:tgtEl>
                                        <p:attrNameLst>
                                          <p:attrName>style.visibility</p:attrName>
                                        </p:attrNameLst>
                                      </p:cBhvr>
                                      <p:to>
                                        <p:strVal val="visible"/>
                                      </p:to>
                                    </p:set>
                                    <p:animEffect transition="in" filter="fade">
                                      <p:cBhvr>
                                        <p:cTn id="76" dur="700"/>
                                        <p:tgtEl>
                                          <p:spTgt spid="6"/>
                                        </p:tgtEl>
                                      </p:cBhvr>
                                    </p:animEffect>
                                  </p:childTnLst>
                                </p:cTn>
                              </p:par>
                              <p:par>
                                <p:cTn id="79" presetID="0" presetClass="path" presetSubtype="0" fill="hold" grpId="1" nodeType="withEffect" autoRev="1" repeatCount="4000">
                                  <p:stCondLst>
                                    <p:cond delay="1650"/>
                                  </p:stCondLst>
                                  <p:childTnLst>
                                    <p:animMotion origin="layout" path="M 0 0 L 0.008 0 E" pathEditMode="relative" ptsTypes="AA">
                                      <p:cBhvr>
                                        <p:cTn id="78" dur="45" fill="hold"/>
                                        <p:tgtEl>
                                          <p:spTgt spid="8"/>
                                        </p:tgtEl>
                                        <p:attrNameLst>
                                          <p:attrName>ppt_x</p:attrName>
                                          <p:attrName>ppt_y</p:attrName>
                                        </p:attrNameLst>
                                      </p:cBhvr>
                                    </p:animMotion>
                                  </p:childTnLst>
                                </p:cTn>
                              </p:par>
                              <p:par>
                                <p:cTn id="82" presetID="10" presetClass="exit" presetSubtype="0" fill="hold" grpId="1" nodeType="withEffect">
                                  <p:stCondLst>
                                    <p:cond delay="2200"/>
                                  </p:stCondLst>
                                  <p:childTnLst>
                                    <p:animEffect transition="out" filter="fade">
                                      <p:cBhvr>
                                        <p:cTn id="80" dur="300"/>
                                        <p:tgtEl>
                                          <p:spTgt spid="16"/>
                                        </p:tgtEl>
                                      </p:cBhvr>
                                    </p:animEffect>
                                    <p:set>
                                      <p:cBhvr>
                                        <p:cTn id="81" dur="1" fill="hold">
                                          <p:stCondLst>
                                            <p:cond delay="299"/>
                                          </p:stCondLst>
                                        </p:cTn>
                                        <p:tgtEl>
                                          <p:spTgt spid="16"/>
                                        </p:tgtEl>
                                        <p:attrNameLst>
                                          <p:attrName>style.visibility</p:attrName>
                                        </p:attrNameLst>
                                      </p:cBhvr>
                                      <p:to>
                                        <p:strVal val="hidden"/>
                                      </p:to>
                                    </p:set>
                                  </p:childTnLst>
                                </p:cTn>
                              </p:par>
                              <p:par>
                                <p:cTn id="85" presetID="10" presetClass="exit" presetSubtype="0" fill="hold" grpId="2" nodeType="withEffect">
                                  <p:stCondLst>
                                    <p:cond delay="2200"/>
                                  </p:stCondLst>
                                  <p:childTnLst>
                                    <p:animEffect transition="out" filter="fade">
                                      <p:cBhvr>
                                        <p:cTn id="83" dur="300"/>
                                        <p:tgtEl>
                                          <p:spTgt spid="17"/>
                                        </p:tgtEl>
                                      </p:cBhvr>
                                    </p:animEffect>
                                    <p:set>
                                      <p:cBhvr>
                                        <p:cTn id="84" dur="1" fill="hold">
                                          <p:stCondLst>
                                            <p:cond delay="299"/>
                                          </p:stCondLst>
                                        </p:cTn>
                                        <p:tgtEl>
                                          <p:spTgt spid="17"/>
                                        </p:tgtEl>
                                        <p:attrNameLst>
                                          <p:attrName>style.visibility</p:attrName>
                                        </p:attrNameLst>
                                      </p:cBhvr>
                                      <p:to>
                                        <p:strVal val="hidden"/>
                                      </p:to>
                                    </p:set>
                                  </p:childTnLst>
                                </p:cTn>
                              </p:par>
                              <p:par>
                                <p:cTn id="88" presetID="10" presetClass="exit" presetSubtype="0" fill="hold" grpId="2" nodeType="withEffect">
                                  <p:stCondLst>
                                    <p:cond delay="2200"/>
                                  </p:stCondLst>
                                  <p:childTnLst>
                                    <p:animEffect transition="out" filter="fade">
                                      <p:cBhvr>
                                        <p:cTn id="86" dur="300"/>
                                        <p:tgtEl>
                                          <p:spTgt spid="18"/>
                                        </p:tgtEl>
                                      </p:cBhvr>
                                    </p:animEffect>
                                    <p:set>
                                      <p:cBhvr>
                                        <p:cTn id="87" dur="1" fill="hold">
                                          <p:stCondLst>
                                            <p:cond delay="299"/>
                                          </p:stCondLst>
                                        </p:cTn>
                                        <p:tgtEl>
                                          <p:spTgt spid="18"/>
                                        </p:tgtEl>
                                        <p:attrNameLst>
                                          <p:attrName>style.visibility</p:attrName>
                                        </p:attrNameLst>
                                      </p:cBhvr>
                                      <p:to>
                                        <p:strVal val="hidden"/>
                                      </p:to>
                                    </p:set>
                                  </p:childTnLst>
                                </p:cTn>
                              </p:par>
                              <p:par>
                                <p:cTn id="91" presetID="10" presetClass="exit" presetSubtype="0" fill="hold" grpId="2" nodeType="withEffect">
                                  <p:stCondLst>
                                    <p:cond delay="2200"/>
                                  </p:stCondLst>
                                  <p:childTnLst>
                                    <p:animEffect transition="out" filter="fade">
                                      <p:cBhvr>
                                        <p:cTn id="89" dur="300"/>
                                        <p:tgtEl>
                                          <p:spTgt spid="19"/>
                                        </p:tgtEl>
                                      </p:cBhvr>
                                    </p:animEffect>
                                    <p:set>
                                      <p:cBhvr>
                                        <p:cTn id="90" dur="1" fill="hold">
                                          <p:stCondLst>
                                            <p:cond delay="299"/>
                                          </p:stCondLst>
                                        </p:cTn>
                                        <p:tgtEl>
                                          <p:spTgt spid="19"/>
                                        </p:tgtEl>
                                        <p:attrNameLst>
                                          <p:attrName>style.visibility</p:attrName>
                                        </p:attrNameLst>
                                      </p:cBhvr>
                                      <p:to>
                                        <p:strVal val="hidden"/>
                                      </p:to>
                                    </p:set>
                                  </p:childTnLst>
                                </p:cTn>
                              </p:par>
                              <p:par>
                                <p:cTn id="96" presetID="53" presetClass="entr" presetSubtype="16" fill="hold" grpId="0" nodeType="withEffect">
                                  <p:stCondLst>
                                    <p:cond delay="25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500" fill="hold"/>
                                        <p:tgtEl>
                                          <p:spTgt spid="20"/>
                                        </p:tgtEl>
                                        <p:attrNameLst>
                                          <p:attrName>ppt_w</p:attrName>
                                        </p:attrNameLst>
                                      </p:cBhvr>
                                      <p:tavLst>
                                        <p:tav tm="0">
                                          <p:val>
                                            <p:strVal val="0"/>
                                          </p:val>
                                        </p:tav>
                                        <p:tav tm="100000">
                                          <p:val>
                                            <p:strVal val="#ppt_w"/>
                                          </p:val>
                                        </p:tav>
                                      </p:tavLst>
                                    </p:anim>
                                    <p:anim calcmode="lin" valueType="num">
                                      <p:cBhvr additive="base">
                                        <p:cTn id="94" dur="500" fill="hold"/>
                                        <p:tgtEl>
                                          <p:spTgt spid="20"/>
                                        </p:tgtEl>
                                        <p:attrNameLst>
                                          <p:attrName>ppt_h</p:attrName>
                                        </p:attrNameLst>
                                      </p:cBhvr>
                                      <p:tavLst>
                                        <p:tav tm="0">
                                          <p:val>
                                            <p:strVal val="0"/>
                                          </p:val>
                                        </p:tav>
                                        <p:tav tm="100000">
                                          <p:val>
                                            <p:strVal val="#ppt_h"/>
                                          </p:val>
                                        </p:tav>
                                      </p:tavLst>
                                    </p:anim>
                                    <p:animEffect transition="in" filter="fade">
                                      <p:cBhvr>
                                        <p:cTn id="95" dur="500"/>
                                        <p:tgtEl>
                                          <p:spTgt spid="20"/>
                                        </p:tgtEl>
                                      </p:cBhvr>
                                    </p:animEffect>
                                  </p:childTnLst>
                                </p:cTn>
                              </p:par>
                              <p:par>
                                <p:cTn id="101" presetID="53" presetClass="entr" presetSubtype="16" fill="hold" grpId="0" nodeType="withEffect">
                                  <p:stCondLst>
                                    <p:cond delay="4400"/>
                                  </p:stCondLst>
                                  <p:childTnLst>
                                    <p:set>
                                      <p:cBhvr>
                                        <p:cTn id="97" dur="1" fill="hold">
                                          <p:stCondLst>
                                            <p:cond delay="0"/>
                                          </p:stCondLst>
                                        </p:cTn>
                                        <p:tgtEl>
                                          <p:spTgt spid="21"/>
                                        </p:tgtEl>
                                        <p:attrNameLst>
                                          <p:attrName>style.visibility</p:attrName>
                                        </p:attrNameLst>
                                      </p:cBhvr>
                                      <p:to>
                                        <p:strVal val="visible"/>
                                      </p:to>
                                    </p:set>
                                    <p:anim calcmode="lin" valueType="num">
                                      <p:cBhvr additive="base">
                                        <p:cTn id="98" dur="500" fill="hold"/>
                                        <p:tgtEl>
                                          <p:spTgt spid="21"/>
                                        </p:tgtEl>
                                        <p:attrNameLst>
                                          <p:attrName>ppt_w</p:attrName>
                                        </p:attrNameLst>
                                      </p:cBhvr>
                                      <p:tavLst>
                                        <p:tav tm="0">
                                          <p:val>
                                            <p:strVal val="0"/>
                                          </p:val>
                                        </p:tav>
                                        <p:tav tm="100000">
                                          <p:val>
                                            <p:strVal val="#ppt_w"/>
                                          </p:val>
                                        </p:tav>
                                      </p:tavLst>
                                    </p:anim>
                                    <p:anim calcmode="lin" valueType="num">
                                      <p:cBhvr additive="base">
                                        <p:cTn id="99" dur="500" fill="hold"/>
                                        <p:tgtEl>
                                          <p:spTgt spid="21"/>
                                        </p:tgtEl>
                                        <p:attrNameLst>
                                          <p:attrName>ppt_h</p:attrName>
                                        </p:attrNameLst>
                                      </p:cBhvr>
                                      <p:tavLst>
                                        <p:tav tm="0">
                                          <p:val>
                                            <p:strVal val="0"/>
                                          </p:val>
                                        </p:tav>
                                        <p:tav tm="100000">
                                          <p:val>
                                            <p:strVal val="#ppt_h"/>
                                          </p:val>
                                        </p:tav>
                                      </p:tavLst>
                                    </p:anim>
                                    <p:animEffect transition="in" filter="fade">
                                      <p:cBhvr>
                                        <p:cTn id="100" dur="500"/>
                                        <p:tgtEl>
                                          <p:spTgt spid="21"/>
                                        </p:tgtEl>
                                      </p:cBhvr>
                                    </p:animEffect>
                                  </p:childTnLst>
                                </p:cTn>
                              </p:par>
                              <p:par>
                                <p:cTn id="105" presetID="22" presetClass="entr" presetSubtype="1" fill="hold" grpId="0" nodeType="withEffect">
                                  <p:stCondLst>
                                    <p:cond delay="6400"/>
                                  </p:stCondLst>
                                  <p:childTnLst>
                                    <p:set>
                                      <p:cBhvr>
                                        <p:cTn id="102" dur="1" fill="hold">
                                          <p:stCondLst>
                                            <p:cond delay="0"/>
                                          </p:stCondLst>
                                        </p:cTn>
                                        <p:tgtEl>
                                          <p:spTgt spid="22"/>
                                        </p:tgtEl>
                                        <p:attrNameLst>
                                          <p:attrName>style.visibility</p:attrName>
                                        </p:attrNameLst>
                                      </p:cBhvr>
                                      <p:to>
                                        <p:strVal val="visible"/>
                                      </p:to>
                                    </p:set>
                                    <p:animEffect transition="in" filter="wipe(down)">
                                      <p:cBhvr>
                                        <p:cTn id="103" dur="700"/>
                                        <p:tgtEl>
                                          <p:spTgt spid="22"/>
                                        </p:tgtEl>
                                      </p:cBhvr>
                                    </p:animEffect>
                                    <p:animEffect transition="in" filter="fade">
                                      <p:cBhvr>
                                        <p:cTn id="104" dur="700"/>
                                        <p:tgtEl>
                                          <p:spTgt spid="22"/>
                                        </p:tgtEl>
                                      </p:cBhvr>
                                    </p:animEffect>
                                  </p:childTnLst>
                                </p:cTn>
                              </p:par>
                              <p:par>
                                <p:cTn id="107" presetID="0" presetClass="path" presetSubtype="0" fill="hold" grpId="2" nodeType="withEffect" autoRev="1" repeatCount="10000">
                                  <p:stCondLst>
                                    <p:cond delay="6500"/>
                                  </p:stCondLst>
                                  <p:childTnLst>
                                    <p:animMotion origin="layout" path="M 0 0 L 0.008 0 E" pathEditMode="relative" ptsTypes="AA">
                                      <p:cBhvr>
                                        <p:cTn id="106" dur="40" fill="hold"/>
                                        <p:tgtEl>
                                          <p:spTgt spid="8"/>
                                        </p:tgtEl>
                                        <p:attrNameLst>
                                          <p:attrName>ppt_x</p:attrName>
                                          <p:attrName>ppt_y</p:attrName>
                                        </p:attrNameLst>
                                      </p:cBhvr>
                                    </p:animMotion>
                                  </p:childTnLst>
                                </p:cTn>
                              </p:par>
                              <p:par>
                                <p:cTn id="109" presetID="6" presetClass="emph" presetSubtype="0" fill="hold" grpId="1" nodeType="withEffect" autoRev="1" repeatCount="indefinite">
                                  <p:stCondLst>
                                    <p:cond delay="7300"/>
                                  </p:stCondLst>
                                  <p:childTnLst>
                                    <p:animScale>
                                      <p:cBhvr>
                                        <p:cTn id="108" dur="900" fill="hold"/>
                                        <p:tgtEl>
                                          <p:spTgt spid="22"/>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23" grpId="0" animBg="1"/>
      <p:bldP spid="24" grpId="0" animBg="1"/>
      <p:bldP spid="3" grpId="0" animBg="1"/>
      <p:bldP spid="9" grpId="0" animBg="1"/>
      <p:bldP spid="25" grpId="0" animBg="1"/>
      <p:bldP spid="4" grpId="0" animBg="1"/>
      <p:bldP spid="7" grpId="0" animBg="1"/>
      <p:bldP spid="24" grpId="1" animBg="1"/>
      <p:bldP spid="16" grpId="0" animBg="1"/>
      <p:bldP spid="17" grpId="0" animBg="1"/>
      <p:bldP spid="18" grpId="0" animBg="1"/>
      <p:bldP spid="19" grpId="0" animBg="1"/>
      <p:bldP spid="8" grpId="0" animBg="1"/>
      <p:bldP spid="17" grpId="1" animBg="1"/>
      <p:bldP spid="18" grpId="1" animBg="1"/>
      <p:bldP spid="5" grpId="0" animBg="1"/>
      <p:bldP spid="19" grpId="1" animBg="1"/>
      <p:bldP spid="9" grpId="1" animBg="1"/>
      <p:bldP spid="6" grpId="0" animBg="1"/>
      <p:bldP spid="8" grpId="1" animBg="1"/>
      <p:bldP spid="16" grpId="1" animBg="1"/>
      <p:bldP spid="17" grpId="2" animBg="1"/>
      <p:bldP spid="18" grpId="2" animBg="1"/>
      <p:bldP spid="19" grpId="2" animBg="1"/>
      <p:bldP spid="20" grpId="0" animBg="1"/>
      <p:bldP spid="21" grpId="0" animBg="1"/>
      <p:bldP spid="22" grpId="0" animBg="1"/>
      <p:bldP spid="8" grpId="2" animBg="1"/>
      <p:bldP spid="22"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In 81 minutes, one shared code cost Nusrat four accounts</a:t>
            </a:r>
            <a:endParaRPr lang="en-US" sz="3200" dirty="0"/>
          </a:p>
        </p:txBody>
      </p:sp>
      <p:sp>
        <p:nvSpPr>
          <p:cNvPr id="4" name="line"/>
          <p:cNvSpPr/>
          <p:nvPr/>
        </p:nvSpPr>
        <p:spPr>
          <a:xfrm>
            <a:off x="1574800" y="2597150"/>
            <a:ext cx="9042400" cy="381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5" name="t0"/>
          <p:cNvSpPr txBox="1"/>
          <p:nvPr/>
        </p:nvSpPr>
        <p:spPr>
          <a:xfrm>
            <a:off x="9144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dot0"/>
          <p:cNvSpPr/>
          <p:nvPr/>
        </p:nvSpPr>
        <p:spPr>
          <a:xfrm>
            <a:off x="1765300" y="2514600"/>
            <a:ext cx="203200" cy="203200"/>
          </a:xfrm>
          <a:prstGeom prst="ellipse">
            <a:avLst/>
          </a:prstGeom>
          <a:solidFill>
            <a:srgbClr val="FF4F6E"/>
          </a:solidFill>
          <a:ln w="38100">
            <a:solidFill>
              <a:srgbClr val="06101E"/>
            </a:solidFill>
            <a:prstDash val="solid"/>
          </a:ln>
        </p:spPr>
      </p:sp>
      <p:sp>
        <p:nvSpPr>
          <p:cNvPr id="7" name="card0"/>
          <p:cNvSpPr/>
          <p:nvPr/>
        </p:nvSpPr>
        <p:spPr>
          <a:xfrm>
            <a:off x="9144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Shares the code. No two-step PIN, so WhatsApp is hijacked</a:t>
            </a:r>
            <a:endParaRPr lang="en-US" sz="1300" dirty="0"/>
          </a:p>
        </p:txBody>
      </p:sp>
      <p:sp>
        <p:nvSpPr>
          <p:cNvPr id="8" name="t1"/>
          <p:cNvSpPr txBox="1"/>
          <p:nvPr/>
        </p:nvSpPr>
        <p:spPr>
          <a:xfrm>
            <a:off x="30289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11:58 PM</a:t>
            </a:r>
            <a:endParaRPr lang="en-US" sz="1400" dirty="0"/>
          </a:p>
        </p:txBody>
      </p:sp>
      <p:sp>
        <p:nvSpPr>
          <p:cNvPr id="9" name="dot1"/>
          <p:cNvSpPr/>
          <p:nvPr/>
        </p:nvSpPr>
        <p:spPr>
          <a:xfrm>
            <a:off x="3879850" y="2514600"/>
            <a:ext cx="203200" cy="203200"/>
          </a:xfrm>
          <a:prstGeom prst="ellipse">
            <a:avLst/>
          </a:prstGeom>
          <a:solidFill>
            <a:srgbClr val="FF4F6E"/>
          </a:solidFill>
          <a:ln w="38100">
            <a:solidFill>
              <a:srgbClr val="06101E"/>
            </a:solidFill>
            <a:prstDash val="solid"/>
          </a:ln>
        </p:spPr>
      </p:sp>
      <p:sp>
        <p:nvSpPr>
          <p:cNvPr id="10" name="card1"/>
          <p:cNvSpPr/>
          <p:nvPr/>
        </p:nvSpPr>
        <p:spPr>
          <a:xfrm>
            <a:off x="30289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Friends get “urgent” requests to send bKash money</a:t>
            </a:r>
            <a:endParaRPr lang="en-US" sz="1300" dirty="0"/>
          </a:p>
        </p:txBody>
      </p:sp>
      <p:sp>
        <p:nvSpPr>
          <p:cNvPr id="11" name="t2"/>
          <p:cNvSpPr txBox="1"/>
          <p:nvPr/>
        </p:nvSpPr>
        <p:spPr>
          <a:xfrm>
            <a:off x="51435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2" name="dot2"/>
          <p:cNvSpPr/>
          <p:nvPr/>
        </p:nvSpPr>
        <p:spPr>
          <a:xfrm>
            <a:off x="5994400" y="2514600"/>
            <a:ext cx="203200" cy="203200"/>
          </a:xfrm>
          <a:prstGeom prst="ellipse">
            <a:avLst/>
          </a:prstGeom>
          <a:solidFill>
            <a:srgbClr val="FF4F6E"/>
          </a:solidFill>
          <a:ln w="38100">
            <a:solidFill>
              <a:srgbClr val="06101E"/>
            </a:solidFill>
            <a:prstDash val="solid"/>
          </a:ln>
        </p:spPr>
      </p:sp>
      <p:sp>
        <p:nvSpPr>
          <p:cNvPr id="13" name="card2"/>
          <p:cNvSpPr/>
          <p:nvPr/>
        </p:nvSpPr>
        <p:spPr>
          <a:xfrm>
            <a:off x="51435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A fake “copyright” page steals her reused password</a:t>
            </a:r>
            <a:endParaRPr lang="en-US" sz="1300" dirty="0"/>
          </a:p>
        </p:txBody>
      </p:sp>
      <p:sp>
        <p:nvSpPr>
          <p:cNvPr id="14" name="t3"/>
          <p:cNvSpPr txBox="1"/>
          <p:nvPr/>
        </p:nvSpPr>
        <p:spPr>
          <a:xfrm>
            <a:off x="72580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15" name="dot3"/>
          <p:cNvSpPr/>
          <p:nvPr/>
        </p:nvSpPr>
        <p:spPr>
          <a:xfrm>
            <a:off x="8108950" y="2514600"/>
            <a:ext cx="203200" cy="203200"/>
          </a:xfrm>
          <a:prstGeom prst="ellipse">
            <a:avLst/>
          </a:prstGeom>
          <a:solidFill>
            <a:srgbClr val="FF4F6E"/>
          </a:solidFill>
          <a:ln w="38100">
            <a:solidFill>
              <a:srgbClr val="06101E"/>
            </a:solidFill>
            <a:prstDash val="solid"/>
          </a:ln>
        </p:spPr>
      </p:sp>
      <p:sp>
        <p:nvSpPr>
          <p:cNvPr id="16" name="card3"/>
          <p:cNvSpPr/>
          <p:nvPr/>
        </p:nvSpPr>
        <p:spPr>
          <a:xfrm>
            <a:off x="72580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Password reset through Gmail; recovery details swapped</a:t>
            </a:r>
            <a:endParaRPr lang="en-US" sz="1300" dirty="0"/>
          </a:p>
        </p:txBody>
      </p:sp>
      <p:sp>
        <p:nvSpPr>
          <p:cNvPr id="17" name="t4"/>
          <p:cNvSpPr txBox="1"/>
          <p:nvPr/>
        </p:nvSpPr>
        <p:spPr>
          <a:xfrm>
            <a:off x="93726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18" name="dot4"/>
          <p:cNvSpPr/>
          <p:nvPr/>
        </p:nvSpPr>
        <p:spPr>
          <a:xfrm>
            <a:off x="10223500" y="2514600"/>
            <a:ext cx="203200" cy="203200"/>
          </a:xfrm>
          <a:prstGeom prst="ellipse">
            <a:avLst/>
          </a:prstGeom>
          <a:solidFill>
            <a:srgbClr val="FF4F6E"/>
          </a:solidFill>
          <a:ln w="38100">
            <a:solidFill>
              <a:srgbClr val="06101E"/>
            </a:solidFill>
            <a:prstDash val="solid"/>
          </a:ln>
        </p:spPr>
      </p:sp>
      <p:sp>
        <p:nvSpPr>
          <p:cNvPr id="19" name="card4"/>
          <p:cNvSpPr/>
          <p:nvPr/>
        </p:nvSpPr>
        <p:spPr>
          <a:xfrm>
            <a:off x="93726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Private messages read and used for blackmail</a:t>
            </a:r>
            <a:endParaRPr lang="en-US" sz="1300" dirty="0"/>
          </a:p>
        </p:txBody>
      </p:sp>
      <p:sp>
        <p:nvSpPr>
          <p:cNvPr id="20" name="count"/>
          <p:cNvSpPr txBox="1"/>
          <p:nvPr/>
        </p:nvSpPr>
        <p:spPr>
          <a:xfrm>
            <a:off x="812800" y="4445000"/>
            <a:ext cx="10566400" cy="508000"/>
          </a:xfrm>
          <a:prstGeom prst="rect">
            <a:avLst/>
          </a:prstGeom>
          <a:noFill/>
          <a:ln/>
        </p:spPr>
        <p:txBody>
          <a:bodyPr wrap="square" lIns="0" tIns="0" rIns="0" bIns="0" rtlCol="0" anchor="t"/>
          <a:lstStyle/>
          <a:p>
            <a:pPr algn="ctr" indent="0" marL="0">
              <a:buNone/>
            </a:pPr>
            <a:r>
              <a:rPr lang="en-US" sz="2600" b="1" dirty="0">
                <a:solidFill>
                  <a:srgbClr val="FF4FD8"/>
                </a:solidFill>
                <a:effectLst>
                  <a:glow rad="101600">
                    <a:srgbClr val="3FF0FF">
                      <a:alpha val="35000"/>
                    </a:srgbClr>
                  </a:glow>
                </a:effectLst>
                <a:latin typeface="Bahnschrift" pitchFamily="34" charset="0"/>
                <a:ea typeface="Bahnschrift" pitchFamily="34" charset="-122"/>
                <a:cs typeface="Bahnschrift" pitchFamily="34" charset="-120"/>
              </a:rPr>
              <a:t>81 minutes · 4 accounts</a:t>
            </a:r>
            <a:endParaRPr lang="en-US" sz="2600" dirty="0"/>
          </a:p>
        </p:txBody>
      </p:sp>
      <p:sp>
        <p:nvSpPr>
          <p:cNvPr id="21" name="stat0"/>
          <p:cNvSpPr/>
          <p:nvPr/>
        </p:nvSpPr>
        <p:spPr>
          <a:xfrm>
            <a:off x="8128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59%</a:t>
            </a:r>
            <a:pPr algn="l" indent="0" marL="0">
              <a:buNone/>
            </a:pPr>
            <a:r>
              <a:rPr lang="en-US" sz="1400" dirty="0">
                <a:solidFill>
                  <a:srgbClr val="E8FBFF"/>
                </a:solidFill>
                <a:latin typeface="Segoe UI" pitchFamily="34" charset="0"/>
                <a:ea typeface="Segoe UI" pitchFamily="34" charset="-122"/>
                <a:cs typeface="Segoe UI" pitchFamily="34" charset="-120"/>
              </a:rPr>
              <a:t> of hacking victims were women</a:t>
            </a:r>
            <a:endParaRPr lang="en-US" sz="1400" dirty="0"/>
          </a:p>
        </p:txBody>
      </p:sp>
      <p:sp>
        <p:nvSpPr>
          <p:cNvPr id="22" name="stat1"/>
          <p:cNvSpPr/>
          <p:nvPr/>
        </p:nvSpPr>
        <p:spPr>
          <a:xfrm>
            <a:off x="43815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78.78%</a:t>
            </a:r>
            <a:pPr algn="l" indent="0" marL="0">
              <a:buNone/>
            </a:pPr>
            <a:r>
              <a:rPr lang="en-US" sz="1400" dirty="0">
                <a:solidFill>
                  <a:srgbClr val="E8FBFF"/>
                </a:solidFill>
                <a:latin typeface="Segoe UI" pitchFamily="34" charset="0"/>
                <a:ea typeface="Segoe UI" pitchFamily="34" charset="-122"/>
                <a:cs typeface="Segoe UI" pitchFamily="34" charset="-120"/>
              </a:rPr>
              <a:t> were aged 18 to 30</a:t>
            </a:r>
            <a:endParaRPr lang="en-US" sz="1400" dirty="0"/>
          </a:p>
        </p:txBody>
      </p:sp>
      <p:sp>
        <p:nvSpPr>
          <p:cNvPr id="23" name="stat2"/>
          <p:cNvSpPr/>
          <p:nvPr/>
        </p:nvSpPr>
        <p:spPr>
          <a:xfrm>
            <a:off x="79502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dirty="0">
                <a:solidFill>
                  <a:srgbClr val="E8FBFF"/>
                </a:solidFill>
                <a:latin typeface="Segoe UI" pitchFamily="34" charset="0"/>
                <a:ea typeface="Segoe UI" pitchFamily="34" charset="-122"/>
                <a:cs typeface="Segoe UI" pitchFamily="34" charset="-120"/>
              </a:rPr>
              <a:t>Only </a:t>
            </a:r>
            <a:pPr algn="l" indent="0" marL="0">
              <a:buNone/>
            </a:pPr>
            <a:r>
              <a:rPr lang="en-US" sz="1400" b="1" dirty="0">
                <a:solidFill>
                  <a:srgbClr val="3FF0FF"/>
                </a:solidFill>
                <a:latin typeface="Segoe UI" pitchFamily="34" charset="0"/>
                <a:ea typeface="Segoe UI" pitchFamily="34" charset="-122"/>
                <a:cs typeface="Segoe UI" pitchFamily="34" charset="-120"/>
              </a:rPr>
              <a:t>12%</a:t>
            </a:r>
            <a:pPr algn="l" indent="0" marL="0">
              <a:buNone/>
            </a:pPr>
            <a:r>
              <a:rPr lang="en-US" sz="1400" dirty="0">
                <a:solidFill>
                  <a:srgbClr val="E8FBFF"/>
                </a:solidFill>
                <a:latin typeface="Segoe UI" pitchFamily="34" charset="0"/>
                <a:ea typeface="Segoe UI" pitchFamily="34" charset="-122"/>
                <a:cs typeface="Segoe UI" pitchFamily="34" charset="-120"/>
              </a:rPr>
              <a:t> went to the police</a:t>
            </a:r>
            <a:endParaRPr lang="en-US" sz="1400" dirty="0"/>
          </a:p>
        </p:txBody>
      </p:sp>
      <p:sp>
        <p:nvSpPr>
          <p:cNvPr id="24" name="src"/>
          <p:cNvSpPr txBox="1"/>
          <p:nvPr/>
        </p:nvSpPr>
        <p:spPr>
          <a:xfrm>
            <a:off x="812800" y="5651500"/>
            <a:ext cx="105664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Cyber Crime Awareness Foundation study, 2024 (Dhaka Tribune, 2024)</a:t>
            </a:r>
            <a:endParaRPr lang="en-US" sz="1200" dirty="0"/>
          </a:p>
        </p:txBody>
      </p:sp>
      <p:pic>
        <p:nvPicPr>
          <p:cNvPr id="25"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26"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27"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11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500"/>
                                        <p:tgtEl>
                                          <p:spTgt spid="2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par>
                                <p:cTn id="15" presetID="22" presetClass="entr" presetSubtype="8"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2800"/>
                                        <p:tgtEl>
                                          <p:spTgt spid="4"/>
                                        </p:tgtEl>
                                      </p:cBhvr>
                                    </p:animEffect>
                                  </p:childTnLst>
                                </p:cTn>
                              </p:par>
                              <p:par>
                                <p:cTn id="17" presetID="0" presetClass="path" presetSubtype="0" fill="hold" grpId="0" nodeType="withEffect" repeatCount="indefinite">
                                  <p:stCondLst>
                                    <p:cond delay="300"/>
                                  </p:stCondLst>
                                  <p:childTnLst>
                                    <p:animMotion origin="layout" path="M 0 0 L 0 1 E" pathEditMode="relative" ptsTypes="AA">
                                      <p:cBhvr>
                                        <p:cTn id="16" dur="5200" fill="hold"/>
                                        <p:tgtEl>
                                          <p:spTgt spid="27"/>
                                        </p:tgtEl>
                                        <p:attrNameLst>
                                          <p:attrName>ppt_x</p:attrName>
                                          <p:attrName>ppt_y</p:attrName>
                                        </p:attrNameLst>
                                      </p:cBhvr>
                                    </p:animMotion>
                                  </p:childTnLst>
                                </p:cTn>
                              </p:par>
                              <p:par>
                                <p:cTn id="20" presetID="10" presetClass="entr" presetSubtype="0" fill="hold" grpId="0" nodeType="withEffect">
                                  <p:stCondLst>
                                    <p:cond delay="4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600"/>
                                        <p:tgtEl>
                                          <p:spTgt spid="5"/>
                                        </p:tgtEl>
                                      </p:cBhvr>
                                    </p:animEffect>
                                  </p:childTnLst>
                                </p:cTn>
                              </p:par>
                              <p:par>
                                <p:cTn id="25" presetID="53" presetClass="entr" presetSubtype="16" fill="hold" grpId="0" nodeType="withEffect">
                                  <p:stCondLst>
                                    <p:cond delay="50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400" fill="hold"/>
                                        <p:tgtEl>
                                          <p:spTgt spid="6"/>
                                        </p:tgtEl>
                                        <p:attrNameLst>
                                          <p:attrName>ppt_w</p:attrName>
                                        </p:attrNameLst>
                                      </p:cBhvr>
                                      <p:tavLst>
                                        <p:tav tm="0">
                                          <p:val>
                                            <p:strVal val="0"/>
                                          </p:val>
                                        </p:tav>
                                        <p:tav tm="100000">
                                          <p:val>
                                            <p:strVal val="#ppt_w"/>
                                          </p:val>
                                        </p:tav>
                                      </p:tavLst>
                                    </p:anim>
                                    <p:anim calcmode="lin" valueType="num">
                                      <p:cBhvr additive="base">
                                        <p:cTn id="23" dur="400" fill="hold"/>
                                        <p:tgtEl>
                                          <p:spTgt spid="6"/>
                                        </p:tgtEl>
                                        <p:attrNameLst>
                                          <p:attrName>ppt_h</p:attrName>
                                        </p:attrNameLst>
                                      </p:cBhvr>
                                      <p:tavLst>
                                        <p:tav tm="0">
                                          <p:val>
                                            <p:strVal val="0"/>
                                          </p:val>
                                        </p:tav>
                                        <p:tav tm="100000">
                                          <p:val>
                                            <p:strVal val="#ppt_h"/>
                                          </p:val>
                                        </p:tav>
                                      </p:tavLst>
                                    </p:anim>
                                    <p:animEffect transition="in" filter="fade">
                                      <p:cBhvr>
                                        <p:cTn id="24" dur="400"/>
                                        <p:tgtEl>
                                          <p:spTgt spid="6"/>
                                        </p:tgtEl>
                                      </p:cBhvr>
                                    </p:animEffect>
                                  </p:childTnLst>
                                </p:cTn>
                              </p:par>
                              <p:par>
                                <p:cTn id="27" presetID="8" presetClass="emph" presetSubtype="0" fill="hold" grpId="1" nodeType="withEffect" repeatCount="indefinite">
                                  <p:stCondLst>
                                    <p:cond delay="500"/>
                                  </p:stCondLst>
                                  <p:childTnLst>
                                    <p:animRot by="21600000">
                                      <p:cBhvr>
                                        <p:cTn id="26" dur="16000" fill="hold"/>
                                        <p:tgtEl>
                                          <p:spTgt spid="26"/>
                                        </p:tgtEl>
                                        <p:attrNameLst>
                                          <p:attrName>r</p:attrName>
                                        </p:attrNameLst>
                                      </p:cBhvr>
                                    </p:animRot>
                                  </p:childTnLst>
                                </p:cTn>
                              </p:par>
                              <p:par>
                                <p:cTn id="29" presetID="0" presetClass="path" presetSubtype="0" fill="hold" grpId="1" nodeType="withEffect" autoRev="1" repeatCount="3000">
                                  <p:stCondLst>
                                    <p:cond delay="650"/>
                                  </p:stCondLst>
                                  <p:childTnLst>
                                    <p:animMotion origin="layout" path="M 0 0 L 0.008 0 E" pathEditMode="relative" ptsTypes="AA">
                                      <p:cBhvr>
                                        <p:cTn id="28" dur="45" fill="hold"/>
                                        <p:tgtEl>
                                          <p:spTgt spid="3"/>
                                        </p:tgtEl>
                                        <p:attrNameLst>
                                          <p:attrName>ppt_x</p:attrName>
                                          <p:attrName>ppt_y</p:attrName>
                                        </p:attrNameLst>
                                      </p:cBhvr>
                                    </p:animMotion>
                                  </p:childTnLst>
                                </p:cTn>
                              </p:par>
                              <p:par>
                                <p:cTn id="33" presetID="22" presetClass="entr" presetSubtype="1" fill="hold" grpId="0" nodeType="withEffect">
                                  <p:stCondLst>
                                    <p:cond delay="700"/>
                                  </p:stCondLst>
                                  <p:childTnLst>
                                    <p:set>
                                      <p:cBhvr>
                                        <p:cTn id="30" dur="1" fill="hold">
                                          <p:stCondLst>
                                            <p:cond delay="0"/>
                                          </p:stCondLst>
                                        </p:cTn>
                                        <p:tgtEl>
                                          <p:spTgt spid="7"/>
                                        </p:tgtEl>
                                        <p:attrNameLst>
                                          <p:attrName>style.visibility</p:attrName>
                                        </p:attrNameLst>
                                      </p:cBhvr>
                                      <p:to>
                                        <p:strVal val="visible"/>
                                      </p:to>
                                    </p:set>
                                    <p:animEffect transition="in" filter="wipe(down)">
                                      <p:cBhvr>
                                        <p:cTn id="31" dur="700"/>
                                        <p:tgtEl>
                                          <p:spTgt spid="7"/>
                                        </p:tgtEl>
                                      </p:cBhvr>
                                    </p:animEffect>
                                    <p:animEffect transition="in" filter="fade">
                                      <p:cBhvr>
                                        <p:cTn id="32" dur="700"/>
                                        <p:tgtEl>
                                          <p:spTgt spid="7"/>
                                        </p:tgtEl>
                                      </p:cBhvr>
                                    </p:animEffect>
                                  </p:childTnLst>
                                </p:cTn>
                              </p:par>
                              <p:par>
                                <p:cTn id="36" presetID="10" presetClass="entr" presetSubtype="0" fill="hold" grpId="0" nodeType="withEffect">
                                  <p:stCondLst>
                                    <p:cond delay="90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600"/>
                                        <p:tgtEl>
                                          <p:spTgt spid="8"/>
                                        </p:tgtEl>
                                      </p:cBhvr>
                                    </p:animEffect>
                                  </p:childTnLst>
                                </p:cTn>
                              </p:par>
                              <p:par>
                                <p:cTn id="38" presetID="6" presetClass="emph" presetSubtype="0" fill="hold" grpId="1" nodeType="withEffect" autoRev="1" repeatCount="indefinite">
                                  <p:stCondLst>
                                    <p:cond delay="1000"/>
                                  </p:stCondLst>
                                  <p:childTnLst>
                                    <p:animScale>
                                      <p:cBhvr>
                                        <p:cTn id="37" dur="900" fill="hold"/>
                                        <p:tgtEl>
                                          <p:spTgt spid="6"/>
                                        </p:tgtEl>
                                      </p:cBhvr>
                                      <p:by x="125000" y="125000"/>
                                    </p:animScale>
                                  </p:childTnLst>
                                </p:cTn>
                              </p:par>
                              <p:par>
                                <p:cTn id="43" presetID="53" presetClass="entr" presetSubtype="16" fill="hold" grpId="0" nodeType="withEffect">
                                  <p:stCondLst>
                                    <p:cond delay="1000"/>
                                  </p:stCondLst>
                                  <p:childTnLst>
                                    <p:set>
                                      <p:cBhvr>
                                        <p:cTn id="39" dur="1" fill="hold">
                                          <p:stCondLst>
                                            <p:cond delay="0"/>
                                          </p:stCondLst>
                                        </p:cTn>
                                        <p:tgtEl>
                                          <p:spTgt spid="9"/>
                                        </p:tgtEl>
                                        <p:attrNameLst>
                                          <p:attrName>style.visibility</p:attrName>
                                        </p:attrNameLst>
                                      </p:cBhvr>
                                      <p:to>
                                        <p:strVal val="visible"/>
                                      </p:to>
                                    </p:set>
                                    <p:anim calcmode="lin" valueType="num">
                                      <p:cBhvr additive="base">
                                        <p:cTn id="40" dur="400" fill="hold"/>
                                        <p:tgtEl>
                                          <p:spTgt spid="9"/>
                                        </p:tgtEl>
                                        <p:attrNameLst>
                                          <p:attrName>ppt_w</p:attrName>
                                        </p:attrNameLst>
                                      </p:cBhvr>
                                      <p:tavLst>
                                        <p:tav tm="0">
                                          <p:val>
                                            <p:strVal val="0"/>
                                          </p:val>
                                        </p:tav>
                                        <p:tav tm="100000">
                                          <p:val>
                                            <p:strVal val="#ppt_w"/>
                                          </p:val>
                                        </p:tav>
                                      </p:tavLst>
                                    </p:anim>
                                    <p:anim calcmode="lin" valueType="num">
                                      <p:cBhvr additive="base">
                                        <p:cTn id="41" dur="400" fill="hold"/>
                                        <p:tgtEl>
                                          <p:spTgt spid="9"/>
                                        </p:tgtEl>
                                        <p:attrNameLst>
                                          <p:attrName>ppt_h</p:attrName>
                                        </p:attrNameLst>
                                      </p:cBhvr>
                                      <p:tavLst>
                                        <p:tav tm="0">
                                          <p:val>
                                            <p:strVal val="0"/>
                                          </p:val>
                                        </p:tav>
                                        <p:tav tm="100000">
                                          <p:val>
                                            <p:strVal val="#ppt_h"/>
                                          </p:val>
                                        </p:tav>
                                      </p:tavLst>
                                    </p:anim>
                                    <p:animEffect transition="in" filter="fade">
                                      <p:cBhvr>
                                        <p:cTn id="42" dur="400"/>
                                        <p:tgtEl>
                                          <p:spTgt spid="9"/>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10"/>
                                        </p:tgtEl>
                                        <p:attrNameLst>
                                          <p:attrName>style.visibility</p:attrName>
                                        </p:attrNameLst>
                                      </p:cBhvr>
                                      <p:to>
                                        <p:strVal val="visible"/>
                                      </p:to>
                                    </p:set>
                                    <p:animEffect transition="in" filter="wipe(down)">
                                      <p:cBhvr>
                                        <p:cTn id="45" dur="700"/>
                                        <p:tgtEl>
                                          <p:spTgt spid="10"/>
                                        </p:tgtEl>
                                      </p:cBhvr>
                                    </p:animEffect>
                                    <p:animEffect transition="in" filter="fade">
                                      <p:cBhvr>
                                        <p:cTn id="46" dur="700"/>
                                        <p:tgtEl>
                                          <p:spTgt spid="10"/>
                                        </p:tgtEl>
                                      </p:cBhvr>
                                    </p:animEffect>
                                  </p:childTnLst>
                                </p:cTn>
                              </p:par>
                              <p:par>
                                <p:cTn id="50" presetID="10" presetClass="entr" presetSubtype="0" fill="hold" grpId="0" nodeType="withEffect">
                                  <p:stCondLst>
                                    <p:cond delay="14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600"/>
                                        <p:tgtEl>
                                          <p:spTgt spid="11"/>
                                        </p:tgtEl>
                                      </p:cBhvr>
                                    </p:animEffect>
                                  </p:childTnLst>
                                </p:cTn>
                              </p:par>
                              <p:par>
                                <p:cTn id="52" presetID="6" presetClass="emph" presetSubtype="0" fill="hold" grpId="1" nodeType="withEffect" autoRev="1" repeatCount="indefinite">
                                  <p:stCondLst>
                                    <p:cond delay="1500"/>
                                  </p:stCondLst>
                                  <p:childTnLst>
                                    <p:animScale>
                                      <p:cBhvr>
                                        <p:cTn id="51" dur="900" fill="hold"/>
                                        <p:tgtEl>
                                          <p:spTgt spid="9"/>
                                        </p:tgtEl>
                                      </p:cBhvr>
                                      <p:by x="125000" y="125000"/>
                                    </p:animScale>
                                  </p:childTnLst>
                                </p:cTn>
                              </p:par>
                              <p:par>
                                <p:cTn id="57" presetID="53" presetClass="entr" presetSubtype="16" fill="hold" grpId="0" nodeType="withEffect">
                                  <p:stCondLst>
                                    <p:cond delay="150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400" fill="hold"/>
                                        <p:tgtEl>
                                          <p:spTgt spid="12"/>
                                        </p:tgtEl>
                                        <p:attrNameLst>
                                          <p:attrName>ppt_w</p:attrName>
                                        </p:attrNameLst>
                                      </p:cBhvr>
                                      <p:tavLst>
                                        <p:tav tm="0">
                                          <p:val>
                                            <p:strVal val="0"/>
                                          </p:val>
                                        </p:tav>
                                        <p:tav tm="100000">
                                          <p:val>
                                            <p:strVal val="#ppt_w"/>
                                          </p:val>
                                        </p:tav>
                                      </p:tavLst>
                                    </p:anim>
                                    <p:anim calcmode="lin" valueType="num">
                                      <p:cBhvr additive="base">
                                        <p:cTn id="55" dur="400" fill="hold"/>
                                        <p:tgtEl>
                                          <p:spTgt spid="12"/>
                                        </p:tgtEl>
                                        <p:attrNameLst>
                                          <p:attrName>ppt_h</p:attrName>
                                        </p:attrNameLst>
                                      </p:cBhvr>
                                      <p:tavLst>
                                        <p:tav tm="0">
                                          <p:val>
                                            <p:strVal val="0"/>
                                          </p:val>
                                        </p:tav>
                                        <p:tav tm="100000">
                                          <p:val>
                                            <p:strVal val="#ppt_h"/>
                                          </p:val>
                                        </p:tav>
                                      </p:tavLst>
                                    </p:anim>
                                    <p:animEffect transition="in" filter="fade">
                                      <p:cBhvr>
                                        <p:cTn id="56" dur="400"/>
                                        <p:tgtEl>
                                          <p:spTgt spid="12"/>
                                        </p:tgtEl>
                                      </p:cBhvr>
                                    </p:animEffect>
                                  </p:childTnLst>
                                </p:cTn>
                              </p:par>
                              <p:par>
                                <p:cTn id="61" presetID="22" presetClass="entr" presetSubtype="1" fill="hold" grpId="0" nodeType="withEffect">
                                  <p:stCondLst>
                                    <p:cond delay="1700"/>
                                  </p:stCondLst>
                                  <p:childTnLst>
                                    <p:set>
                                      <p:cBhvr>
                                        <p:cTn id="58" dur="1" fill="hold">
                                          <p:stCondLst>
                                            <p:cond delay="0"/>
                                          </p:stCondLst>
                                        </p:cTn>
                                        <p:tgtEl>
                                          <p:spTgt spid="13"/>
                                        </p:tgtEl>
                                        <p:attrNameLst>
                                          <p:attrName>style.visibility</p:attrName>
                                        </p:attrNameLst>
                                      </p:cBhvr>
                                      <p:to>
                                        <p:strVal val="visible"/>
                                      </p:to>
                                    </p:set>
                                    <p:animEffect transition="in" filter="wipe(down)">
                                      <p:cBhvr>
                                        <p:cTn id="59" dur="700"/>
                                        <p:tgtEl>
                                          <p:spTgt spid="13"/>
                                        </p:tgtEl>
                                      </p:cBhvr>
                                    </p:animEffect>
                                    <p:animEffect transition="in" filter="fade">
                                      <p:cBhvr>
                                        <p:cTn id="60" dur="700"/>
                                        <p:tgtEl>
                                          <p:spTgt spid="13"/>
                                        </p:tgtEl>
                                      </p:cBhvr>
                                    </p:animEffect>
                                  </p:childTnLst>
                                </p:cTn>
                              </p:par>
                              <p:par>
                                <p:cTn id="64" presetID="10" presetClass="entr" presetSubtype="0" fill="hold" grpId="0" nodeType="withEffect">
                                  <p:stCondLst>
                                    <p:cond delay="19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childTnLst>
                                </p:cTn>
                              </p:par>
                              <p:par>
                                <p:cTn id="66" presetID="6" presetClass="emph" presetSubtype="0" fill="hold" grpId="1" nodeType="withEffect" autoRev="1" repeatCount="indefinite">
                                  <p:stCondLst>
                                    <p:cond delay="2000"/>
                                  </p:stCondLst>
                                  <p:childTnLst>
                                    <p:animScale>
                                      <p:cBhvr>
                                        <p:cTn id="65" dur="900" fill="hold"/>
                                        <p:tgtEl>
                                          <p:spTgt spid="12"/>
                                        </p:tgtEl>
                                      </p:cBhvr>
                                      <p:by x="125000" y="125000"/>
                                    </p:animScale>
                                  </p:childTnLst>
                                </p:cTn>
                              </p:par>
                              <p:par>
                                <p:cTn id="71" presetID="53" presetClass="entr" presetSubtype="16" fill="hold" grpId="0" nodeType="withEffect">
                                  <p:stCondLst>
                                    <p:cond delay="20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700"/>
                                        <p:tgtEl>
                                          <p:spTgt spid="16"/>
                                        </p:tgtEl>
                                      </p:cBhvr>
                                    </p:animEffect>
                                    <p:animEffect transition="in" filter="fade">
                                      <p:cBhvr>
                                        <p:cTn id="74" dur="700"/>
                                        <p:tgtEl>
                                          <p:spTgt spid="16"/>
                                        </p:tgtEl>
                                      </p:cBhvr>
                                    </p:animEffect>
                                  </p:childTnLst>
                                </p:cTn>
                              </p:par>
                              <p:par>
                                <p:cTn id="78" presetID="10" presetClass="entr" presetSubtype="0" fill="hold" grpId="0" nodeType="withEffect">
                                  <p:stCondLst>
                                    <p:cond delay="240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par>
                                <p:cTn id="80" presetID="6" presetClass="emph" presetSubtype="0" fill="hold" grpId="1" nodeType="withEffect" autoRev="1" repeatCount="indefinite">
                                  <p:stCondLst>
                                    <p:cond delay="2500"/>
                                  </p:stCondLst>
                                  <p:childTnLst>
                                    <p:animScale>
                                      <p:cBhvr>
                                        <p:cTn id="79" dur="900" fill="hold"/>
                                        <p:tgtEl>
                                          <p:spTgt spid="15"/>
                                        </p:tgtEl>
                                      </p:cBhvr>
                                      <p:by x="125000" y="125000"/>
                                    </p:animScale>
                                  </p:childTnLst>
                                </p:cTn>
                              </p:par>
                              <p:par>
                                <p:cTn id="85" presetID="53" presetClass="entr" presetSubtype="16" fill="hold" grpId="0" nodeType="withEffect">
                                  <p:stCondLst>
                                    <p:cond delay="250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400" fill="hold"/>
                                        <p:tgtEl>
                                          <p:spTgt spid="18"/>
                                        </p:tgtEl>
                                        <p:attrNameLst>
                                          <p:attrName>ppt_w</p:attrName>
                                        </p:attrNameLst>
                                      </p:cBhvr>
                                      <p:tavLst>
                                        <p:tav tm="0">
                                          <p:val>
                                            <p:strVal val="0"/>
                                          </p:val>
                                        </p:tav>
                                        <p:tav tm="100000">
                                          <p:val>
                                            <p:strVal val="#ppt_w"/>
                                          </p:val>
                                        </p:tav>
                                      </p:tavLst>
                                    </p:anim>
                                    <p:anim calcmode="lin" valueType="num">
                                      <p:cBhvr additive="base">
                                        <p:cTn id="83" dur="400" fill="hold"/>
                                        <p:tgtEl>
                                          <p:spTgt spid="18"/>
                                        </p:tgtEl>
                                        <p:attrNameLst>
                                          <p:attrName>ppt_h</p:attrName>
                                        </p:attrNameLst>
                                      </p:cBhvr>
                                      <p:tavLst>
                                        <p:tav tm="0">
                                          <p:val>
                                            <p:strVal val="0"/>
                                          </p:val>
                                        </p:tav>
                                        <p:tav tm="100000">
                                          <p:val>
                                            <p:strVal val="#ppt_h"/>
                                          </p:val>
                                        </p:tav>
                                      </p:tavLst>
                                    </p:anim>
                                    <p:animEffect transition="in" filter="fade">
                                      <p:cBhvr>
                                        <p:cTn id="84" dur="400"/>
                                        <p:tgtEl>
                                          <p:spTgt spid="18"/>
                                        </p:tgtEl>
                                      </p:cBhvr>
                                    </p:animEffect>
                                  </p:childTnLst>
                                </p:cTn>
                              </p:par>
                              <p:par>
                                <p:cTn id="89" presetID="22" presetClass="entr" presetSubtype="1" fill="hold" grpId="0" nodeType="withEffect">
                                  <p:stCondLst>
                                    <p:cond delay="2700"/>
                                  </p:stCondLst>
                                  <p:childTnLst>
                                    <p:set>
                                      <p:cBhvr>
                                        <p:cTn id="86" dur="1" fill="hold">
                                          <p:stCondLst>
                                            <p:cond delay="0"/>
                                          </p:stCondLst>
                                        </p:cTn>
                                        <p:tgtEl>
                                          <p:spTgt spid="19"/>
                                        </p:tgtEl>
                                        <p:attrNameLst>
                                          <p:attrName>style.visibility</p:attrName>
                                        </p:attrNameLst>
                                      </p:cBhvr>
                                      <p:to>
                                        <p:strVal val="visible"/>
                                      </p:to>
                                    </p:set>
                                    <p:animEffect transition="in" filter="wipe(down)">
                                      <p:cBhvr>
                                        <p:cTn id="87" dur="700"/>
                                        <p:tgtEl>
                                          <p:spTgt spid="19"/>
                                        </p:tgtEl>
                                      </p:cBhvr>
                                    </p:animEffect>
                                    <p:animEffect transition="in" filter="fade">
                                      <p:cBhvr>
                                        <p:cTn id="88" dur="700"/>
                                        <p:tgtEl>
                                          <p:spTgt spid="19"/>
                                        </p:tgtEl>
                                      </p:cBhvr>
                                    </p:animEffect>
                                  </p:childTnLst>
                                </p:cTn>
                              </p:par>
                              <p:par>
                                <p:cTn id="91" presetID="6" presetClass="emph" presetSubtype="0" fill="hold" grpId="1" nodeType="withEffect" autoRev="1" repeatCount="indefinite">
                                  <p:stCondLst>
                                    <p:cond delay="3000"/>
                                  </p:stCondLst>
                                  <p:childTnLst>
                                    <p:animScale>
                                      <p:cBhvr>
                                        <p:cTn id="90" dur="900" fill="hold"/>
                                        <p:tgtEl>
                                          <p:spTgt spid="18"/>
                                        </p:tgtEl>
                                      </p:cBhvr>
                                      <p:by x="125000" y="125000"/>
                                    </p:animScale>
                                  </p:childTnLst>
                                </p:cTn>
                              </p:par>
                              <p:par>
                                <p:cTn id="96" presetID="53" presetClass="entr" presetSubtype="16" fill="hold" grpId="0" nodeType="withEffect">
                                  <p:stCondLst>
                                    <p:cond delay="32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700" fill="hold"/>
                                        <p:tgtEl>
                                          <p:spTgt spid="20"/>
                                        </p:tgtEl>
                                        <p:attrNameLst>
                                          <p:attrName>ppt_w</p:attrName>
                                        </p:attrNameLst>
                                      </p:cBhvr>
                                      <p:tavLst>
                                        <p:tav tm="0">
                                          <p:val>
                                            <p:strVal val="0"/>
                                          </p:val>
                                        </p:tav>
                                        <p:tav tm="100000">
                                          <p:val>
                                            <p:strVal val="#ppt_w"/>
                                          </p:val>
                                        </p:tav>
                                      </p:tavLst>
                                    </p:anim>
                                    <p:anim calcmode="lin" valueType="num">
                                      <p:cBhvr additive="base">
                                        <p:cTn id="94" dur="700" fill="hold"/>
                                        <p:tgtEl>
                                          <p:spTgt spid="20"/>
                                        </p:tgtEl>
                                        <p:attrNameLst>
                                          <p:attrName>ppt_h</p:attrName>
                                        </p:attrNameLst>
                                      </p:cBhvr>
                                      <p:tavLst>
                                        <p:tav tm="0">
                                          <p:val>
                                            <p:strVal val="0"/>
                                          </p:val>
                                        </p:tav>
                                        <p:tav tm="100000">
                                          <p:val>
                                            <p:strVal val="#ppt_h"/>
                                          </p:val>
                                        </p:tav>
                                      </p:tavLst>
                                    </p:anim>
                                    <p:animEffect transition="in" filter="fade">
                                      <p:cBhvr>
                                        <p:cTn id="95" dur="700"/>
                                        <p:tgtEl>
                                          <p:spTgt spid="20"/>
                                        </p:tgtEl>
                                      </p:cBhvr>
                                    </p:animEffect>
                                  </p:childTnLst>
                                </p:cTn>
                              </p:par>
                              <p:par>
                                <p:cTn id="100" presetID="22" presetClass="entr" presetSubtype="1" fill="hold" grpId="0" nodeType="withEffect">
                                  <p:stCondLst>
                                    <p:cond delay="4200"/>
                                  </p:stCondLst>
                                  <p:childTnLst>
                                    <p:set>
                                      <p:cBhvr>
                                        <p:cTn id="97" dur="1" fill="hold">
                                          <p:stCondLst>
                                            <p:cond delay="0"/>
                                          </p:stCondLst>
                                        </p:cTn>
                                        <p:tgtEl>
                                          <p:spTgt spid="21"/>
                                        </p:tgtEl>
                                        <p:attrNameLst>
                                          <p:attrName>style.visibility</p:attrName>
                                        </p:attrNameLst>
                                      </p:cBhvr>
                                      <p:to>
                                        <p:strVal val="visible"/>
                                      </p:to>
                                    </p:set>
                                    <p:animEffect transition="in" filter="wipe(down)">
                                      <p:cBhvr>
                                        <p:cTn id="98" dur="700"/>
                                        <p:tgtEl>
                                          <p:spTgt spid="21"/>
                                        </p:tgtEl>
                                      </p:cBhvr>
                                    </p:animEffect>
                                    <p:animEffect transition="in" filter="fade">
                                      <p:cBhvr>
                                        <p:cTn id="99" dur="700"/>
                                        <p:tgtEl>
                                          <p:spTgt spid="21"/>
                                        </p:tgtEl>
                                      </p:cBhvr>
                                    </p:animEffect>
                                  </p:childTnLst>
                                </p:cTn>
                              </p:par>
                              <p:par>
                                <p:cTn id="104" presetID="22" presetClass="entr" presetSubtype="1" fill="hold" grpId="0" nodeType="withEffect">
                                  <p:stCondLst>
                                    <p:cond delay="4500"/>
                                  </p:stCondLst>
                                  <p:childTnLst>
                                    <p:set>
                                      <p:cBhvr>
                                        <p:cTn id="101" dur="1" fill="hold">
                                          <p:stCondLst>
                                            <p:cond delay="0"/>
                                          </p:stCondLst>
                                        </p:cTn>
                                        <p:tgtEl>
                                          <p:spTgt spid="22"/>
                                        </p:tgtEl>
                                        <p:attrNameLst>
                                          <p:attrName>style.visibility</p:attrName>
                                        </p:attrNameLst>
                                      </p:cBhvr>
                                      <p:to>
                                        <p:strVal val="visible"/>
                                      </p:to>
                                    </p:set>
                                    <p:animEffect transition="in" filter="wipe(down)">
                                      <p:cBhvr>
                                        <p:cTn id="102" dur="700"/>
                                        <p:tgtEl>
                                          <p:spTgt spid="22"/>
                                        </p:tgtEl>
                                      </p:cBhvr>
                                    </p:animEffect>
                                    <p:animEffect transition="in" filter="fade">
                                      <p:cBhvr>
                                        <p:cTn id="103" dur="700"/>
                                        <p:tgtEl>
                                          <p:spTgt spid="22"/>
                                        </p:tgtEl>
                                      </p:cBhvr>
                                    </p:animEffect>
                                  </p:childTnLst>
                                </p:cTn>
                              </p:par>
                              <p:par>
                                <p:cTn id="108" presetID="22" presetClass="entr" presetSubtype="1" fill="hold" grpId="0" nodeType="withEffect">
                                  <p:stCondLst>
                                    <p:cond delay="4800"/>
                                  </p:stCondLst>
                                  <p:childTnLst>
                                    <p:set>
                                      <p:cBhvr>
                                        <p:cTn id="105" dur="1" fill="hold">
                                          <p:stCondLst>
                                            <p:cond delay="0"/>
                                          </p:stCondLst>
                                        </p:cTn>
                                        <p:tgtEl>
                                          <p:spTgt spid="23"/>
                                        </p:tgtEl>
                                        <p:attrNameLst>
                                          <p:attrName>style.visibility</p:attrName>
                                        </p:attrNameLst>
                                      </p:cBhvr>
                                      <p:to>
                                        <p:strVal val="visible"/>
                                      </p:to>
                                    </p:set>
                                    <p:animEffect transition="in" filter="wipe(down)">
                                      <p:cBhvr>
                                        <p:cTn id="106" dur="700"/>
                                        <p:tgtEl>
                                          <p:spTgt spid="23"/>
                                        </p:tgtEl>
                                      </p:cBhvr>
                                    </p:animEffect>
                                    <p:animEffect transition="in" filter="fade">
                                      <p:cBhvr>
                                        <p:cTn id="107" dur="700"/>
                                        <p:tgtEl>
                                          <p:spTgt spid="23"/>
                                        </p:tgtEl>
                                      </p:cBhvr>
                                    </p:animEffect>
                                  </p:childTnLst>
                                </p:cTn>
                              </p:par>
                              <p:par>
                                <p:cTn id="111" presetID="10" presetClass="entr" presetSubtype="0" fill="hold" grpId="0" nodeType="withEffect">
                                  <p:stCondLst>
                                    <p:cond delay="520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5" grpId="0" animBg="1"/>
      <p:bldP spid="26" grpId="0" animBg="1"/>
      <p:bldP spid="4" grpId="0" animBg="1"/>
      <p:bldP spid="27" grpId="0" animBg="1"/>
      <p:bldP spid="5" grpId="0" animBg="1"/>
      <p:bldP spid="6" grpId="0" animBg="1"/>
      <p:bldP spid="26" grpId="1" animBg="1"/>
      <p:bldP spid="3" grpId="1" animBg="1"/>
      <p:bldP spid="7" grpId="0" animBg="1"/>
      <p:bldP spid="8" grpId="0" animBg="1"/>
      <p:bldP spid="6" grpId="1" animBg="1"/>
      <p:bldP spid="9" grpId="0" animBg="1"/>
      <p:bldP spid="10" grpId="0" animBg="1"/>
      <p:bldP spid="11" grpId="0" animBg="1"/>
      <p:bldP spid="9" grpId="1" animBg="1"/>
      <p:bldP spid="12" grpId="0" animBg="1"/>
      <p:bldP spid="13" grpId="0" animBg="1"/>
      <p:bldP spid="14" grpId="0" animBg="1"/>
      <p:bldP spid="12" grpId="1" animBg="1"/>
      <p:bldP spid="15" grpId="0" animBg="1"/>
      <p:bldP spid="16" grpId="0" animBg="1"/>
      <p:bldP spid="17" grpId="0" animBg="1"/>
      <p:bldP spid="15" grpId="1" animBg="1"/>
      <p:bldP spid="18" grpId="0" animBg="1"/>
      <p:bldP spid="19" grpId="0" animBg="1"/>
      <p:bldP spid="18" grpId="1" animBg="1"/>
      <p:bldP spid="20" grpId="0" animBg="1"/>
      <p:bldP spid="21" grpId="0" animBg="1"/>
      <p:bldP spid="22" grpId="0"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 retraced the attacker’s path and tested every lock</a:t>
            </a:r>
            <a:endParaRPr lang="en-US" sz="3200" dirty="0"/>
          </a:p>
        </p:txBody>
      </p:sp>
      <p:sp>
        <p:nvSpPr>
          <p:cNvPr id="4" name="frame0"/>
          <p:cNvSpPr/>
          <p:nvPr/>
        </p:nvSpPr>
        <p:spPr>
          <a:xfrm>
            <a:off x="13271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5" name="panel0"/>
          <p:cNvSpPr/>
          <p:nvPr/>
        </p:nvSpPr>
        <p:spPr>
          <a:xfrm>
            <a:off x="13652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6" name="knob0"/>
          <p:cNvSpPr/>
          <p:nvPr/>
        </p:nvSpPr>
        <p:spPr>
          <a:xfrm>
            <a:off x="2139950" y="2616200"/>
            <a:ext cx="101600" cy="101600"/>
          </a:xfrm>
          <a:prstGeom prst="ellipse">
            <a:avLst/>
          </a:prstGeom>
          <a:solidFill>
            <a:srgbClr val="3FF0FF"/>
          </a:solidFill>
          <a:ln/>
        </p:spPr>
      </p:sp>
      <p:sp>
        <p:nvSpPr>
          <p:cNvPr id="7" name="n0"/>
          <p:cNvSpPr txBox="1"/>
          <p:nvPr/>
        </p:nvSpPr>
        <p:spPr>
          <a:xfrm>
            <a:off x="9144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8" name="tm0"/>
          <p:cNvSpPr txBox="1"/>
          <p:nvPr/>
        </p:nvSpPr>
        <p:spPr>
          <a:xfrm>
            <a:off x="9144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11:49 PM</a:t>
            </a:r>
            <a:endParaRPr lang="en-US" sz="1200" dirty="0"/>
          </a:p>
        </p:txBody>
      </p:sp>
      <p:sp>
        <p:nvSpPr>
          <p:cNvPr id="9" name="stamp0"/>
          <p:cNvSpPr/>
          <p:nvPr/>
        </p:nvSpPr>
        <p:spPr>
          <a:xfrm rot="-600000">
            <a:off x="11684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0" name="frame1"/>
          <p:cNvSpPr/>
          <p:nvPr/>
        </p:nvSpPr>
        <p:spPr>
          <a:xfrm>
            <a:off x="34417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1" name="panel1"/>
          <p:cNvSpPr/>
          <p:nvPr/>
        </p:nvSpPr>
        <p:spPr>
          <a:xfrm>
            <a:off x="34798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knob1"/>
          <p:cNvSpPr/>
          <p:nvPr/>
        </p:nvSpPr>
        <p:spPr>
          <a:xfrm>
            <a:off x="4254500" y="2616200"/>
            <a:ext cx="101600" cy="101600"/>
          </a:xfrm>
          <a:prstGeom prst="ellipse">
            <a:avLst/>
          </a:prstGeom>
          <a:solidFill>
            <a:srgbClr val="3FF0FF"/>
          </a:solidFill>
          <a:ln/>
        </p:spPr>
      </p:sp>
      <p:sp>
        <p:nvSpPr>
          <p:cNvPr id="13" name="n1"/>
          <p:cNvSpPr txBox="1"/>
          <p:nvPr/>
        </p:nvSpPr>
        <p:spPr>
          <a:xfrm>
            <a:off x="30289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14" name="tm1"/>
          <p:cNvSpPr txBox="1"/>
          <p:nvPr/>
        </p:nvSpPr>
        <p:spPr>
          <a:xfrm>
            <a:off x="30289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12:20 AM</a:t>
            </a:r>
            <a:endParaRPr lang="en-US" sz="1200" dirty="0"/>
          </a:p>
        </p:txBody>
      </p:sp>
      <p:sp>
        <p:nvSpPr>
          <p:cNvPr id="15" name="stamp1"/>
          <p:cNvSpPr/>
          <p:nvPr/>
        </p:nvSpPr>
        <p:spPr>
          <a:xfrm rot="-600000">
            <a:off x="32829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6" name="frame2"/>
          <p:cNvSpPr/>
          <p:nvPr/>
        </p:nvSpPr>
        <p:spPr>
          <a:xfrm>
            <a:off x="55562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7" name="panel2"/>
          <p:cNvSpPr/>
          <p:nvPr/>
        </p:nvSpPr>
        <p:spPr>
          <a:xfrm>
            <a:off x="55943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8" name="knob2"/>
          <p:cNvSpPr/>
          <p:nvPr/>
        </p:nvSpPr>
        <p:spPr>
          <a:xfrm>
            <a:off x="6369050" y="2616200"/>
            <a:ext cx="101600" cy="101600"/>
          </a:xfrm>
          <a:prstGeom prst="ellipse">
            <a:avLst/>
          </a:prstGeom>
          <a:solidFill>
            <a:srgbClr val="3FF0FF"/>
          </a:solidFill>
          <a:ln/>
        </p:spPr>
      </p:sp>
      <p:sp>
        <p:nvSpPr>
          <p:cNvPr id="19" name="n2"/>
          <p:cNvSpPr txBox="1"/>
          <p:nvPr/>
        </p:nvSpPr>
        <p:spPr>
          <a:xfrm>
            <a:off x="51435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20" name="tm2"/>
          <p:cNvSpPr txBox="1"/>
          <p:nvPr/>
        </p:nvSpPr>
        <p:spPr>
          <a:xfrm>
            <a:off x="51435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12:35 AM</a:t>
            </a:r>
            <a:endParaRPr lang="en-US" sz="1200" dirty="0"/>
          </a:p>
        </p:txBody>
      </p:sp>
      <p:sp>
        <p:nvSpPr>
          <p:cNvPr id="21" name="stamp2"/>
          <p:cNvSpPr/>
          <p:nvPr/>
        </p:nvSpPr>
        <p:spPr>
          <a:xfrm rot="-600000">
            <a:off x="53975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2" name="frame3"/>
          <p:cNvSpPr/>
          <p:nvPr/>
        </p:nvSpPr>
        <p:spPr>
          <a:xfrm>
            <a:off x="76708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3" name="panel3"/>
          <p:cNvSpPr/>
          <p:nvPr/>
        </p:nvSpPr>
        <p:spPr>
          <a:xfrm>
            <a:off x="77089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knob3"/>
          <p:cNvSpPr/>
          <p:nvPr/>
        </p:nvSpPr>
        <p:spPr>
          <a:xfrm>
            <a:off x="8483600" y="2616200"/>
            <a:ext cx="101600" cy="101600"/>
          </a:xfrm>
          <a:prstGeom prst="ellipse">
            <a:avLst/>
          </a:prstGeom>
          <a:solidFill>
            <a:srgbClr val="3FF0FF"/>
          </a:solidFill>
          <a:ln/>
        </p:spPr>
      </p:sp>
      <p:sp>
        <p:nvSpPr>
          <p:cNvPr id="25" name="n3"/>
          <p:cNvSpPr txBox="1"/>
          <p:nvPr/>
        </p:nvSpPr>
        <p:spPr>
          <a:xfrm>
            <a:off x="72580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26" name="tm3"/>
          <p:cNvSpPr txBox="1"/>
          <p:nvPr/>
        </p:nvSpPr>
        <p:spPr>
          <a:xfrm>
            <a:off x="72580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1:10 AM</a:t>
            </a:r>
            <a:endParaRPr lang="en-US" sz="1200" dirty="0"/>
          </a:p>
        </p:txBody>
      </p:sp>
      <p:sp>
        <p:nvSpPr>
          <p:cNvPr id="27" name="stamp3"/>
          <p:cNvSpPr/>
          <p:nvPr/>
        </p:nvSpPr>
        <p:spPr>
          <a:xfrm rot="-600000">
            <a:off x="75120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frame4"/>
          <p:cNvSpPr/>
          <p:nvPr/>
        </p:nvSpPr>
        <p:spPr>
          <a:xfrm>
            <a:off x="97853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9" name="panel4"/>
          <p:cNvSpPr/>
          <p:nvPr/>
        </p:nvSpPr>
        <p:spPr>
          <a:xfrm>
            <a:off x="98234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0" name="knob4"/>
          <p:cNvSpPr/>
          <p:nvPr/>
        </p:nvSpPr>
        <p:spPr>
          <a:xfrm>
            <a:off x="10598150" y="2616200"/>
            <a:ext cx="101600" cy="101600"/>
          </a:xfrm>
          <a:prstGeom prst="ellipse">
            <a:avLst/>
          </a:prstGeom>
          <a:solidFill>
            <a:srgbClr val="3FF0FF"/>
          </a:solidFill>
          <a:ln/>
        </p:spPr>
      </p:sp>
      <p:sp>
        <p:nvSpPr>
          <p:cNvPr id="31" name="n4"/>
          <p:cNvSpPr txBox="1"/>
          <p:nvPr/>
        </p:nvSpPr>
        <p:spPr>
          <a:xfrm>
            <a:off x="93726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32" name="tm4"/>
          <p:cNvSpPr txBox="1"/>
          <p:nvPr/>
        </p:nvSpPr>
        <p:spPr>
          <a:xfrm>
            <a:off x="93726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11:58 PM</a:t>
            </a:r>
            <a:endParaRPr lang="en-US" sz="1200" dirty="0"/>
          </a:p>
        </p:txBody>
      </p:sp>
      <p:sp>
        <p:nvSpPr>
          <p:cNvPr id="33" name="stamp4"/>
          <p:cNvSpPr/>
          <p:nvPr/>
        </p:nvSpPr>
        <p:spPr>
          <a:xfrm rot="-600000">
            <a:off x="9626600" y="2438400"/>
            <a:ext cx="1397000" cy="317500"/>
          </a:xfrm>
          <a:prstGeom prst="roundRect">
            <a:avLst>
              <a:gd name="adj" fmla="val 43200"/>
            </a:avLst>
          </a:prstGeom>
          <a:solidFill>
            <a:srgbClr val="06101E"/>
          </a:solidFill>
          <a:ln w="31750">
            <a:solidFill>
              <a:srgbClr val="FF4FD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D8"/>
                </a:solidFill>
                <a:latin typeface="Segoe UI" pitchFamily="34" charset="0"/>
                <a:ea typeface="Segoe UI" pitchFamily="34" charset="-122"/>
                <a:cs typeface="Segoe UI" pitchFamily="34" charset="-120"/>
              </a:rPr>
              <a:t>AT RISK</a:t>
            </a:r>
            <a:endParaRPr lang="en-US" sz="1300" dirty="0"/>
          </a:p>
        </p:txBody>
      </p:sp>
      <p:sp>
        <p:nvSpPr>
          <p:cNvPr id="34" name="cap"/>
          <p:cNvSpPr txBox="1"/>
          <p:nvPr/>
        </p:nvSpPr>
        <p:spPr>
          <a:xfrm>
            <a:off x="812800" y="4292600"/>
            <a:ext cx="105664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FIVE LOCK TESTS · EACH SCORED 1 TO 5 · A PERFECT DOOR SCORES 25</a:t>
            </a:r>
            <a:endParaRPr lang="en-US" sz="1200" dirty="0"/>
          </a:p>
        </p:txBody>
      </p:sp>
      <p:sp>
        <p:nvSpPr>
          <p:cNvPr id="35" name="test0"/>
          <p:cNvSpPr/>
          <p:nvPr/>
        </p:nvSpPr>
        <p:spPr>
          <a:xfrm>
            <a:off x="8128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6" name="tt0"/>
          <p:cNvSpPr txBox="1"/>
          <p:nvPr/>
        </p:nvSpPr>
        <p:spPr>
          <a:xfrm>
            <a:off x="9271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Login protection</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Is a stolen password enough?</a:t>
            </a:r>
            <a:endParaRPr lang="en-US" sz="1600" dirty="0"/>
          </a:p>
        </p:txBody>
      </p:sp>
      <p:sp>
        <p:nvSpPr>
          <p:cNvPr id="37" name="num0"/>
          <p:cNvSpPr/>
          <p:nvPr/>
        </p:nvSpPr>
        <p:spPr>
          <a:xfrm>
            <a:off x="9271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1</a:t>
            </a:r>
            <a:endParaRPr lang="en-US" sz="1200" dirty="0"/>
          </a:p>
        </p:txBody>
      </p:sp>
      <p:sp>
        <p:nvSpPr>
          <p:cNvPr id="38" name="test1"/>
          <p:cNvSpPr/>
          <p:nvPr/>
        </p:nvSpPr>
        <p:spPr>
          <a:xfrm>
            <a:off x="29527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9" name="tt1"/>
          <p:cNvSpPr txBox="1"/>
          <p:nvPr/>
        </p:nvSpPr>
        <p:spPr>
          <a:xfrm>
            <a:off x="30670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Encryption by default</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the company read it?</a:t>
            </a:r>
            <a:endParaRPr lang="en-US" sz="1600" dirty="0"/>
          </a:p>
        </p:txBody>
      </p:sp>
      <p:sp>
        <p:nvSpPr>
          <p:cNvPr id="40" name="num1"/>
          <p:cNvSpPr/>
          <p:nvPr/>
        </p:nvSpPr>
        <p:spPr>
          <a:xfrm>
            <a:off x="30670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2</a:t>
            </a:r>
            <a:endParaRPr lang="en-US" sz="1200" dirty="0"/>
          </a:p>
        </p:txBody>
      </p:sp>
      <p:sp>
        <p:nvSpPr>
          <p:cNvPr id="41" name="test2"/>
          <p:cNvSpPr/>
          <p:nvPr/>
        </p:nvSpPr>
        <p:spPr>
          <a:xfrm>
            <a:off x="50927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2" name="tt2"/>
          <p:cNvSpPr txBox="1"/>
          <p:nvPr/>
        </p:nvSpPr>
        <p:spPr>
          <a:xfrm>
            <a:off x="52070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Threat alerts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Will it warn me?</a:t>
            </a:r>
            <a:endParaRPr lang="en-US" sz="1600" dirty="0"/>
          </a:p>
        </p:txBody>
      </p:sp>
      <p:sp>
        <p:nvSpPr>
          <p:cNvPr id="43" name="num2"/>
          <p:cNvSpPr/>
          <p:nvPr/>
        </p:nvSpPr>
        <p:spPr>
          <a:xfrm>
            <a:off x="52070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3</a:t>
            </a:r>
            <a:endParaRPr lang="en-US" sz="1200" dirty="0"/>
          </a:p>
        </p:txBody>
      </p:sp>
      <p:sp>
        <p:nvSpPr>
          <p:cNvPr id="44" name="test3"/>
          <p:cNvSpPr/>
          <p:nvPr/>
        </p:nvSpPr>
        <p:spPr>
          <a:xfrm>
            <a:off x="72326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5" name="tt3"/>
          <p:cNvSpPr txBox="1"/>
          <p:nvPr/>
        </p:nvSpPr>
        <p:spPr>
          <a:xfrm>
            <a:off x="73469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Recovery safety</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I be locked out for good?</a:t>
            </a:r>
            <a:endParaRPr lang="en-US" sz="1600" dirty="0"/>
          </a:p>
        </p:txBody>
      </p:sp>
      <p:sp>
        <p:nvSpPr>
          <p:cNvPr id="46" name="num3"/>
          <p:cNvSpPr/>
          <p:nvPr/>
        </p:nvSpPr>
        <p:spPr>
          <a:xfrm>
            <a:off x="73469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4</a:t>
            </a:r>
            <a:endParaRPr lang="en-US" sz="1200" dirty="0"/>
          </a:p>
        </p:txBody>
      </p:sp>
      <p:sp>
        <p:nvSpPr>
          <p:cNvPr id="47" name="test4"/>
          <p:cNvSpPr/>
          <p:nvPr/>
        </p:nvSpPr>
        <p:spPr>
          <a:xfrm>
            <a:off x="93726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8" name="tt4"/>
          <p:cNvSpPr txBox="1"/>
          <p:nvPr/>
        </p:nvSpPr>
        <p:spPr>
          <a:xfrm>
            <a:off x="94869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Privacy controls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strangers reach me?</a:t>
            </a:r>
            <a:endParaRPr lang="en-US" sz="1600" dirty="0"/>
          </a:p>
        </p:txBody>
      </p:sp>
      <p:sp>
        <p:nvSpPr>
          <p:cNvPr id="49" name="num4"/>
          <p:cNvSpPr/>
          <p:nvPr/>
        </p:nvSpPr>
        <p:spPr>
          <a:xfrm>
            <a:off x="94869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5</a:t>
            </a:r>
            <a:endParaRPr lang="en-US" sz="1200" dirty="0"/>
          </a:p>
        </p:txBody>
      </p:sp>
      <p:pic>
        <p:nvPicPr>
          <p:cNvPr id="5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5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5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0" fill="hold">
                      <p:stCondLst>
                        <p:cond delay="indefinite"/>
                        <p:cond evt="onBegin" delay="0">
                          <p:tn val="2"/>
                        </p:cond>
                      </p:stCondLst>
                      <p:childTnLst>
                        <p:par>
                          <p:cTn id="241"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50"/>
                                        </p:tgtEl>
                                        <p:attrNameLst>
                                          <p:attrName>style.visibility</p:attrName>
                                        </p:attrNameLst>
                                      </p:cBhvr>
                                      <p:to>
                                        <p:strVal val="visible"/>
                                      </p:to>
                                    </p:set>
                                    <p:animEffect transition="in" filter="fade">
                                      <p:cBhvr>
                                        <p:cTn id="8" dur="500"/>
                                        <p:tgtEl>
                                          <p:spTgt spid="5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500"/>
                                        <p:tgtEl>
                                          <p:spTgt spid="51"/>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700"/>
                                        <p:tgtEl>
                                          <p:spTgt spid="4"/>
                                        </p:tgtEl>
                                      </p:cBhvr>
                                    </p:animEffect>
                                    <p:animEffect transition="in" filter="fade">
                                      <p:cBhvr>
                                        <p:cTn id="15" dur="7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700"/>
                                        <p:tgtEl>
                                          <p:spTgt spid="5"/>
                                        </p:tgtEl>
                                      </p:cBhvr>
                                    </p:animEffect>
                                    <p:animEffect transition="in" filter="fade">
                                      <p:cBhvr>
                                        <p:cTn id="19" dur="7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700"/>
                                        <p:tgtEl>
                                          <p:spTgt spid="6"/>
                                        </p:tgtEl>
                                      </p:cBhvr>
                                    </p:animEffect>
                                    <p:animEffect transition="in" filter="fade">
                                      <p:cBhvr>
                                        <p:cTn id="23" dur="7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700"/>
                                        <p:tgtEl>
                                          <p:spTgt spid="7"/>
                                        </p:tgtEl>
                                      </p:cBhvr>
                                    </p:animEffect>
                                    <p:animEffect transition="in" filter="fade">
                                      <p:cBhvr>
                                        <p:cTn id="27" dur="700"/>
                                        <p:tgtEl>
                                          <p:spTgt spid="7"/>
                                        </p:tgtEl>
                                      </p:cBhvr>
                                    </p:animEffect>
                                  </p:childTnLst>
                                </p:cTn>
                              </p:par>
                              <p:par>
                                <p:cTn id="32" presetID="22" presetClass="entr" presetSubtype="1"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Effect transition="in" filter="wipe(down)">
                                      <p:cBhvr>
                                        <p:cTn id="30" dur="700"/>
                                        <p:tgtEl>
                                          <p:spTgt spid="8"/>
                                        </p:tgtEl>
                                      </p:cBhvr>
                                    </p:animEffect>
                                    <p:animEffect transition="in" filter="fade">
                                      <p:cBhvr>
                                        <p:cTn id="31" dur="700"/>
                                        <p:tgtEl>
                                          <p:spTgt spid="8"/>
                                        </p:tgtEl>
                                      </p:cBhvr>
                                    </p:animEffect>
                                  </p:childTnLst>
                                </p:cTn>
                              </p:par>
                              <p:par>
                                <p:cTn id="34" presetID="0" presetClass="path" presetSubtype="0" fill="hold" grpId="0" nodeType="withEffect" repeatCount="indefinite">
                                  <p:stCondLst>
                                    <p:cond delay="300"/>
                                  </p:stCondLst>
                                  <p:childTnLst>
                                    <p:animMotion origin="layout" path="M 0 0 L 0 1 E" pathEditMode="relative" ptsTypes="AA">
                                      <p:cBhvr>
                                        <p:cTn id="33" dur="5200" fill="hold"/>
                                        <p:tgtEl>
                                          <p:spTgt spid="52"/>
                                        </p:tgtEl>
                                        <p:attrNameLst>
                                          <p:attrName>ppt_x</p:attrName>
                                          <p:attrName>ppt_y</p:attrName>
                                        </p:attrNameLst>
                                      </p:cBhvr>
                                    </p:animMotion>
                                  </p:childTnLst>
                                </p:cTn>
                              </p:par>
                              <p:par>
                                <p:cTn id="38" presetID="22" presetClass="entr" presetSubtype="1" fill="hold" grpId="0" nodeType="withEffect">
                                  <p:stCondLst>
                                    <p:cond delay="35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700"/>
                                        <p:tgtEl>
                                          <p:spTgt spid="10"/>
                                        </p:tgtEl>
                                      </p:cBhvr>
                                    </p:animEffect>
                                    <p:animEffect transition="in" filter="fade">
                                      <p:cBhvr>
                                        <p:cTn id="37" dur="700"/>
                                        <p:tgtEl>
                                          <p:spTgt spid="10"/>
                                        </p:tgtEl>
                                      </p:cBhvr>
                                    </p:animEffect>
                                  </p:childTnLst>
                                </p:cTn>
                              </p:par>
                              <p:par>
                                <p:cTn id="42" presetID="22" presetClass="entr" presetSubtype="1" fill="hold" grpId="0" nodeType="withEffect">
                                  <p:stCondLst>
                                    <p:cond delay="35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700"/>
                                        <p:tgtEl>
                                          <p:spTgt spid="11"/>
                                        </p:tgtEl>
                                      </p:cBhvr>
                                    </p:animEffect>
                                    <p:animEffect transition="in" filter="fade">
                                      <p:cBhvr>
                                        <p:cTn id="41" dur="700"/>
                                        <p:tgtEl>
                                          <p:spTgt spid="11"/>
                                        </p:tgtEl>
                                      </p:cBhvr>
                                    </p:animEffect>
                                  </p:childTnLst>
                                </p:cTn>
                              </p:par>
                              <p:par>
                                <p:cTn id="46" presetID="22" presetClass="entr" presetSubtype="1" fill="hold" grpId="0" nodeType="withEffect">
                                  <p:stCondLst>
                                    <p:cond delay="35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700"/>
                                        <p:tgtEl>
                                          <p:spTgt spid="12"/>
                                        </p:tgtEl>
                                      </p:cBhvr>
                                    </p:animEffect>
                                    <p:animEffect transition="in" filter="fade">
                                      <p:cBhvr>
                                        <p:cTn id="45" dur="700"/>
                                        <p:tgtEl>
                                          <p:spTgt spid="12"/>
                                        </p:tgtEl>
                                      </p:cBhvr>
                                    </p:animEffect>
                                  </p:childTnLst>
                                </p:cTn>
                              </p:par>
                              <p:par>
                                <p:cTn id="50" presetID="22" presetClass="entr" presetSubtype="1" fill="hold" grpId="0" nodeType="withEffect">
                                  <p:stCondLst>
                                    <p:cond delay="350"/>
                                  </p:stCondLst>
                                  <p:childTnLst>
                                    <p:set>
                                      <p:cBhvr>
                                        <p:cTn id="47" dur="1" fill="hold">
                                          <p:stCondLst>
                                            <p:cond delay="0"/>
                                          </p:stCondLst>
                                        </p:cTn>
                                        <p:tgtEl>
                                          <p:spTgt spid="13"/>
                                        </p:tgtEl>
                                        <p:attrNameLst>
                                          <p:attrName>style.visibility</p:attrName>
                                        </p:attrNameLst>
                                      </p:cBhvr>
                                      <p:to>
                                        <p:strVal val="visible"/>
                                      </p:to>
                                    </p:set>
                                    <p:animEffect transition="in" filter="wipe(down)">
                                      <p:cBhvr>
                                        <p:cTn id="48" dur="700"/>
                                        <p:tgtEl>
                                          <p:spTgt spid="13"/>
                                        </p:tgtEl>
                                      </p:cBhvr>
                                    </p:animEffect>
                                    <p:animEffect transition="in" filter="fade">
                                      <p:cBhvr>
                                        <p:cTn id="49" dur="700"/>
                                        <p:tgtEl>
                                          <p:spTgt spid="13"/>
                                        </p:tgtEl>
                                      </p:cBhvr>
                                    </p:animEffect>
                                  </p:childTnLst>
                                </p:cTn>
                              </p:par>
                              <p:par>
                                <p:cTn id="54" presetID="22" presetClass="entr" presetSubtype="1" fill="hold" grpId="0" nodeType="withEffect">
                                  <p:stCondLst>
                                    <p:cond delay="350"/>
                                  </p:stCondLst>
                                  <p:childTnLst>
                                    <p:set>
                                      <p:cBhvr>
                                        <p:cTn id="51" dur="1" fill="hold">
                                          <p:stCondLst>
                                            <p:cond delay="0"/>
                                          </p:stCondLst>
                                        </p:cTn>
                                        <p:tgtEl>
                                          <p:spTgt spid="14"/>
                                        </p:tgtEl>
                                        <p:attrNameLst>
                                          <p:attrName>style.visibility</p:attrName>
                                        </p:attrNameLst>
                                      </p:cBhvr>
                                      <p:to>
                                        <p:strVal val="visible"/>
                                      </p:to>
                                    </p:set>
                                    <p:animEffect transition="in" filter="wipe(down)">
                                      <p:cBhvr>
                                        <p:cTn id="52" dur="700"/>
                                        <p:tgtEl>
                                          <p:spTgt spid="14"/>
                                        </p:tgtEl>
                                      </p:cBhvr>
                                    </p:animEffect>
                                    <p:animEffect transition="in" filter="fade">
                                      <p:cBhvr>
                                        <p:cTn id="53" dur="700"/>
                                        <p:tgtEl>
                                          <p:spTgt spid="14"/>
                                        </p:tgtEl>
                                      </p:cBhvr>
                                    </p:animEffect>
                                  </p:childTnLst>
                                </p:cTn>
                              </p:par>
                              <p:par>
                                <p:cTn id="58" presetID="22" presetClass="entr" presetSubtype="1" fill="hold" grpId="0" nodeType="withEffect">
                                  <p:stCondLst>
                                    <p:cond delay="500"/>
                                  </p:stCondLst>
                                  <p:childTnLst>
                                    <p:set>
                                      <p:cBhvr>
                                        <p:cTn id="55" dur="1" fill="hold">
                                          <p:stCondLst>
                                            <p:cond delay="0"/>
                                          </p:stCondLst>
                                        </p:cTn>
                                        <p:tgtEl>
                                          <p:spTgt spid="16"/>
                                        </p:tgtEl>
                                        <p:attrNameLst>
                                          <p:attrName>style.visibility</p:attrName>
                                        </p:attrNameLst>
                                      </p:cBhvr>
                                      <p:to>
                                        <p:strVal val="visible"/>
                                      </p:to>
                                    </p:set>
                                    <p:animEffect transition="in" filter="wipe(down)">
                                      <p:cBhvr>
                                        <p:cTn id="56" dur="700"/>
                                        <p:tgtEl>
                                          <p:spTgt spid="16"/>
                                        </p:tgtEl>
                                      </p:cBhvr>
                                    </p:animEffect>
                                    <p:animEffect transition="in" filter="fade">
                                      <p:cBhvr>
                                        <p:cTn id="57" dur="700"/>
                                        <p:tgtEl>
                                          <p:spTgt spid="16"/>
                                        </p:tgtEl>
                                      </p:cBhvr>
                                    </p:animEffect>
                                  </p:childTnLst>
                                </p:cTn>
                              </p:par>
                              <p:par>
                                <p:cTn id="62" presetID="22" presetClass="entr" presetSubtype="1" fill="hold" grpId="0" nodeType="withEffect">
                                  <p:stCondLst>
                                    <p:cond delay="500"/>
                                  </p:stCondLst>
                                  <p:childTnLst>
                                    <p:set>
                                      <p:cBhvr>
                                        <p:cTn id="59" dur="1" fill="hold">
                                          <p:stCondLst>
                                            <p:cond delay="0"/>
                                          </p:stCondLst>
                                        </p:cTn>
                                        <p:tgtEl>
                                          <p:spTgt spid="17"/>
                                        </p:tgtEl>
                                        <p:attrNameLst>
                                          <p:attrName>style.visibility</p:attrName>
                                        </p:attrNameLst>
                                      </p:cBhvr>
                                      <p:to>
                                        <p:strVal val="visible"/>
                                      </p:to>
                                    </p:set>
                                    <p:animEffect transition="in" filter="wipe(down)">
                                      <p:cBhvr>
                                        <p:cTn id="60" dur="700"/>
                                        <p:tgtEl>
                                          <p:spTgt spid="17"/>
                                        </p:tgtEl>
                                      </p:cBhvr>
                                    </p:animEffect>
                                    <p:animEffect transition="in" filter="fade">
                                      <p:cBhvr>
                                        <p:cTn id="61" dur="700"/>
                                        <p:tgtEl>
                                          <p:spTgt spid="17"/>
                                        </p:tgtEl>
                                      </p:cBhvr>
                                    </p:animEffect>
                                  </p:childTnLst>
                                </p:cTn>
                              </p:par>
                              <p:par>
                                <p:cTn id="66" presetID="22" presetClass="entr" presetSubtype="1" fill="hold" grpId="0" nodeType="withEffect">
                                  <p:stCondLst>
                                    <p:cond delay="500"/>
                                  </p:stCondLst>
                                  <p:childTnLst>
                                    <p:set>
                                      <p:cBhvr>
                                        <p:cTn id="63" dur="1" fill="hold">
                                          <p:stCondLst>
                                            <p:cond delay="0"/>
                                          </p:stCondLst>
                                        </p:cTn>
                                        <p:tgtEl>
                                          <p:spTgt spid="18"/>
                                        </p:tgtEl>
                                        <p:attrNameLst>
                                          <p:attrName>style.visibility</p:attrName>
                                        </p:attrNameLst>
                                      </p:cBhvr>
                                      <p:to>
                                        <p:strVal val="visible"/>
                                      </p:to>
                                    </p:set>
                                    <p:animEffect transition="in" filter="wipe(down)">
                                      <p:cBhvr>
                                        <p:cTn id="64" dur="700"/>
                                        <p:tgtEl>
                                          <p:spTgt spid="18"/>
                                        </p:tgtEl>
                                      </p:cBhvr>
                                    </p:animEffect>
                                    <p:animEffect transition="in" filter="fade">
                                      <p:cBhvr>
                                        <p:cTn id="65" dur="700"/>
                                        <p:tgtEl>
                                          <p:spTgt spid="18"/>
                                        </p:tgtEl>
                                      </p:cBhvr>
                                    </p:animEffect>
                                  </p:childTnLst>
                                </p:cTn>
                              </p:par>
                              <p:par>
                                <p:cTn id="70" presetID="22" presetClass="entr" presetSubtype="1" fill="hold" grpId="0" nodeType="withEffect">
                                  <p:stCondLst>
                                    <p:cond delay="5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700"/>
                                        <p:tgtEl>
                                          <p:spTgt spid="19"/>
                                        </p:tgtEl>
                                      </p:cBhvr>
                                    </p:animEffect>
                                    <p:animEffect transition="in" filter="fade">
                                      <p:cBhvr>
                                        <p:cTn id="69" dur="700"/>
                                        <p:tgtEl>
                                          <p:spTgt spid="19"/>
                                        </p:tgtEl>
                                      </p:cBhvr>
                                    </p:animEffect>
                                  </p:childTnLst>
                                </p:cTn>
                              </p:par>
                              <p:par>
                                <p:cTn id="74" presetID="22" presetClass="entr" presetSubtype="1" fill="hold" grpId="0" nodeType="withEffect">
                                  <p:stCondLst>
                                    <p:cond delay="5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700"/>
                                        <p:tgtEl>
                                          <p:spTgt spid="20"/>
                                        </p:tgtEl>
                                      </p:cBhvr>
                                    </p:animEffect>
                                    <p:animEffect transition="in" filter="fade">
                                      <p:cBhvr>
                                        <p:cTn id="73" dur="700"/>
                                        <p:tgtEl>
                                          <p:spTgt spid="20"/>
                                        </p:tgtEl>
                                      </p:cBhvr>
                                    </p:animEffect>
                                  </p:childTnLst>
                                </p:cTn>
                              </p:par>
                              <p:par>
                                <p:cTn id="76" presetID="8" presetClass="emph" presetSubtype="0" fill="hold" grpId="1" nodeType="withEffect" repeatCount="indefinite">
                                  <p:stCondLst>
                                    <p:cond delay="500"/>
                                  </p:stCondLst>
                                  <p:childTnLst>
                                    <p:animRot by="21600000">
                                      <p:cBhvr>
                                        <p:cTn id="75" dur="16000" fill="hold"/>
                                        <p:tgtEl>
                                          <p:spTgt spid="51"/>
                                        </p:tgtEl>
                                        <p:attrNameLst>
                                          <p:attrName>r</p:attrName>
                                        </p:attrNameLst>
                                      </p:cBhvr>
                                    </p:animRot>
                                  </p:childTnLst>
                                </p:cTn>
                              </p:par>
                              <p:par>
                                <p:cTn id="78" presetID="0" presetClass="path" presetSubtype="0" fill="hold" grpId="1" nodeType="withEffect" autoRev="1" repeatCount="3000">
                                  <p:stCondLst>
                                    <p:cond delay="650"/>
                                  </p:stCondLst>
                                  <p:childTnLst>
                                    <p:animMotion origin="layout" path="M 0 0 L 0.008 0 E" pathEditMode="relative" ptsTypes="AA">
                                      <p:cBhvr>
                                        <p:cTn id="77" dur="45" fill="hold"/>
                                        <p:tgtEl>
                                          <p:spTgt spid="3"/>
                                        </p:tgtEl>
                                        <p:attrNameLst>
                                          <p:attrName>ppt_x</p:attrName>
                                          <p:attrName>ppt_y</p:attrName>
                                        </p:attrNameLst>
                                      </p:cBhvr>
                                    </p:animMotion>
                                  </p:childTnLst>
                                </p:cTn>
                              </p:par>
                              <p:par>
                                <p:cTn id="82" presetID="22" presetClass="entr" presetSubtype="1" fill="hold" grpId="0" nodeType="withEffect">
                                  <p:stCondLst>
                                    <p:cond delay="65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700"/>
                                        <p:tgtEl>
                                          <p:spTgt spid="22"/>
                                        </p:tgtEl>
                                      </p:cBhvr>
                                    </p:animEffect>
                                    <p:animEffect transition="in" filter="fade">
                                      <p:cBhvr>
                                        <p:cTn id="81" dur="700"/>
                                        <p:tgtEl>
                                          <p:spTgt spid="22"/>
                                        </p:tgtEl>
                                      </p:cBhvr>
                                    </p:animEffect>
                                  </p:childTnLst>
                                </p:cTn>
                              </p:par>
                              <p:par>
                                <p:cTn id="86" presetID="22" presetClass="entr" presetSubtype="1" fill="hold" grpId="0" nodeType="withEffect">
                                  <p:stCondLst>
                                    <p:cond delay="650"/>
                                  </p:stCondLst>
                                  <p:childTnLst>
                                    <p:set>
                                      <p:cBhvr>
                                        <p:cTn id="83" dur="1" fill="hold">
                                          <p:stCondLst>
                                            <p:cond delay="0"/>
                                          </p:stCondLst>
                                        </p:cTn>
                                        <p:tgtEl>
                                          <p:spTgt spid="23"/>
                                        </p:tgtEl>
                                        <p:attrNameLst>
                                          <p:attrName>style.visibility</p:attrName>
                                        </p:attrNameLst>
                                      </p:cBhvr>
                                      <p:to>
                                        <p:strVal val="visible"/>
                                      </p:to>
                                    </p:set>
                                    <p:animEffect transition="in" filter="wipe(down)">
                                      <p:cBhvr>
                                        <p:cTn id="84" dur="700"/>
                                        <p:tgtEl>
                                          <p:spTgt spid="23"/>
                                        </p:tgtEl>
                                      </p:cBhvr>
                                    </p:animEffect>
                                    <p:animEffect transition="in" filter="fade">
                                      <p:cBhvr>
                                        <p:cTn id="85" dur="700"/>
                                        <p:tgtEl>
                                          <p:spTgt spid="23"/>
                                        </p:tgtEl>
                                      </p:cBhvr>
                                    </p:animEffect>
                                  </p:childTnLst>
                                </p:cTn>
                              </p:par>
                              <p:par>
                                <p:cTn id="90" presetID="22" presetClass="entr" presetSubtype="1" fill="hold" grpId="0" nodeType="withEffect">
                                  <p:stCondLst>
                                    <p:cond delay="650"/>
                                  </p:stCondLst>
                                  <p:childTnLst>
                                    <p:set>
                                      <p:cBhvr>
                                        <p:cTn id="87" dur="1" fill="hold">
                                          <p:stCondLst>
                                            <p:cond delay="0"/>
                                          </p:stCondLst>
                                        </p:cTn>
                                        <p:tgtEl>
                                          <p:spTgt spid="24"/>
                                        </p:tgtEl>
                                        <p:attrNameLst>
                                          <p:attrName>style.visibility</p:attrName>
                                        </p:attrNameLst>
                                      </p:cBhvr>
                                      <p:to>
                                        <p:strVal val="visible"/>
                                      </p:to>
                                    </p:set>
                                    <p:animEffect transition="in" filter="wipe(down)">
                                      <p:cBhvr>
                                        <p:cTn id="88" dur="700"/>
                                        <p:tgtEl>
                                          <p:spTgt spid="24"/>
                                        </p:tgtEl>
                                      </p:cBhvr>
                                    </p:animEffect>
                                    <p:animEffect transition="in" filter="fade">
                                      <p:cBhvr>
                                        <p:cTn id="89" dur="700"/>
                                        <p:tgtEl>
                                          <p:spTgt spid="24"/>
                                        </p:tgtEl>
                                      </p:cBhvr>
                                    </p:animEffect>
                                  </p:childTnLst>
                                </p:cTn>
                              </p:par>
                              <p:par>
                                <p:cTn id="94" presetID="22" presetClass="entr" presetSubtype="1" fill="hold" grpId="0" nodeType="withEffect">
                                  <p:stCondLst>
                                    <p:cond delay="650"/>
                                  </p:stCondLst>
                                  <p:childTnLst>
                                    <p:set>
                                      <p:cBhvr>
                                        <p:cTn id="91" dur="1" fill="hold">
                                          <p:stCondLst>
                                            <p:cond delay="0"/>
                                          </p:stCondLst>
                                        </p:cTn>
                                        <p:tgtEl>
                                          <p:spTgt spid="25"/>
                                        </p:tgtEl>
                                        <p:attrNameLst>
                                          <p:attrName>style.visibility</p:attrName>
                                        </p:attrNameLst>
                                      </p:cBhvr>
                                      <p:to>
                                        <p:strVal val="visible"/>
                                      </p:to>
                                    </p:set>
                                    <p:animEffect transition="in" filter="wipe(down)">
                                      <p:cBhvr>
                                        <p:cTn id="92" dur="700"/>
                                        <p:tgtEl>
                                          <p:spTgt spid="25"/>
                                        </p:tgtEl>
                                      </p:cBhvr>
                                    </p:animEffect>
                                    <p:animEffect transition="in" filter="fade">
                                      <p:cBhvr>
                                        <p:cTn id="93" dur="700"/>
                                        <p:tgtEl>
                                          <p:spTgt spid="25"/>
                                        </p:tgtEl>
                                      </p:cBhvr>
                                    </p:animEffect>
                                  </p:childTnLst>
                                </p:cTn>
                              </p:par>
                              <p:par>
                                <p:cTn id="98" presetID="22" presetClass="entr" presetSubtype="1" fill="hold" grpId="0" nodeType="withEffect">
                                  <p:stCondLst>
                                    <p:cond delay="650"/>
                                  </p:stCondLst>
                                  <p:childTnLst>
                                    <p:set>
                                      <p:cBhvr>
                                        <p:cTn id="95" dur="1" fill="hold">
                                          <p:stCondLst>
                                            <p:cond delay="0"/>
                                          </p:stCondLst>
                                        </p:cTn>
                                        <p:tgtEl>
                                          <p:spTgt spid="26"/>
                                        </p:tgtEl>
                                        <p:attrNameLst>
                                          <p:attrName>style.visibility</p:attrName>
                                        </p:attrNameLst>
                                      </p:cBhvr>
                                      <p:to>
                                        <p:strVal val="visible"/>
                                      </p:to>
                                    </p:set>
                                    <p:animEffect transition="in" filter="wipe(down)">
                                      <p:cBhvr>
                                        <p:cTn id="96" dur="700"/>
                                        <p:tgtEl>
                                          <p:spTgt spid="26"/>
                                        </p:tgtEl>
                                      </p:cBhvr>
                                    </p:animEffect>
                                    <p:animEffect transition="in" filter="fade">
                                      <p:cBhvr>
                                        <p:cTn id="97" dur="700"/>
                                        <p:tgtEl>
                                          <p:spTgt spid="26"/>
                                        </p:tgtEl>
                                      </p:cBhvr>
                                    </p:animEffect>
                                  </p:childTnLst>
                                </p:cTn>
                              </p:par>
                              <p:par>
                                <p:cTn id="102" presetID="22" presetClass="entr" presetSubtype="1" fill="hold" grpId="0" nodeType="withEffect">
                                  <p:stCondLst>
                                    <p:cond delay="800"/>
                                  </p:stCondLst>
                                  <p:childTnLst>
                                    <p:set>
                                      <p:cBhvr>
                                        <p:cTn id="99" dur="1" fill="hold">
                                          <p:stCondLst>
                                            <p:cond delay="0"/>
                                          </p:stCondLst>
                                        </p:cTn>
                                        <p:tgtEl>
                                          <p:spTgt spid="28"/>
                                        </p:tgtEl>
                                        <p:attrNameLst>
                                          <p:attrName>style.visibility</p:attrName>
                                        </p:attrNameLst>
                                      </p:cBhvr>
                                      <p:to>
                                        <p:strVal val="visible"/>
                                      </p:to>
                                    </p:set>
                                    <p:animEffect transition="in" filter="wipe(down)">
                                      <p:cBhvr>
                                        <p:cTn id="100" dur="700"/>
                                        <p:tgtEl>
                                          <p:spTgt spid="28"/>
                                        </p:tgtEl>
                                      </p:cBhvr>
                                    </p:animEffect>
                                    <p:animEffect transition="in" filter="fade">
                                      <p:cBhvr>
                                        <p:cTn id="101" dur="700"/>
                                        <p:tgtEl>
                                          <p:spTgt spid="28"/>
                                        </p:tgtEl>
                                      </p:cBhvr>
                                    </p:animEffect>
                                  </p:childTnLst>
                                </p:cTn>
                              </p:par>
                              <p:par>
                                <p:cTn id="106" presetID="22" presetClass="entr" presetSubtype="1" fill="hold" grpId="0" nodeType="withEffect">
                                  <p:stCondLst>
                                    <p:cond delay="800"/>
                                  </p:stCondLst>
                                  <p:childTnLst>
                                    <p:set>
                                      <p:cBhvr>
                                        <p:cTn id="103" dur="1" fill="hold">
                                          <p:stCondLst>
                                            <p:cond delay="0"/>
                                          </p:stCondLst>
                                        </p:cTn>
                                        <p:tgtEl>
                                          <p:spTgt spid="29"/>
                                        </p:tgtEl>
                                        <p:attrNameLst>
                                          <p:attrName>style.visibility</p:attrName>
                                        </p:attrNameLst>
                                      </p:cBhvr>
                                      <p:to>
                                        <p:strVal val="visible"/>
                                      </p:to>
                                    </p:set>
                                    <p:animEffect transition="in" filter="wipe(down)">
                                      <p:cBhvr>
                                        <p:cTn id="104" dur="700"/>
                                        <p:tgtEl>
                                          <p:spTgt spid="29"/>
                                        </p:tgtEl>
                                      </p:cBhvr>
                                    </p:animEffect>
                                    <p:animEffect transition="in" filter="fade">
                                      <p:cBhvr>
                                        <p:cTn id="105" dur="700"/>
                                        <p:tgtEl>
                                          <p:spTgt spid="29"/>
                                        </p:tgtEl>
                                      </p:cBhvr>
                                    </p:animEffect>
                                  </p:childTnLst>
                                </p:cTn>
                              </p:par>
                              <p:par>
                                <p:cTn id="110" presetID="22" presetClass="entr" presetSubtype="1" fill="hold" grpId="0" nodeType="withEffect">
                                  <p:stCondLst>
                                    <p:cond delay="800"/>
                                  </p:stCondLst>
                                  <p:childTnLst>
                                    <p:set>
                                      <p:cBhvr>
                                        <p:cTn id="107" dur="1" fill="hold">
                                          <p:stCondLst>
                                            <p:cond delay="0"/>
                                          </p:stCondLst>
                                        </p:cTn>
                                        <p:tgtEl>
                                          <p:spTgt spid="30"/>
                                        </p:tgtEl>
                                        <p:attrNameLst>
                                          <p:attrName>style.visibility</p:attrName>
                                        </p:attrNameLst>
                                      </p:cBhvr>
                                      <p:to>
                                        <p:strVal val="visible"/>
                                      </p:to>
                                    </p:set>
                                    <p:animEffect transition="in" filter="wipe(down)">
                                      <p:cBhvr>
                                        <p:cTn id="108" dur="700"/>
                                        <p:tgtEl>
                                          <p:spTgt spid="30"/>
                                        </p:tgtEl>
                                      </p:cBhvr>
                                    </p:animEffect>
                                    <p:animEffect transition="in" filter="fade">
                                      <p:cBhvr>
                                        <p:cTn id="109" dur="700"/>
                                        <p:tgtEl>
                                          <p:spTgt spid="30"/>
                                        </p:tgtEl>
                                      </p:cBhvr>
                                    </p:animEffect>
                                  </p:childTnLst>
                                </p:cTn>
                              </p:par>
                              <p:par>
                                <p:cTn id="114" presetID="22" presetClass="entr" presetSubtype="1" fill="hold" grpId="0" nodeType="withEffect">
                                  <p:stCondLst>
                                    <p:cond delay="800"/>
                                  </p:stCondLst>
                                  <p:childTnLst>
                                    <p:set>
                                      <p:cBhvr>
                                        <p:cTn id="111" dur="1" fill="hold">
                                          <p:stCondLst>
                                            <p:cond delay="0"/>
                                          </p:stCondLst>
                                        </p:cTn>
                                        <p:tgtEl>
                                          <p:spTgt spid="31"/>
                                        </p:tgtEl>
                                        <p:attrNameLst>
                                          <p:attrName>style.visibility</p:attrName>
                                        </p:attrNameLst>
                                      </p:cBhvr>
                                      <p:to>
                                        <p:strVal val="visible"/>
                                      </p:to>
                                    </p:set>
                                    <p:animEffect transition="in" filter="wipe(down)">
                                      <p:cBhvr>
                                        <p:cTn id="112" dur="700"/>
                                        <p:tgtEl>
                                          <p:spTgt spid="31"/>
                                        </p:tgtEl>
                                      </p:cBhvr>
                                    </p:animEffect>
                                    <p:animEffect transition="in" filter="fade">
                                      <p:cBhvr>
                                        <p:cTn id="113" dur="700"/>
                                        <p:tgtEl>
                                          <p:spTgt spid="31"/>
                                        </p:tgtEl>
                                      </p:cBhvr>
                                    </p:animEffect>
                                  </p:childTnLst>
                                </p:cTn>
                              </p:par>
                              <p:par>
                                <p:cTn id="118" presetID="22" presetClass="entr" presetSubtype="1" fill="hold" grpId="0" nodeType="withEffect">
                                  <p:stCondLst>
                                    <p:cond delay="800"/>
                                  </p:stCondLst>
                                  <p:childTnLst>
                                    <p:set>
                                      <p:cBhvr>
                                        <p:cTn id="115" dur="1" fill="hold">
                                          <p:stCondLst>
                                            <p:cond delay="0"/>
                                          </p:stCondLst>
                                        </p:cTn>
                                        <p:tgtEl>
                                          <p:spTgt spid="32"/>
                                        </p:tgtEl>
                                        <p:attrNameLst>
                                          <p:attrName>style.visibility</p:attrName>
                                        </p:attrNameLst>
                                      </p:cBhvr>
                                      <p:to>
                                        <p:strVal val="visible"/>
                                      </p:to>
                                    </p:set>
                                    <p:animEffect transition="in" filter="wipe(down)">
                                      <p:cBhvr>
                                        <p:cTn id="116" dur="700"/>
                                        <p:tgtEl>
                                          <p:spTgt spid="32"/>
                                        </p:tgtEl>
                                      </p:cBhvr>
                                    </p:animEffect>
                                    <p:animEffect transition="in" filter="fade">
                                      <p:cBhvr>
                                        <p:cTn id="117" dur="700"/>
                                        <p:tgtEl>
                                          <p:spTgt spid="32"/>
                                        </p:tgtEl>
                                      </p:cBhvr>
                                    </p:animEffect>
                                  </p:childTnLst>
                                </p:cTn>
                              </p:par>
                              <p:par>
                                <p:cTn id="121" presetID="22" presetClass="exit" presetSubtype="8" fill="hold" grpId="1" nodeType="withEffect">
                                  <p:stCondLst>
                                    <p:cond delay="1200"/>
                                  </p:stCondLst>
                                  <p:childTnLst>
                                    <p:animEffect transition="out" filter="wipe(left)">
                                      <p:cBhvr>
                                        <p:cTn id="119" dur="900"/>
                                        <p:tgtEl>
                                          <p:spTgt spid="5"/>
                                        </p:tgtEl>
                                      </p:cBhvr>
                                    </p:animEffect>
                                    <p:set>
                                      <p:cBhvr>
                                        <p:cTn id="120" dur="1" fill="hold">
                                          <p:stCondLst>
                                            <p:cond delay="899"/>
                                          </p:stCondLst>
                                        </p:cTn>
                                        <p:tgtEl>
                                          <p:spTgt spid="5"/>
                                        </p:tgtEl>
                                        <p:attrNameLst>
                                          <p:attrName>style.visibility</p:attrName>
                                        </p:attrNameLst>
                                      </p:cBhvr>
                                      <p:to>
                                        <p:strVal val="hidden"/>
                                      </p:to>
                                    </p:set>
                                  </p:childTnLst>
                                </p:cTn>
                              </p:par>
                              <p:par>
                                <p:cTn id="124" presetID="10" presetClass="exit" presetSubtype="0" fill="hold" grpId="1" nodeType="withEffect">
                                  <p:stCondLst>
                                    <p:cond delay="1200"/>
                                  </p:stCondLst>
                                  <p:childTnLst>
                                    <p:animEffect transition="out" filter="fade">
                                      <p:cBhvr>
                                        <p:cTn id="122" dur="300"/>
                                        <p:tgtEl>
                                          <p:spTgt spid="6"/>
                                        </p:tgtEl>
                                      </p:cBhvr>
                                    </p:animEffect>
                                    <p:set>
                                      <p:cBhvr>
                                        <p:cTn id="123" dur="1" fill="hold">
                                          <p:stCondLst>
                                            <p:cond delay="299"/>
                                          </p:stCondLst>
                                        </p:cTn>
                                        <p:tgtEl>
                                          <p:spTgt spid="6"/>
                                        </p:tgtEl>
                                        <p:attrNameLst>
                                          <p:attrName>style.visibility</p:attrName>
                                        </p:attrNameLst>
                                      </p:cBhvr>
                                      <p:to>
                                        <p:strVal val="hidden"/>
                                      </p:to>
                                    </p:set>
                                  </p:childTnLst>
                                </p:cTn>
                              </p:par>
                              <p:par>
                                <p:cTn id="127" presetID="22" presetClass="exit" presetSubtype="8" fill="hold" grpId="1" nodeType="withEffect">
                                  <p:stCondLst>
                                    <p:cond delay="1500"/>
                                  </p:stCondLst>
                                  <p:childTnLst>
                                    <p:animEffect transition="out" filter="wipe(left)">
                                      <p:cBhvr>
                                        <p:cTn id="125" dur="900"/>
                                        <p:tgtEl>
                                          <p:spTgt spid="11"/>
                                        </p:tgtEl>
                                      </p:cBhvr>
                                    </p:animEffect>
                                    <p:set>
                                      <p:cBhvr>
                                        <p:cTn id="126" dur="1" fill="hold">
                                          <p:stCondLst>
                                            <p:cond delay="899"/>
                                          </p:stCondLst>
                                        </p:cTn>
                                        <p:tgtEl>
                                          <p:spTgt spid="11"/>
                                        </p:tgtEl>
                                        <p:attrNameLst>
                                          <p:attrName>style.visibility</p:attrName>
                                        </p:attrNameLst>
                                      </p:cBhvr>
                                      <p:to>
                                        <p:strVal val="hidden"/>
                                      </p:to>
                                    </p:set>
                                  </p:childTnLst>
                                </p:cTn>
                              </p:par>
                              <p:par>
                                <p:cTn id="130" presetID="10" presetClass="exit" presetSubtype="0" fill="hold" grpId="1" nodeType="withEffect">
                                  <p:stCondLst>
                                    <p:cond delay="1500"/>
                                  </p:stCondLst>
                                  <p:childTnLst>
                                    <p:animEffect transition="out" filter="fade">
                                      <p:cBhvr>
                                        <p:cTn id="128" dur="300"/>
                                        <p:tgtEl>
                                          <p:spTgt spid="12"/>
                                        </p:tgtEl>
                                      </p:cBhvr>
                                    </p:animEffect>
                                    <p:set>
                                      <p:cBhvr>
                                        <p:cTn id="129" dur="1" fill="hold">
                                          <p:stCondLst>
                                            <p:cond delay="299"/>
                                          </p:stCondLst>
                                        </p:cTn>
                                        <p:tgtEl>
                                          <p:spTgt spid="12"/>
                                        </p:tgtEl>
                                        <p:attrNameLst>
                                          <p:attrName>style.visibility</p:attrName>
                                        </p:attrNameLst>
                                      </p:cBhvr>
                                      <p:to>
                                        <p:strVal val="hidden"/>
                                      </p:to>
                                    </p:set>
                                  </p:childTnLst>
                                </p:cTn>
                              </p:par>
                              <p:par>
                                <p:cTn id="133" presetID="22" presetClass="exit" presetSubtype="8" fill="hold" grpId="1" nodeType="withEffect">
                                  <p:stCondLst>
                                    <p:cond delay="1800"/>
                                  </p:stCondLst>
                                  <p:childTnLst>
                                    <p:animEffect transition="out" filter="wipe(left)">
                                      <p:cBhvr>
                                        <p:cTn id="131" dur="900"/>
                                        <p:tgtEl>
                                          <p:spTgt spid="17"/>
                                        </p:tgtEl>
                                      </p:cBhvr>
                                    </p:animEffect>
                                    <p:set>
                                      <p:cBhvr>
                                        <p:cTn id="132" dur="1" fill="hold">
                                          <p:stCondLst>
                                            <p:cond delay="899"/>
                                          </p:stCondLst>
                                        </p:cTn>
                                        <p:tgtEl>
                                          <p:spTgt spid="17"/>
                                        </p:tgtEl>
                                        <p:attrNameLst>
                                          <p:attrName>style.visibility</p:attrName>
                                        </p:attrNameLst>
                                      </p:cBhvr>
                                      <p:to>
                                        <p:strVal val="hidden"/>
                                      </p:to>
                                    </p:set>
                                  </p:childTnLst>
                                </p:cTn>
                              </p:par>
                              <p:par>
                                <p:cTn id="136" presetID="10" presetClass="exit" presetSubtype="0" fill="hold" grpId="1" nodeType="withEffect">
                                  <p:stCondLst>
                                    <p:cond delay="1800"/>
                                  </p:stCondLst>
                                  <p:childTnLst>
                                    <p:animEffect transition="out" filter="fade">
                                      <p:cBhvr>
                                        <p:cTn id="134" dur="300"/>
                                        <p:tgtEl>
                                          <p:spTgt spid="18"/>
                                        </p:tgtEl>
                                      </p:cBhvr>
                                    </p:animEffect>
                                    <p:set>
                                      <p:cBhvr>
                                        <p:cTn id="135" dur="1" fill="hold">
                                          <p:stCondLst>
                                            <p:cond delay="299"/>
                                          </p:stCondLst>
                                        </p:cTn>
                                        <p:tgtEl>
                                          <p:spTgt spid="18"/>
                                        </p:tgtEl>
                                        <p:attrNameLst>
                                          <p:attrName>style.visibility</p:attrName>
                                        </p:attrNameLst>
                                      </p:cBhvr>
                                      <p:to>
                                        <p:strVal val="hidden"/>
                                      </p:to>
                                    </p:set>
                                  </p:childTnLst>
                                </p:cTn>
                              </p:par>
                              <p:par>
                                <p:cTn id="141" presetID="53" presetClass="entr" presetSubtype="32" fill="hold" grpId="0" nodeType="withEffect">
                                  <p:stCondLst>
                                    <p:cond delay="2000"/>
                                  </p:stCondLst>
                                  <p:childTnLst>
                                    <p:set>
                                      <p:cBhvr>
                                        <p:cTn id="137" dur="1" fill="hold">
                                          <p:stCondLst>
                                            <p:cond delay="0"/>
                                          </p:stCondLst>
                                        </p:cTn>
                                        <p:tgtEl>
                                          <p:spTgt spid="9"/>
                                        </p:tgtEl>
                                        <p:attrNameLst>
                                          <p:attrName>style.visibility</p:attrName>
                                        </p:attrNameLst>
                                      </p:cBhvr>
                                      <p:to>
                                        <p:strVal val="visible"/>
                                      </p:to>
                                    </p:set>
                                    <p:anim calcmode="lin" valueType="num">
                                      <p:cBhvr additive="base">
                                        <p:cTn id="138" dur="450" fill="hold"/>
                                        <p:tgtEl>
                                          <p:spTgt spid="9"/>
                                        </p:tgtEl>
                                        <p:attrNameLst>
                                          <p:attrName>ppt_w</p:attrName>
                                        </p:attrNameLst>
                                      </p:cBhvr>
                                      <p:tavLst>
                                        <p:tav tm="0">
                                          <p:val>
                                            <p:strVal val="#ppt_w*2.4"/>
                                          </p:val>
                                        </p:tav>
                                        <p:tav tm="100000">
                                          <p:val>
                                            <p:strVal val="#ppt_w"/>
                                          </p:val>
                                        </p:tav>
                                      </p:tavLst>
                                    </p:anim>
                                    <p:anim calcmode="lin" valueType="num">
                                      <p:cBhvr additive="base">
                                        <p:cTn id="139" dur="450" fill="hold"/>
                                        <p:tgtEl>
                                          <p:spTgt spid="9"/>
                                        </p:tgtEl>
                                        <p:attrNameLst>
                                          <p:attrName>ppt_h</p:attrName>
                                        </p:attrNameLst>
                                      </p:cBhvr>
                                      <p:tavLst>
                                        <p:tav tm="0">
                                          <p:val>
                                            <p:strVal val="#ppt_h*2.4"/>
                                          </p:val>
                                        </p:tav>
                                        <p:tav tm="100000">
                                          <p:val>
                                            <p:strVal val="#ppt_h"/>
                                          </p:val>
                                        </p:tav>
                                      </p:tavLst>
                                    </p:anim>
                                    <p:animEffect transition="in" filter="fade">
                                      <p:cBhvr>
                                        <p:cTn id="140" dur="450"/>
                                        <p:tgtEl>
                                          <p:spTgt spid="9"/>
                                        </p:tgtEl>
                                      </p:cBhvr>
                                    </p:animEffect>
                                  </p:childTnLst>
                                </p:cTn>
                              </p:par>
                              <p:par>
                                <p:cTn id="144" presetID="22" presetClass="exit" presetSubtype="8" fill="hold" grpId="1" nodeType="withEffect">
                                  <p:stCondLst>
                                    <p:cond delay="2100"/>
                                  </p:stCondLst>
                                  <p:childTnLst>
                                    <p:animEffect transition="out" filter="wipe(left)">
                                      <p:cBhvr>
                                        <p:cTn id="142" dur="900"/>
                                        <p:tgtEl>
                                          <p:spTgt spid="23"/>
                                        </p:tgtEl>
                                      </p:cBhvr>
                                    </p:animEffect>
                                    <p:set>
                                      <p:cBhvr>
                                        <p:cTn id="143" dur="1" fill="hold">
                                          <p:stCondLst>
                                            <p:cond delay="899"/>
                                          </p:stCondLst>
                                        </p:cTn>
                                        <p:tgtEl>
                                          <p:spTgt spid="23"/>
                                        </p:tgtEl>
                                        <p:attrNameLst>
                                          <p:attrName>style.visibility</p:attrName>
                                        </p:attrNameLst>
                                      </p:cBhvr>
                                      <p:to>
                                        <p:strVal val="hidden"/>
                                      </p:to>
                                    </p:set>
                                  </p:childTnLst>
                                </p:cTn>
                              </p:par>
                              <p:par>
                                <p:cTn id="147" presetID="10" presetClass="exit" presetSubtype="0" fill="hold" grpId="1" nodeType="withEffect">
                                  <p:stCondLst>
                                    <p:cond delay="2100"/>
                                  </p:stCondLst>
                                  <p:childTnLst>
                                    <p:animEffect transition="out" filter="fade">
                                      <p:cBhvr>
                                        <p:cTn id="145" dur="300"/>
                                        <p:tgtEl>
                                          <p:spTgt spid="24"/>
                                        </p:tgtEl>
                                      </p:cBhvr>
                                    </p:animEffect>
                                    <p:set>
                                      <p:cBhvr>
                                        <p:cTn id="146" dur="1" fill="hold">
                                          <p:stCondLst>
                                            <p:cond delay="299"/>
                                          </p:stCondLst>
                                        </p:cTn>
                                        <p:tgtEl>
                                          <p:spTgt spid="24"/>
                                        </p:tgtEl>
                                        <p:attrNameLst>
                                          <p:attrName>style.visibility</p:attrName>
                                        </p:attrNameLst>
                                      </p:cBhvr>
                                      <p:to>
                                        <p:strVal val="hidden"/>
                                      </p:to>
                                    </p:set>
                                  </p:childTnLst>
                                </p:cTn>
                              </p:par>
                              <p:par>
                                <p:cTn id="152" presetID="53" presetClass="entr" presetSubtype="32" fill="hold" grpId="0" nodeType="withEffect">
                                  <p:stCondLst>
                                    <p:cond delay="2300"/>
                                  </p:stCondLst>
                                  <p:childTnLst>
                                    <p:set>
                                      <p:cBhvr>
                                        <p:cTn id="148" dur="1" fill="hold">
                                          <p:stCondLst>
                                            <p:cond delay="0"/>
                                          </p:stCondLst>
                                        </p:cTn>
                                        <p:tgtEl>
                                          <p:spTgt spid="15"/>
                                        </p:tgtEl>
                                        <p:attrNameLst>
                                          <p:attrName>style.visibility</p:attrName>
                                        </p:attrNameLst>
                                      </p:cBhvr>
                                      <p:to>
                                        <p:strVal val="visible"/>
                                      </p:to>
                                    </p:set>
                                    <p:anim calcmode="lin" valueType="num">
                                      <p:cBhvr additive="base">
                                        <p:cTn id="149" dur="450" fill="hold"/>
                                        <p:tgtEl>
                                          <p:spTgt spid="15"/>
                                        </p:tgtEl>
                                        <p:attrNameLst>
                                          <p:attrName>ppt_w</p:attrName>
                                        </p:attrNameLst>
                                      </p:cBhvr>
                                      <p:tavLst>
                                        <p:tav tm="0">
                                          <p:val>
                                            <p:strVal val="#ppt_w*2.4"/>
                                          </p:val>
                                        </p:tav>
                                        <p:tav tm="100000">
                                          <p:val>
                                            <p:strVal val="#ppt_w"/>
                                          </p:val>
                                        </p:tav>
                                      </p:tavLst>
                                    </p:anim>
                                    <p:anim calcmode="lin" valueType="num">
                                      <p:cBhvr additive="base">
                                        <p:cTn id="150" dur="450" fill="hold"/>
                                        <p:tgtEl>
                                          <p:spTgt spid="15"/>
                                        </p:tgtEl>
                                        <p:attrNameLst>
                                          <p:attrName>ppt_h</p:attrName>
                                        </p:attrNameLst>
                                      </p:cBhvr>
                                      <p:tavLst>
                                        <p:tav tm="0">
                                          <p:val>
                                            <p:strVal val="#ppt_h*2.4"/>
                                          </p:val>
                                        </p:tav>
                                        <p:tav tm="100000">
                                          <p:val>
                                            <p:strVal val="#ppt_h"/>
                                          </p:val>
                                        </p:tav>
                                      </p:tavLst>
                                    </p:anim>
                                    <p:animEffect transition="in" filter="fade">
                                      <p:cBhvr>
                                        <p:cTn id="151" dur="450"/>
                                        <p:tgtEl>
                                          <p:spTgt spid="15"/>
                                        </p:tgtEl>
                                      </p:cBhvr>
                                    </p:animEffect>
                                  </p:childTnLst>
                                </p:cTn>
                              </p:par>
                              <p:par>
                                <p:cTn id="154" presetID="32" presetClass="emph" presetSubtype="0" fill="hold" grpId="1" nodeType="withEffect" autoRev="1" repeatCount="6000">
                                  <p:stCondLst>
                                    <p:cond delay="2400"/>
                                  </p:stCondLst>
                                  <p:childTnLst>
                                    <p:animRot by="240000">
                                      <p:cBhvr>
                                        <p:cTn id="153" dur="90" fill="hold"/>
                                        <p:tgtEl>
                                          <p:spTgt spid="29"/>
                                        </p:tgtEl>
                                        <p:attrNameLst>
                                          <p:attrName>r</p:attrName>
                                        </p:attrNameLst>
                                      </p:cBhvr>
                                    </p:animRot>
                                  </p:childTnLst>
                                </p:cTn>
                              </p:par>
                              <p:par>
                                <p:cTn id="156" presetID="32" presetClass="emph" presetSubtype="0" fill="hold" grpId="1" nodeType="withEffect" autoRev="1" repeatCount="6000">
                                  <p:stCondLst>
                                    <p:cond delay="2400"/>
                                  </p:stCondLst>
                                  <p:childTnLst>
                                    <p:animRot by="240000">
                                      <p:cBhvr>
                                        <p:cTn id="155" dur="90" fill="hold"/>
                                        <p:tgtEl>
                                          <p:spTgt spid="30"/>
                                        </p:tgtEl>
                                        <p:attrNameLst>
                                          <p:attrName>r</p:attrName>
                                        </p:attrNameLst>
                                      </p:cBhvr>
                                    </p:animRot>
                                  </p:childTnLst>
                                </p:cTn>
                              </p:par>
                              <p:par>
                                <p:cTn id="161" presetID="53" presetClass="entr" presetSubtype="32" fill="hold" grpId="0" nodeType="withEffect">
                                  <p:stCondLst>
                                    <p:cond delay="2600"/>
                                  </p:stCondLst>
                                  <p:childTnLst>
                                    <p:set>
                                      <p:cBhvr>
                                        <p:cTn id="157" dur="1" fill="hold">
                                          <p:stCondLst>
                                            <p:cond delay="0"/>
                                          </p:stCondLst>
                                        </p:cTn>
                                        <p:tgtEl>
                                          <p:spTgt spid="21"/>
                                        </p:tgtEl>
                                        <p:attrNameLst>
                                          <p:attrName>style.visibility</p:attrName>
                                        </p:attrNameLst>
                                      </p:cBhvr>
                                      <p:to>
                                        <p:strVal val="visible"/>
                                      </p:to>
                                    </p:set>
                                    <p:anim calcmode="lin" valueType="num">
                                      <p:cBhvr additive="base">
                                        <p:cTn id="158" dur="450" fill="hold"/>
                                        <p:tgtEl>
                                          <p:spTgt spid="21"/>
                                        </p:tgtEl>
                                        <p:attrNameLst>
                                          <p:attrName>ppt_w</p:attrName>
                                        </p:attrNameLst>
                                      </p:cBhvr>
                                      <p:tavLst>
                                        <p:tav tm="0">
                                          <p:val>
                                            <p:strVal val="#ppt_w*2.4"/>
                                          </p:val>
                                        </p:tav>
                                        <p:tav tm="100000">
                                          <p:val>
                                            <p:strVal val="#ppt_w"/>
                                          </p:val>
                                        </p:tav>
                                      </p:tavLst>
                                    </p:anim>
                                    <p:anim calcmode="lin" valueType="num">
                                      <p:cBhvr additive="base">
                                        <p:cTn id="159" dur="450" fill="hold"/>
                                        <p:tgtEl>
                                          <p:spTgt spid="21"/>
                                        </p:tgtEl>
                                        <p:attrNameLst>
                                          <p:attrName>ppt_h</p:attrName>
                                        </p:attrNameLst>
                                      </p:cBhvr>
                                      <p:tavLst>
                                        <p:tav tm="0">
                                          <p:val>
                                            <p:strVal val="#ppt_h*2.4"/>
                                          </p:val>
                                        </p:tav>
                                        <p:tav tm="100000">
                                          <p:val>
                                            <p:strVal val="#ppt_h"/>
                                          </p:val>
                                        </p:tav>
                                      </p:tavLst>
                                    </p:anim>
                                    <p:animEffect transition="in" filter="fade">
                                      <p:cBhvr>
                                        <p:cTn id="160" dur="450"/>
                                        <p:tgtEl>
                                          <p:spTgt spid="21"/>
                                        </p:tgtEl>
                                      </p:cBhvr>
                                    </p:animEffect>
                                  </p:childTnLst>
                                </p:cTn>
                              </p:par>
                              <p:par>
                                <p:cTn id="166" presetID="53" presetClass="entr" presetSubtype="32" fill="hold" grpId="0" nodeType="withEffect">
                                  <p:stCondLst>
                                    <p:cond delay="2900"/>
                                  </p:stCondLst>
                                  <p:childTnLst>
                                    <p:set>
                                      <p:cBhvr>
                                        <p:cTn id="162" dur="1" fill="hold">
                                          <p:stCondLst>
                                            <p:cond delay="0"/>
                                          </p:stCondLst>
                                        </p:cTn>
                                        <p:tgtEl>
                                          <p:spTgt spid="27"/>
                                        </p:tgtEl>
                                        <p:attrNameLst>
                                          <p:attrName>style.visibility</p:attrName>
                                        </p:attrNameLst>
                                      </p:cBhvr>
                                      <p:to>
                                        <p:strVal val="visible"/>
                                      </p:to>
                                    </p:set>
                                    <p:anim calcmode="lin" valueType="num">
                                      <p:cBhvr additive="base">
                                        <p:cTn id="163" dur="450" fill="hold"/>
                                        <p:tgtEl>
                                          <p:spTgt spid="27"/>
                                        </p:tgtEl>
                                        <p:attrNameLst>
                                          <p:attrName>ppt_w</p:attrName>
                                        </p:attrNameLst>
                                      </p:cBhvr>
                                      <p:tavLst>
                                        <p:tav tm="0">
                                          <p:val>
                                            <p:strVal val="#ppt_w*2.4"/>
                                          </p:val>
                                        </p:tav>
                                        <p:tav tm="100000">
                                          <p:val>
                                            <p:strVal val="#ppt_w"/>
                                          </p:val>
                                        </p:tav>
                                      </p:tavLst>
                                    </p:anim>
                                    <p:anim calcmode="lin" valueType="num">
                                      <p:cBhvr additive="base">
                                        <p:cTn id="164" dur="450" fill="hold"/>
                                        <p:tgtEl>
                                          <p:spTgt spid="27"/>
                                        </p:tgtEl>
                                        <p:attrNameLst>
                                          <p:attrName>ppt_h</p:attrName>
                                        </p:attrNameLst>
                                      </p:cBhvr>
                                      <p:tavLst>
                                        <p:tav tm="0">
                                          <p:val>
                                            <p:strVal val="#ppt_h*2.4"/>
                                          </p:val>
                                        </p:tav>
                                        <p:tav tm="100000">
                                          <p:val>
                                            <p:strVal val="#ppt_h"/>
                                          </p:val>
                                        </p:tav>
                                      </p:tavLst>
                                    </p:anim>
                                    <p:animEffect transition="in" filter="fade">
                                      <p:cBhvr>
                                        <p:cTn id="165" dur="450"/>
                                        <p:tgtEl>
                                          <p:spTgt spid="27"/>
                                        </p:tgtEl>
                                      </p:cBhvr>
                                    </p:animEffect>
                                  </p:childTnLst>
                                </p:cTn>
                              </p:par>
                              <p:par>
                                <p:cTn id="171" presetID="53" presetClass="entr" presetSubtype="32" fill="hold" grpId="0" nodeType="withEffect">
                                  <p:stCondLst>
                                    <p:cond delay="3200"/>
                                  </p:stCondLst>
                                  <p:childTnLst>
                                    <p:set>
                                      <p:cBhvr>
                                        <p:cTn id="167" dur="1" fill="hold">
                                          <p:stCondLst>
                                            <p:cond delay="0"/>
                                          </p:stCondLst>
                                        </p:cTn>
                                        <p:tgtEl>
                                          <p:spTgt spid="33"/>
                                        </p:tgtEl>
                                        <p:attrNameLst>
                                          <p:attrName>style.visibility</p:attrName>
                                        </p:attrNameLst>
                                      </p:cBhvr>
                                      <p:to>
                                        <p:strVal val="visible"/>
                                      </p:to>
                                    </p:set>
                                    <p:anim calcmode="lin" valueType="num">
                                      <p:cBhvr additive="base">
                                        <p:cTn id="168" dur="450" fill="hold"/>
                                        <p:tgtEl>
                                          <p:spTgt spid="33"/>
                                        </p:tgtEl>
                                        <p:attrNameLst>
                                          <p:attrName>ppt_w</p:attrName>
                                        </p:attrNameLst>
                                      </p:cBhvr>
                                      <p:tavLst>
                                        <p:tav tm="0">
                                          <p:val>
                                            <p:strVal val="#ppt_w*2.4"/>
                                          </p:val>
                                        </p:tav>
                                        <p:tav tm="100000">
                                          <p:val>
                                            <p:strVal val="#ppt_w"/>
                                          </p:val>
                                        </p:tav>
                                      </p:tavLst>
                                    </p:anim>
                                    <p:anim calcmode="lin" valueType="num">
                                      <p:cBhvr additive="base">
                                        <p:cTn id="169" dur="450" fill="hold"/>
                                        <p:tgtEl>
                                          <p:spTgt spid="33"/>
                                        </p:tgtEl>
                                        <p:attrNameLst>
                                          <p:attrName>ppt_h</p:attrName>
                                        </p:attrNameLst>
                                      </p:cBhvr>
                                      <p:tavLst>
                                        <p:tav tm="0">
                                          <p:val>
                                            <p:strVal val="#ppt_h*2.4"/>
                                          </p:val>
                                        </p:tav>
                                        <p:tav tm="100000">
                                          <p:val>
                                            <p:strVal val="#ppt_h"/>
                                          </p:val>
                                        </p:tav>
                                      </p:tavLst>
                                    </p:anim>
                                    <p:animEffect transition="in" filter="fade">
                                      <p:cBhvr>
                                        <p:cTn id="170" dur="450"/>
                                        <p:tgtEl>
                                          <p:spTgt spid="33"/>
                                        </p:tgtEl>
                                      </p:cBhvr>
                                    </p:animEffect>
                                  </p:childTnLst>
                                </p:cTn>
                              </p:par>
                              <p:par>
                                <p:cTn id="174" presetID="10" presetClass="entr" presetSubtype="0" fill="hold" grpId="0" nodeType="withEffect">
                                  <p:stCondLst>
                                    <p:cond delay="3600"/>
                                  </p:stCondLst>
                                  <p:childTnLst>
                                    <p:set>
                                      <p:cBhvr>
                                        <p:cTn id="172" dur="1" fill="hold">
                                          <p:stCondLst>
                                            <p:cond delay="0"/>
                                          </p:stCondLst>
                                        </p:cTn>
                                        <p:tgtEl>
                                          <p:spTgt spid="34"/>
                                        </p:tgtEl>
                                        <p:attrNameLst>
                                          <p:attrName>style.visibility</p:attrName>
                                        </p:attrNameLst>
                                      </p:cBhvr>
                                      <p:to>
                                        <p:strVal val="visible"/>
                                      </p:to>
                                    </p:set>
                                    <p:animEffect transition="in" filter="fade">
                                      <p:cBhvr>
                                        <p:cTn id="173" dur="600"/>
                                        <p:tgtEl>
                                          <p:spTgt spid="34"/>
                                        </p:tgtEl>
                                      </p:cBhvr>
                                    </p:animEffect>
                                  </p:childTnLst>
                                </p:cTn>
                              </p:par>
                              <p:par>
                                <p:cTn id="178" presetID="22" presetClass="entr" presetSubtype="1" fill="hold" grpId="0" nodeType="withEffect">
                                  <p:stCondLst>
                                    <p:cond delay="3900"/>
                                  </p:stCondLst>
                                  <p:childTnLst>
                                    <p:set>
                                      <p:cBhvr>
                                        <p:cTn id="175" dur="1" fill="hold">
                                          <p:stCondLst>
                                            <p:cond delay="0"/>
                                          </p:stCondLst>
                                        </p:cTn>
                                        <p:tgtEl>
                                          <p:spTgt spid="35"/>
                                        </p:tgtEl>
                                        <p:attrNameLst>
                                          <p:attrName>style.visibility</p:attrName>
                                        </p:attrNameLst>
                                      </p:cBhvr>
                                      <p:to>
                                        <p:strVal val="visible"/>
                                      </p:to>
                                    </p:set>
                                    <p:animEffect transition="in" filter="wipe(down)">
                                      <p:cBhvr>
                                        <p:cTn id="176" dur="700"/>
                                        <p:tgtEl>
                                          <p:spTgt spid="35"/>
                                        </p:tgtEl>
                                      </p:cBhvr>
                                    </p:animEffect>
                                    <p:animEffect transition="in" filter="fade">
                                      <p:cBhvr>
                                        <p:cTn id="177" dur="700"/>
                                        <p:tgtEl>
                                          <p:spTgt spid="35"/>
                                        </p:tgtEl>
                                      </p:cBhvr>
                                    </p:animEffect>
                                  </p:childTnLst>
                                </p:cTn>
                              </p:par>
                              <p:par>
                                <p:cTn id="182" presetID="22" presetClass="entr" presetSubtype="1" fill="hold" grpId="0" nodeType="withEffect">
                                  <p:stCondLst>
                                    <p:cond delay="3900"/>
                                  </p:stCondLst>
                                  <p:childTnLst>
                                    <p:set>
                                      <p:cBhvr>
                                        <p:cTn id="179" dur="1" fill="hold">
                                          <p:stCondLst>
                                            <p:cond delay="0"/>
                                          </p:stCondLst>
                                        </p:cTn>
                                        <p:tgtEl>
                                          <p:spTgt spid="36"/>
                                        </p:tgtEl>
                                        <p:attrNameLst>
                                          <p:attrName>style.visibility</p:attrName>
                                        </p:attrNameLst>
                                      </p:cBhvr>
                                      <p:to>
                                        <p:strVal val="visible"/>
                                      </p:to>
                                    </p:set>
                                    <p:animEffect transition="in" filter="wipe(down)">
                                      <p:cBhvr>
                                        <p:cTn id="180" dur="700"/>
                                        <p:tgtEl>
                                          <p:spTgt spid="36"/>
                                        </p:tgtEl>
                                      </p:cBhvr>
                                    </p:animEffect>
                                    <p:animEffect transition="in" filter="fade">
                                      <p:cBhvr>
                                        <p:cTn id="181" dur="700"/>
                                        <p:tgtEl>
                                          <p:spTgt spid="36"/>
                                        </p:tgtEl>
                                      </p:cBhvr>
                                    </p:animEffect>
                                  </p:childTnLst>
                                </p:cTn>
                              </p:par>
                              <p:par>
                                <p:cTn id="186" presetID="22" presetClass="entr" presetSubtype="1" fill="hold" grpId="0" nodeType="withEffect">
                                  <p:stCondLst>
                                    <p:cond delay="4100"/>
                                  </p:stCondLst>
                                  <p:childTnLst>
                                    <p:set>
                                      <p:cBhvr>
                                        <p:cTn id="183" dur="1" fill="hold">
                                          <p:stCondLst>
                                            <p:cond delay="0"/>
                                          </p:stCondLst>
                                        </p:cTn>
                                        <p:tgtEl>
                                          <p:spTgt spid="38"/>
                                        </p:tgtEl>
                                        <p:attrNameLst>
                                          <p:attrName>style.visibility</p:attrName>
                                        </p:attrNameLst>
                                      </p:cBhvr>
                                      <p:to>
                                        <p:strVal val="visible"/>
                                      </p:to>
                                    </p:set>
                                    <p:animEffect transition="in" filter="wipe(down)">
                                      <p:cBhvr>
                                        <p:cTn id="184" dur="700"/>
                                        <p:tgtEl>
                                          <p:spTgt spid="38"/>
                                        </p:tgtEl>
                                      </p:cBhvr>
                                    </p:animEffect>
                                    <p:animEffect transition="in" filter="fade">
                                      <p:cBhvr>
                                        <p:cTn id="185" dur="700"/>
                                        <p:tgtEl>
                                          <p:spTgt spid="38"/>
                                        </p:tgtEl>
                                      </p:cBhvr>
                                    </p:animEffect>
                                  </p:childTnLst>
                                </p:cTn>
                              </p:par>
                              <p:par>
                                <p:cTn id="190" presetID="22" presetClass="entr" presetSubtype="1" fill="hold" grpId="0" nodeType="withEffect">
                                  <p:stCondLst>
                                    <p:cond delay="4100"/>
                                  </p:stCondLst>
                                  <p:childTnLst>
                                    <p:set>
                                      <p:cBhvr>
                                        <p:cTn id="187" dur="1" fill="hold">
                                          <p:stCondLst>
                                            <p:cond delay="0"/>
                                          </p:stCondLst>
                                        </p:cTn>
                                        <p:tgtEl>
                                          <p:spTgt spid="39"/>
                                        </p:tgtEl>
                                        <p:attrNameLst>
                                          <p:attrName>style.visibility</p:attrName>
                                        </p:attrNameLst>
                                      </p:cBhvr>
                                      <p:to>
                                        <p:strVal val="visible"/>
                                      </p:to>
                                    </p:set>
                                    <p:animEffect transition="in" filter="wipe(down)">
                                      <p:cBhvr>
                                        <p:cTn id="188" dur="700"/>
                                        <p:tgtEl>
                                          <p:spTgt spid="39"/>
                                        </p:tgtEl>
                                      </p:cBhvr>
                                    </p:animEffect>
                                    <p:animEffect transition="in" filter="fade">
                                      <p:cBhvr>
                                        <p:cTn id="189" dur="700"/>
                                        <p:tgtEl>
                                          <p:spTgt spid="39"/>
                                        </p:tgtEl>
                                      </p:cBhvr>
                                    </p:animEffect>
                                  </p:childTnLst>
                                </p:cTn>
                              </p:par>
                              <p:par>
                                <p:cTn id="195" presetID="53" presetClass="entr" presetSubtype="16" fill="hold" grpId="0" nodeType="withEffect">
                                  <p:stCondLst>
                                    <p:cond delay="4300"/>
                                  </p:stCondLst>
                                  <p:childTnLst>
                                    <p:set>
                                      <p:cBhvr>
                                        <p:cTn id="191" dur="1" fill="hold">
                                          <p:stCondLst>
                                            <p:cond delay="0"/>
                                          </p:stCondLst>
                                        </p:cTn>
                                        <p:tgtEl>
                                          <p:spTgt spid="37"/>
                                        </p:tgtEl>
                                        <p:attrNameLst>
                                          <p:attrName>style.visibility</p:attrName>
                                        </p:attrNameLst>
                                      </p:cBhvr>
                                      <p:to>
                                        <p:strVal val="visible"/>
                                      </p:to>
                                    </p:set>
                                    <p:anim calcmode="lin" valueType="num">
                                      <p:cBhvr additive="base">
                                        <p:cTn id="192" dur="400" fill="hold"/>
                                        <p:tgtEl>
                                          <p:spTgt spid="37"/>
                                        </p:tgtEl>
                                        <p:attrNameLst>
                                          <p:attrName>ppt_w</p:attrName>
                                        </p:attrNameLst>
                                      </p:cBhvr>
                                      <p:tavLst>
                                        <p:tav tm="0">
                                          <p:val>
                                            <p:strVal val="0"/>
                                          </p:val>
                                        </p:tav>
                                        <p:tav tm="100000">
                                          <p:val>
                                            <p:strVal val="#ppt_w"/>
                                          </p:val>
                                        </p:tav>
                                      </p:tavLst>
                                    </p:anim>
                                    <p:anim calcmode="lin" valueType="num">
                                      <p:cBhvr additive="base">
                                        <p:cTn id="193" dur="400" fill="hold"/>
                                        <p:tgtEl>
                                          <p:spTgt spid="37"/>
                                        </p:tgtEl>
                                        <p:attrNameLst>
                                          <p:attrName>ppt_h</p:attrName>
                                        </p:attrNameLst>
                                      </p:cBhvr>
                                      <p:tavLst>
                                        <p:tav tm="0">
                                          <p:val>
                                            <p:strVal val="0"/>
                                          </p:val>
                                        </p:tav>
                                        <p:tav tm="100000">
                                          <p:val>
                                            <p:strVal val="#ppt_h"/>
                                          </p:val>
                                        </p:tav>
                                      </p:tavLst>
                                    </p:anim>
                                    <p:animEffect transition="in" filter="fade">
                                      <p:cBhvr>
                                        <p:cTn id="194" dur="400"/>
                                        <p:tgtEl>
                                          <p:spTgt spid="37"/>
                                        </p:tgtEl>
                                      </p:cBhvr>
                                    </p:animEffect>
                                  </p:childTnLst>
                                </p:cTn>
                              </p:par>
                              <p:par>
                                <p:cTn id="199" presetID="22" presetClass="entr" presetSubtype="1" fill="hold" grpId="0" nodeType="withEffect">
                                  <p:stCondLst>
                                    <p:cond delay="4300"/>
                                  </p:stCondLst>
                                  <p:childTnLst>
                                    <p:set>
                                      <p:cBhvr>
                                        <p:cTn id="196" dur="1" fill="hold">
                                          <p:stCondLst>
                                            <p:cond delay="0"/>
                                          </p:stCondLst>
                                        </p:cTn>
                                        <p:tgtEl>
                                          <p:spTgt spid="41"/>
                                        </p:tgtEl>
                                        <p:attrNameLst>
                                          <p:attrName>style.visibility</p:attrName>
                                        </p:attrNameLst>
                                      </p:cBhvr>
                                      <p:to>
                                        <p:strVal val="visible"/>
                                      </p:to>
                                    </p:set>
                                    <p:animEffect transition="in" filter="wipe(down)">
                                      <p:cBhvr>
                                        <p:cTn id="197" dur="700"/>
                                        <p:tgtEl>
                                          <p:spTgt spid="41"/>
                                        </p:tgtEl>
                                      </p:cBhvr>
                                    </p:animEffect>
                                    <p:animEffect transition="in" filter="fade">
                                      <p:cBhvr>
                                        <p:cTn id="198" dur="700"/>
                                        <p:tgtEl>
                                          <p:spTgt spid="41"/>
                                        </p:tgtEl>
                                      </p:cBhvr>
                                    </p:animEffect>
                                  </p:childTnLst>
                                </p:cTn>
                              </p:par>
                              <p:par>
                                <p:cTn id="203" presetID="22" presetClass="entr" presetSubtype="1" fill="hold" grpId="0" nodeType="withEffect">
                                  <p:stCondLst>
                                    <p:cond delay="4300"/>
                                  </p:stCondLst>
                                  <p:childTnLst>
                                    <p:set>
                                      <p:cBhvr>
                                        <p:cTn id="200" dur="1" fill="hold">
                                          <p:stCondLst>
                                            <p:cond delay="0"/>
                                          </p:stCondLst>
                                        </p:cTn>
                                        <p:tgtEl>
                                          <p:spTgt spid="42"/>
                                        </p:tgtEl>
                                        <p:attrNameLst>
                                          <p:attrName>style.visibility</p:attrName>
                                        </p:attrNameLst>
                                      </p:cBhvr>
                                      <p:to>
                                        <p:strVal val="visible"/>
                                      </p:to>
                                    </p:set>
                                    <p:animEffect transition="in" filter="wipe(down)">
                                      <p:cBhvr>
                                        <p:cTn id="201" dur="700"/>
                                        <p:tgtEl>
                                          <p:spTgt spid="42"/>
                                        </p:tgtEl>
                                      </p:cBhvr>
                                    </p:animEffect>
                                    <p:animEffect transition="in" filter="fade">
                                      <p:cBhvr>
                                        <p:cTn id="202" dur="700"/>
                                        <p:tgtEl>
                                          <p:spTgt spid="42"/>
                                        </p:tgtEl>
                                      </p:cBhvr>
                                    </p:animEffect>
                                  </p:childTnLst>
                                </p:cTn>
                              </p:par>
                              <p:par>
                                <p:cTn id="208" presetID="53" presetClass="entr" presetSubtype="16" fill="hold" grpId="0" nodeType="withEffect">
                                  <p:stCondLst>
                                    <p:cond delay="4500"/>
                                  </p:stCondLst>
                                  <p:childTnLst>
                                    <p:set>
                                      <p:cBhvr>
                                        <p:cTn id="204" dur="1" fill="hold">
                                          <p:stCondLst>
                                            <p:cond delay="0"/>
                                          </p:stCondLst>
                                        </p:cTn>
                                        <p:tgtEl>
                                          <p:spTgt spid="40"/>
                                        </p:tgtEl>
                                        <p:attrNameLst>
                                          <p:attrName>style.visibility</p:attrName>
                                        </p:attrNameLst>
                                      </p:cBhvr>
                                      <p:to>
                                        <p:strVal val="visible"/>
                                      </p:to>
                                    </p:set>
                                    <p:anim calcmode="lin" valueType="num">
                                      <p:cBhvr additive="base">
                                        <p:cTn id="205" dur="400" fill="hold"/>
                                        <p:tgtEl>
                                          <p:spTgt spid="40"/>
                                        </p:tgtEl>
                                        <p:attrNameLst>
                                          <p:attrName>ppt_w</p:attrName>
                                        </p:attrNameLst>
                                      </p:cBhvr>
                                      <p:tavLst>
                                        <p:tav tm="0">
                                          <p:val>
                                            <p:strVal val="0"/>
                                          </p:val>
                                        </p:tav>
                                        <p:tav tm="100000">
                                          <p:val>
                                            <p:strVal val="#ppt_w"/>
                                          </p:val>
                                        </p:tav>
                                      </p:tavLst>
                                    </p:anim>
                                    <p:anim calcmode="lin" valueType="num">
                                      <p:cBhvr additive="base">
                                        <p:cTn id="206" dur="400" fill="hold"/>
                                        <p:tgtEl>
                                          <p:spTgt spid="40"/>
                                        </p:tgtEl>
                                        <p:attrNameLst>
                                          <p:attrName>ppt_h</p:attrName>
                                        </p:attrNameLst>
                                      </p:cBhvr>
                                      <p:tavLst>
                                        <p:tav tm="0">
                                          <p:val>
                                            <p:strVal val="0"/>
                                          </p:val>
                                        </p:tav>
                                        <p:tav tm="100000">
                                          <p:val>
                                            <p:strVal val="#ppt_h"/>
                                          </p:val>
                                        </p:tav>
                                      </p:tavLst>
                                    </p:anim>
                                    <p:animEffect transition="in" filter="fade">
                                      <p:cBhvr>
                                        <p:cTn id="207" dur="400"/>
                                        <p:tgtEl>
                                          <p:spTgt spid="40"/>
                                        </p:tgtEl>
                                      </p:cBhvr>
                                    </p:animEffect>
                                  </p:childTnLst>
                                </p:cTn>
                              </p:par>
                              <p:par>
                                <p:cTn id="212" presetID="22" presetClass="entr" presetSubtype="1" fill="hold" grpId="0" nodeType="withEffect">
                                  <p:stCondLst>
                                    <p:cond delay="4500"/>
                                  </p:stCondLst>
                                  <p:childTnLst>
                                    <p:set>
                                      <p:cBhvr>
                                        <p:cTn id="209" dur="1" fill="hold">
                                          <p:stCondLst>
                                            <p:cond delay="0"/>
                                          </p:stCondLst>
                                        </p:cTn>
                                        <p:tgtEl>
                                          <p:spTgt spid="44"/>
                                        </p:tgtEl>
                                        <p:attrNameLst>
                                          <p:attrName>style.visibility</p:attrName>
                                        </p:attrNameLst>
                                      </p:cBhvr>
                                      <p:to>
                                        <p:strVal val="visible"/>
                                      </p:to>
                                    </p:set>
                                    <p:animEffect transition="in" filter="wipe(down)">
                                      <p:cBhvr>
                                        <p:cTn id="210" dur="700"/>
                                        <p:tgtEl>
                                          <p:spTgt spid="44"/>
                                        </p:tgtEl>
                                      </p:cBhvr>
                                    </p:animEffect>
                                    <p:animEffect transition="in" filter="fade">
                                      <p:cBhvr>
                                        <p:cTn id="211" dur="700"/>
                                        <p:tgtEl>
                                          <p:spTgt spid="44"/>
                                        </p:tgtEl>
                                      </p:cBhvr>
                                    </p:animEffect>
                                  </p:childTnLst>
                                </p:cTn>
                              </p:par>
                              <p:par>
                                <p:cTn id="216" presetID="22" presetClass="entr" presetSubtype="1" fill="hold" grpId="0" nodeType="withEffect">
                                  <p:stCondLst>
                                    <p:cond delay="4500"/>
                                  </p:stCondLst>
                                  <p:childTnLst>
                                    <p:set>
                                      <p:cBhvr>
                                        <p:cTn id="213" dur="1" fill="hold">
                                          <p:stCondLst>
                                            <p:cond delay="0"/>
                                          </p:stCondLst>
                                        </p:cTn>
                                        <p:tgtEl>
                                          <p:spTgt spid="45"/>
                                        </p:tgtEl>
                                        <p:attrNameLst>
                                          <p:attrName>style.visibility</p:attrName>
                                        </p:attrNameLst>
                                      </p:cBhvr>
                                      <p:to>
                                        <p:strVal val="visible"/>
                                      </p:to>
                                    </p:set>
                                    <p:animEffect transition="in" filter="wipe(down)">
                                      <p:cBhvr>
                                        <p:cTn id="214" dur="700"/>
                                        <p:tgtEl>
                                          <p:spTgt spid="45"/>
                                        </p:tgtEl>
                                      </p:cBhvr>
                                    </p:animEffect>
                                    <p:animEffect transition="in" filter="fade">
                                      <p:cBhvr>
                                        <p:cTn id="215" dur="700"/>
                                        <p:tgtEl>
                                          <p:spTgt spid="45"/>
                                        </p:tgtEl>
                                      </p:cBhvr>
                                    </p:animEffect>
                                  </p:childTnLst>
                                </p:cTn>
                              </p:par>
                              <p:par>
                                <p:cTn id="221" presetID="53" presetClass="entr" presetSubtype="16" fill="hold" grpId="0" nodeType="withEffect">
                                  <p:stCondLst>
                                    <p:cond delay="4700"/>
                                  </p:stCondLst>
                                  <p:childTnLst>
                                    <p:set>
                                      <p:cBhvr>
                                        <p:cTn id="217" dur="1" fill="hold">
                                          <p:stCondLst>
                                            <p:cond delay="0"/>
                                          </p:stCondLst>
                                        </p:cTn>
                                        <p:tgtEl>
                                          <p:spTgt spid="43"/>
                                        </p:tgtEl>
                                        <p:attrNameLst>
                                          <p:attrName>style.visibility</p:attrName>
                                        </p:attrNameLst>
                                      </p:cBhvr>
                                      <p:to>
                                        <p:strVal val="visible"/>
                                      </p:to>
                                    </p:set>
                                    <p:anim calcmode="lin" valueType="num">
                                      <p:cBhvr additive="base">
                                        <p:cTn id="218" dur="400" fill="hold"/>
                                        <p:tgtEl>
                                          <p:spTgt spid="43"/>
                                        </p:tgtEl>
                                        <p:attrNameLst>
                                          <p:attrName>ppt_w</p:attrName>
                                        </p:attrNameLst>
                                      </p:cBhvr>
                                      <p:tavLst>
                                        <p:tav tm="0">
                                          <p:val>
                                            <p:strVal val="0"/>
                                          </p:val>
                                        </p:tav>
                                        <p:tav tm="100000">
                                          <p:val>
                                            <p:strVal val="#ppt_w"/>
                                          </p:val>
                                        </p:tav>
                                      </p:tavLst>
                                    </p:anim>
                                    <p:anim calcmode="lin" valueType="num">
                                      <p:cBhvr additive="base">
                                        <p:cTn id="219" dur="400" fill="hold"/>
                                        <p:tgtEl>
                                          <p:spTgt spid="43"/>
                                        </p:tgtEl>
                                        <p:attrNameLst>
                                          <p:attrName>ppt_h</p:attrName>
                                        </p:attrNameLst>
                                      </p:cBhvr>
                                      <p:tavLst>
                                        <p:tav tm="0">
                                          <p:val>
                                            <p:strVal val="0"/>
                                          </p:val>
                                        </p:tav>
                                        <p:tav tm="100000">
                                          <p:val>
                                            <p:strVal val="#ppt_h"/>
                                          </p:val>
                                        </p:tav>
                                      </p:tavLst>
                                    </p:anim>
                                    <p:animEffect transition="in" filter="fade">
                                      <p:cBhvr>
                                        <p:cTn id="220" dur="400"/>
                                        <p:tgtEl>
                                          <p:spTgt spid="43"/>
                                        </p:tgtEl>
                                      </p:cBhvr>
                                    </p:animEffect>
                                  </p:childTnLst>
                                </p:cTn>
                              </p:par>
                              <p:par>
                                <p:cTn id="225" presetID="22" presetClass="entr" presetSubtype="1" fill="hold" grpId="0" nodeType="withEffect">
                                  <p:stCondLst>
                                    <p:cond delay="4700"/>
                                  </p:stCondLst>
                                  <p:childTnLst>
                                    <p:set>
                                      <p:cBhvr>
                                        <p:cTn id="222" dur="1" fill="hold">
                                          <p:stCondLst>
                                            <p:cond delay="0"/>
                                          </p:stCondLst>
                                        </p:cTn>
                                        <p:tgtEl>
                                          <p:spTgt spid="47"/>
                                        </p:tgtEl>
                                        <p:attrNameLst>
                                          <p:attrName>style.visibility</p:attrName>
                                        </p:attrNameLst>
                                      </p:cBhvr>
                                      <p:to>
                                        <p:strVal val="visible"/>
                                      </p:to>
                                    </p:set>
                                    <p:animEffect transition="in" filter="wipe(down)">
                                      <p:cBhvr>
                                        <p:cTn id="223" dur="700"/>
                                        <p:tgtEl>
                                          <p:spTgt spid="47"/>
                                        </p:tgtEl>
                                      </p:cBhvr>
                                    </p:animEffect>
                                    <p:animEffect transition="in" filter="fade">
                                      <p:cBhvr>
                                        <p:cTn id="224" dur="700"/>
                                        <p:tgtEl>
                                          <p:spTgt spid="47"/>
                                        </p:tgtEl>
                                      </p:cBhvr>
                                    </p:animEffect>
                                  </p:childTnLst>
                                </p:cTn>
                              </p:par>
                              <p:par>
                                <p:cTn id="229" presetID="22" presetClass="entr" presetSubtype="1" fill="hold" grpId="0" nodeType="withEffect">
                                  <p:stCondLst>
                                    <p:cond delay="4700"/>
                                  </p:stCondLst>
                                  <p:childTnLst>
                                    <p:set>
                                      <p:cBhvr>
                                        <p:cTn id="226" dur="1" fill="hold">
                                          <p:stCondLst>
                                            <p:cond delay="0"/>
                                          </p:stCondLst>
                                        </p:cTn>
                                        <p:tgtEl>
                                          <p:spTgt spid="48"/>
                                        </p:tgtEl>
                                        <p:attrNameLst>
                                          <p:attrName>style.visibility</p:attrName>
                                        </p:attrNameLst>
                                      </p:cBhvr>
                                      <p:to>
                                        <p:strVal val="visible"/>
                                      </p:to>
                                    </p:set>
                                    <p:animEffect transition="in" filter="wipe(down)">
                                      <p:cBhvr>
                                        <p:cTn id="227" dur="700"/>
                                        <p:tgtEl>
                                          <p:spTgt spid="48"/>
                                        </p:tgtEl>
                                      </p:cBhvr>
                                    </p:animEffect>
                                    <p:animEffect transition="in" filter="fade">
                                      <p:cBhvr>
                                        <p:cTn id="228" dur="700"/>
                                        <p:tgtEl>
                                          <p:spTgt spid="48"/>
                                        </p:tgtEl>
                                      </p:cBhvr>
                                    </p:animEffect>
                                  </p:childTnLst>
                                </p:cTn>
                              </p:par>
                              <p:par>
                                <p:cTn id="234" presetID="53" presetClass="entr" presetSubtype="16" fill="hold" grpId="0" nodeType="withEffect">
                                  <p:stCondLst>
                                    <p:cond delay="4900"/>
                                  </p:stCondLst>
                                  <p:childTnLst>
                                    <p:set>
                                      <p:cBhvr>
                                        <p:cTn id="230" dur="1" fill="hold">
                                          <p:stCondLst>
                                            <p:cond delay="0"/>
                                          </p:stCondLst>
                                        </p:cTn>
                                        <p:tgtEl>
                                          <p:spTgt spid="46"/>
                                        </p:tgtEl>
                                        <p:attrNameLst>
                                          <p:attrName>style.visibility</p:attrName>
                                        </p:attrNameLst>
                                      </p:cBhvr>
                                      <p:to>
                                        <p:strVal val="visible"/>
                                      </p:to>
                                    </p:set>
                                    <p:anim calcmode="lin" valueType="num">
                                      <p:cBhvr additive="base">
                                        <p:cTn id="231" dur="400" fill="hold"/>
                                        <p:tgtEl>
                                          <p:spTgt spid="46"/>
                                        </p:tgtEl>
                                        <p:attrNameLst>
                                          <p:attrName>ppt_w</p:attrName>
                                        </p:attrNameLst>
                                      </p:cBhvr>
                                      <p:tavLst>
                                        <p:tav tm="0">
                                          <p:val>
                                            <p:strVal val="0"/>
                                          </p:val>
                                        </p:tav>
                                        <p:tav tm="100000">
                                          <p:val>
                                            <p:strVal val="#ppt_w"/>
                                          </p:val>
                                        </p:tav>
                                      </p:tavLst>
                                    </p:anim>
                                    <p:anim calcmode="lin" valueType="num">
                                      <p:cBhvr additive="base">
                                        <p:cTn id="232" dur="400" fill="hold"/>
                                        <p:tgtEl>
                                          <p:spTgt spid="46"/>
                                        </p:tgtEl>
                                        <p:attrNameLst>
                                          <p:attrName>ppt_h</p:attrName>
                                        </p:attrNameLst>
                                      </p:cBhvr>
                                      <p:tavLst>
                                        <p:tav tm="0">
                                          <p:val>
                                            <p:strVal val="0"/>
                                          </p:val>
                                        </p:tav>
                                        <p:tav tm="100000">
                                          <p:val>
                                            <p:strVal val="#ppt_h"/>
                                          </p:val>
                                        </p:tav>
                                      </p:tavLst>
                                    </p:anim>
                                    <p:animEffect transition="in" filter="fade">
                                      <p:cBhvr>
                                        <p:cTn id="233" dur="400"/>
                                        <p:tgtEl>
                                          <p:spTgt spid="46"/>
                                        </p:tgtEl>
                                      </p:cBhvr>
                                    </p:animEffect>
                                  </p:childTnLst>
                                </p:cTn>
                              </p:par>
                              <p:par>
                                <p:cTn id="239" presetID="53" presetClass="entr" presetSubtype="16" fill="hold" grpId="0" nodeType="withEffect">
                                  <p:stCondLst>
                                    <p:cond delay="5100"/>
                                  </p:stCondLst>
                                  <p:childTnLst>
                                    <p:set>
                                      <p:cBhvr>
                                        <p:cTn id="235" dur="1" fill="hold">
                                          <p:stCondLst>
                                            <p:cond delay="0"/>
                                          </p:stCondLst>
                                        </p:cTn>
                                        <p:tgtEl>
                                          <p:spTgt spid="49"/>
                                        </p:tgtEl>
                                        <p:attrNameLst>
                                          <p:attrName>style.visibility</p:attrName>
                                        </p:attrNameLst>
                                      </p:cBhvr>
                                      <p:to>
                                        <p:strVal val="visible"/>
                                      </p:to>
                                    </p:set>
                                    <p:anim calcmode="lin" valueType="num">
                                      <p:cBhvr additive="base">
                                        <p:cTn id="236" dur="400" fill="hold"/>
                                        <p:tgtEl>
                                          <p:spTgt spid="49"/>
                                        </p:tgtEl>
                                        <p:attrNameLst>
                                          <p:attrName>ppt_w</p:attrName>
                                        </p:attrNameLst>
                                      </p:cBhvr>
                                      <p:tavLst>
                                        <p:tav tm="0">
                                          <p:val>
                                            <p:strVal val="0"/>
                                          </p:val>
                                        </p:tav>
                                        <p:tav tm="100000">
                                          <p:val>
                                            <p:strVal val="#ppt_w"/>
                                          </p:val>
                                        </p:tav>
                                      </p:tavLst>
                                    </p:anim>
                                    <p:anim calcmode="lin" valueType="num">
                                      <p:cBhvr additive="base">
                                        <p:cTn id="237" dur="400" fill="hold"/>
                                        <p:tgtEl>
                                          <p:spTgt spid="49"/>
                                        </p:tgtEl>
                                        <p:attrNameLst>
                                          <p:attrName>ppt_h</p:attrName>
                                        </p:attrNameLst>
                                      </p:cBhvr>
                                      <p:tavLst>
                                        <p:tav tm="0">
                                          <p:val>
                                            <p:strVal val="0"/>
                                          </p:val>
                                        </p:tav>
                                        <p:tav tm="100000">
                                          <p:val>
                                            <p:strVal val="#ppt_h"/>
                                          </p:val>
                                        </p:tav>
                                      </p:tavLst>
                                    </p:anim>
                                    <p:animEffect transition="in" filter="fade">
                                      <p:cBhvr>
                                        <p:cTn id="238"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0" grpId="0" animBg="1"/>
      <p:bldP spid="51" grpId="0" animBg="1"/>
      <p:bldP spid="4" grpId="0" animBg="1"/>
      <p:bldP spid="5" grpId="0" animBg="1"/>
      <p:bldP spid="6" grpId="0" animBg="1"/>
      <p:bldP spid="7" grpId="0" animBg="1"/>
      <p:bldP spid="8" grpId="0" animBg="1"/>
      <p:bldP spid="52"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51" grpId="1" animBg="1"/>
      <p:bldP spid="3" grpId="1"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5" grpId="1" animBg="1"/>
      <p:bldP spid="6" grpId="1" animBg="1"/>
      <p:bldP spid="11" grpId="1" animBg="1"/>
      <p:bldP spid="12" grpId="1" animBg="1"/>
      <p:bldP spid="17" grpId="1" animBg="1"/>
      <p:bldP spid="18" grpId="1" animBg="1"/>
      <p:bldP spid="9" grpId="0" animBg="1"/>
      <p:bldP spid="23" grpId="1" animBg="1"/>
      <p:bldP spid="24" grpId="1" animBg="1"/>
      <p:bldP spid="15" grpId="0" animBg="1"/>
      <p:bldP spid="29" grpId="1" animBg="1"/>
      <p:bldP spid="30" grpId="1" animBg="1"/>
      <p:bldP spid="21" grpId="0" animBg="1"/>
      <p:bldP spid="27" grpId="0" animBg="1"/>
      <p:bldP spid="33" grpId="0" animBg="1"/>
      <p:bldP spid="34" grpId="0" animBg="1"/>
      <p:bldP spid="35" grpId="0" animBg="1"/>
      <p:bldP spid="36" grpId="0" animBg="1"/>
      <p:bldP spid="38" grpId="0" animBg="1"/>
      <p:bldP spid="39" grpId="0" animBg="1"/>
      <p:bldP spid="37" grpId="0" animBg="1"/>
      <p:bldP spid="41" grpId="0" animBg="1"/>
      <p:bldP spid="42" grpId="0" animBg="1"/>
      <p:bldP spid="40" grpId="0" animBg="1"/>
      <p:bldP spid="44" grpId="0" animBg="1"/>
      <p:bldP spid="45" grpId="0" animBg="1"/>
      <p:bldP spid="43" grpId="0" animBg="1"/>
      <p:bldP spid="47" grpId="0" animBg="1"/>
      <p:bldP spid="48" grpId="0" animBg="1"/>
      <p:bldP spid="46"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1 – WhatsApp: the strongest lock, opened from the inside</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11:49 PM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Rafi” asks for the 6-digit code">    </p:cNvPr>
          <p:cNvPicPr>
            <a:picLocks noChangeAspect="1"/>
          </p:cNvPicPr>
          <p:nvPr/>
        </p:nvPicPr>
        <p:blipFill>
          <a:blip r:embed="rId2"/>
          <a:stretch>
            <a:fillRect/>
          </a:stretch>
        </p:blipFill>
        <p:spPr>
          <a:xfrm>
            <a:off x="1240459" y="2171700"/>
            <a:ext cx="1113183"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“Rafi” asks for the 6-digit code</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Nusrat sends the code">    </p:cNvPr>
          <p:cNvPicPr>
            <a:picLocks noChangeAspect="1"/>
          </p:cNvPicPr>
          <p:nvPr/>
        </p:nvPicPr>
        <p:blipFill>
          <a:blip r:embed="rId3"/>
          <a:stretch>
            <a:fillRect/>
          </a:stretch>
        </p:blipFill>
        <p:spPr>
          <a:xfrm>
            <a:off x="3470698" y="2171700"/>
            <a:ext cx="1097704"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Nusrat sends the code</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No PIN set: WhatsApp moves to his phone">    </p:cNvPr>
          <p:cNvPicPr>
            <a:picLocks noChangeAspect="1"/>
          </p:cNvPicPr>
          <p:nvPr/>
        </p:nvPicPr>
        <p:blipFill>
          <a:blip r:embed="rId4"/>
          <a:stretch>
            <a:fillRect/>
          </a:stretch>
        </p:blipFill>
        <p:spPr>
          <a:xfrm>
            <a:off x="5882945" y="2171700"/>
            <a:ext cx="718210"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No PIN set: WhatsApp moves to his phone</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Set a two-step PIN">    </p:cNvPr>
          <p:cNvPicPr>
            <a:picLocks noChangeAspect="1"/>
          </p:cNvPicPr>
          <p:nvPr/>
        </p:nvPicPr>
        <p:blipFill>
          <a:blip r:embed="rId5"/>
          <a:stretch>
            <a:fillRect/>
          </a:stretch>
        </p:blipFill>
        <p:spPr>
          <a:xfrm>
            <a:off x="1361301" y="4318000"/>
            <a:ext cx="871498"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Set a two-step PIN</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Never share a code, even with friends">    </p:cNvPr>
          <p:cNvPicPr>
            <a:picLocks noChangeAspect="1"/>
          </p:cNvPicPr>
          <p:nvPr/>
        </p:nvPicPr>
        <p:blipFill>
          <a:blip r:embed="rId6"/>
          <a:stretch>
            <a:fillRect/>
          </a:stretch>
        </p:blipFill>
        <p:spPr>
          <a:xfrm>
            <a:off x="3517260" y="4318000"/>
            <a:ext cx="1004579"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Never share a code, even with friends</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Add a passkey + Strict Account Settings">    </p:cNvPr>
          <p:cNvPicPr>
            <a:picLocks noChangeAspect="1"/>
          </p:cNvPicPr>
          <p:nvPr/>
        </p:nvPicPr>
        <p:blipFill>
          <a:blip r:embed="rId7"/>
          <a:stretch>
            <a:fillRect/>
          </a:stretch>
        </p:blipFill>
        <p:spPr>
          <a:xfrm>
            <a:off x="5726643" y="4318000"/>
            <a:ext cx="1030814"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Add a passkey + Strict Account Settings</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Bangla warning whenever a code is requested, and a two-step PIN for every new account</a:t>
            </a:r>
            <a:endParaRPr lang="en-US" sz="1100" dirty="0"/>
          </a:p>
        </p:txBody>
      </p:sp>
      <p:sp>
        <p:nvSpPr>
          <p:cNvPr id="35"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THREAT LEVEL</a:t>
            </a:r>
            <a:endParaRPr lang="en-US" sz="1150" dirty="0"/>
          </a:p>
        </p:txBody>
      </p:sp>
      <p:pic>
        <p:nvPicPr>
          <p:cNvPr id="36"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7" name="needle" descr="/tmp/claude-0/-home-user-bangladesh-crime-monitor/cb82e52d-05bf-5acf-9e17-5b7416beecee/scratchpad/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8"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CRITICAL · hacked at 11:49 PM</a:t>
            </a:r>
            <a:endParaRPr lang="en-US" sz="1300" dirty="0"/>
          </a:p>
        </p:txBody>
      </p:sp>
      <p:sp>
        <p:nvSpPr>
          <p:cNvPr id="39"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SAFE · after the fixes</a:t>
            </a:r>
            <a:endParaRPr lang="en-US" sz="1300" dirty="0"/>
          </a:p>
        </p:txBody>
      </p:sp>
      <p:sp>
        <p:nvSpPr>
          <p:cNvPr id="40"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SECURITY RADAR · 20 / 25</a:t>
            </a:r>
            <a:endParaRPr lang="en-US" sz="1150" dirty="0"/>
          </a:p>
        </p:txBody>
      </p:sp>
      <p:pic>
        <p:nvPicPr>
          <p:cNvPr id="41"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42" name="rshape" descr="/tmp/claude-0/-home-user-bangladesh-crime-monitor/cb82e52d-05bf-5acf-9e17-5b7416beecee/scratchpad/animppt/holo/radar_shape_door-wa.png">    </p:cNvPr>
          <p:cNvPicPr>
            <a:picLocks noChangeAspect="1"/>
          </p:cNvPicPr>
          <p:nvPr/>
        </p:nvPicPr>
        <p:blipFill>
          <a:blip r:embed="rId11"/>
          <a:stretch>
            <a:fillRect/>
          </a:stretch>
        </p:blipFill>
        <p:spPr>
          <a:xfrm>
            <a:off x="8413750" y="4064000"/>
            <a:ext cx="2286000" cy="1778000"/>
          </a:xfrm>
          <a:prstGeom prst="rect">
            <a:avLst/>
          </a:prstGeom>
        </p:spPr>
      </p:pic>
      <p:pic>
        <p:nvPicPr>
          <p:cNvPr id="43" name="hud" descr="/tmp/claude-0/-home-user-bangladesh-crime-monitor/cb82e52d-05bf-5acf-9e17-5b7416beecee/scratchpad/animppt/holo/hud.png">    </p:cNvPr>
          <p:cNvPicPr>
            <a:picLocks noChangeAspect="1"/>
          </p:cNvPicPr>
          <p:nvPr/>
        </p:nvPicPr>
        <p:blipFill>
          <a:blip r:embed="rId1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1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5" fill="hold">
                      <p:stCondLst>
                        <p:cond delay="indefinite"/>
                        <p:cond evt="onBegin" delay="0">
                          <p:tn val="2"/>
                        </p:cond>
                      </p:stCondLst>
                      <p:childTnLst>
                        <p:par>
                          <p:cTn id="20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3"/>
                                        </p:tgtEl>
                                        <p:attrNameLst>
                                          <p:attrName>style.visibility</p:attrName>
                                        </p:attrNameLst>
                                      </p:cBhvr>
                                      <p:to>
                                        <p:strVal val="visible"/>
                                      </p:to>
                                    </p:set>
                                    <p:animEffect transition="in" filter="fade">
                                      <p:cBhvr>
                                        <p:cTn id="8" dur="500"/>
                                        <p:tgtEl>
                                          <p:spTgt spid="4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animEffect transition="in" filter="fade">
                                      <p:cBhvr>
                                        <p:cTn id="11" dur="500"/>
                                        <p:tgtEl>
                                          <p:spTgt spid="44"/>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5"/>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4"/>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700"/>
                                  </p:stCondLst>
                                  <p:childTnLst>
                                    <p:set>
                                      <p:cBhvr>
                                        <p:cTn id="27" dur="1" fill="hold">
                                          <p:stCondLst>
                                            <p:cond delay="0"/>
                                          </p:stCondLst>
                                        </p:cTn>
                                        <p:tgtEl>
                                          <p:spTgt spid="36"/>
                                        </p:tgtEl>
                                        <p:attrNameLst>
                                          <p:attrName>style.visibility</p:attrName>
                                        </p:attrNameLst>
                                      </p:cBhvr>
                                      <p:to>
                                        <p:strVal val="visible"/>
                                      </p:to>
                                    </p:set>
                                    <p:animEffect transition="in" filter="wipe(down)">
                                      <p:cBhvr>
                                        <p:cTn id="28" dur="600"/>
                                        <p:tgtEl>
                                          <p:spTgt spid="36"/>
                                        </p:tgtEl>
                                      </p:cBhvr>
                                    </p:animEffect>
                                    <p:animEffect transition="in" filter="fade">
                                      <p:cBhvr>
                                        <p:cTn id="29" dur="600"/>
                                        <p:tgtEl>
                                          <p:spTgt spid="36"/>
                                        </p:tgtEl>
                                      </p:cBhvr>
                                    </p:animEffect>
                                  </p:childTnLst>
                                </p:cTn>
                              </p:par>
                              <p:par>
                                <p:cTn id="34" presetID="22" presetClass="entr" presetSubtype="1" fill="hold" grpId="0" nodeType="withEffect">
                                  <p:stCondLst>
                                    <p:cond delay="900"/>
                                  </p:stCondLst>
                                  <p:childTnLst>
                                    <p:set>
                                      <p:cBhvr>
                                        <p:cTn id="31" dur="1" fill="hold">
                                          <p:stCondLst>
                                            <p:cond delay="0"/>
                                          </p:stCondLst>
                                        </p:cTn>
                                        <p:tgtEl>
                                          <p:spTgt spid="5"/>
                                        </p:tgtEl>
                                        <p:attrNameLst>
                                          <p:attrName>style.visibility</p:attrName>
                                        </p:attrNameLst>
                                      </p:cBhvr>
                                      <p:to>
                                        <p:strVal val="visible"/>
                                      </p:to>
                                    </p:set>
                                    <p:animEffect transition="in" filter="wipe(down)">
                                      <p:cBhvr>
                                        <p:cTn id="32" dur="450"/>
                                        <p:tgtEl>
                                          <p:spTgt spid="5"/>
                                        </p:tgtEl>
                                      </p:cBhvr>
                                    </p:animEffect>
                                    <p:animEffect transition="in" filter="fade">
                                      <p:cBhvr>
                                        <p:cTn id="33" dur="450"/>
                                        <p:tgtEl>
                                          <p:spTgt spid="5"/>
                                        </p:tgtEl>
                                      </p:cBhvr>
                                    </p:animEffect>
                                  </p:childTnLst>
                                </p:cTn>
                              </p:par>
                              <p:par>
                                <p:cTn id="39" presetID="53" presetClass="entr" presetSubtype="16" fill="hold" grpId="0" nodeType="withEffect">
                                  <p:stCondLst>
                                    <p:cond delay="1000"/>
                                  </p:stCondLst>
                                  <p:childTnLst>
                                    <p:set>
                                      <p:cBhvr>
                                        <p:cTn id="35" dur="1" fill="hold">
                                          <p:stCondLst>
                                            <p:cond delay="0"/>
                                          </p:stCondLst>
                                        </p:cTn>
                                        <p:tgtEl>
                                          <p:spTgt spid="8"/>
                                        </p:tgtEl>
                                        <p:attrNameLst>
                                          <p:attrName>style.visibility</p:attrName>
                                        </p:attrNameLst>
                                      </p:cBhvr>
                                      <p:to>
                                        <p:strVal val="visible"/>
                                      </p:to>
                                    </p:set>
                                    <p:anim calcmode="lin" valueType="num">
                                      <p:cBhvr additive="base">
                                        <p:cTn id="36" dur="350" fill="hold"/>
                                        <p:tgtEl>
                                          <p:spTgt spid="8"/>
                                        </p:tgtEl>
                                        <p:attrNameLst>
                                          <p:attrName>ppt_w</p:attrName>
                                        </p:attrNameLst>
                                      </p:cBhvr>
                                      <p:tavLst>
                                        <p:tav tm="0">
                                          <p:val>
                                            <p:strVal val="0"/>
                                          </p:val>
                                        </p:tav>
                                        <p:tav tm="100000">
                                          <p:val>
                                            <p:strVal val="#ppt_w"/>
                                          </p:val>
                                        </p:tav>
                                      </p:tavLst>
                                    </p:anim>
                                    <p:anim calcmode="lin" valueType="num">
                                      <p:cBhvr additive="base">
                                        <p:cTn id="37" dur="350" fill="hold"/>
                                        <p:tgtEl>
                                          <p:spTgt spid="8"/>
                                        </p:tgtEl>
                                        <p:attrNameLst>
                                          <p:attrName>ppt_h</p:attrName>
                                        </p:attrNameLst>
                                      </p:cBhvr>
                                      <p:tavLst>
                                        <p:tav tm="0">
                                          <p:val>
                                            <p:strVal val="0"/>
                                          </p:val>
                                        </p:tav>
                                        <p:tav tm="100000">
                                          <p:val>
                                            <p:strVal val="#ppt_h"/>
                                          </p:val>
                                        </p:tav>
                                      </p:tavLst>
                                    </p:anim>
                                    <p:animEffect transition="in" filter="fade">
                                      <p:cBhvr>
                                        <p:cTn id="38" dur="350"/>
                                        <p:tgtEl>
                                          <p:spTgt spid="8"/>
                                        </p:tgtEl>
                                      </p:cBhvr>
                                    </p:animEffect>
                                  </p:childTnLst>
                                </p:cTn>
                              </p:par>
                              <p:par>
                                <p:cTn id="44" presetID="53" presetClass="entr" presetSubtype="16" fill="hold" grpId="0" nodeType="withEffect">
                                  <p:stCondLst>
                                    <p:cond delay="1000"/>
                                  </p:stCondLst>
                                  <p:childTnLst>
                                    <p:set>
                                      <p:cBhvr>
                                        <p:cTn id="40" dur="1" fill="hold">
                                          <p:stCondLst>
                                            <p:cond delay="0"/>
                                          </p:stCondLst>
                                        </p:cTn>
                                        <p:tgtEl>
                                          <p:spTgt spid="37"/>
                                        </p:tgtEl>
                                        <p:attrNameLst>
                                          <p:attrName>style.visibility</p:attrName>
                                        </p:attrNameLst>
                                      </p:cBhvr>
                                      <p:to>
                                        <p:strVal val="visible"/>
                                      </p:to>
                                    </p:set>
                                    <p:anim calcmode="lin" valueType="num">
                                      <p:cBhvr additive="base">
                                        <p:cTn id="41" dur="400" fill="hold"/>
                                        <p:tgtEl>
                                          <p:spTgt spid="37"/>
                                        </p:tgtEl>
                                        <p:attrNameLst>
                                          <p:attrName>ppt_w</p:attrName>
                                        </p:attrNameLst>
                                      </p:cBhvr>
                                      <p:tavLst>
                                        <p:tav tm="0">
                                          <p:val>
                                            <p:strVal val="0"/>
                                          </p:val>
                                        </p:tav>
                                        <p:tav tm="100000">
                                          <p:val>
                                            <p:strVal val="#ppt_w"/>
                                          </p:val>
                                        </p:tav>
                                      </p:tavLst>
                                    </p:anim>
                                    <p:anim calcmode="lin" valueType="num">
                                      <p:cBhvr additive="base">
                                        <p:cTn id="42" dur="400" fill="hold"/>
                                        <p:tgtEl>
                                          <p:spTgt spid="37"/>
                                        </p:tgtEl>
                                        <p:attrNameLst>
                                          <p:attrName>ppt_h</p:attrName>
                                        </p:attrNameLst>
                                      </p:cBhvr>
                                      <p:tavLst>
                                        <p:tav tm="0">
                                          <p:val>
                                            <p:strVal val="0"/>
                                          </p:val>
                                        </p:tav>
                                        <p:tav tm="100000">
                                          <p:val>
                                            <p:strVal val="#ppt_h"/>
                                          </p:val>
                                        </p:tav>
                                      </p:tavLst>
                                    </p:anim>
                                    <p:animEffect transition="in" filter="fade">
                                      <p:cBhvr>
                                        <p:cTn id="43" dur="400"/>
                                        <p:tgtEl>
                                          <p:spTgt spid="37"/>
                                        </p:tgtEl>
                                      </p:cBhvr>
                                    </p:animEffect>
                                  </p:childTnLst>
                                </p:cTn>
                              </p:par>
                              <p:par>
                                <p:cTn id="48" presetID="22" presetClass="entr" presetSubtype="1" fill="hold" grpId="0" nodeType="withEffect">
                                  <p:stCondLst>
                                    <p:cond delay="1050"/>
                                  </p:stCondLst>
                                  <p:childTnLst>
                                    <p:set>
                                      <p:cBhvr>
                                        <p:cTn id="45" dur="1" fill="hold">
                                          <p:stCondLst>
                                            <p:cond delay="0"/>
                                          </p:stCondLst>
                                        </p:cTn>
                                        <p:tgtEl>
                                          <p:spTgt spid="6"/>
                                        </p:tgtEl>
                                        <p:attrNameLst>
                                          <p:attrName>style.visibility</p:attrName>
                                        </p:attrNameLst>
                                      </p:cBhvr>
                                      <p:to>
                                        <p:strVal val="visible"/>
                                      </p:to>
                                    </p:set>
                                    <p:animEffect transition="in" filter="wipe(down)">
                                      <p:cBhvr>
                                        <p:cTn id="46" dur="600"/>
                                        <p:tgtEl>
                                          <p:spTgt spid="6"/>
                                        </p:tgtEl>
                                      </p:cBhvr>
                                    </p:animEffect>
                                    <p:animEffect transition="in" filter="fade">
                                      <p:cBhvr>
                                        <p:cTn id="47" dur="600"/>
                                        <p:tgtEl>
                                          <p:spTgt spid="6"/>
                                        </p:tgtEl>
                                      </p:cBhvr>
                                    </p:animEffect>
                                  </p:childTnLst>
                                </p:cTn>
                              </p:par>
                              <p:par>
                                <p:cTn id="52" presetID="22" presetClass="entr" presetSubtype="1" fill="hold" grpId="0" nodeType="withEffect">
                                  <p:stCondLst>
                                    <p:cond delay="1100"/>
                                  </p:stCondLst>
                                  <p:childTnLst>
                                    <p:set>
                                      <p:cBhvr>
                                        <p:cTn id="49" dur="1" fill="hold">
                                          <p:stCondLst>
                                            <p:cond delay="0"/>
                                          </p:stCondLst>
                                        </p:cTn>
                                        <p:tgtEl>
                                          <p:spTgt spid="7"/>
                                        </p:tgtEl>
                                        <p:attrNameLst>
                                          <p:attrName>style.visibility</p:attrName>
                                        </p:attrNameLst>
                                      </p:cBhvr>
                                      <p:to>
                                        <p:strVal val="visible"/>
                                      </p:to>
                                    </p:set>
                                    <p:animEffect transition="in" filter="wipe(down)">
                                      <p:cBhvr>
                                        <p:cTn id="50" dur="450"/>
                                        <p:tgtEl>
                                          <p:spTgt spid="7"/>
                                        </p:tgtEl>
                                      </p:cBhvr>
                                    </p:animEffect>
                                    <p:animEffect transition="in" filter="fade">
                                      <p:cBhvr>
                                        <p:cTn id="51" dur="450"/>
                                        <p:tgtEl>
                                          <p:spTgt spid="7"/>
                                        </p:tgtEl>
                                      </p:cBhvr>
                                    </p:animEffect>
                                  </p:childTnLst>
                                </p:cTn>
                              </p:par>
                              <p:par>
                                <p:cTn id="56" presetID="22" presetClass="entr" presetSubtype="1" fill="hold" grpId="0" nodeType="withEffect">
                                  <p:stCondLst>
                                    <p:cond delay="1200"/>
                                  </p:stCondLst>
                                  <p:childTnLst>
                                    <p:set>
                                      <p:cBhvr>
                                        <p:cTn id="53" dur="1" fill="hold">
                                          <p:stCondLst>
                                            <p:cond delay="0"/>
                                          </p:stCondLst>
                                        </p:cTn>
                                        <p:tgtEl>
                                          <p:spTgt spid="40"/>
                                        </p:tgtEl>
                                        <p:attrNameLst>
                                          <p:attrName>style.visibility</p:attrName>
                                        </p:attrNameLst>
                                      </p:cBhvr>
                                      <p:to>
                                        <p:strVal val="visible"/>
                                      </p:to>
                                    </p:set>
                                    <p:animEffect transition="in" filter="wipe(down)">
                                      <p:cBhvr>
                                        <p:cTn id="54" dur="450"/>
                                        <p:tgtEl>
                                          <p:spTgt spid="40"/>
                                        </p:tgtEl>
                                      </p:cBhvr>
                                    </p:animEffect>
                                    <p:animEffect transition="in" filter="fade">
                                      <p:cBhvr>
                                        <p:cTn id="55" dur="450"/>
                                        <p:tgtEl>
                                          <p:spTgt spid="40"/>
                                        </p:tgtEl>
                                      </p:cBhvr>
                                    </p:animEffect>
                                  </p:childTnLst>
                                </p:cTn>
                              </p:par>
                              <p:par>
                                <p:cTn id="60" presetID="22" presetClass="entr" presetSubtype="1" fill="hold" grpId="0" nodeType="withEffect">
                                  <p:stCondLst>
                                    <p:cond delay="1300"/>
                                  </p:stCondLst>
                                  <p:childTnLst>
                                    <p:set>
                                      <p:cBhvr>
                                        <p:cTn id="57" dur="1" fill="hold">
                                          <p:stCondLst>
                                            <p:cond delay="0"/>
                                          </p:stCondLst>
                                        </p:cTn>
                                        <p:tgtEl>
                                          <p:spTgt spid="41"/>
                                        </p:tgtEl>
                                        <p:attrNameLst>
                                          <p:attrName>style.visibility</p:attrName>
                                        </p:attrNameLst>
                                      </p:cBhvr>
                                      <p:to>
                                        <p:strVal val="visible"/>
                                      </p:to>
                                    </p:set>
                                    <p:animEffect transition="in" filter="wipe(down)">
                                      <p:cBhvr>
                                        <p:cTn id="58" dur="600"/>
                                        <p:tgtEl>
                                          <p:spTgt spid="41"/>
                                        </p:tgtEl>
                                      </p:cBhvr>
                                    </p:animEffect>
                                    <p:animEffect transition="in" filter="fade">
                                      <p:cBhvr>
                                        <p:cTn id="59" dur="600"/>
                                        <p:tgtEl>
                                          <p:spTgt spid="41"/>
                                        </p:tgtEl>
                                      </p:cBhvr>
                                    </p:animEffect>
                                  </p:childTnLst>
                                </p:cTn>
                              </p:par>
                              <p:par>
                                <p:cTn id="62" presetID="0" presetClass="path" presetSubtype="0" fill="hold" grpId="1" nodeType="withEffect" autoRev="1" repeatCount="4000">
                                  <p:stCondLst>
                                    <p:cond delay="1680"/>
                                  </p:stCondLst>
                                  <p:childTnLst>
                                    <p:animMotion origin="layout" path="M 0 0 L 0.008 0 E" pathEditMode="relative" ptsTypes="AA">
                                      <p:cBhvr>
                                        <p:cTn id="61" dur="40" fill="hold"/>
                                        <p:tgtEl>
                                          <p:spTgt spid="6"/>
                                        </p:tgtEl>
                                        <p:attrNameLst>
                                          <p:attrName>ppt_x</p:attrName>
                                          <p:attrName>ppt_y</p:attrName>
                                        </p:attrNameLst>
                                      </p:cBhvr>
                                    </p:animMotion>
                                  </p:childTnLst>
                                </p:cTn>
                              </p:par>
                              <p:par>
                                <p:cTn id="67" presetID="53" presetClass="entr" presetSubtype="16" fill="hold" grpId="0" nodeType="withEffect">
                                  <p:stCondLst>
                                    <p:cond delay="1800"/>
                                  </p:stCondLst>
                                  <p:childTnLst>
                                    <p:set>
                                      <p:cBhvr>
                                        <p:cTn id="63" dur="1" fill="hold">
                                          <p:stCondLst>
                                            <p:cond delay="0"/>
                                          </p:stCondLst>
                                        </p:cTn>
                                        <p:tgtEl>
                                          <p:spTgt spid="42"/>
                                        </p:tgtEl>
                                        <p:attrNameLst>
                                          <p:attrName>style.visibility</p:attrName>
                                        </p:attrNameLst>
                                      </p:cBhvr>
                                      <p:to>
                                        <p:strVal val="visible"/>
                                      </p:to>
                                    </p:set>
                                    <p:anim calcmode="lin" valueType="num">
                                      <p:cBhvr additive="base">
                                        <p:cTn id="64" dur="900" fill="hold"/>
                                        <p:tgtEl>
                                          <p:spTgt spid="42"/>
                                        </p:tgtEl>
                                        <p:attrNameLst>
                                          <p:attrName>ppt_w</p:attrName>
                                        </p:attrNameLst>
                                      </p:cBhvr>
                                      <p:tavLst>
                                        <p:tav tm="0">
                                          <p:val>
                                            <p:strVal val="0"/>
                                          </p:val>
                                        </p:tav>
                                        <p:tav tm="100000">
                                          <p:val>
                                            <p:strVal val="#ppt_w"/>
                                          </p:val>
                                        </p:tav>
                                      </p:tavLst>
                                    </p:anim>
                                    <p:anim calcmode="lin" valueType="num">
                                      <p:cBhvr additive="base">
                                        <p:cTn id="65" dur="900" fill="hold"/>
                                        <p:tgtEl>
                                          <p:spTgt spid="42"/>
                                        </p:tgtEl>
                                        <p:attrNameLst>
                                          <p:attrName>ppt_h</p:attrName>
                                        </p:attrNameLst>
                                      </p:cBhvr>
                                      <p:tavLst>
                                        <p:tav tm="0">
                                          <p:val>
                                            <p:strVal val="0"/>
                                          </p:val>
                                        </p:tav>
                                        <p:tav tm="100000">
                                          <p:val>
                                            <p:strVal val="#ppt_h"/>
                                          </p:val>
                                        </p:tav>
                                      </p:tavLst>
                                    </p:anim>
                                    <p:animEffect transition="in" filter="fade">
                                      <p:cBhvr>
                                        <p:cTn id="66" dur="900"/>
                                        <p:tgtEl>
                                          <p:spTgt spid="42"/>
                                        </p:tgtEl>
                                      </p:cBhvr>
                                    </p:animEffect>
                                  </p:childTnLst>
                                </p:cTn>
                              </p:par>
                              <p:par>
                                <p:cTn id="70" presetID="22" presetClass="entr" presetSubtype="8" fill="hold" grpId="0" nodeType="withEffect">
                                  <p:stCondLst>
                                    <p:cond delay="2100"/>
                                  </p:stCondLst>
                                  <p:childTnLst>
                                    <p:set>
                                      <p:cBhvr>
                                        <p:cTn id="68" dur="1" fill="hold">
                                          <p:stCondLst>
                                            <p:cond delay="0"/>
                                          </p:stCondLst>
                                        </p:cTn>
                                        <p:tgtEl>
                                          <p:spTgt spid="9"/>
                                        </p:tgtEl>
                                        <p:attrNameLst>
                                          <p:attrName>style.visibility</p:attrName>
                                        </p:attrNameLst>
                                      </p:cBhvr>
                                      <p:to>
                                        <p:strVal val="visible"/>
                                      </p:to>
                                    </p:set>
                                    <p:animEffect transition="in" filter="wipe(left)">
                                      <p:cBhvr>
                                        <p:cTn id="69" dur="300"/>
                                        <p:tgtEl>
                                          <p:spTgt spid="9"/>
                                        </p:tgtEl>
                                      </p:cBhvr>
                                    </p:animEffect>
                                  </p:childTnLst>
                                </p:cTn>
                              </p:par>
                              <p:par>
                                <p:cTn id="74" presetID="22" presetClass="entr" presetSubtype="1" fill="hold" grpId="0" nodeType="withEffect">
                                  <p:stCondLst>
                                    <p:cond delay="2700"/>
                                  </p:stCondLst>
                                  <p:childTnLst>
                                    <p:set>
                                      <p:cBhvr>
                                        <p:cTn id="71" dur="1" fill="hold">
                                          <p:stCondLst>
                                            <p:cond delay="0"/>
                                          </p:stCondLst>
                                        </p:cTn>
                                        <p:tgtEl>
                                          <p:spTgt spid="10"/>
                                        </p:tgtEl>
                                        <p:attrNameLst>
                                          <p:attrName>style.visibility</p:attrName>
                                        </p:attrNameLst>
                                      </p:cBhvr>
                                      <p:to>
                                        <p:strVal val="visible"/>
                                      </p:to>
                                    </p:set>
                                    <p:animEffect transition="in" filter="wipe(down)">
                                      <p:cBhvr>
                                        <p:cTn id="72" dur="450"/>
                                        <p:tgtEl>
                                          <p:spTgt spid="10"/>
                                        </p:tgtEl>
                                      </p:cBhvr>
                                    </p:animEffect>
                                    <p:animEffect transition="in" filter="fade">
                                      <p:cBhvr>
                                        <p:cTn id="73" dur="450"/>
                                        <p:tgtEl>
                                          <p:spTgt spid="10"/>
                                        </p:tgtEl>
                                      </p:cBhvr>
                                    </p:animEffect>
                                  </p:childTnLst>
                                </p:cTn>
                              </p:par>
                              <p:par>
                                <p:cTn id="79" presetID="53" presetClass="entr" presetSubtype="16" fill="hold" grpId="0" nodeType="withEffect">
                                  <p:stCondLst>
                                    <p:cond delay="2800"/>
                                  </p:stCondLst>
                                  <p:childTnLst>
                                    <p:set>
                                      <p:cBhvr>
                                        <p:cTn id="75" dur="1" fill="hold">
                                          <p:stCondLst>
                                            <p:cond delay="0"/>
                                          </p:stCondLst>
                                        </p:cTn>
                                        <p:tgtEl>
                                          <p:spTgt spid="13"/>
                                        </p:tgtEl>
                                        <p:attrNameLst>
                                          <p:attrName>style.visibility</p:attrName>
                                        </p:attrNameLst>
                                      </p:cBhvr>
                                      <p:to>
                                        <p:strVal val="visible"/>
                                      </p:to>
                                    </p:set>
                                    <p:anim calcmode="lin" valueType="num">
                                      <p:cBhvr additive="base">
                                        <p:cTn id="76" dur="350" fill="hold"/>
                                        <p:tgtEl>
                                          <p:spTgt spid="13"/>
                                        </p:tgtEl>
                                        <p:attrNameLst>
                                          <p:attrName>ppt_w</p:attrName>
                                        </p:attrNameLst>
                                      </p:cBhvr>
                                      <p:tavLst>
                                        <p:tav tm="0">
                                          <p:val>
                                            <p:strVal val="0"/>
                                          </p:val>
                                        </p:tav>
                                        <p:tav tm="100000">
                                          <p:val>
                                            <p:strVal val="#ppt_w"/>
                                          </p:val>
                                        </p:tav>
                                      </p:tavLst>
                                    </p:anim>
                                    <p:anim calcmode="lin" valueType="num">
                                      <p:cBhvr additive="base">
                                        <p:cTn id="77" dur="350" fill="hold"/>
                                        <p:tgtEl>
                                          <p:spTgt spid="13"/>
                                        </p:tgtEl>
                                        <p:attrNameLst>
                                          <p:attrName>ppt_h</p:attrName>
                                        </p:attrNameLst>
                                      </p:cBhvr>
                                      <p:tavLst>
                                        <p:tav tm="0">
                                          <p:val>
                                            <p:strVal val="0"/>
                                          </p:val>
                                        </p:tav>
                                        <p:tav tm="100000">
                                          <p:val>
                                            <p:strVal val="#ppt_h"/>
                                          </p:val>
                                        </p:tav>
                                      </p:tavLst>
                                    </p:anim>
                                    <p:animEffect transition="in" filter="fade">
                                      <p:cBhvr>
                                        <p:cTn id="78" dur="350"/>
                                        <p:tgtEl>
                                          <p:spTgt spid="13"/>
                                        </p:tgtEl>
                                      </p:cBhvr>
                                    </p:animEffect>
                                  </p:childTnLst>
                                </p:cTn>
                              </p:par>
                              <p:par>
                                <p:cTn id="83" presetID="22" presetClass="entr" presetSubtype="1" fill="hold" grpId="0" nodeType="withEffect">
                                  <p:stCondLst>
                                    <p:cond delay="2850"/>
                                  </p:stCondLst>
                                  <p:childTnLst>
                                    <p:set>
                                      <p:cBhvr>
                                        <p:cTn id="80" dur="1" fill="hold">
                                          <p:stCondLst>
                                            <p:cond delay="0"/>
                                          </p:stCondLst>
                                        </p:cTn>
                                        <p:tgtEl>
                                          <p:spTgt spid="11"/>
                                        </p:tgtEl>
                                        <p:attrNameLst>
                                          <p:attrName>style.visibility</p:attrName>
                                        </p:attrNameLst>
                                      </p:cBhvr>
                                      <p:to>
                                        <p:strVal val="visible"/>
                                      </p:to>
                                    </p:set>
                                    <p:animEffect transition="in" filter="wipe(down)">
                                      <p:cBhvr>
                                        <p:cTn id="81" dur="600"/>
                                        <p:tgtEl>
                                          <p:spTgt spid="11"/>
                                        </p:tgtEl>
                                      </p:cBhvr>
                                    </p:animEffect>
                                    <p:animEffect transition="in" filter="fade">
                                      <p:cBhvr>
                                        <p:cTn id="82" dur="600"/>
                                        <p:tgtEl>
                                          <p:spTgt spid="11"/>
                                        </p:tgtEl>
                                      </p:cBhvr>
                                    </p:animEffect>
                                  </p:childTnLst>
                                </p:cTn>
                              </p:par>
                              <p:par>
                                <p:cTn id="87" presetID="22" presetClass="entr" presetSubtype="1" fill="hold" grpId="0" nodeType="withEffect">
                                  <p:stCondLst>
                                    <p:cond delay="2900"/>
                                  </p:stCondLst>
                                  <p:childTnLst>
                                    <p:set>
                                      <p:cBhvr>
                                        <p:cTn id="84" dur="1" fill="hold">
                                          <p:stCondLst>
                                            <p:cond delay="0"/>
                                          </p:stCondLst>
                                        </p:cTn>
                                        <p:tgtEl>
                                          <p:spTgt spid="12"/>
                                        </p:tgtEl>
                                        <p:attrNameLst>
                                          <p:attrName>style.visibility</p:attrName>
                                        </p:attrNameLst>
                                      </p:cBhvr>
                                      <p:to>
                                        <p:strVal val="visible"/>
                                      </p:to>
                                    </p:set>
                                    <p:animEffect transition="in" filter="wipe(down)">
                                      <p:cBhvr>
                                        <p:cTn id="85" dur="450"/>
                                        <p:tgtEl>
                                          <p:spTgt spid="12"/>
                                        </p:tgtEl>
                                      </p:cBhvr>
                                    </p:animEffect>
                                    <p:animEffect transition="in" filter="fade">
                                      <p:cBhvr>
                                        <p:cTn id="86" dur="450"/>
                                        <p:tgtEl>
                                          <p:spTgt spid="12"/>
                                        </p:tgtEl>
                                      </p:cBhvr>
                                    </p:animEffect>
                                  </p:childTnLst>
                                </p:cTn>
                              </p:par>
                              <p:par>
                                <p:cTn id="89" presetID="0" presetClass="path" presetSubtype="0" fill="hold" grpId="1" nodeType="withEffect" autoRev="1" repeatCount="4000">
                                  <p:stCondLst>
                                    <p:cond delay="3480"/>
                                  </p:stCondLst>
                                  <p:childTnLst>
                                    <p:animMotion origin="layout" path="M 0 0 L 0.008 0 E" pathEditMode="relative" ptsTypes="AA">
                                      <p:cBhvr>
                                        <p:cTn id="88" dur="40" fill="hold"/>
                                        <p:tgtEl>
                                          <p:spTgt spid="11"/>
                                        </p:tgtEl>
                                        <p:attrNameLst>
                                          <p:attrName>ppt_x</p:attrName>
                                          <p:attrName>ppt_y</p:attrName>
                                        </p:attrNameLst>
                                      </p:cBhvr>
                                    </p:animMotion>
                                  </p:childTnLst>
                                </p:cTn>
                              </p:par>
                              <p:par>
                                <p:cTn id="92" presetID="22" presetClass="entr" presetSubtype="8" fill="hold" grpId="0" nodeType="withEffect">
                                  <p:stCondLst>
                                    <p:cond delay="39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6" presetID="22" presetClass="entr" presetSubtype="1" fill="hold" grpId="0" nodeType="withEffect">
                                  <p:stCondLst>
                                    <p:cond delay="450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450"/>
                                        <p:tgtEl>
                                          <p:spTgt spid="15"/>
                                        </p:tgtEl>
                                      </p:cBhvr>
                                    </p:animEffect>
                                    <p:animEffect transition="in" filter="fade">
                                      <p:cBhvr>
                                        <p:cTn id="95" dur="450"/>
                                        <p:tgtEl>
                                          <p:spTgt spid="15"/>
                                        </p:tgtEl>
                                      </p:cBhvr>
                                    </p:animEffect>
                                  </p:childTnLst>
                                </p:cTn>
                              </p:par>
                              <p:par>
                                <p:cTn id="98" presetID="8" presetClass="emph" presetSubtype="0" fill="hold" grpId="1" nodeType="withEffect">
                                  <p:stCondLst>
                                    <p:cond delay="4500"/>
                                  </p:stCondLst>
                                  <p:childTnLst>
                                    <p:animRot by="9000000">
                                      <p:cBhvr>
                                        <p:cTn id="97" dur="1300" fill="hold"/>
                                        <p:tgtEl>
                                          <p:spTgt spid="37"/>
                                        </p:tgtEl>
                                        <p:attrNameLst>
                                          <p:attrName>r</p:attrName>
                                        </p:attrNameLst>
                                      </p:cBhvr>
                                    </p:animRot>
                                  </p:childTnLst>
                                </p:cTn>
                              </p:par>
                              <p:par>
                                <p:cTn id="103" presetID="53" presetClass="entr" presetSubtype="16" fill="hold" grpId="0" nodeType="withEffect">
                                  <p:stCondLst>
                                    <p:cond delay="4600"/>
                                  </p:stCondLst>
                                  <p:childTnLst>
                                    <p:set>
                                      <p:cBhvr>
                                        <p:cTn id="99" dur="1" fill="hold">
                                          <p:stCondLst>
                                            <p:cond delay="0"/>
                                          </p:stCondLst>
                                        </p:cTn>
                                        <p:tgtEl>
                                          <p:spTgt spid="18"/>
                                        </p:tgtEl>
                                        <p:attrNameLst>
                                          <p:attrName>style.visibility</p:attrName>
                                        </p:attrNameLst>
                                      </p:cBhvr>
                                      <p:to>
                                        <p:strVal val="visible"/>
                                      </p:to>
                                    </p:set>
                                    <p:anim calcmode="lin" valueType="num">
                                      <p:cBhvr additive="base">
                                        <p:cTn id="100" dur="350" fill="hold"/>
                                        <p:tgtEl>
                                          <p:spTgt spid="18"/>
                                        </p:tgtEl>
                                        <p:attrNameLst>
                                          <p:attrName>ppt_w</p:attrName>
                                        </p:attrNameLst>
                                      </p:cBhvr>
                                      <p:tavLst>
                                        <p:tav tm="0">
                                          <p:val>
                                            <p:strVal val="0"/>
                                          </p:val>
                                        </p:tav>
                                        <p:tav tm="100000">
                                          <p:val>
                                            <p:strVal val="#ppt_w"/>
                                          </p:val>
                                        </p:tav>
                                      </p:tavLst>
                                    </p:anim>
                                    <p:anim calcmode="lin" valueType="num">
                                      <p:cBhvr additive="base">
                                        <p:cTn id="101" dur="350" fill="hold"/>
                                        <p:tgtEl>
                                          <p:spTgt spid="18"/>
                                        </p:tgtEl>
                                        <p:attrNameLst>
                                          <p:attrName>ppt_h</p:attrName>
                                        </p:attrNameLst>
                                      </p:cBhvr>
                                      <p:tavLst>
                                        <p:tav tm="0">
                                          <p:val>
                                            <p:strVal val="0"/>
                                          </p:val>
                                        </p:tav>
                                        <p:tav tm="100000">
                                          <p:val>
                                            <p:strVal val="#ppt_h"/>
                                          </p:val>
                                        </p:tav>
                                      </p:tavLst>
                                    </p:anim>
                                    <p:animEffect transition="in" filter="fade">
                                      <p:cBhvr>
                                        <p:cTn id="102" dur="350"/>
                                        <p:tgtEl>
                                          <p:spTgt spid="18"/>
                                        </p:tgtEl>
                                      </p:cBhvr>
                                    </p:animEffect>
                                  </p:childTnLst>
                                </p:cTn>
                              </p:par>
                              <p:par>
                                <p:cTn id="107" presetID="22" presetClass="entr" presetSubtype="1" fill="hold" grpId="0" nodeType="withEffect">
                                  <p:stCondLst>
                                    <p:cond delay="4650"/>
                                  </p:stCondLst>
                                  <p:childTnLst>
                                    <p:set>
                                      <p:cBhvr>
                                        <p:cTn id="104" dur="1" fill="hold">
                                          <p:stCondLst>
                                            <p:cond delay="0"/>
                                          </p:stCondLst>
                                        </p:cTn>
                                        <p:tgtEl>
                                          <p:spTgt spid="16"/>
                                        </p:tgtEl>
                                        <p:attrNameLst>
                                          <p:attrName>style.visibility</p:attrName>
                                        </p:attrNameLst>
                                      </p:cBhvr>
                                      <p:to>
                                        <p:strVal val="visible"/>
                                      </p:to>
                                    </p:set>
                                    <p:animEffect transition="in" filter="wipe(down)">
                                      <p:cBhvr>
                                        <p:cTn id="105" dur="600"/>
                                        <p:tgtEl>
                                          <p:spTgt spid="16"/>
                                        </p:tgtEl>
                                      </p:cBhvr>
                                    </p:animEffect>
                                    <p:animEffect transition="in" filter="fade">
                                      <p:cBhvr>
                                        <p:cTn id="106" dur="600"/>
                                        <p:tgtEl>
                                          <p:spTgt spid="16"/>
                                        </p:tgtEl>
                                      </p:cBhvr>
                                    </p:animEffect>
                                  </p:childTnLst>
                                </p:cTn>
                              </p:par>
                              <p:par>
                                <p:cTn id="111" presetID="22" presetClass="entr" presetSubtype="1" fill="hold" grpId="0" nodeType="withEffect">
                                  <p:stCondLst>
                                    <p:cond delay="4700"/>
                                  </p:stCondLst>
                                  <p:childTnLst>
                                    <p:set>
                                      <p:cBhvr>
                                        <p:cTn id="108" dur="1" fill="hold">
                                          <p:stCondLst>
                                            <p:cond delay="0"/>
                                          </p:stCondLst>
                                        </p:cTn>
                                        <p:tgtEl>
                                          <p:spTgt spid="17"/>
                                        </p:tgtEl>
                                        <p:attrNameLst>
                                          <p:attrName>style.visibility</p:attrName>
                                        </p:attrNameLst>
                                      </p:cBhvr>
                                      <p:to>
                                        <p:strVal val="visible"/>
                                      </p:to>
                                    </p:set>
                                    <p:animEffect transition="in" filter="wipe(down)">
                                      <p:cBhvr>
                                        <p:cTn id="109" dur="450"/>
                                        <p:tgtEl>
                                          <p:spTgt spid="17"/>
                                        </p:tgtEl>
                                      </p:cBhvr>
                                    </p:animEffect>
                                    <p:animEffect transition="in" filter="fade">
                                      <p:cBhvr>
                                        <p:cTn id="110" dur="450"/>
                                        <p:tgtEl>
                                          <p:spTgt spid="17"/>
                                        </p:tgtEl>
                                      </p:cBhvr>
                                    </p:animEffect>
                                  </p:childTnLst>
                                </p:cTn>
                              </p:par>
                              <p:par>
                                <p:cTn id="113" presetID="6" presetClass="emph" presetSubtype="0" fill="hold" grpId="1" nodeType="withEffect" autoRev="1" repeatCount="indefinite">
                                  <p:stCondLst>
                                    <p:cond delay="5200"/>
                                  </p:stCondLst>
                                  <p:childTnLst>
                                    <p:animScale>
                                      <p:cBhvr>
                                        <p:cTn id="112" dur="500" fill="hold"/>
                                        <p:tgtEl>
                                          <p:spTgt spid="16"/>
                                        </p:tgtEl>
                                      </p:cBhvr>
                                      <p:by x="103000" y="103000"/>
                                    </p:animScale>
                                  </p:childTnLst>
                                </p:cTn>
                              </p:par>
                              <p:par>
                                <p:cTn id="115" presetID="0" presetClass="path" presetSubtype="0" fill="hold" grpId="2" nodeType="withEffect" autoRev="1" repeatCount="4000">
                                  <p:stCondLst>
                                    <p:cond delay="52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20" presetID="53" presetClass="entr" presetSubtype="32" fill="hold" grpId="0" nodeType="withEffect">
                                  <p:stCondLst>
                                    <p:cond delay="5600"/>
                                  </p:stCondLst>
                                  <p:childTnLst>
                                    <p:set>
                                      <p:cBhvr>
                                        <p:cTn id="116" dur="1" fill="hold">
                                          <p:stCondLst>
                                            <p:cond delay="0"/>
                                          </p:stCondLst>
                                        </p:cTn>
                                        <p:tgtEl>
                                          <p:spTgt spid="38"/>
                                        </p:tgtEl>
                                        <p:attrNameLst>
                                          <p:attrName>style.visibility</p:attrName>
                                        </p:attrNameLst>
                                      </p:cBhvr>
                                      <p:to>
                                        <p:strVal val="visible"/>
                                      </p:to>
                                    </p:set>
                                    <p:anim calcmode="lin" valueType="num">
                                      <p:cBhvr additive="base">
                                        <p:cTn id="117" dur="450" fill="hold"/>
                                        <p:tgtEl>
                                          <p:spTgt spid="38"/>
                                        </p:tgtEl>
                                        <p:attrNameLst>
                                          <p:attrName>ppt_w</p:attrName>
                                        </p:attrNameLst>
                                      </p:cBhvr>
                                      <p:tavLst>
                                        <p:tav tm="0">
                                          <p:val>
                                            <p:strVal val="#ppt_w*2.4"/>
                                          </p:val>
                                        </p:tav>
                                        <p:tav tm="100000">
                                          <p:val>
                                            <p:strVal val="#ppt_w"/>
                                          </p:val>
                                        </p:tav>
                                      </p:tavLst>
                                    </p:anim>
                                    <p:anim calcmode="lin" valueType="num">
                                      <p:cBhvr additive="base">
                                        <p:cTn id="118" dur="450" fill="hold"/>
                                        <p:tgtEl>
                                          <p:spTgt spid="38"/>
                                        </p:tgtEl>
                                        <p:attrNameLst>
                                          <p:attrName>ppt_h</p:attrName>
                                        </p:attrNameLst>
                                      </p:cBhvr>
                                      <p:tavLst>
                                        <p:tav tm="0">
                                          <p:val>
                                            <p:strVal val="#ppt_h*2.4"/>
                                          </p:val>
                                        </p:tav>
                                        <p:tav tm="100000">
                                          <p:val>
                                            <p:strVal val="#ppt_h"/>
                                          </p:val>
                                        </p:tav>
                                      </p:tavLst>
                                    </p:anim>
                                    <p:animEffect transition="in" filter="fade">
                                      <p:cBhvr>
                                        <p:cTn id="119" dur="450"/>
                                        <p:tgtEl>
                                          <p:spTgt spid="38"/>
                                        </p:tgtEl>
                                      </p:cBhvr>
                                    </p:animEffect>
                                  </p:childTnLst>
                                </p:cTn>
                              </p:par>
                              <p:par>
                                <p:cTn id="122" presetID="0" presetClass="path" presetSubtype="0" fill="hold" grpId="2" nodeType="withEffect" autoRev="1" repeatCount="6000">
                                  <p:stCondLst>
                                    <p:cond delay="5850"/>
                                  </p:stCondLst>
                                  <p:childTnLst>
                                    <p:animMotion origin="layout" path="M 0 0 L 0.008 0 E" pathEditMode="relative" ptsTypes="AA">
                                      <p:cBhvr>
                                        <p:cTn id="121" dur="40" fill="hold"/>
                                        <p:tgtEl>
                                          <p:spTgt spid="37"/>
                                        </p:tgtEl>
                                        <p:attrNameLst>
                                          <p:attrName>ppt_x</p:attrName>
                                          <p:attrName>ppt_y</p:attrName>
                                        </p:attrNameLst>
                                      </p:cBhvr>
                                    </p:animMotion>
                                  </p:childTnLst>
                                </p:cTn>
                              </p:par>
                              <p:par>
                                <p:cTn id="124" presetID="6" presetClass="emph" presetSubtype="0" fill="hold" grpId="1" nodeType="withEffect" autoRev="1" repeatCount="indefinite">
                                  <p:stCondLst>
                                    <p:cond delay="6000"/>
                                  </p:stCondLst>
                                  <p:childTnLst>
                                    <p:animScale>
                                      <p:cBhvr>
                                        <p:cTn id="123" dur="700" fill="hold"/>
                                        <p:tgtEl>
                                          <p:spTgt spid="42"/>
                                        </p:tgtEl>
                                      </p:cBhvr>
                                      <p:by x="104000" y="104000"/>
                                    </p:animScale>
                                  </p:childTnLst>
                                </p:cTn>
                              </p:par>
                              <p:par>
                                <p:cTn id="128" presetID="22" presetClass="entr" presetSubtype="1" fill="hold" grpId="0" nodeType="withEffect">
                                  <p:stCondLst>
                                    <p:cond delay="7300"/>
                                  </p:stCondLst>
                                  <p:childTnLst>
                                    <p:set>
                                      <p:cBhvr>
                                        <p:cTn id="125" dur="1" fill="hold">
                                          <p:stCondLst>
                                            <p:cond delay="0"/>
                                          </p:stCondLst>
                                        </p:cTn>
                                        <p:tgtEl>
                                          <p:spTgt spid="19"/>
                                        </p:tgtEl>
                                        <p:attrNameLst>
                                          <p:attrName>style.visibility</p:attrName>
                                        </p:attrNameLst>
                                      </p:cBhvr>
                                      <p:to>
                                        <p:strVal val="visible"/>
                                      </p:to>
                                    </p:set>
                                    <p:animEffect transition="in" filter="wipe(down)">
                                      <p:cBhvr>
                                        <p:cTn id="126" dur="450"/>
                                        <p:tgtEl>
                                          <p:spTgt spid="19"/>
                                        </p:tgtEl>
                                      </p:cBhvr>
                                    </p:animEffect>
                                    <p:animEffect transition="in" filter="fade">
                                      <p:cBhvr>
                                        <p:cTn id="127" dur="450"/>
                                        <p:tgtEl>
                                          <p:spTgt spid="19"/>
                                        </p:tgtEl>
                                      </p:cBhvr>
                                    </p:animEffect>
                                  </p:childTnLst>
                                </p:cTn>
                              </p:par>
                              <p:par>
                                <p:cTn id="132" presetID="22" presetClass="entr" presetSubtype="1" fill="hold" grpId="0" nodeType="withEffect">
                                  <p:stCondLst>
                                    <p:cond delay="7600"/>
                                  </p:stCondLst>
                                  <p:childTnLst>
                                    <p:set>
                                      <p:cBhvr>
                                        <p:cTn id="129" dur="1" fill="hold">
                                          <p:stCondLst>
                                            <p:cond delay="0"/>
                                          </p:stCondLst>
                                        </p:cTn>
                                        <p:tgtEl>
                                          <p:spTgt spid="20"/>
                                        </p:tgtEl>
                                        <p:attrNameLst>
                                          <p:attrName>style.visibility</p:attrName>
                                        </p:attrNameLst>
                                      </p:cBhvr>
                                      <p:to>
                                        <p:strVal val="visible"/>
                                      </p:to>
                                    </p:set>
                                    <p:animEffect transition="in" filter="wipe(down)">
                                      <p:cBhvr>
                                        <p:cTn id="130" dur="450"/>
                                        <p:tgtEl>
                                          <p:spTgt spid="20"/>
                                        </p:tgtEl>
                                      </p:cBhvr>
                                    </p:animEffect>
                                    <p:animEffect transition="in" filter="fade">
                                      <p:cBhvr>
                                        <p:cTn id="131" dur="450"/>
                                        <p:tgtEl>
                                          <p:spTgt spid="20"/>
                                        </p:tgtEl>
                                      </p:cBhvr>
                                    </p:animEffect>
                                  </p:childTnLst>
                                </p:cTn>
                              </p:par>
                              <p:par>
                                <p:cTn id="137" presetID="53" presetClass="entr" presetSubtype="16" fill="hold" grpId="0" nodeType="withEffect">
                                  <p:stCondLst>
                                    <p:cond delay="7700"/>
                                  </p:stCondLst>
                                  <p:childTnLst>
                                    <p:set>
                                      <p:cBhvr>
                                        <p:cTn id="133" dur="1" fill="hold">
                                          <p:stCondLst>
                                            <p:cond delay="0"/>
                                          </p:stCondLst>
                                        </p:cTn>
                                        <p:tgtEl>
                                          <p:spTgt spid="23"/>
                                        </p:tgtEl>
                                        <p:attrNameLst>
                                          <p:attrName>style.visibility</p:attrName>
                                        </p:attrNameLst>
                                      </p:cBhvr>
                                      <p:to>
                                        <p:strVal val="visible"/>
                                      </p:to>
                                    </p:set>
                                    <p:anim calcmode="lin" valueType="num">
                                      <p:cBhvr additive="base">
                                        <p:cTn id="134" dur="350" fill="hold"/>
                                        <p:tgtEl>
                                          <p:spTgt spid="23"/>
                                        </p:tgtEl>
                                        <p:attrNameLst>
                                          <p:attrName>ppt_w</p:attrName>
                                        </p:attrNameLst>
                                      </p:cBhvr>
                                      <p:tavLst>
                                        <p:tav tm="0">
                                          <p:val>
                                            <p:strVal val="0"/>
                                          </p:val>
                                        </p:tav>
                                        <p:tav tm="100000">
                                          <p:val>
                                            <p:strVal val="#ppt_w"/>
                                          </p:val>
                                        </p:tav>
                                      </p:tavLst>
                                    </p:anim>
                                    <p:anim calcmode="lin" valueType="num">
                                      <p:cBhvr additive="base">
                                        <p:cTn id="135" dur="350" fill="hold"/>
                                        <p:tgtEl>
                                          <p:spTgt spid="23"/>
                                        </p:tgtEl>
                                        <p:attrNameLst>
                                          <p:attrName>ppt_h</p:attrName>
                                        </p:attrNameLst>
                                      </p:cBhvr>
                                      <p:tavLst>
                                        <p:tav tm="0">
                                          <p:val>
                                            <p:strVal val="0"/>
                                          </p:val>
                                        </p:tav>
                                        <p:tav tm="100000">
                                          <p:val>
                                            <p:strVal val="#ppt_h"/>
                                          </p:val>
                                        </p:tav>
                                      </p:tavLst>
                                    </p:anim>
                                    <p:animEffect transition="in" filter="fade">
                                      <p:cBhvr>
                                        <p:cTn id="136" dur="350"/>
                                        <p:tgtEl>
                                          <p:spTgt spid="23"/>
                                        </p:tgtEl>
                                      </p:cBhvr>
                                    </p:animEffect>
                                  </p:childTnLst>
                                </p:cTn>
                              </p:par>
                              <p:par>
                                <p:cTn id="141" presetID="22" presetClass="entr" presetSubtype="1" fill="hold" grpId="0" nodeType="withEffect">
                                  <p:stCondLst>
                                    <p:cond delay="7750"/>
                                  </p:stCondLst>
                                  <p:childTnLst>
                                    <p:set>
                                      <p:cBhvr>
                                        <p:cTn id="138" dur="1" fill="hold">
                                          <p:stCondLst>
                                            <p:cond delay="0"/>
                                          </p:stCondLst>
                                        </p:cTn>
                                        <p:tgtEl>
                                          <p:spTgt spid="21"/>
                                        </p:tgtEl>
                                        <p:attrNameLst>
                                          <p:attrName>style.visibility</p:attrName>
                                        </p:attrNameLst>
                                      </p:cBhvr>
                                      <p:to>
                                        <p:strVal val="visible"/>
                                      </p:to>
                                    </p:set>
                                    <p:animEffect transition="in" filter="wipe(down)">
                                      <p:cBhvr>
                                        <p:cTn id="139" dur="600"/>
                                        <p:tgtEl>
                                          <p:spTgt spid="21"/>
                                        </p:tgtEl>
                                      </p:cBhvr>
                                    </p:animEffect>
                                    <p:animEffect transition="in" filter="fade">
                                      <p:cBhvr>
                                        <p:cTn id="140" dur="600"/>
                                        <p:tgtEl>
                                          <p:spTgt spid="21"/>
                                        </p:tgtEl>
                                      </p:cBhvr>
                                    </p:animEffect>
                                  </p:childTnLst>
                                </p:cTn>
                              </p:par>
                              <p:par>
                                <p:cTn id="145" presetID="22" presetClass="entr" presetSubtype="1" fill="hold" grpId="0" nodeType="withEffect">
                                  <p:stCondLst>
                                    <p:cond delay="7800"/>
                                  </p:stCondLst>
                                  <p:childTnLst>
                                    <p:set>
                                      <p:cBhvr>
                                        <p:cTn id="142" dur="1" fill="hold">
                                          <p:stCondLst>
                                            <p:cond delay="0"/>
                                          </p:stCondLst>
                                        </p:cTn>
                                        <p:tgtEl>
                                          <p:spTgt spid="22"/>
                                        </p:tgtEl>
                                        <p:attrNameLst>
                                          <p:attrName>style.visibility</p:attrName>
                                        </p:attrNameLst>
                                      </p:cBhvr>
                                      <p:to>
                                        <p:strVal val="visible"/>
                                      </p:to>
                                    </p:set>
                                    <p:animEffect transition="in" filter="wipe(down)">
                                      <p:cBhvr>
                                        <p:cTn id="143" dur="450"/>
                                        <p:tgtEl>
                                          <p:spTgt spid="22"/>
                                        </p:tgtEl>
                                      </p:cBhvr>
                                    </p:animEffect>
                                    <p:animEffect transition="in" filter="fade">
                                      <p:cBhvr>
                                        <p:cTn id="144" dur="450"/>
                                        <p:tgtEl>
                                          <p:spTgt spid="22"/>
                                        </p:tgtEl>
                                      </p:cBhvr>
                                    </p:animEffect>
                                  </p:childTnLst>
                                </p:cTn>
                              </p:par>
                              <p:par>
                                <p:cTn id="147" presetID="0" presetClass="path" presetSubtype="0" fill="hold" grpId="1" nodeType="withEffect" autoRev="1" repeatCount="4000">
                                  <p:stCondLst>
                                    <p:cond delay="8380"/>
                                  </p:stCondLst>
                                  <p:childTnLst>
                                    <p:animMotion origin="layout" path="M 0 0 L 0.008 0 E" pathEditMode="relative" ptsTypes="AA">
                                      <p:cBhvr>
                                        <p:cTn id="146" dur="40" fill="hold"/>
                                        <p:tgtEl>
                                          <p:spTgt spid="21"/>
                                        </p:tgtEl>
                                        <p:attrNameLst>
                                          <p:attrName>ppt_x</p:attrName>
                                          <p:attrName>ppt_y</p:attrName>
                                        </p:attrNameLst>
                                      </p:cBhvr>
                                    </p:animMotion>
                                  </p:childTnLst>
                                </p:cTn>
                              </p:par>
                              <p:par>
                                <p:cTn id="150" presetID="22" presetClass="entr" presetSubtype="8" fill="hold" grpId="0" nodeType="withEffect">
                                  <p:stCondLst>
                                    <p:cond delay="8800"/>
                                  </p:stCondLst>
                                  <p:childTnLst>
                                    <p:set>
                                      <p:cBhvr>
                                        <p:cTn id="148" dur="1" fill="hold">
                                          <p:stCondLst>
                                            <p:cond delay="0"/>
                                          </p:stCondLst>
                                        </p:cTn>
                                        <p:tgtEl>
                                          <p:spTgt spid="24"/>
                                        </p:tgtEl>
                                        <p:attrNameLst>
                                          <p:attrName>style.visibility</p:attrName>
                                        </p:attrNameLst>
                                      </p:cBhvr>
                                      <p:to>
                                        <p:strVal val="visible"/>
                                      </p:to>
                                    </p:set>
                                    <p:animEffect transition="in" filter="wipe(left)">
                                      <p:cBhvr>
                                        <p:cTn id="149" dur="300"/>
                                        <p:tgtEl>
                                          <p:spTgt spid="24"/>
                                        </p:tgtEl>
                                      </p:cBhvr>
                                    </p:animEffect>
                                  </p:childTnLst>
                                </p:cTn>
                              </p:par>
                              <p:par>
                                <p:cTn id="154" presetID="22" presetClass="entr" presetSubtype="1" fill="hold" grpId="0" nodeType="withEffect">
                                  <p:stCondLst>
                                    <p:cond delay="9400"/>
                                  </p:stCondLst>
                                  <p:childTnLst>
                                    <p:set>
                                      <p:cBhvr>
                                        <p:cTn id="151" dur="1" fill="hold">
                                          <p:stCondLst>
                                            <p:cond delay="0"/>
                                          </p:stCondLst>
                                        </p:cTn>
                                        <p:tgtEl>
                                          <p:spTgt spid="25"/>
                                        </p:tgtEl>
                                        <p:attrNameLst>
                                          <p:attrName>style.visibility</p:attrName>
                                        </p:attrNameLst>
                                      </p:cBhvr>
                                      <p:to>
                                        <p:strVal val="visible"/>
                                      </p:to>
                                    </p:set>
                                    <p:animEffect transition="in" filter="wipe(down)">
                                      <p:cBhvr>
                                        <p:cTn id="152" dur="450"/>
                                        <p:tgtEl>
                                          <p:spTgt spid="25"/>
                                        </p:tgtEl>
                                      </p:cBhvr>
                                    </p:animEffect>
                                    <p:animEffect transition="in" filter="fade">
                                      <p:cBhvr>
                                        <p:cTn id="153" dur="450"/>
                                        <p:tgtEl>
                                          <p:spTgt spid="25"/>
                                        </p:tgtEl>
                                      </p:cBhvr>
                                    </p:animEffect>
                                  </p:childTnLst>
                                </p:cTn>
                              </p:par>
                              <p:par>
                                <p:cTn id="159" presetID="53" presetClass="entr" presetSubtype="16" fill="hold" grpId="0" nodeType="withEffect">
                                  <p:stCondLst>
                                    <p:cond delay="9500"/>
                                  </p:stCondLst>
                                  <p:childTnLst>
                                    <p:set>
                                      <p:cBhvr>
                                        <p:cTn id="155" dur="1" fill="hold">
                                          <p:stCondLst>
                                            <p:cond delay="0"/>
                                          </p:stCondLst>
                                        </p:cTn>
                                        <p:tgtEl>
                                          <p:spTgt spid="28"/>
                                        </p:tgtEl>
                                        <p:attrNameLst>
                                          <p:attrName>style.visibility</p:attrName>
                                        </p:attrNameLst>
                                      </p:cBhvr>
                                      <p:to>
                                        <p:strVal val="visible"/>
                                      </p:to>
                                    </p:set>
                                    <p:anim calcmode="lin" valueType="num">
                                      <p:cBhvr additive="base">
                                        <p:cTn id="156" dur="350" fill="hold"/>
                                        <p:tgtEl>
                                          <p:spTgt spid="28"/>
                                        </p:tgtEl>
                                        <p:attrNameLst>
                                          <p:attrName>ppt_w</p:attrName>
                                        </p:attrNameLst>
                                      </p:cBhvr>
                                      <p:tavLst>
                                        <p:tav tm="0">
                                          <p:val>
                                            <p:strVal val="0"/>
                                          </p:val>
                                        </p:tav>
                                        <p:tav tm="100000">
                                          <p:val>
                                            <p:strVal val="#ppt_w"/>
                                          </p:val>
                                        </p:tav>
                                      </p:tavLst>
                                    </p:anim>
                                    <p:anim calcmode="lin" valueType="num">
                                      <p:cBhvr additive="base">
                                        <p:cTn id="157" dur="350" fill="hold"/>
                                        <p:tgtEl>
                                          <p:spTgt spid="28"/>
                                        </p:tgtEl>
                                        <p:attrNameLst>
                                          <p:attrName>ppt_h</p:attrName>
                                        </p:attrNameLst>
                                      </p:cBhvr>
                                      <p:tavLst>
                                        <p:tav tm="0">
                                          <p:val>
                                            <p:strVal val="0"/>
                                          </p:val>
                                        </p:tav>
                                        <p:tav tm="100000">
                                          <p:val>
                                            <p:strVal val="#ppt_h"/>
                                          </p:val>
                                        </p:tav>
                                      </p:tavLst>
                                    </p:anim>
                                    <p:animEffect transition="in" filter="fade">
                                      <p:cBhvr>
                                        <p:cTn id="158" dur="350"/>
                                        <p:tgtEl>
                                          <p:spTgt spid="28"/>
                                        </p:tgtEl>
                                      </p:cBhvr>
                                    </p:animEffect>
                                  </p:childTnLst>
                                </p:cTn>
                              </p:par>
                              <p:par>
                                <p:cTn id="163" presetID="22" presetClass="entr" presetSubtype="1" fill="hold" grpId="0" nodeType="withEffect">
                                  <p:stCondLst>
                                    <p:cond delay="9550"/>
                                  </p:stCondLst>
                                  <p:childTnLst>
                                    <p:set>
                                      <p:cBhvr>
                                        <p:cTn id="160" dur="1" fill="hold">
                                          <p:stCondLst>
                                            <p:cond delay="0"/>
                                          </p:stCondLst>
                                        </p:cTn>
                                        <p:tgtEl>
                                          <p:spTgt spid="26"/>
                                        </p:tgtEl>
                                        <p:attrNameLst>
                                          <p:attrName>style.visibility</p:attrName>
                                        </p:attrNameLst>
                                      </p:cBhvr>
                                      <p:to>
                                        <p:strVal val="visible"/>
                                      </p:to>
                                    </p:set>
                                    <p:animEffect transition="in" filter="wipe(down)">
                                      <p:cBhvr>
                                        <p:cTn id="161" dur="600"/>
                                        <p:tgtEl>
                                          <p:spTgt spid="26"/>
                                        </p:tgtEl>
                                      </p:cBhvr>
                                    </p:animEffect>
                                    <p:animEffect transition="in" filter="fade">
                                      <p:cBhvr>
                                        <p:cTn id="162" dur="600"/>
                                        <p:tgtEl>
                                          <p:spTgt spid="26"/>
                                        </p:tgtEl>
                                      </p:cBhvr>
                                    </p:animEffect>
                                  </p:childTnLst>
                                </p:cTn>
                              </p:par>
                              <p:par>
                                <p:cTn id="167" presetID="22" presetClass="entr" presetSubtype="1" fill="hold" grpId="0" nodeType="withEffect">
                                  <p:stCondLst>
                                    <p:cond delay="9600"/>
                                  </p:stCondLst>
                                  <p:childTnLst>
                                    <p:set>
                                      <p:cBhvr>
                                        <p:cTn id="164" dur="1" fill="hold">
                                          <p:stCondLst>
                                            <p:cond delay="0"/>
                                          </p:stCondLst>
                                        </p:cTn>
                                        <p:tgtEl>
                                          <p:spTgt spid="27"/>
                                        </p:tgtEl>
                                        <p:attrNameLst>
                                          <p:attrName>style.visibility</p:attrName>
                                        </p:attrNameLst>
                                      </p:cBhvr>
                                      <p:to>
                                        <p:strVal val="visible"/>
                                      </p:to>
                                    </p:set>
                                    <p:animEffect transition="in" filter="wipe(down)">
                                      <p:cBhvr>
                                        <p:cTn id="165" dur="450"/>
                                        <p:tgtEl>
                                          <p:spTgt spid="27"/>
                                        </p:tgtEl>
                                      </p:cBhvr>
                                    </p:animEffect>
                                    <p:animEffect transition="in" filter="fade">
                                      <p:cBhvr>
                                        <p:cTn id="166" dur="450"/>
                                        <p:tgtEl>
                                          <p:spTgt spid="27"/>
                                        </p:tgtEl>
                                      </p:cBhvr>
                                    </p:animEffect>
                                  </p:childTnLst>
                                </p:cTn>
                              </p:par>
                              <p:par>
                                <p:cTn id="169" presetID="0" presetClass="path" presetSubtype="0" fill="hold" grpId="1" nodeType="withEffect" autoRev="1" repeatCount="4000">
                                  <p:stCondLst>
                                    <p:cond delay="10180"/>
                                  </p:stCondLst>
                                  <p:childTnLst>
                                    <p:animMotion origin="layout" path="M 0 0 L 0.008 0 E" pathEditMode="relative" ptsTypes="AA">
                                      <p:cBhvr>
                                        <p:cTn id="168" dur="40" fill="hold"/>
                                        <p:tgtEl>
                                          <p:spTgt spid="26"/>
                                        </p:tgtEl>
                                        <p:attrNameLst>
                                          <p:attrName>ppt_x</p:attrName>
                                          <p:attrName>ppt_y</p:attrName>
                                        </p:attrNameLst>
                                      </p:cBhvr>
                                    </p:animMotion>
                                  </p:childTnLst>
                                </p:cTn>
                              </p:par>
                              <p:par>
                                <p:cTn id="172" presetID="22" presetClass="entr" presetSubtype="8" fill="hold" grpId="0" nodeType="withEffect">
                                  <p:stCondLst>
                                    <p:cond delay="10600"/>
                                  </p:stCondLst>
                                  <p:childTnLst>
                                    <p:set>
                                      <p:cBhvr>
                                        <p:cTn id="170" dur="1" fill="hold">
                                          <p:stCondLst>
                                            <p:cond delay="0"/>
                                          </p:stCondLst>
                                        </p:cTn>
                                        <p:tgtEl>
                                          <p:spTgt spid="29"/>
                                        </p:tgtEl>
                                        <p:attrNameLst>
                                          <p:attrName>style.visibility</p:attrName>
                                        </p:attrNameLst>
                                      </p:cBhvr>
                                      <p:to>
                                        <p:strVal val="visible"/>
                                      </p:to>
                                    </p:set>
                                    <p:animEffect transition="in" filter="wipe(left)">
                                      <p:cBhvr>
                                        <p:cTn id="171" dur="300"/>
                                        <p:tgtEl>
                                          <p:spTgt spid="29"/>
                                        </p:tgtEl>
                                      </p:cBhvr>
                                    </p:animEffect>
                                  </p:childTnLst>
                                </p:cTn>
                              </p:par>
                              <p:par>
                                <p:cTn id="176" presetID="22" presetClass="entr" presetSubtype="1" fill="hold" grpId="0" nodeType="withEffect">
                                  <p:stCondLst>
                                    <p:cond delay="11200"/>
                                  </p:stCondLst>
                                  <p:childTnLst>
                                    <p:set>
                                      <p:cBhvr>
                                        <p:cTn id="173" dur="1" fill="hold">
                                          <p:stCondLst>
                                            <p:cond delay="0"/>
                                          </p:stCondLst>
                                        </p:cTn>
                                        <p:tgtEl>
                                          <p:spTgt spid="30"/>
                                        </p:tgtEl>
                                        <p:attrNameLst>
                                          <p:attrName>style.visibility</p:attrName>
                                        </p:attrNameLst>
                                      </p:cBhvr>
                                      <p:to>
                                        <p:strVal val="visible"/>
                                      </p:to>
                                    </p:set>
                                    <p:animEffect transition="in" filter="wipe(down)">
                                      <p:cBhvr>
                                        <p:cTn id="174" dur="450"/>
                                        <p:tgtEl>
                                          <p:spTgt spid="30"/>
                                        </p:tgtEl>
                                      </p:cBhvr>
                                    </p:animEffect>
                                    <p:animEffect transition="in" filter="fade">
                                      <p:cBhvr>
                                        <p:cTn id="175" dur="450"/>
                                        <p:tgtEl>
                                          <p:spTgt spid="30"/>
                                        </p:tgtEl>
                                      </p:cBhvr>
                                    </p:animEffect>
                                  </p:childTnLst>
                                </p:cTn>
                              </p:par>
                              <p:par>
                                <p:cTn id="181" presetID="53" presetClass="entr" presetSubtype="16" fill="hold" grpId="0" nodeType="withEffect">
                                  <p:stCondLst>
                                    <p:cond delay="11300"/>
                                  </p:stCondLst>
                                  <p:childTnLst>
                                    <p:set>
                                      <p:cBhvr>
                                        <p:cTn id="177" dur="1" fill="hold">
                                          <p:stCondLst>
                                            <p:cond delay="0"/>
                                          </p:stCondLst>
                                        </p:cTn>
                                        <p:tgtEl>
                                          <p:spTgt spid="33"/>
                                        </p:tgtEl>
                                        <p:attrNameLst>
                                          <p:attrName>style.visibility</p:attrName>
                                        </p:attrNameLst>
                                      </p:cBhvr>
                                      <p:to>
                                        <p:strVal val="visible"/>
                                      </p:to>
                                    </p:set>
                                    <p:anim calcmode="lin" valueType="num">
                                      <p:cBhvr additive="base">
                                        <p:cTn id="178" dur="350" fill="hold"/>
                                        <p:tgtEl>
                                          <p:spTgt spid="33"/>
                                        </p:tgtEl>
                                        <p:attrNameLst>
                                          <p:attrName>ppt_w</p:attrName>
                                        </p:attrNameLst>
                                      </p:cBhvr>
                                      <p:tavLst>
                                        <p:tav tm="0">
                                          <p:val>
                                            <p:strVal val="0"/>
                                          </p:val>
                                        </p:tav>
                                        <p:tav tm="100000">
                                          <p:val>
                                            <p:strVal val="#ppt_w"/>
                                          </p:val>
                                        </p:tav>
                                      </p:tavLst>
                                    </p:anim>
                                    <p:anim calcmode="lin" valueType="num">
                                      <p:cBhvr additive="base">
                                        <p:cTn id="179" dur="350" fill="hold"/>
                                        <p:tgtEl>
                                          <p:spTgt spid="33"/>
                                        </p:tgtEl>
                                        <p:attrNameLst>
                                          <p:attrName>ppt_h</p:attrName>
                                        </p:attrNameLst>
                                      </p:cBhvr>
                                      <p:tavLst>
                                        <p:tav tm="0">
                                          <p:val>
                                            <p:strVal val="0"/>
                                          </p:val>
                                        </p:tav>
                                        <p:tav tm="100000">
                                          <p:val>
                                            <p:strVal val="#ppt_h"/>
                                          </p:val>
                                        </p:tav>
                                      </p:tavLst>
                                    </p:anim>
                                    <p:animEffect transition="in" filter="fade">
                                      <p:cBhvr>
                                        <p:cTn id="180" dur="350"/>
                                        <p:tgtEl>
                                          <p:spTgt spid="33"/>
                                        </p:tgtEl>
                                      </p:cBhvr>
                                    </p:animEffect>
                                  </p:childTnLst>
                                </p:cTn>
                              </p:par>
                              <p:par>
                                <p:cTn id="185" presetID="22" presetClass="entr" presetSubtype="1" fill="hold" grpId="0" nodeType="withEffect">
                                  <p:stCondLst>
                                    <p:cond delay="11350"/>
                                  </p:stCondLst>
                                  <p:childTnLst>
                                    <p:set>
                                      <p:cBhvr>
                                        <p:cTn id="182" dur="1" fill="hold">
                                          <p:stCondLst>
                                            <p:cond delay="0"/>
                                          </p:stCondLst>
                                        </p:cTn>
                                        <p:tgtEl>
                                          <p:spTgt spid="31"/>
                                        </p:tgtEl>
                                        <p:attrNameLst>
                                          <p:attrName>style.visibility</p:attrName>
                                        </p:attrNameLst>
                                      </p:cBhvr>
                                      <p:to>
                                        <p:strVal val="visible"/>
                                      </p:to>
                                    </p:set>
                                    <p:animEffect transition="in" filter="wipe(down)">
                                      <p:cBhvr>
                                        <p:cTn id="183" dur="600"/>
                                        <p:tgtEl>
                                          <p:spTgt spid="31"/>
                                        </p:tgtEl>
                                      </p:cBhvr>
                                    </p:animEffect>
                                    <p:animEffect transition="in" filter="fade">
                                      <p:cBhvr>
                                        <p:cTn id="184" dur="600"/>
                                        <p:tgtEl>
                                          <p:spTgt spid="31"/>
                                        </p:tgtEl>
                                      </p:cBhvr>
                                    </p:animEffect>
                                  </p:childTnLst>
                                </p:cTn>
                              </p:par>
                              <p:par>
                                <p:cTn id="189" presetID="22" presetClass="entr" presetSubtype="1" fill="hold" grpId="0" nodeType="withEffect">
                                  <p:stCondLst>
                                    <p:cond delay="11400"/>
                                  </p:stCondLst>
                                  <p:childTnLst>
                                    <p:set>
                                      <p:cBhvr>
                                        <p:cTn id="186" dur="1" fill="hold">
                                          <p:stCondLst>
                                            <p:cond delay="0"/>
                                          </p:stCondLst>
                                        </p:cTn>
                                        <p:tgtEl>
                                          <p:spTgt spid="32"/>
                                        </p:tgtEl>
                                        <p:attrNameLst>
                                          <p:attrName>style.visibility</p:attrName>
                                        </p:attrNameLst>
                                      </p:cBhvr>
                                      <p:to>
                                        <p:strVal val="visible"/>
                                      </p:to>
                                    </p:set>
                                    <p:animEffect transition="in" filter="wipe(down)">
                                      <p:cBhvr>
                                        <p:cTn id="187" dur="450"/>
                                        <p:tgtEl>
                                          <p:spTgt spid="32"/>
                                        </p:tgtEl>
                                      </p:cBhvr>
                                    </p:animEffect>
                                    <p:animEffect transition="in" filter="fade">
                                      <p:cBhvr>
                                        <p:cTn id="188" dur="450"/>
                                        <p:tgtEl>
                                          <p:spTgt spid="32"/>
                                        </p:tgtEl>
                                      </p:cBhvr>
                                    </p:animEffect>
                                  </p:childTnLst>
                                </p:cTn>
                              </p:par>
                              <p:par>
                                <p:cTn id="192" presetID="10" presetClass="exit" presetSubtype="0" fill="hold" grpId="1" nodeType="withEffect">
                                  <p:stCondLst>
                                    <p:cond delay="11400"/>
                                  </p:stCondLst>
                                  <p:childTnLst>
                                    <p:animEffect transition="out" filter="fade">
                                      <p:cBhvr>
                                        <p:cTn id="190" dur="300"/>
                                        <p:tgtEl>
                                          <p:spTgt spid="38"/>
                                        </p:tgtEl>
                                      </p:cBhvr>
                                    </p:animEffect>
                                    <p:set>
                                      <p:cBhvr>
                                        <p:cTn id="191" dur="1" fill="hold">
                                          <p:stCondLst>
                                            <p:cond delay="299"/>
                                          </p:stCondLst>
                                        </p:cTn>
                                        <p:tgtEl>
                                          <p:spTgt spid="38"/>
                                        </p:tgtEl>
                                        <p:attrNameLst>
                                          <p:attrName>style.visibility</p:attrName>
                                        </p:attrNameLst>
                                      </p:cBhvr>
                                      <p:to>
                                        <p:strVal val="hidden"/>
                                      </p:to>
                                    </p:set>
                                  </p:childTnLst>
                                </p:cTn>
                              </p:par>
                              <p:par>
                                <p:cTn id="194" presetID="8" presetClass="emph" presetSubtype="0" fill="hold" grpId="3" nodeType="withEffect">
                                  <p:stCondLst>
                                    <p:cond delay="11400"/>
                                  </p:stCondLst>
                                  <p:childTnLst>
                                    <p:animRot by="-9000000">
                                      <p:cBhvr>
                                        <p:cTn id="193" dur="1300" fill="hold"/>
                                        <p:tgtEl>
                                          <p:spTgt spid="37"/>
                                        </p:tgtEl>
                                        <p:attrNameLst>
                                          <p:attrName>r</p:attrName>
                                        </p:attrNameLst>
                                      </p:cBhvr>
                                    </p:animRot>
                                  </p:childTnLst>
                                </p:cTn>
                              </p:par>
                              <p:par>
                                <p:cTn id="196" presetID="0" presetClass="path" presetSubtype="0" fill="hold" grpId="1" nodeType="withEffect" autoRev="1" repeatCount="4000">
                                  <p:stCondLst>
                                    <p:cond delay="11980"/>
                                  </p:stCondLst>
                                  <p:childTnLst>
                                    <p:animMotion origin="layout" path="M 0 0 L 0.008 0 E" pathEditMode="relative" ptsTypes="AA">
                                      <p:cBhvr>
                                        <p:cTn id="195" dur="40" fill="hold"/>
                                        <p:tgtEl>
                                          <p:spTgt spid="31"/>
                                        </p:tgtEl>
                                        <p:attrNameLst>
                                          <p:attrName>ppt_x</p:attrName>
                                          <p:attrName>ppt_y</p:attrName>
                                        </p:attrNameLst>
                                      </p:cBhvr>
                                    </p:animMotion>
                                  </p:childTnLst>
                                </p:cTn>
                              </p:par>
                              <p:par>
                                <p:cTn id="201" presetID="53" presetClass="entr" presetSubtype="32" fill="hold" grpId="0" nodeType="withEffect">
                                  <p:stCondLst>
                                    <p:cond delay="12500"/>
                                  </p:stCondLst>
                                  <p:childTnLst>
                                    <p:set>
                                      <p:cBhvr>
                                        <p:cTn id="197" dur="1" fill="hold">
                                          <p:stCondLst>
                                            <p:cond delay="0"/>
                                          </p:stCondLst>
                                        </p:cTn>
                                        <p:tgtEl>
                                          <p:spTgt spid="39"/>
                                        </p:tgtEl>
                                        <p:attrNameLst>
                                          <p:attrName>style.visibility</p:attrName>
                                        </p:attrNameLst>
                                      </p:cBhvr>
                                      <p:to>
                                        <p:strVal val="visible"/>
                                      </p:to>
                                    </p:set>
                                    <p:anim calcmode="lin" valueType="num">
                                      <p:cBhvr additive="base">
                                        <p:cTn id="198" dur="450" fill="hold"/>
                                        <p:tgtEl>
                                          <p:spTgt spid="39"/>
                                        </p:tgtEl>
                                        <p:attrNameLst>
                                          <p:attrName>ppt_w</p:attrName>
                                        </p:attrNameLst>
                                      </p:cBhvr>
                                      <p:tavLst>
                                        <p:tav tm="0">
                                          <p:val>
                                            <p:strVal val="#ppt_w*2.4"/>
                                          </p:val>
                                        </p:tav>
                                        <p:tav tm="100000">
                                          <p:val>
                                            <p:strVal val="#ppt_w"/>
                                          </p:val>
                                        </p:tav>
                                      </p:tavLst>
                                    </p:anim>
                                    <p:anim calcmode="lin" valueType="num">
                                      <p:cBhvr additive="base">
                                        <p:cTn id="199" dur="450" fill="hold"/>
                                        <p:tgtEl>
                                          <p:spTgt spid="39"/>
                                        </p:tgtEl>
                                        <p:attrNameLst>
                                          <p:attrName>ppt_h</p:attrName>
                                        </p:attrNameLst>
                                      </p:cBhvr>
                                      <p:tavLst>
                                        <p:tav tm="0">
                                          <p:val>
                                            <p:strVal val="#ppt_h*2.4"/>
                                          </p:val>
                                        </p:tav>
                                        <p:tav tm="100000">
                                          <p:val>
                                            <p:strVal val="#ppt_h"/>
                                          </p:val>
                                        </p:tav>
                                      </p:tavLst>
                                    </p:anim>
                                    <p:animEffect transition="in" filter="fade">
                                      <p:cBhvr>
                                        <p:cTn id="200" dur="450"/>
                                        <p:tgtEl>
                                          <p:spTgt spid="39"/>
                                        </p:tgtEl>
                                      </p:cBhvr>
                                    </p:animEffect>
                                  </p:childTnLst>
                                </p:cTn>
                              </p:par>
                              <p:par>
                                <p:cTn id="204" presetID="22" presetClass="entr" presetSubtype="8" fill="hold" grpId="0" nodeType="withEffect">
                                  <p:stCondLst>
                                    <p:cond delay="13400"/>
                                  </p:stCondLst>
                                  <p:childTnLst>
                                    <p:set>
                                      <p:cBhvr>
                                        <p:cTn id="202" dur="1" fill="hold">
                                          <p:stCondLst>
                                            <p:cond delay="0"/>
                                          </p:stCondLst>
                                        </p:cTn>
                                        <p:tgtEl>
                                          <p:spTgt spid="34"/>
                                        </p:tgtEl>
                                        <p:attrNameLst>
                                          <p:attrName>style.visibility</p:attrName>
                                        </p:attrNameLst>
                                      </p:cBhvr>
                                      <p:to>
                                        <p:strVal val="visible"/>
                                      </p:to>
                                    </p:set>
                                    <p:animEffect transition="in" filter="wipe(left)">
                                      <p:cBhvr>
                                        <p:cTn id="203"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3" grpId="0" animBg="1"/>
      <p:bldP spid="44" grpId="0" animBg="1"/>
      <p:bldP spid="45" grpId="0" animBg="1"/>
      <p:bldP spid="44" grpId="1" animBg="1"/>
      <p:bldP spid="4" grpId="0" animBg="1"/>
      <p:bldP spid="35" grpId="0" animBg="1"/>
      <p:bldP spid="3" grpId="1" animBg="1"/>
      <p:bldP spid="36" grpId="0" animBg="1"/>
      <p:bldP spid="5" grpId="0" animBg="1"/>
      <p:bldP spid="8" grpId="0" animBg="1"/>
      <p:bldP spid="37" grpId="0" animBg="1"/>
      <p:bldP spid="6" grpId="0" animBg="1"/>
      <p:bldP spid="7" grpId="0" animBg="1"/>
      <p:bldP spid="40" grpId="0" animBg="1"/>
      <p:bldP spid="41" grpId="0" animBg="1"/>
      <p:bldP spid="6" grpId="1" animBg="1"/>
      <p:bldP spid="42" grpId="0" animBg="1"/>
      <p:bldP spid="9" grpId="0" animBg="1"/>
      <p:bldP spid="10" grpId="0" animBg="1"/>
      <p:bldP spid="13" grpId="0" animBg="1"/>
      <p:bldP spid="11" grpId="0" animBg="1"/>
      <p:bldP spid="12" grpId="0" animBg="1"/>
      <p:bldP spid="11" grpId="1" animBg="1"/>
      <p:bldP spid="14" grpId="0" animBg="1"/>
      <p:bldP spid="15" grpId="0" animBg="1"/>
      <p:bldP spid="37" grpId="1" animBg="1"/>
      <p:bldP spid="18" grpId="0" animBg="1"/>
      <p:bldP spid="16" grpId="0" animBg="1"/>
      <p:bldP spid="17" grpId="0" animBg="1"/>
      <p:bldP spid="16" grpId="1" animBg="1"/>
      <p:bldP spid="16" grpId="2" animBg="1"/>
      <p:bldP spid="38" grpId="0" animBg="1"/>
      <p:bldP spid="37" grpId="2" animBg="1"/>
      <p:bldP spid="42" grpId="1"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8" grpId="1" animBg="1"/>
      <p:bldP spid="37" grpId="3" animBg="1"/>
      <p:bldP spid="31" grpId="1" animBg="1"/>
      <p:bldP spid="39"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2 – Gmail: the master key that opens every other door</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12:20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A fake “copyright” page asks her to log in">    </p:cNvPr>
          <p:cNvPicPr>
            <a:picLocks noChangeAspect="1"/>
          </p:cNvPicPr>
          <p:nvPr/>
        </p:nvPicPr>
        <p:blipFill>
          <a:blip r:embed="rId2"/>
          <a:stretch>
            <a:fillRect/>
          </a:stretch>
        </p:blipFill>
        <p:spPr>
          <a:xfrm>
            <a:off x="1078296" y="2171700"/>
            <a:ext cx="1437509"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fake “copyright” page asks her to log in</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She types her reused password">    </p:cNvPr>
          <p:cNvPicPr>
            <a:picLocks noChangeAspect="1"/>
          </p:cNvPicPr>
          <p:nvPr/>
        </p:nvPicPr>
        <p:blipFill>
          <a:blip r:embed="rId3"/>
          <a:stretch>
            <a:fillRect/>
          </a:stretch>
        </p:blipFill>
        <p:spPr>
          <a:xfrm>
            <a:off x="3449563" y="2171700"/>
            <a:ext cx="1139974"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She types her reused password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No 2-Step Verification: he is in">    </p:cNvPr>
          <p:cNvPicPr>
            <a:picLocks noChangeAspect="1"/>
          </p:cNvPicPr>
          <p:nvPr/>
        </p:nvPicPr>
        <p:blipFill>
          <a:blip r:embed="rId4"/>
          <a:stretch>
            <a:fillRect/>
          </a:stretch>
        </p:blipFill>
        <p:spPr>
          <a:xfrm>
            <a:off x="5607968" y="2171700"/>
            <a:ext cx="1268164"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No 2-Step Verification: he is in</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Turn on 2-Step Verification or a passkey">    </p:cNvPr>
          <p:cNvPicPr>
            <a:picLocks noChangeAspect="1"/>
          </p:cNvPicPr>
          <p:nvPr/>
        </p:nvPicPr>
        <p:blipFill>
          <a:blip r:embed="rId5"/>
          <a:stretch>
            <a:fillRect/>
          </a:stretch>
        </p:blipFill>
        <p:spPr>
          <a:xfrm>
            <a:off x="1232498" y="4318000"/>
            <a:ext cx="1129104"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Turn on 2-Step Verification or a passkey</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A different password for every account">    </p:cNvPr>
          <p:cNvPicPr>
            <a:picLocks noChangeAspect="1"/>
          </p:cNvPicPr>
          <p:nvPr/>
        </p:nvPicPr>
        <p:blipFill>
          <a:blip r:embed="rId6"/>
          <a:stretch>
            <a:fillRect/>
          </a:stretch>
        </p:blipFill>
        <p:spPr>
          <a:xfrm>
            <a:off x="3490322" y="4318000"/>
            <a:ext cx="1058456"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different password for every account</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Run Google’s Security Checkup">    </p:cNvPr>
          <p:cNvPicPr>
            <a:picLocks noChangeAspect="1"/>
          </p:cNvPicPr>
          <p:nvPr/>
        </p:nvPicPr>
        <p:blipFill>
          <a:blip r:embed="rId7"/>
          <a:stretch>
            <a:fillRect/>
          </a:stretch>
        </p:blipFill>
        <p:spPr>
          <a:xfrm>
            <a:off x="5746072" y="4318000"/>
            <a:ext cx="991956"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Run Google’s Security Checkup</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warnings for fake bKash, Nagad and bank emails, because Gmail can reset every other account</a:t>
            </a:r>
            <a:endParaRPr lang="en-US" sz="1100" dirty="0"/>
          </a:p>
        </p:txBody>
      </p:sp>
      <p:sp>
        <p:nvSpPr>
          <p:cNvPr id="35"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THREAT LEVEL</a:t>
            </a:r>
            <a:endParaRPr lang="en-US" sz="1150" dirty="0"/>
          </a:p>
        </p:txBody>
      </p:sp>
      <p:pic>
        <p:nvPicPr>
          <p:cNvPr id="36"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7" name="needle" descr="/tmp/claude-0/-home-user-bangladesh-crime-monitor/cb82e52d-05bf-5acf-9e17-5b7416beecee/scratchpad/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8"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CRITICAL · hacked at 12:20 AM</a:t>
            </a:r>
            <a:endParaRPr lang="en-US" sz="1300" dirty="0"/>
          </a:p>
        </p:txBody>
      </p:sp>
      <p:sp>
        <p:nvSpPr>
          <p:cNvPr id="39"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SAFE · after the fixes</a:t>
            </a:r>
            <a:endParaRPr lang="en-US" sz="1300" dirty="0"/>
          </a:p>
        </p:txBody>
      </p:sp>
      <p:sp>
        <p:nvSpPr>
          <p:cNvPr id="40"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SECURITY RADAR · 20 / 25</a:t>
            </a:r>
            <a:endParaRPr lang="en-US" sz="1150" dirty="0"/>
          </a:p>
        </p:txBody>
      </p:sp>
      <p:pic>
        <p:nvPicPr>
          <p:cNvPr id="41"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42" name="rshape" descr="/tmp/claude-0/-home-user-bangladesh-crime-monitor/cb82e52d-05bf-5acf-9e17-5b7416beecee/scratchpad/animppt/holo/radar_shape_door-gm.png">    </p:cNvPr>
          <p:cNvPicPr>
            <a:picLocks noChangeAspect="1"/>
          </p:cNvPicPr>
          <p:nvPr/>
        </p:nvPicPr>
        <p:blipFill>
          <a:blip r:embed="rId11"/>
          <a:stretch>
            <a:fillRect/>
          </a:stretch>
        </p:blipFill>
        <p:spPr>
          <a:xfrm>
            <a:off x="8413750" y="4064000"/>
            <a:ext cx="2286000" cy="1778000"/>
          </a:xfrm>
          <a:prstGeom prst="rect">
            <a:avLst/>
          </a:prstGeom>
        </p:spPr>
      </p:pic>
      <p:pic>
        <p:nvPicPr>
          <p:cNvPr id="43" name="hud" descr="/tmp/claude-0/-home-user-bangladesh-crime-monitor/cb82e52d-05bf-5acf-9e17-5b7416beecee/scratchpad/animppt/holo/hud.png">    </p:cNvPr>
          <p:cNvPicPr>
            <a:picLocks noChangeAspect="1"/>
          </p:cNvPicPr>
          <p:nvPr/>
        </p:nvPicPr>
        <p:blipFill>
          <a:blip r:embed="rId1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1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5" fill="hold">
                      <p:stCondLst>
                        <p:cond delay="indefinite"/>
                        <p:cond evt="onBegin" delay="0">
                          <p:tn val="2"/>
                        </p:cond>
                      </p:stCondLst>
                      <p:childTnLst>
                        <p:par>
                          <p:cTn id="20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3"/>
                                        </p:tgtEl>
                                        <p:attrNameLst>
                                          <p:attrName>style.visibility</p:attrName>
                                        </p:attrNameLst>
                                      </p:cBhvr>
                                      <p:to>
                                        <p:strVal val="visible"/>
                                      </p:to>
                                    </p:set>
                                    <p:animEffect transition="in" filter="fade">
                                      <p:cBhvr>
                                        <p:cTn id="8" dur="500"/>
                                        <p:tgtEl>
                                          <p:spTgt spid="4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animEffect transition="in" filter="fade">
                                      <p:cBhvr>
                                        <p:cTn id="11" dur="500"/>
                                        <p:tgtEl>
                                          <p:spTgt spid="44"/>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5"/>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4"/>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700"/>
                                  </p:stCondLst>
                                  <p:childTnLst>
                                    <p:set>
                                      <p:cBhvr>
                                        <p:cTn id="27" dur="1" fill="hold">
                                          <p:stCondLst>
                                            <p:cond delay="0"/>
                                          </p:stCondLst>
                                        </p:cTn>
                                        <p:tgtEl>
                                          <p:spTgt spid="36"/>
                                        </p:tgtEl>
                                        <p:attrNameLst>
                                          <p:attrName>style.visibility</p:attrName>
                                        </p:attrNameLst>
                                      </p:cBhvr>
                                      <p:to>
                                        <p:strVal val="visible"/>
                                      </p:to>
                                    </p:set>
                                    <p:animEffect transition="in" filter="wipe(down)">
                                      <p:cBhvr>
                                        <p:cTn id="28" dur="600"/>
                                        <p:tgtEl>
                                          <p:spTgt spid="36"/>
                                        </p:tgtEl>
                                      </p:cBhvr>
                                    </p:animEffect>
                                    <p:animEffect transition="in" filter="fade">
                                      <p:cBhvr>
                                        <p:cTn id="29" dur="600"/>
                                        <p:tgtEl>
                                          <p:spTgt spid="36"/>
                                        </p:tgtEl>
                                      </p:cBhvr>
                                    </p:animEffect>
                                  </p:childTnLst>
                                </p:cTn>
                              </p:par>
                              <p:par>
                                <p:cTn id="34" presetID="22" presetClass="entr" presetSubtype="1" fill="hold" grpId="0" nodeType="withEffect">
                                  <p:stCondLst>
                                    <p:cond delay="900"/>
                                  </p:stCondLst>
                                  <p:childTnLst>
                                    <p:set>
                                      <p:cBhvr>
                                        <p:cTn id="31" dur="1" fill="hold">
                                          <p:stCondLst>
                                            <p:cond delay="0"/>
                                          </p:stCondLst>
                                        </p:cTn>
                                        <p:tgtEl>
                                          <p:spTgt spid="5"/>
                                        </p:tgtEl>
                                        <p:attrNameLst>
                                          <p:attrName>style.visibility</p:attrName>
                                        </p:attrNameLst>
                                      </p:cBhvr>
                                      <p:to>
                                        <p:strVal val="visible"/>
                                      </p:to>
                                    </p:set>
                                    <p:animEffect transition="in" filter="wipe(down)">
                                      <p:cBhvr>
                                        <p:cTn id="32" dur="450"/>
                                        <p:tgtEl>
                                          <p:spTgt spid="5"/>
                                        </p:tgtEl>
                                      </p:cBhvr>
                                    </p:animEffect>
                                    <p:animEffect transition="in" filter="fade">
                                      <p:cBhvr>
                                        <p:cTn id="33" dur="450"/>
                                        <p:tgtEl>
                                          <p:spTgt spid="5"/>
                                        </p:tgtEl>
                                      </p:cBhvr>
                                    </p:animEffect>
                                  </p:childTnLst>
                                </p:cTn>
                              </p:par>
                              <p:par>
                                <p:cTn id="39" presetID="53" presetClass="entr" presetSubtype="16" fill="hold" grpId="0" nodeType="withEffect">
                                  <p:stCondLst>
                                    <p:cond delay="1000"/>
                                  </p:stCondLst>
                                  <p:childTnLst>
                                    <p:set>
                                      <p:cBhvr>
                                        <p:cTn id="35" dur="1" fill="hold">
                                          <p:stCondLst>
                                            <p:cond delay="0"/>
                                          </p:stCondLst>
                                        </p:cTn>
                                        <p:tgtEl>
                                          <p:spTgt spid="8"/>
                                        </p:tgtEl>
                                        <p:attrNameLst>
                                          <p:attrName>style.visibility</p:attrName>
                                        </p:attrNameLst>
                                      </p:cBhvr>
                                      <p:to>
                                        <p:strVal val="visible"/>
                                      </p:to>
                                    </p:set>
                                    <p:anim calcmode="lin" valueType="num">
                                      <p:cBhvr additive="base">
                                        <p:cTn id="36" dur="350" fill="hold"/>
                                        <p:tgtEl>
                                          <p:spTgt spid="8"/>
                                        </p:tgtEl>
                                        <p:attrNameLst>
                                          <p:attrName>ppt_w</p:attrName>
                                        </p:attrNameLst>
                                      </p:cBhvr>
                                      <p:tavLst>
                                        <p:tav tm="0">
                                          <p:val>
                                            <p:strVal val="0"/>
                                          </p:val>
                                        </p:tav>
                                        <p:tav tm="100000">
                                          <p:val>
                                            <p:strVal val="#ppt_w"/>
                                          </p:val>
                                        </p:tav>
                                      </p:tavLst>
                                    </p:anim>
                                    <p:anim calcmode="lin" valueType="num">
                                      <p:cBhvr additive="base">
                                        <p:cTn id="37" dur="350" fill="hold"/>
                                        <p:tgtEl>
                                          <p:spTgt spid="8"/>
                                        </p:tgtEl>
                                        <p:attrNameLst>
                                          <p:attrName>ppt_h</p:attrName>
                                        </p:attrNameLst>
                                      </p:cBhvr>
                                      <p:tavLst>
                                        <p:tav tm="0">
                                          <p:val>
                                            <p:strVal val="0"/>
                                          </p:val>
                                        </p:tav>
                                        <p:tav tm="100000">
                                          <p:val>
                                            <p:strVal val="#ppt_h"/>
                                          </p:val>
                                        </p:tav>
                                      </p:tavLst>
                                    </p:anim>
                                    <p:animEffect transition="in" filter="fade">
                                      <p:cBhvr>
                                        <p:cTn id="38" dur="350"/>
                                        <p:tgtEl>
                                          <p:spTgt spid="8"/>
                                        </p:tgtEl>
                                      </p:cBhvr>
                                    </p:animEffect>
                                  </p:childTnLst>
                                </p:cTn>
                              </p:par>
                              <p:par>
                                <p:cTn id="44" presetID="53" presetClass="entr" presetSubtype="16" fill="hold" grpId="0" nodeType="withEffect">
                                  <p:stCondLst>
                                    <p:cond delay="1000"/>
                                  </p:stCondLst>
                                  <p:childTnLst>
                                    <p:set>
                                      <p:cBhvr>
                                        <p:cTn id="40" dur="1" fill="hold">
                                          <p:stCondLst>
                                            <p:cond delay="0"/>
                                          </p:stCondLst>
                                        </p:cTn>
                                        <p:tgtEl>
                                          <p:spTgt spid="37"/>
                                        </p:tgtEl>
                                        <p:attrNameLst>
                                          <p:attrName>style.visibility</p:attrName>
                                        </p:attrNameLst>
                                      </p:cBhvr>
                                      <p:to>
                                        <p:strVal val="visible"/>
                                      </p:to>
                                    </p:set>
                                    <p:anim calcmode="lin" valueType="num">
                                      <p:cBhvr additive="base">
                                        <p:cTn id="41" dur="400" fill="hold"/>
                                        <p:tgtEl>
                                          <p:spTgt spid="37"/>
                                        </p:tgtEl>
                                        <p:attrNameLst>
                                          <p:attrName>ppt_w</p:attrName>
                                        </p:attrNameLst>
                                      </p:cBhvr>
                                      <p:tavLst>
                                        <p:tav tm="0">
                                          <p:val>
                                            <p:strVal val="0"/>
                                          </p:val>
                                        </p:tav>
                                        <p:tav tm="100000">
                                          <p:val>
                                            <p:strVal val="#ppt_w"/>
                                          </p:val>
                                        </p:tav>
                                      </p:tavLst>
                                    </p:anim>
                                    <p:anim calcmode="lin" valueType="num">
                                      <p:cBhvr additive="base">
                                        <p:cTn id="42" dur="400" fill="hold"/>
                                        <p:tgtEl>
                                          <p:spTgt spid="37"/>
                                        </p:tgtEl>
                                        <p:attrNameLst>
                                          <p:attrName>ppt_h</p:attrName>
                                        </p:attrNameLst>
                                      </p:cBhvr>
                                      <p:tavLst>
                                        <p:tav tm="0">
                                          <p:val>
                                            <p:strVal val="0"/>
                                          </p:val>
                                        </p:tav>
                                        <p:tav tm="100000">
                                          <p:val>
                                            <p:strVal val="#ppt_h"/>
                                          </p:val>
                                        </p:tav>
                                      </p:tavLst>
                                    </p:anim>
                                    <p:animEffect transition="in" filter="fade">
                                      <p:cBhvr>
                                        <p:cTn id="43" dur="400"/>
                                        <p:tgtEl>
                                          <p:spTgt spid="37"/>
                                        </p:tgtEl>
                                      </p:cBhvr>
                                    </p:animEffect>
                                  </p:childTnLst>
                                </p:cTn>
                              </p:par>
                              <p:par>
                                <p:cTn id="48" presetID="22" presetClass="entr" presetSubtype="1" fill="hold" grpId="0" nodeType="withEffect">
                                  <p:stCondLst>
                                    <p:cond delay="1050"/>
                                  </p:stCondLst>
                                  <p:childTnLst>
                                    <p:set>
                                      <p:cBhvr>
                                        <p:cTn id="45" dur="1" fill="hold">
                                          <p:stCondLst>
                                            <p:cond delay="0"/>
                                          </p:stCondLst>
                                        </p:cTn>
                                        <p:tgtEl>
                                          <p:spTgt spid="6"/>
                                        </p:tgtEl>
                                        <p:attrNameLst>
                                          <p:attrName>style.visibility</p:attrName>
                                        </p:attrNameLst>
                                      </p:cBhvr>
                                      <p:to>
                                        <p:strVal val="visible"/>
                                      </p:to>
                                    </p:set>
                                    <p:animEffect transition="in" filter="wipe(down)">
                                      <p:cBhvr>
                                        <p:cTn id="46" dur="600"/>
                                        <p:tgtEl>
                                          <p:spTgt spid="6"/>
                                        </p:tgtEl>
                                      </p:cBhvr>
                                    </p:animEffect>
                                    <p:animEffect transition="in" filter="fade">
                                      <p:cBhvr>
                                        <p:cTn id="47" dur="600"/>
                                        <p:tgtEl>
                                          <p:spTgt spid="6"/>
                                        </p:tgtEl>
                                      </p:cBhvr>
                                    </p:animEffect>
                                  </p:childTnLst>
                                </p:cTn>
                              </p:par>
                              <p:par>
                                <p:cTn id="52" presetID="22" presetClass="entr" presetSubtype="1" fill="hold" grpId="0" nodeType="withEffect">
                                  <p:stCondLst>
                                    <p:cond delay="1100"/>
                                  </p:stCondLst>
                                  <p:childTnLst>
                                    <p:set>
                                      <p:cBhvr>
                                        <p:cTn id="49" dur="1" fill="hold">
                                          <p:stCondLst>
                                            <p:cond delay="0"/>
                                          </p:stCondLst>
                                        </p:cTn>
                                        <p:tgtEl>
                                          <p:spTgt spid="7"/>
                                        </p:tgtEl>
                                        <p:attrNameLst>
                                          <p:attrName>style.visibility</p:attrName>
                                        </p:attrNameLst>
                                      </p:cBhvr>
                                      <p:to>
                                        <p:strVal val="visible"/>
                                      </p:to>
                                    </p:set>
                                    <p:animEffect transition="in" filter="wipe(down)">
                                      <p:cBhvr>
                                        <p:cTn id="50" dur="450"/>
                                        <p:tgtEl>
                                          <p:spTgt spid="7"/>
                                        </p:tgtEl>
                                      </p:cBhvr>
                                    </p:animEffect>
                                    <p:animEffect transition="in" filter="fade">
                                      <p:cBhvr>
                                        <p:cTn id="51" dur="450"/>
                                        <p:tgtEl>
                                          <p:spTgt spid="7"/>
                                        </p:tgtEl>
                                      </p:cBhvr>
                                    </p:animEffect>
                                  </p:childTnLst>
                                </p:cTn>
                              </p:par>
                              <p:par>
                                <p:cTn id="56" presetID="22" presetClass="entr" presetSubtype="1" fill="hold" grpId="0" nodeType="withEffect">
                                  <p:stCondLst>
                                    <p:cond delay="1200"/>
                                  </p:stCondLst>
                                  <p:childTnLst>
                                    <p:set>
                                      <p:cBhvr>
                                        <p:cTn id="53" dur="1" fill="hold">
                                          <p:stCondLst>
                                            <p:cond delay="0"/>
                                          </p:stCondLst>
                                        </p:cTn>
                                        <p:tgtEl>
                                          <p:spTgt spid="40"/>
                                        </p:tgtEl>
                                        <p:attrNameLst>
                                          <p:attrName>style.visibility</p:attrName>
                                        </p:attrNameLst>
                                      </p:cBhvr>
                                      <p:to>
                                        <p:strVal val="visible"/>
                                      </p:to>
                                    </p:set>
                                    <p:animEffect transition="in" filter="wipe(down)">
                                      <p:cBhvr>
                                        <p:cTn id="54" dur="450"/>
                                        <p:tgtEl>
                                          <p:spTgt spid="40"/>
                                        </p:tgtEl>
                                      </p:cBhvr>
                                    </p:animEffect>
                                    <p:animEffect transition="in" filter="fade">
                                      <p:cBhvr>
                                        <p:cTn id="55" dur="450"/>
                                        <p:tgtEl>
                                          <p:spTgt spid="40"/>
                                        </p:tgtEl>
                                      </p:cBhvr>
                                    </p:animEffect>
                                  </p:childTnLst>
                                </p:cTn>
                              </p:par>
                              <p:par>
                                <p:cTn id="60" presetID="22" presetClass="entr" presetSubtype="1" fill="hold" grpId="0" nodeType="withEffect">
                                  <p:stCondLst>
                                    <p:cond delay="1300"/>
                                  </p:stCondLst>
                                  <p:childTnLst>
                                    <p:set>
                                      <p:cBhvr>
                                        <p:cTn id="57" dur="1" fill="hold">
                                          <p:stCondLst>
                                            <p:cond delay="0"/>
                                          </p:stCondLst>
                                        </p:cTn>
                                        <p:tgtEl>
                                          <p:spTgt spid="41"/>
                                        </p:tgtEl>
                                        <p:attrNameLst>
                                          <p:attrName>style.visibility</p:attrName>
                                        </p:attrNameLst>
                                      </p:cBhvr>
                                      <p:to>
                                        <p:strVal val="visible"/>
                                      </p:to>
                                    </p:set>
                                    <p:animEffect transition="in" filter="wipe(down)">
                                      <p:cBhvr>
                                        <p:cTn id="58" dur="600"/>
                                        <p:tgtEl>
                                          <p:spTgt spid="41"/>
                                        </p:tgtEl>
                                      </p:cBhvr>
                                    </p:animEffect>
                                    <p:animEffect transition="in" filter="fade">
                                      <p:cBhvr>
                                        <p:cTn id="59" dur="600"/>
                                        <p:tgtEl>
                                          <p:spTgt spid="41"/>
                                        </p:tgtEl>
                                      </p:cBhvr>
                                    </p:animEffect>
                                  </p:childTnLst>
                                </p:cTn>
                              </p:par>
                              <p:par>
                                <p:cTn id="62" presetID="0" presetClass="path" presetSubtype="0" fill="hold" grpId="1" nodeType="withEffect" autoRev="1" repeatCount="4000">
                                  <p:stCondLst>
                                    <p:cond delay="1680"/>
                                  </p:stCondLst>
                                  <p:childTnLst>
                                    <p:animMotion origin="layout" path="M 0 0 L 0.008 0 E" pathEditMode="relative" ptsTypes="AA">
                                      <p:cBhvr>
                                        <p:cTn id="61" dur="40" fill="hold"/>
                                        <p:tgtEl>
                                          <p:spTgt spid="6"/>
                                        </p:tgtEl>
                                        <p:attrNameLst>
                                          <p:attrName>ppt_x</p:attrName>
                                          <p:attrName>ppt_y</p:attrName>
                                        </p:attrNameLst>
                                      </p:cBhvr>
                                    </p:animMotion>
                                  </p:childTnLst>
                                </p:cTn>
                              </p:par>
                              <p:par>
                                <p:cTn id="67" presetID="53" presetClass="entr" presetSubtype="16" fill="hold" grpId="0" nodeType="withEffect">
                                  <p:stCondLst>
                                    <p:cond delay="1800"/>
                                  </p:stCondLst>
                                  <p:childTnLst>
                                    <p:set>
                                      <p:cBhvr>
                                        <p:cTn id="63" dur="1" fill="hold">
                                          <p:stCondLst>
                                            <p:cond delay="0"/>
                                          </p:stCondLst>
                                        </p:cTn>
                                        <p:tgtEl>
                                          <p:spTgt spid="42"/>
                                        </p:tgtEl>
                                        <p:attrNameLst>
                                          <p:attrName>style.visibility</p:attrName>
                                        </p:attrNameLst>
                                      </p:cBhvr>
                                      <p:to>
                                        <p:strVal val="visible"/>
                                      </p:to>
                                    </p:set>
                                    <p:anim calcmode="lin" valueType="num">
                                      <p:cBhvr additive="base">
                                        <p:cTn id="64" dur="900" fill="hold"/>
                                        <p:tgtEl>
                                          <p:spTgt spid="42"/>
                                        </p:tgtEl>
                                        <p:attrNameLst>
                                          <p:attrName>ppt_w</p:attrName>
                                        </p:attrNameLst>
                                      </p:cBhvr>
                                      <p:tavLst>
                                        <p:tav tm="0">
                                          <p:val>
                                            <p:strVal val="0"/>
                                          </p:val>
                                        </p:tav>
                                        <p:tav tm="100000">
                                          <p:val>
                                            <p:strVal val="#ppt_w"/>
                                          </p:val>
                                        </p:tav>
                                      </p:tavLst>
                                    </p:anim>
                                    <p:anim calcmode="lin" valueType="num">
                                      <p:cBhvr additive="base">
                                        <p:cTn id="65" dur="900" fill="hold"/>
                                        <p:tgtEl>
                                          <p:spTgt spid="42"/>
                                        </p:tgtEl>
                                        <p:attrNameLst>
                                          <p:attrName>ppt_h</p:attrName>
                                        </p:attrNameLst>
                                      </p:cBhvr>
                                      <p:tavLst>
                                        <p:tav tm="0">
                                          <p:val>
                                            <p:strVal val="0"/>
                                          </p:val>
                                        </p:tav>
                                        <p:tav tm="100000">
                                          <p:val>
                                            <p:strVal val="#ppt_h"/>
                                          </p:val>
                                        </p:tav>
                                      </p:tavLst>
                                    </p:anim>
                                    <p:animEffect transition="in" filter="fade">
                                      <p:cBhvr>
                                        <p:cTn id="66" dur="900"/>
                                        <p:tgtEl>
                                          <p:spTgt spid="42"/>
                                        </p:tgtEl>
                                      </p:cBhvr>
                                    </p:animEffect>
                                  </p:childTnLst>
                                </p:cTn>
                              </p:par>
                              <p:par>
                                <p:cTn id="70" presetID="22" presetClass="entr" presetSubtype="8" fill="hold" grpId="0" nodeType="withEffect">
                                  <p:stCondLst>
                                    <p:cond delay="2100"/>
                                  </p:stCondLst>
                                  <p:childTnLst>
                                    <p:set>
                                      <p:cBhvr>
                                        <p:cTn id="68" dur="1" fill="hold">
                                          <p:stCondLst>
                                            <p:cond delay="0"/>
                                          </p:stCondLst>
                                        </p:cTn>
                                        <p:tgtEl>
                                          <p:spTgt spid="9"/>
                                        </p:tgtEl>
                                        <p:attrNameLst>
                                          <p:attrName>style.visibility</p:attrName>
                                        </p:attrNameLst>
                                      </p:cBhvr>
                                      <p:to>
                                        <p:strVal val="visible"/>
                                      </p:to>
                                    </p:set>
                                    <p:animEffect transition="in" filter="wipe(left)">
                                      <p:cBhvr>
                                        <p:cTn id="69" dur="300"/>
                                        <p:tgtEl>
                                          <p:spTgt spid="9"/>
                                        </p:tgtEl>
                                      </p:cBhvr>
                                    </p:animEffect>
                                  </p:childTnLst>
                                </p:cTn>
                              </p:par>
                              <p:par>
                                <p:cTn id="74" presetID="22" presetClass="entr" presetSubtype="1" fill="hold" grpId="0" nodeType="withEffect">
                                  <p:stCondLst>
                                    <p:cond delay="2700"/>
                                  </p:stCondLst>
                                  <p:childTnLst>
                                    <p:set>
                                      <p:cBhvr>
                                        <p:cTn id="71" dur="1" fill="hold">
                                          <p:stCondLst>
                                            <p:cond delay="0"/>
                                          </p:stCondLst>
                                        </p:cTn>
                                        <p:tgtEl>
                                          <p:spTgt spid="10"/>
                                        </p:tgtEl>
                                        <p:attrNameLst>
                                          <p:attrName>style.visibility</p:attrName>
                                        </p:attrNameLst>
                                      </p:cBhvr>
                                      <p:to>
                                        <p:strVal val="visible"/>
                                      </p:to>
                                    </p:set>
                                    <p:animEffect transition="in" filter="wipe(down)">
                                      <p:cBhvr>
                                        <p:cTn id="72" dur="450"/>
                                        <p:tgtEl>
                                          <p:spTgt spid="10"/>
                                        </p:tgtEl>
                                      </p:cBhvr>
                                    </p:animEffect>
                                    <p:animEffect transition="in" filter="fade">
                                      <p:cBhvr>
                                        <p:cTn id="73" dur="450"/>
                                        <p:tgtEl>
                                          <p:spTgt spid="10"/>
                                        </p:tgtEl>
                                      </p:cBhvr>
                                    </p:animEffect>
                                  </p:childTnLst>
                                </p:cTn>
                              </p:par>
                              <p:par>
                                <p:cTn id="79" presetID="53" presetClass="entr" presetSubtype="16" fill="hold" grpId="0" nodeType="withEffect">
                                  <p:stCondLst>
                                    <p:cond delay="2800"/>
                                  </p:stCondLst>
                                  <p:childTnLst>
                                    <p:set>
                                      <p:cBhvr>
                                        <p:cTn id="75" dur="1" fill="hold">
                                          <p:stCondLst>
                                            <p:cond delay="0"/>
                                          </p:stCondLst>
                                        </p:cTn>
                                        <p:tgtEl>
                                          <p:spTgt spid="13"/>
                                        </p:tgtEl>
                                        <p:attrNameLst>
                                          <p:attrName>style.visibility</p:attrName>
                                        </p:attrNameLst>
                                      </p:cBhvr>
                                      <p:to>
                                        <p:strVal val="visible"/>
                                      </p:to>
                                    </p:set>
                                    <p:anim calcmode="lin" valueType="num">
                                      <p:cBhvr additive="base">
                                        <p:cTn id="76" dur="350" fill="hold"/>
                                        <p:tgtEl>
                                          <p:spTgt spid="13"/>
                                        </p:tgtEl>
                                        <p:attrNameLst>
                                          <p:attrName>ppt_w</p:attrName>
                                        </p:attrNameLst>
                                      </p:cBhvr>
                                      <p:tavLst>
                                        <p:tav tm="0">
                                          <p:val>
                                            <p:strVal val="0"/>
                                          </p:val>
                                        </p:tav>
                                        <p:tav tm="100000">
                                          <p:val>
                                            <p:strVal val="#ppt_w"/>
                                          </p:val>
                                        </p:tav>
                                      </p:tavLst>
                                    </p:anim>
                                    <p:anim calcmode="lin" valueType="num">
                                      <p:cBhvr additive="base">
                                        <p:cTn id="77" dur="350" fill="hold"/>
                                        <p:tgtEl>
                                          <p:spTgt spid="13"/>
                                        </p:tgtEl>
                                        <p:attrNameLst>
                                          <p:attrName>ppt_h</p:attrName>
                                        </p:attrNameLst>
                                      </p:cBhvr>
                                      <p:tavLst>
                                        <p:tav tm="0">
                                          <p:val>
                                            <p:strVal val="0"/>
                                          </p:val>
                                        </p:tav>
                                        <p:tav tm="100000">
                                          <p:val>
                                            <p:strVal val="#ppt_h"/>
                                          </p:val>
                                        </p:tav>
                                      </p:tavLst>
                                    </p:anim>
                                    <p:animEffect transition="in" filter="fade">
                                      <p:cBhvr>
                                        <p:cTn id="78" dur="350"/>
                                        <p:tgtEl>
                                          <p:spTgt spid="13"/>
                                        </p:tgtEl>
                                      </p:cBhvr>
                                    </p:animEffect>
                                  </p:childTnLst>
                                </p:cTn>
                              </p:par>
                              <p:par>
                                <p:cTn id="83" presetID="22" presetClass="entr" presetSubtype="1" fill="hold" grpId="0" nodeType="withEffect">
                                  <p:stCondLst>
                                    <p:cond delay="2850"/>
                                  </p:stCondLst>
                                  <p:childTnLst>
                                    <p:set>
                                      <p:cBhvr>
                                        <p:cTn id="80" dur="1" fill="hold">
                                          <p:stCondLst>
                                            <p:cond delay="0"/>
                                          </p:stCondLst>
                                        </p:cTn>
                                        <p:tgtEl>
                                          <p:spTgt spid="11"/>
                                        </p:tgtEl>
                                        <p:attrNameLst>
                                          <p:attrName>style.visibility</p:attrName>
                                        </p:attrNameLst>
                                      </p:cBhvr>
                                      <p:to>
                                        <p:strVal val="visible"/>
                                      </p:to>
                                    </p:set>
                                    <p:animEffect transition="in" filter="wipe(down)">
                                      <p:cBhvr>
                                        <p:cTn id="81" dur="600"/>
                                        <p:tgtEl>
                                          <p:spTgt spid="11"/>
                                        </p:tgtEl>
                                      </p:cBhvr>
                                    </p:animEffect>
                                    <p:animEffect transition="in" filter="fade">
                                      <p:cBhvr>
                                        <p:cTn id="82" dur="600"/>
                                        <p:tgtEl>
                                          <p:spTgt spid="11"/>
                                        </p:tgtEl>
                                      </p:cBhvr>
                                    </p:animEffect>
                                  </p:childTnLst>
                                </p:cTn>
                              </p:par>
                              <p:par>
                                <p:cTn id="87" presetID="22" presetClass="entr" presetSubtype="1" fill="hold" grpId="0" nodeType="withEffect">
                                  <p:stCondLst>
                                    <p:cond delay="2900"/>
                                  </p:stCondLst>
                                  <p:childTnLst>
                                    <p:set>
                                      <p:cBhvr>
                                        <p:cTn id="84" dur="1" fill="hold">
                                          <p:stCondLst>
                                            <p:cond delay="0"/>
                                          </p:stCondLst>
                                        </p:cTn>
                                        <p:tgtEl>
                                          <p:spTgt spid="12"/>
                                        </p:tgtEl>
                                        <p:attrNameLst>
                                          <p:attrName>style.visibility</p:attrName>
                                        </p:attrNameLst>
                                      </p:cBhvr>
                                      <p:to>
                                        <p:strVal val="visible"/>
                                      </p:to>
                                    </p:set>
                                    <p:animEffect transition="in" filter="wipe(down)">
                                      <p:cBhvr>
                                        <p:cTn id="85" dur="450"/>
                                        <p:tgtEl>
                                          <p:spTgt spid="12"/>
                                        </p:tgtEl>
                                      </p:cBhvr>
                                    </p:animEffect>
                                    <p:animEffect transition="in" filter="fade">
                                      <p:cBhvr>
                                        <p:cTn id="86" dur="450"/>
                                        <p:tgtEl>
                                          <p:spTgt spid="12"/>
                                        </p:tgtEl>
                                      </p:cBhvr>
                                    </p:animEffect>
                                  </p:childTnLst>
                                </p:cTn>
                              </p:par>
                              <p:par>
                                <p:cTn id="89" presetID="0" presetClass="path" presetSubtype="0" fill="hold" grpId="1" nodeType="withEffect" autoRev="1" repeatCount="4000">
                                  <p:stCondLst>
                                    <p:cond delay="3480"/>
                                  </p:stCondLst>
                                  <p:childTnLst>
                                    <p:animMotion origin="layout" path="M 0 0 L 0.008 0 E" pathEditMode="relative" ptsTypes="AA">
                                      <p:cBhvr>
                                        <p:cTn id="88" dur="40" fill="hold"/>
                                        <p:tgtEl>
                                          <p:spTgt spid="11"/>
                                        </p:tgtEl>
                                        <p:attrNameLst>
                                          <p:attrName>ppt_x</p:attrName>
                                          <p:attrName>ppt_y</p:attrName>
                                        </p:attrNameLst>
                                      </p:cBhvr>
                                    </p:animMotion>
                                  </p:childTnLst>
                                </p:cTn>
                              </p:par>
                              <p:par>
                                <p:cTn id="92" presetID="22" presetClass="entr" presetSubtype="8" fill="hold" grpId="0" nodeType="withEffect">
                                  <p:stCondLst>
                                    <p:cond delay="39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6" presetID="22" presetClass="entr" presetSubtype="1" fill="hold" grpId="0" nodeType="withEffect">
                                  <p:stCondLst>
                                    <p:cond delay="450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450"/>
                                        <p:tgtEl>
                                          <p:spTgt spid="15"/>
                                        </p:tgtEl>
                                      </p:cBhvr>
                                    </p:animEffect>
                                    <p:animEffect transition="in" filter="fade">
                                      <p:cBhvr>
                                        <p:cTn id="95" dur="450"/>
                                        <p:tgtEl>
                                          <p:spTgt spid="15"/>
                                        </p:tgtEl>
                                      </p:cBhvr>
                                    </p:animEffect>
                                  </p:childTnLst>
                                </p:cTn>
                              </p:par>
                              <p:par>
                                <p:cTn id="98" presetID="8" presetClass="emph" presetSubtype="0" fill="hold" grpId="1" nodeType="withEffect">
                                  <p:stCondLst>
                                    <p:cond delay="4500"/>
                                  </p:stCondLst>
                                  <p:childTnLst>
                                    <p:animRot by="9000000">
                                      <p:cBhvr>
                                        <p:cTn id="97" dur="1300" fill="hold"/>
                                        <p:tgtEl>
                                          <p:spTgt spid="37"/>
                                        </p:tgtEl>
                                        <p:attrNameLst>
                                          <p:attrName>r</p:attrName>
                                        </p:attrNameLst>
                                      </p:cBhvr>
                                    </p:animRot>
                                  </p:childTnLst>
                                </p:cTn>
                              </p:par>
                              <p:par>
                                <p:cTn id="103" presetID="53" presetClass="entr" presetSubtype="16" fill="hold" grpId="0" nodeType="withEffect">
                                  <p:stCondLst>
                                    <p:cond delay="4600"/>
                                  </p:stCondLst>
                                  <p:childTnLst>
                                    <p:set>
                                      <p:cBhvr>
                                        <p:cTn id="99" dur="1" fill="hold">
                                          <p:stCondLst>
                                            <p:cond delay="0"/>
                                          </p:stCondLst>
                                        </p:cTn>
                                        <p:tgtEl>
                                          <p:spTgt spid="18"/>
                                        </p:tgtEl>
                                        <p:attrNameLst>
                                          <p:attrName>style.visibility</p:attrName>
                                        </p:attrNameLst>
                                      </p:cBhvr>
                                      <p:to>
                                        <p:strVal val="visible"/>
                                      </p:to>
                                    </p:set>
                                    <p:anim calcmode="lin" valueType="num">
                                      <p:cBhvr additive="base">
                                        <p:cTn id="100" dur="350" fill="hold"/>
                                        <p:tgtEl>
                                          <p:spTgt spid="18"/>
                                        </p:tgtEl>
                                        <p:attrNameLst>
                                          <p:attrName>ppt_w</p:attrName>
                                        </p:attrNameLst>
                                      </p:cBhvr>
                                      <p:tavLst>
                                        <p:tav tm="0">
                                          <p:val>
                                            <p:strVal val="0"/>
                                          </p:val>
                                        </p:tav>
                                        <p:tav tm="100000">
                                          <p:val>
                                            <p:strVal val="#ppt_w"/>
                                          </p:val>
                                        </p:tav>
                                      </p:tavLst>
                                    </p:anim>
                                    <p:anim calcmode="lin" valueType="num">
                                      <p:cBhvr additive="base">
                                        <p:cTn id="101" dur="350" fill="hold"/>
                                        <p:tgtEl>
                                          <p:spTgt spid="18"/>
                                        </p:tgtEl>
                                        <p:attrNameLst>
                                          <p:attrName>ppt_h</p:attrName>
                                        </p:attrNameLst>
                                      </p:cBhvr>
                                      <p:tavLst>
                                        <p:tav tm="0">
                                          <p:val>
                                            <p:strVal val="0"/>
                                          </p:val>
                                        </p:tav>
                                        <p:tav tm="100000">
                                          <p:val>
                                            <p:strVal val="#ppt_h"/>
                                          </p:val>
                                        </p:tav>
                                      </p:tavLst>
                                    </p:anim>
                                    <p:animEffect transition="in" filter="fade">
                                      <p:cBhvr>
                                        <p:cTn id="102" dur="350"/>
                                        <p:tgtEl>
                                          <p:spTgt spid="18"/>
                                        </p:tgtEl>
                                      </p:cBhvr>
                                    </p:animEffect>
                                  </p:childTnLst>
                                </p:cTn>
                              </p:par>
                              <p:par>
                                <p:cTn id="107" presetID="22" presetClass="entr" presetSubtype="1" fill="hold" grpId="0" nodeType="withEffect">
                                  <p:stCondLst>
                                    <p:cond delay="4650"/>
                                  </p:stCondLst>
                                  <p:childTnLst>
                                    <p:set>
                                      <p:cBhvr>
                                        <p:cTn id="104" dur="1" fill="hold">
                                          <p:stCondLst>
                                            <p:cond delay="0"/>
                                          </p:stCondLst>
                                        </p:cTn>
                                        <p:tgtEl>
                                          <p:spTgt spid="16"/>
                                        </p:tgtEl>
                                        <p:attrNameLst>
                                          <p:attrName>style.visibility</p:attrName>
                                        </p:attrNameLst>
                                      </p:cBhvr>
                                      <p:to>
                                        <p:strVal val="visible"/>
                                      </p:to>
                                    </p:set>
                                    <p:animEffect transition="in" filter="wipe(down)">
                                      <p:cBhvr>
                                        <p:cTn id="105" dur="600"/>
                                        <p:tgtEl>
                                          <p:spTgt spid="16"/>
                                        </p:tgtEl>
                                      </p:cBhvr>
                                    </p:animEffect>
                                    <p:animEffect transition="in" filter="fade">
                                      <p:cBhvr>
                                        <p:cTn id="106" dur="600"/>
                                        <p:tgtEl>
                                          <p:spTgt spid="16"/>
                                        </p:tgtEl>
                                      </p:cBhvr>
                                    </p:animEffect>
                                  </p:childTnLst>
                                </p:cTn>
                              </p:par>
                              <p:par>
                                <p:cTn id="111" presetID="22" presetClass="entr" presetSubtype="1" fill="hold" grpId="0" nodeType="withEffect">
                                  <p:stCondLst>
                                    <p:cond delay="4700"/>
                                  </p:stCondLst>
                                  <p:childTnLst>
                                    <p:set>
                                      <p:cBhvr>
                                        <p:cTn id="108" dur="1" fill="hold">
                                          <p:stCondLst>
                                            <p:cond delay="0"/>
                                          </p:stCondLst>
                                        </p:cTn>
                                        <p:tgtEl>
                                          <p:spTgt spid="17"/>
                                        </p:tgtEl>
                                        <p:attrNameLst>
                                          <p:attrName>style.visibility</p:attrName>
                                        </p:attrNameLst>
                                      </p:cBhvr>
                                      <p:to>
                                        <p:strVal val="visible"/>
                                      </p:to>
                                    </p:set>
                                    <p:animEffect transition="in" filter="wipe(down)">
                                      <p:cBhvr>
                                        <p:cTn id="109" dur="450"/>
                                        <p:tgtEl>
                                          <p:spTgt spid="17"/>
                                        </p:tgtEl>
                                      </p:cBhvr>
                                    </p:animEffect>
                                    <p:animEffect transition="in" filter="fade">
                                      <p:cBhvr>
                                        <p:cTn id="110" dur="450"/>
                                        <p:tgtEl>
                                          <p:spTgt spid="17"/>
                                        </p:tgtEl>
                                      </p:cBhvr>
                                    </p:animEffect>
                                  </p:childTnLst>
                                </p:cTn>
                              </p:par>
                              <p:par>
                                <p:cTn id="113" presetID="6" presetClass="emph" presetSubtype="0" fill="hold" grpId="1" nodeType="withEffect" autoRev="1" repeatCount="indefinite">
                                  <p:stCondLst>
                                    <p:cond delay="5200"/>
                                  </p:stCondLst>
                                  <p:childTnLst>
                                    <p:animScale>
                                      <p:cBhvr>
                                        <p:cTn id="112" dur="500" fill="hold"/>
                                        <p:tgtEl>
                                          <p:spTgt spid="16"/>
                                        </p:tgtEl>
                                      </p:cBhvr>
                                      <p:by x="103000" y="103000"/>
                                    </p:animScale>
                                  </p:childTnLst>
                                </p:cTn>
                              </p:par>
                              <p:par>
                                <p:cTn id="115" presetID="0" presetClass="path" presetSubtype="0" fill="hold" grpId="2" nodeType="withEffect" autoRev="1" repeatCount="4000">
                                  <p:stCondLst>
                                    <p:cond delay="52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20" presetID="53" presetClass="entr" presetSubtype="32" fill="hold" grpId="0" nodeType="withEffect">
                                  <p:stCondLst>
                                    <p:cond delay="5600"/>
                                  </p:stCondLst>
                                  <p:childTnLst>
                                    <p:set>
                                      <p:cBhvr>
                                        <p:cTn id="116" dur="1" fill="hold">
                                          <p:stCondLst>
                                            <p:cond delay="0"/>
                                          </p:stCondLst>
                                        </p:cTn>
                                        <p:tgtEl>
                                          <p:spTgt spid="38"/>
                                        </p:tgtEl>
                                        <p:attrNameLst>
                                          <p:attrName>style.visibility</p:attrName>
                                        </p:attrNameLst>
                                      </p:cBhvr>
                                      <p:to>
                                        <p:strVal val="visible"/>
                                      </p:to>
                                    </p:set>
                                    <p:anim calcmode="lin" valueType="num">
                                      <p:cBhvr additive="base">
                                        <p:cTn id="117" dur="450" fill="hold"/>
                                        <p:tgtEl>
                                          <p:spTgt spid="38"/>
                                        </p:tgtEl>
                                        <p:attrNameLst>
                                          <p:attrName>ppt_w</p:attrName>
                                        </p:attrNameLst>
                                      </p:cBhvr>
                                      <p:tavLst>
                                        <p:tav tm="0">
                                          <p:val>
                                            <p:strVal val="#ppt_w*2.4"/>
                                          </p:val>
                                        </p:tav>
                                        <p:tav tm="100000">
                                          <p:val>
                                            <p:strVal val="#ppt_w"/>
                                          </p:val>
                                        </p:tav>
                                      </p:tavLst>
                                    </p:anim>
                                    <p:anim calcmode="lin" valueType="num">
                                      <p:cBhvr additive="base">
                                        <p:cTn id="118" dur="450" fill="hold"/>
                                        <p:tgtEl>
                                          <p:spTgt spid="38"/>
                                        </p:tgtEl>
                                        <p:attrNameLst>
                                          <p:attrName>ppt_h</p:attrName>
                                        </p:attrNameLst>
                                      </p:cBhvr>
                                      <p:tavLst>
                                        <p:tav tm="0">
                                          <p:val>
                                            <p:strVal val="#ppt_h*2.4"/>
                                          </p:val>
                                        </p:tav>
                                        <p:tav tm="100000">
                                          <p:val>
                                            <p:strVal val="#ppt_h"/>
                                          </p:val>
                                        </p:tav>
                                      </p:tavLst>
                                    </p:anim>
                                    <p:animEffect transition="in" filter="fade">
                                      <p:cBhvr>
                                        <p:cTn id="119" dur="450"/>
                                        <p:tgtEl>
                                          <p:spTgt spid="38"/>
                                        </p:tgtEl>
                                      </p:cBhvr>
                                    </p:animEffect>
                                  </p:childTnLst>
                                </p:cTn>
                              </p:par>
                              <p:par>
                                <p:cTn id="122" presetID="0" presetClass="path" presetSubtype="0" fill="hold" grpId="2" nodeType="withEffect" autoRev="1" repeatCount="6000">
                                  <p:stCondLst>
                                    <p:cond delay="5850"/>
                                  </p:stCondLst>
                                  <p:childTnLst>
                                    <p:animMotion origin="layout" path="M 0 0 L 0.008 0 E" pathEditMode="relative" ptsTypes="AA">
                                      <p:cBhvr>
                                        <p:cTn id="121" dur="40" fill="hold"/>
                                        <p:tgtEl>
                                          <p:spTgt spid="37"/>
                                        </p:tgtEl>
                                        <p:attrNameLst>
                                          <p:attrName>ppt_x</p:attrName>
                                          <p:attrName>ppt_y</p:attrName>
                                        </p:attrNameLst>
                                      </p:cBhvr>
                                    </p:animMotion>
                                  </p:childTnLst>
                                </p:cTn>
                              </p:par>
                              <p:par>
                                <p:cTn id="124" presetID="6" presetClass="emph" presetSubtype="0" fill="hold" grpId="1" nodeType="withEffect" autoRev="1" repeatCount="indefinite">
                                  <p:stCondLst>
                                    <p:cond delay="6000"/>
                                  </p:stCondLst>
                                  <p:childTnLst>
                                    <p:animScale>
                                      <p:cBhvr>
                                        <p:cTn id="123" dur="700" fill="hold"/>
                                        <p:tgtEl>
                                          <p:spTgt spid="42"/>
                                        </p:tgtEl>
                                      </p:cBhvr>
                                      <p:by x="104000" y="104000"/>
                                    </p:animScale>
                                  </p:childTnLst>
                                </p:cTn>
                              </p:par>
                              <p:par>
                                <p:cTn id="128" presetID="22" presetClass="entr" presetSubtype="1" fill="hold" grpId="0" nodeType="withEffect">
                                  <p:stCondLst>
                                    <p:cond delay="7300"/>
                                  </p:stCondLst>
                                  <p:childTnLst>
                                    <p:set>
                                      <p:cBhvr>
                                        <p:cTn id="125" dur="1" fill="hold">
                                          <p:stCondLst>
                                            <p:cond delay="0"/>
                                          </p:stCondLst>
                                        </p:cTn>
                                        <p:tgtEl>
                                          <p:spTgt spid="19"/>
                                        </p:tgtEl>
                                        <p:attrNameLst>
                                          <p:attrName>style.visibility</p:attrName>
                                        </p:attrNameLst>
                                      </p:cBhvr>
                                      <p:to>
                                        <p:strVal val="visible"/>
                                      </p:to>
                                    </p:set>
                                    <p:animEffect transition="in" filter="wipe(down)">
                                      <p:cBhvr>
                                        <p:cTn id="126" dur="450"/>
                                        <p:tgtEl>
                                          <p:spTgt spid="19"/>
                                        </p:tgtEl>
                                      </p:cBhvr>
                                    </p:animEffect>
                                    <p:animEffect transition="in" filter="fade">
                                      <p:cBhvr>
                                        <p:cTn id="127" dur="450"/>
                                        <p:tgtEl>
                                          <p:spTgt spid="19"/>
                                        </p:tgtEl>
                                      </p:cBhvr>
                                    </p:animEffect>
                                  </p:childTnLst>
                                </p:cTn>
                              </p:par>
                              <p:par>
                                <p:cTn id="132" presetID="22" presetClass="entr" presetSubtype="1" fill="hold" grpId="0" nodeType="withEffect">
                                  <p:stCondLst>
                                    <p:cond delay="7600"/>
                                  </p:stCondLst>
                                  <p:childTnLst>
                                    <p:set>
                                      <p:cBhvr>
                                        <p:cTn id="129" dur="1" fill="hold">
                                          <p:stCondLst>
                                            <p:cond delay="0"/>
                                          </p:stCondLst>
                                        </p:cTn>
                                        <p:tgtEl>
                                          <p:spTgt spid="20"/>
                                        </p:tgtEl>
                                        <p:attrNameLst>
                                          <p:attrName>style.visibility</p:attrName>
                                        </p:attrNameLst>
                                      </p:cBhvr>
                                      <p:to>
                                        <p:strVal val="visible"/>
                                      </p:to>
                                    </p:set>
                                    <p:animEffect transition="in" filter="wipe(down)">
                                      <p:cBhvr>
                                        <p:cTn id="130" dur="450"/>
                                        <p:tgtEl>
                                          <p:spTgt spid="20"/>
                                        </p:tgtEl>
                                      </p:cBhvr>
                                    </p:animEffect>
                                    <p:animEffect transition="in" filter="fade">
                                      <p:cBhvr>
                                        <p:cTn id="131" dur="450"/>
                                        <p:tgtEl>
                                          <p:spTgt spid="20"/>
                                        </p:tgtEl>
                                      </p:cBhvr>
                                    </p:animEffect>
                                  </p:childTnLst>
                                </p:cTn>
                              </p:par>
                              <p:par>
                                <p:cTn id="137" presetID="53" presetClass="entr" presetSubtype="16" fill="hold" grpId="0" nodeType="withEffect">
                                  <p:stCondLst>
                                    <p:cond delay="7700"/>
                                  </p:stCondLst>
                                  <p:childTnLst>
                                    <p:set>
                                      <p:cBhvr>
                                        <p:cTn id="133" dur="1" fill="hold">
                                          <p:stCondLst>
                                            <p:cond delay="0"/>
                                          </p:stCondLst>
                                        </p:cTn>
                                        <p:tgtEl>
                                          <p:spTgt spid="23"/>
                                        </p:tgtEl>
                                        <p:attrNameLst>
                                          <p:attrName>style.visibility</p:attrName>
                                        </p:attrNameLst>
                                      </p:cBhvr>
                                      <p:to>
                                        <p:strVal val="visible"/>
                                      </p:to>
                                    </p:set>
                                    <p:anim calcmode="lin" valueType="num">
                                      <p:cBhvr additive="base">
                                        <p:cTn id="134" dur="350" fill="hold"/>
                                        <p:tgtEl>
                                          <p:spTgt spid="23"/>
                                        </p:tgtEl>
                                        <p:attrNameLst>
                                          <p:attrName>ppt_w</p:attrName>
                                        </p:attrNameLst>
                                      </p:cBhvr>
                                      <p:tavLst>
                                        <p:tav tm="0">
                                          <p:val>
                                            <p:strVal val="0"/>
                                          </p:val>
                                        </p:tav>
                                        <p:tav tm="100000">
                                          <p:val>
                                            <p:strVal val="#ppt_w"/>
                                          </p:val>
                                        </p:tav>
                                      </p:tavLst>
                                    </p:anim>
                                    <p:anim calcmode="lin" valueType="num">
                                      <p:cBhvr additive="base">
                                        <p:cTn id="135" dur="350" fill="hold"/>
                                        <p:tgtEl>
                                          <p:spTgt spid="23"/>
                                        </p:tgtEl>
                                        <p:attrNameLst>
                                          <p:attrName>ppt_h</p:attrName>
                                        </p:attrNameLst>
                                      </p:cBhvr>
                                      <p:tavLst>
                                        <p:tav tm="0">
                                          <p:val>
                                            <p:strVal val="0"/>
                                          </p:val>
                                        </p:tav>
                                        <p:tav tm="100000">
                                          <p:val>
                                            <p:strVal val="#ppt_h"/>
                                          </p:val>
                                        </p:tav>
                                      </p:tavLst>
                                    </p:anim>
                                    <p:animEffect transition="in" filter="fade">
                                      <p:cBhvr>
                                        <p:cTn id="136" dur="350"/>
                                        <p:tgtEl>
                                          <p:spTgt spid="23"/>
                                        </p:tgtEl>
                                      </p:cBhvr>
                                    </p:animEffect>
                                  </p:childTnLst>
                                </p:cTn>
                              </p:par>
                              <p:par>
                                <p:cTn id="141" presetID="22" presetClass="entr" presetSubtype="1" fill="hold" grpId="0" nodeType="withEffect">
                                  <p:stCondLst>
                                    <p:cond delay="7750"/>
                                  </p:stCondLst>
                                  <p:childTnLst>
                                    <p:set>
                                      <p:cBhvr>
                                        <p:cTn id="138" dur="1" fill="hold">
                                          <p:stCondLst>
                                            <p:cond delay="0"/>
                                          </p:stCondLst>
                                        </p:cTn>
                                        <p:tgtEl>
                                          <p:spTgt spid="21"/>
                                        </p:tgtEl>
                                        <p:attrNameLst>
                                          <p:attrName>style.visibility</p:attrName>
                                        </p:attrNameLst>
                                      </p:cBhvr>
                                      <p:to>
                                        <p:strVal val="visible"/>
                                      </p:to>
                                    </p:set>
                                    <p:animEffect transition="in" filter="wipe(down)">
                                      <p:cBhvr>
                                        <p:cTn id="139" dur="600"/>
                                        <p:tgtEl>
                                          <p:spTgt spid="21"/>
                                        </p:tgtEl>
                                      </p:cBhvr>
                                    </p:animEffect>
                                    <p:animEffect transition="in" filter="fade">
                                      <p:cBhvr>
                                        <p:cTn id="140" dur="600"/>
                                        <p:tgtEl>
                                          <p:spTgt spid="21"/>
                                        </p:tgtEl>
                                      </p:cBhvr>
                                    </p:animEffect>
                                  </p:childTnLst>
                                </p:cTn>
                              </p:par>
                              <p:par>
                                <p:cTn id="145" presetID="22" presetClass="entr" presetSubtype="1" fill="hold" grpId="0" nodeType="withEffect">
                                  <p:stCondLst>
                                    <p:cond delay="7800"/>
                                  </p:stCondLst>
                                  <p:childTnLst>
                                    <p:set>
                                      <p:cBhvr>
                                        <p:cTn id="142" dur="1" fill="hold">
                                          <p:stCondLst>
                                            <p:cond delay="0"/>
                                          </p:stCondLst>
                                        </p:cTn>
                                        <p:tgtEl>
                                          <p:spTgt spid="22"/>
                                        </p:tgtEl>
                                        <p:attrNameLst>
                                          <p:attrName>style.visibility</p:attrName>
                                        </p:attrNameLst>
                                      </p:cBhvr>
                                      <p:to>
                                        <p:strVal val="visible"/>
                                      </p:to>
                                    </p:set>
                                    <p:animEffect transition="in" filter="wipe(down)">
                                      <p:cBhvr>
                                        <p:cTn id="143" dur="450"/>
                                        <p:tgtEl>
                                          <p:spTgt spid="22"/>
                                        </p:tgtEl>
                                      </p:cBhvr>
                                    </p:animEffect>
                                    <p:animEffect transition="in" filter="fade">
                                      <p:cBhvr>
                                        <p:cTn id="144" dur="450"/>
                                        <p:tgtEl>
                                          <p:spTgt spid="22"/>
                                        </p:tgtEl>
                                      </p:cBhvr>
                                    </p:animEffect>
                                  </p:childTnLst>
                                </p:cTn>
                              </p:par>
                              <p:par>
                                <p:cTn id="147" presetID="0" presetClass="path" presetSubtype="0" fill="hold" grpId="1" nodeType="withEffect" autoRev="1" repeatCount="4000">
                                  <p:stCondLst>
                                    <p:cond delay="8380"/>
                                  </p:stCondLst>
                                  <p:childTnLst>
                                    <p:animMotion origin="layout" path="M 0 0 L 0.008 0 E" pathEditMode="relative" ptsTypes="AA">
                                      <p:cBhvr>
                                        <p:cTn id="146" dur="40" fill="hold"/>
                                        <p:tgtEl>
                                          <p:spTgt spid="21"/>
                                        </p:tgtEl>
                                        <p:attrNameLst>
                                          <p:attrName>ppt_x</p:attrName>
                                          <p:attrName>ppt_y</p:attrName>
                                        </p:attrNameLst>
                                      </p:cBhvr>
                                    </p:animMotion>
                                  </p:childTnLst>
                                </p:cTn>
                              </p:par>
                              <p:par>
                                <p:cTn id="150" presetID="22" presetClass="entr" presetSubtype="8" fill="hold" grpId="0" nodeType="withEffect">
                                  <p:stCondLst>
                                    <p:cond delay="8800"/>
                                  </p:stCondLst>
                                  <p:childTnLst>
                                    <p:set>
                                      <p:cBhvr>
                                        <p:cTn id="148" dur="1" fill="hold">
                                          <p:stCondLst>
                                            <p:cond delay="0"/>
                                          </p:stCondLst>
                                        </p:cTn>
                                        <p:tgtEl>
                                          <p:spTgt spid="24"/>
                                        </p:tgtEl>
                                        <p:attrNameLst>
                                          <p:attrName>style.visibility</p:attrName>
                                        </p:attrNameLst>
                                      </p:cBhvr>
                                      <p:to>
                                        <p:strVal val="visible"/>
                                      </p:to>
                                    </p:set>
                                    <p:animEffect transition="in" filter="wipe(left)">
                                      <p:cBhvr>
                                        <p:cTn id="149" dur="300"/>
                                        <p:tgtEl>
                                          <p:spTgt spid="24"/>
                                        </p:tgtEl>
                                      </p:cBhvr>
                                    </p:animEffect>
                                  </p:childTnLst>
                                </p:cTn>
                              </p:par>
                              <p:par>
                                <p:cTn id="154" presetID="22" presetClass="entr" presetSubtype="1" fill="hold" grpId="0" nodeType="withEffect">
                                  <p:stCondLst>
                                    <p:cond delay="9400"/>
                                  </p:stCondLst>
                                  <p:childTnLst>
                                    <p:set>
                                      <p:cBhvr>
                                        <p:cTn id="151" dur="1" fill="hold">
                                          <p:stCondLst>
                                            <p:cond delay="0"/>
                                          </p:stCondLst>
                                        </p:cTn>
                                        <p:tgtEl>
                                          <p:spTgt spid="25"/>
                                        </p:tgtEl>
                                        <p:attrNameLst>
                                          <p:attrName>style.visibility</p:attrName>
                                        </p:attrNameLst>
                                      </p:cBhvr>
                                      <p:to>
                                        <p:strVal val="visible"/>
                                      </p:to>
                                    </p:set>
                                    <p:animEffect transition="in" filter="wipe(down)">
                                      <p:cBhvr>
                                        <p:cTn id="152" dur="450"/>
                                        <p:tgtEl>
                                          <p:spTgt spid="25"/>
                                        </p:tgtEl>
                                      </p:cBhvr>
                                    </p:animEffect>
                                    <p:animEffect transition="in" filter="fade">
                                      <p:cBhvr>
                                        <p:cTn id="153" dur="450"/>
                                        <p:tgtEl>
                                          <p:spTgt spid="25"/>
                                        </p:tgtEl>
                                      </p:cBhvr>
                                    </p:animEffect>
                                  </p:childTnLst>
                                </p:cTn>
                              </p:par>
                              <p:par>
                                <p:cTn id="159" presetID="53" presetClass="entr" presetSubtype="16" fill="hold" grpId="0" nodeType="withEffect">
                                  <p:stCondLst>
                                    <p:cond delay="9500"/>
                                  </p:stCondLst>
                                  <p:childTnLst>
                                    <p:set>
                                      <p:cBhvr>
                                        <p:cTn id="155" dur="1" fill="hold">
                                          <p:stCondLst>
                                            <p:cond delay="0"/>
                                          </p:stCondLst>
                                        </p:cTn>
                                        <p:tgtEl>
                                          <p:spTgt spid="28"/>
                                        </p:tgtEl>
                                        <p:attrNameLst>
                                          <p:attrName>style.visibility</p:attrName>
                                        </p:attrNameLst>
                                      </p:cBhvr>
                                      <p:to>
                                        <p:strVal val="visible"/>
                                      </p:to>
                                    </p:set>
                                    <p:anim calcmode="lin" valueType="num">
                                      <p:cBhvr additive="base">
                                        <p:cTn id="156" dur="350" fill="hold"/>
                                        <p:tgtEl>
                                          <p:spTgt spid="28"/>
                                        </p:tgtEl>
                                        <p:attrNameLst>
                                          <p:attrName>ppt_w</p:attrName>
                                        </p:attrNameLst>
                                      </p:cBhvr>
                                      <p:tavLst>
                                        <p:tav tm="0">
                                          <p:val>
                                            <p:strVal val="0"/>
                                          </p:val>
                                        </p:tav>
                                        <p:tav tm="100000">
                                          <p:val>
                                            <p:strVal val="#ppt_w"/>
                                          </p:val>
                                        </p:tav>
                                      </p:tavLst>
                                    </p:anim>
                                    <p:anim calcmode="lin" valueType="num">
                                      <p:cBhvr additive="base">
                                        <p:cTn id="157" dur="350" fill="hold"/>
                                        <p:tgtEl>
                                          <p:spTgt spid="28"/>
                                        </p:tgtEl>
                                        <p:attrNameLst>
                                          <p:attrName>ppt_h</p:attrName>
                                        </p:attrNameLst>
                                      </p:cBhvr>
                                      <p:tavLst>
                                        <p:tav tm="0">
                                          <p:val>
                                            <p:strVal val="0"/>
                                          </p:val>
                                        </p:tav>
                                        <p:tav tm="100000">
                                          <p:val>
                                            <p:strVal val="#ppt_h"/>
                                          </p:val>
                                        </p:tav>
                                      </p:tavLst>
                                    </p:anim>
                                    <p:animEffect transition="in" filter="fade">
                                      <p:cBhvr>
                                        <p:cTn id="158" dur="350"/>
                                        <p:tgtEl>
                                          <p:spTgt spid="28"/>
                                        </p:tgtEl>
                                      </p:cBhvr>
                                    </p:animEffect>
                                  </p:childTnLst>
                                </p:cTn>
                              </p:par>
                              <p:par>
                                <p:cTn id="163" presetID="22" presetClass="entr" presetSubtype="1" fill="hold" grpId="0" nodeType="withEffect">
                                  <p:stCondLst>
                                    <p:cond delay="9550"/>
                                  </p:stCondLst>
                                  <p:childTnLst>
                                    <p:set>
                                      <p:cBhvr>
                                        <p:cTn id="160" dur="1" fill="hold">
                                          <p:stCondLst>
                                            <p:cond delay="0"/>
                                          </p:stCondLst>
                                        </p:cTn>
                                        <p:tgtEl>
                                          <p:spTgt spid="26"/>
                                        </p:tgtEl>
                                        <p:attrNameLst>
                                          <p:attrName>style.visibility</p:attrName>
                                        </p:attrNameLst>
                                      </p:cBhvr>
                                      <p:to>
                                        <p:strVal val="visible"/>
                                      </p:to>
                                    </p:set>
                                    <p:animEffect transition="in" filter="wipe(down)">
                                      <p:cBhvr>
                                        <p:cTn id="161" dur="600"/>
                                        <p:tgtEl>
                                          <p:spTgt spid="26"/>
                                        </p:tgtEl>
                                      </p:cBhvr>
                                    </p:animEffect>
                                    <p:animEffect transition="in" filter="fade">
                                      <p:cBhvr>
                                        <p:cTn id="162" dur="600"/>
                                        <p:tgtEl>
                                          <p:spTgt spid="26"/>
                                        </p:tgtEl>
                                      </p:cBhvr>
                                    </p:animEffect>
                                  </p:childTnLst>
                                </p:cTn>
                              </p:par>
                              <p:par>
                                <p:cTn id="167" presetID="22" presetClass="entr" presetSubtype="1" fill="hold" grpId="0" nodeType="withEffect">
                                  <p:stCondLst>
                                    <p:cond delay="9600"/>
                                  </p:stCondLst>
                                  <p:childTnLst>
                                    <p:set>
                                      <p:cBhvr>
                                        <p:cTn id="164" dur="1" fill="hold">
                                          <p:stCondLst>
                                            <p:cond delay="0"/>
                                          </p:stCondLst>
                                        </p:cTn>
                                        <p:tgtEl>
                                          <p:spTgt spid="27"/>
                                        </p:tgtEl>
                                        <p:attrNameLst>
                                          <p:attrName>style.visibility</p:attrName>
                                        </p:attrNameLst>
                                      </p:cBhvr>
                                      <p:to>
                                        <p:strVal val="visible"/>
                                      </p:to>
                                    </p:set>
                                    <p:animEffect transition="in" filter="wipe(down)">
                                      <p:cBhvr>
                                        <p:cTn id="165" dur="450"/>
                                        <p:tgtEl>
                                          <p:spTgt spid="27"/>
                                        </p:tgtEl>
                                      </p:cBhvr>
                                    </p:animEffect>
                                    <p:animEffect transition="in" filter="fade">
                                      <p:cBhvr>
                                        <p:cTn id="166" dur="450"/>
                                        <p:tgtEl>
                                          <p:spTgt spid="27"/>
                                        </p:tgtEl>
                                      </p:cBhvr>
                                    </p:animEffect>
                                  </p:childTnLst>
                                </p:cTn>
                              </p:par>
                              <p:par>
                                <p:cTn id="169" presetID="0" presetClass="path" presetSubtype="0" fill="hold" grpId="1" nodeType="withEffect" autoRev="1" repeatCount="4000">
                                  <p:stCondLst>
                                    <p:cond delay="10180"/>
                                  </p:stCondLst>
                                  <p:childTnLst>
                                    <p:animMotion origin="layout" path="M 0 0 L 0.008 0 E" pathEditMode="relative" ptsTypes="AA">
                                      <p:cBhvr>
                                        <p:cTn id="168" dur="40" fill="hold"/>
                                        <p:tgtEl>
                                          <p:spTgt spid="26"/>
                                        </p:tgtEl>
                                        <p:attrNameLst>
                                          <p:attrName>ppt_x</p:attrName>
                                          <p:attrName>ppt_y</p:attrName>
                                        </p:attrNameLst>
                                      </p:cBhvr>
                                    </p:animMotion>
                                  </p:childTnLst>
                                </p:cTn>
                              </p:par>
                              <p:par>
                                <p:cTn id="172" presetID="22" presetClass="entr" presetSubtype="8" fill="hold" grpId="0" nodeType="withEffect">
                                  <p:stCondLst>
                                    <p:cond delay="10600"/>
                                  </p:stCondLst>
                                  <p:childTnLst>
                                    <p:set>
                                      <p:cBhvr>
                                        <p:cTn id="170" dur="1" fill="hold">
                                          <p:stCondLst>
                                            <p:cond delay="0"/>
                                          </p:stCondLst>
                                        </p:cTn>
                                        <p:tgtEl>
                                          <p:spTgt spid="29"/>
                                        </p:tgtEl>
                                        <p:attrNameLst>
                                          <p:attrName>style.visibility</p:attrName>
                                        </p:attrNameLst>
                                      </p:cBhvr>
                                      <p:to>
                                        <p:strVal val="visible"/>
                                      </p:to>
                                    </p:set>
                                    <p:animEffect transition="in" filter="wipe(left)">
                                      <p:cBhvr>
                                        <p:cTn id="171" dur="300"/>
                                        <p:tgtEl>
                                          <p:spTgt spid="29"/>
                                        </p:tgtEl>
                                      </p:cBhvr>
                                    </p:animEffect>
                                  </p:childTnLst>
                                </p:cTn>
                              </p:par>
                              <p:par>
                                <p:cTn id="176" presetID="22" presetClass="entr" presetSubtype="1" fill="hold" grpId="0" nodeType="withEffect">
                                  <p:stCondLst>
                                    <p:cond delay="11200"/>
                                  </p:stCondLst>
                                  <p:childTnLst>
                                    <p:set>
                                      <p:cBhvr>
                                        <p:cTn id="173" dur="1" fill="hold">
                                          <p:stCondLst>
                                            <p:cond delay="0"/>
                                          </p:stCondLst>
                                        </p:cTn>
                                        <p:tgtEl>
                                          <p:spTgt spid="30"/>
                                        </p:tgtEl>
                                        <p:attrNameLst>
                                          <p:attrName>style.visibility</p:attrName>
                                        </p:attrNameLst>
                                      </p:cBhvr>
                                      <p:to>
                                        <p:strVal val="visible"/>
                                      </p:to>
                                    </p:set>
                                    <p:animEffect transition="in" filter="wipe(down)">
                                      <p:cBhvr>
                                        <p:cTn id="174" dur="450"/>
                                        <p:tgtEl>
                                          <p:spTgt spid="30"/>
                                        </p:tgtEl>
                                      </p:cBhvr>
                                    </p:animEffect>
                                    <p:animEffect transition="in" filter="fade">
                                      <p:cBhvr>
                                        <p:cTn id="175" dur="450"/>
                                        <p:tgtEl>
                                          <p:spTgt spid="30"/>
                                        </p:tgtEl>
                                      </p:cBhvr>
                                    </p:animEffect>
                                  </p:childTnLst>
                                </p:cTn>
                              </p:par>
                              <p:par>
                                <p:cTn id="181" presetID="53" presetClass="entr" presetSubtype="16" fill="hold" grpId="0" nodeType="withEffect">
                                  <p:stCondLst>
                                    <p:cond delay="11300"/>
                                  </p:stCondLst>
                                  <p:childTnLst>
                                    <p:set>
                                      <p:cBhvr>
                                        <p:cTn id="177" dur="1" fill="hold">
                                          <p:stCondLst>
                                            <p:cond delay="0"/>
                                          </p:stCondLst>
                                        </p:cTn>
                                        <p:tgtEl>
                                          <p:spTgt spid="33"/>
                                        </p:tgtEl>
                                        <p:attrNameLst>
                                          <p:attrName>style.visibility</p:attrName>
                                        </p:attrNameLst>
                                      </p:cBhvr>
                                      <p:to>
                                        <p:strVal val="visible"/>
                                      </p:to>
                                    </p:set>
                                    <p:anim calcmode="lin" valueType="num">
                                      <p:cBhvr additive="base">
                                        <p:cTn id="178" dur="350" fill="hold"/>
                                        <p:tgtEl>
                                          <p:spTgt spid="33"/>
                                        </p:tgtEl>
                                        <p:attrNameLst>
                                          <p:attrName>ppt_w</p:attrName>
                                        </p:attrNameLst>
                                      </p:cBhvr>
                                      <p:tavLst>
                                        <p:tav tm="0">
                                          <p:val>
                                            <p:strVal val="0"/>
                                          </p:val>
                                        </p:tav>
                                        <p:tav tm="100000">
                                          <p:val>
                                            <p:strVal val="#ppt_w"/>
                                          </p:val>
                                        </p:tav>
                                      </p:tavLst>
                                    </p:anim>
                                    <p:anim calcmode="lin" valueType="num">
                                      <p:cBhvr additive="base">
                                        <p:cTn id="179" dur="350" fill="hold"/>
                                        <p:tgtEl>
                                          <p:spTgt spid="33"/>
                                        </p:tgtEl>
                                        <p:attrNameLst>
                                          <p:attrName>ppt_h</p:attrName>
                                        </p:attrNameLst>
                                      </p:cBhvr>
                                      <p:tavLst>
                                        <p:tav tm="0">
                                          <p:val>
                                            <p:strVal val="0"/>
                                          </p:val>
                                        </p:tav>
                                        <p:tav tm="100000">
                                          <p:val>
                                            <p:strVal val="#ppt_h"/>
                                          </p:val>
                                        </p:tav>
                                      </p:tavLst>
                                    </p:anim>
                                    <p:animEffect transition="in" filter="fade">
                                      <p:cBhvr>
                                        <p:cTn id="180" dur="350"/>
                                        <p:tgtEl>
                                          <p:spTgt spid="33"/>
                                        </p:tgtEl>
                                      </p:cBhvr>
                                    </p:animEffect>
                                  </p:childTnLst>
                                </p:cTn>
                              </p:par>
                              <p:par>
                                <p:cTn id="185" presetID="22" presetClass="entr" presetSubtype="1" fill="hold" grpId="0" nodeType="withEffect">
                                  <p:stCondLst>
                                    <p:cond delay="11350"/>
                                  </p:stCondLst>
                                  <p:childTnLst>
                                    <p:set>
                                      <p:cBhvr>
                                        <p:cTn id="182" dur="1" fill="hold">
                                          <p:stCondLst>
                                            <p:cond delay="0"/>
                                          </p:stCondLst>
                                        </p:cTn>
                                        <p:tgtEl>
                                          <p:spTgt spid="31"/>
                                        </p:tgtEl>
                                        <p:attrNameLst>
                                          <p:attrName>style.visibility</p:attrName>
                                        </p:attrNameLst>
                                      </p:cBhvr>
                                      <p:to>
                                        <p:strVal val="visible"/>
                                      </p:to>
                                    </p:set>
                                    <p:animEffect transition="in" filter="wipe(down)">
                                      <p:cBhvr>
                                        <p:cTn id="183" dur="600"/>
                                        <p:tgtEl>
                                          <p:spTgt spid="31"/>
                                        </p:tgtEl>
                                      </p:cBhvr>
                                    </p:animEffect>
                                    <p:animEffect transition="in" filter="fade">
                                      <p:cBhvr>
                                        <p:cTn id="184" dur="600"/>
                                        <p:tgtEl>
                                          <p:spTgt spid="31"/>
                                        </p:tgtEl>
                                      </p:cBhvr>
                                    </p:animEffect>
                                  </p:childTnLst>
                                </p:cTn>
                              </p:par>
                              <p:par>
                                <p:cTn id="189" presetID="22" presetClass="entr" presetSubtype="1" fill="hold" grpId="0" nodeType="withEffect">
                                  <p:stCondLst>
                                    <p:cond delay="11400"/>
                                  </p:stCondLst>
                                  <p:childTnLst>
                                    <p:set>
                                      <p:cBhvr>
                                        <p:cTn id="186" dur="1" fill="hold">
                                          <p:stCondLst>
                                            <p:cond delay="0"/>
                                          </p:stCondLst>
                                        </p:cTn>
                                        <p:tgtEl>
                                          <p:spTgt spid="32"/>
                                        </p:tgtEl>
                                        <p:attrNameLst>
                                          <p:attrName>style.visibility</p:attrName>
                                        </p:attrNameLst>
                                      </p:cBhvr>
                                      <p:to>
                                        <p:strVal val="visible"/>
                                      </p:to>
                                    </p:set>
                                    <p:animEffect transition="in" filter="wipe(down)">
                                      <p:cBhvr>
                                        <p:cTn id="187" dur="450"/>
                                        <p:tgtEl>
                                          <p:spTgt spid="32"/>
                                        </p:tgtEl>
                                      </p:cBhvr>
                                    </p:animEffect>
                                    <p:animEffect transition="in" filter="fade">
                                      <p:cBhvr>
                                        <p:cTn id="188" dur="450"/>
                                        <p:tgtEl>
                                          <p:spTgt spid="32"/>
                                        </p:tgtEl>
                                      </p:cBhvr>
                                    </p:animEffect>
                                  </p:childTnLst>
                                </p:cTn>
                              </p:par>
                              <p:par>
                                <p:cTn id="192" presetID="10" presetClass="exit" presetSubtype="0" fill="hold" grpId="1" nodeType="withEffect">
                                  <p:stCondLst>
                                    <p:cond delay="11400"/>
                                  </p:stCondLst>
                                  <p:childTnLst>
                                    <p:animEffect transition="out" filter="fade">
                                      <p:cBhvr>
                                        <p:cTn id="190" dur="300"/>
                                        <p:tgtEl>
                                          <p:spTgt spid="38"/>
                                        </p:tgtEl>
                                      </p:cBhvr>
                                    </p:animEffect>
                                    <p:set>
                                      <p:cBhvr>
                                        <p:cTn id="191" dur="1" fill="hold">
                                          <p:stCondLst>
                                            <p:cond delay="299"/>
                                          </p:stCondLst>
                                        </p:cTn>
                                        <p:tgtEl>
                                          <p:spTgt spid="38"/>
                                        </p:tgtEl>
                                        <p:attrNameLst>
                                          <p:attrName>style.visibility</p:attrName>
                                        </p:attrNameLst>
                                      </p:cBhvr>
                                      <p:to>
                                        <p:strVal val="hidden"/>
                                      </p:to>
                                    </p:set>
                                  </p:childTnLst>
                                </p:cTn>
                              </p:par>
                              <p:par>
                                <p:cTn id="194" presetID="8" presetClass="emph" presetSubtype="0" fill="hold" grpId="3" nodeType="withEffect">
                                  <p:stCondLst>
                                    <p:cond delay="11400"/>
                                  </p:stCondLst>
                                  <p:childTnLst>
                                    <p:animRot by="-9000000">
                                      <p:cBhvr>
                                        <p:cTn id="193" dur="1300" fill="hold"/>
                                        <p:tgtEl>
                                          <p:spTgt spid="37"/>
                                        </p:tgtEl>
                                        <p:attrNameLst>
                                          <p:attrName>r</p:attrName>
                                        </p:attrNameLst>
                                      </p:cBhvr>
                                    </p:animRot>
                                  </p:childTnLst>
                                </p:cTn>
                              </p:par>
                              <p:par>
                                <p:cTn id="196" presetID="0" presetClass="path" presetSubtype="0" fill="hold" grpId="1" nodeType="withEffect" autoRev="1" repeatCount="4000">
                                  <p:stCondLst>
                                    <p:cond delay="11980"/>
                                  </p:stCondLst>
                                  <p:childTnLst>
                                    <p:animMotion origin="layout" path="M 0 0 L 0.008 0 E" pathEditMode="relative" ptsTypes="AA">
                                      <p:cBhvr>
                                        <p:cTn id="195" dur="40" fill="hold"/>
                                        <p:tgtEl>
                                          <p:spTgt spid="31"/>
                                        </p:tgtEl>
                                        <p:attrNameLst>
                                          <p:attrName>ppt_x</p:attrName>
                                          <p:attrName>ppt_y</p:attrName>
                                        </p:attrNameLst>
                                      </p:cBhvr>
                                    </p:animMotion>
                                  </p:childTnLst>
                                </p:cTn>
                              </p:par>
                              <p:par>
                                <p:cTn id="201" presetID="53" presetClass="entr" presetSubtype="32" fill="hold" grpId="0" nodeType="withEffect">
                                  <p:stCondLst>
                                    <p:cond delay="12500"/>
                                  </p:stCondLst>
                                  <p:childTnLst>
                                    <p:set>
                                      <p:cBhvr>
                                        <p:cTn id="197" dur="1" fill="hold">
                                          <p:stCondLst>
                                            <p:cond delay="0"/>
                                          </p:stCondLst>
                                        </p:cTn>
                                        <p:tgtEl>
                                          <p:spTgt spid="39"/>
                                        </p:tgtEl>
                                        <p:attrNameLst>
                                          <p:attrName>style.visibility</p:attrName>
                                        </p:attrNameLst>
                                      </p:cBhvr>
                                      <p:to>
                                        <p:strVal val="visible"/>
                                      </p:to>
                                    </p:set>
                                    <p:anim calcmode="lin" valueType="num">
                                      <p:cBhvr additive="base">
                                        <p:cTn id="198" dur="450" fill="hold"/>
                                        <p:tgtEl>
                                          <p:spTgt spid="39"/>
                                        </p:tgtEl>
                                        <p:attrNameLst>
                                          <p:attrName>ppt_w</p:attrName>
                                        </p:attrNameLst>
                                      </p:cBhvr>
                                      <p:tavLst>
                                        <p:tav tm="0">
                                          <p:val>
                                            <p:strVal val="#ppt_w*2.4"/>
                                          </p:val>
                                        </p:tav>
                                        <p:tav tm="100000">
                                          <p:val>
                                            <p:strVal val="#ppt_w"/>
                                          </p:val>
                                        </p:tav>
                                      </p:tavLst>
                                    </p:anim>
                                    <p:anim calcmode="lin" valueType="num">
                                      <p:cBhvr additive="base">
                                        <p:cTn id="199" dur="450" fill="hold"/>
                                        <p:tgtEl>
                                          <p:spTgt spid="39"/>
                                        </p:tgtEl>
                                        <p:attrNameLst>
                                          <p:attrName>ppt_h</p:attrName>
                                        </p:attrNameLst>
                                      </p:cBhvr>
                                      <p:tavLst>
                                        <p:tav tm="0">
                                          <p:val>
                                            <p:strVal val="#ppt_h*2.4"/>
                                          </p:val>
                                        </p:tav>
                                        <p:tav tm="100000">
                                          <p:val>
                                            <p:strVal val="#ppt_h"/>
                                          </p:val>
                                        </p:tav>
                                      </p:tavLst>
                                    </p:anim>
                                    <p:animEffect transition="in" filter="fade">
                                      <p:cBhvr>
                                        <p:cTn id="200" dur="450"/>
                                        <p:tgtEl>
                                          <p:spTgt spid="39"/>
                                        </p:tgtEl>
                                      </p:cBhvr>
                                    </p:animEffect>
                                  </p:childTnLst>
                                </p:cTn>
                              </p:par>
                              <p:par>
                                <p:cTn id="204" presetID="22" presetClass="entr" presetSubtype="8" fill="hold" grpId="0" nodeType="withEffect">
                                  <p:stCondLst>
                                    <p:cond delay="13400"/>
                                  </p:stCondLst>
                                  <p:childTnLst>
                                    <p:set>
                                      <p:cBhvr>
                                        <p:cTn id="202" dur="1" fill="hold">
                                          <p:stCondLst>
                                            <p:cond delay="0"/>
                                          </p:stCondLst>
                                        </p:cTn>
                                        <p:tgtEl>
                                          <p:spTgt spid="34"/>
                                        </p:tgtEl>
                                        <p:attrNameLst>
                                          <p:attrName>style.visibility</p:attrName>
                                        </p:attrNameLst>
                                      </p:cBhvr>
                                      <p:to>
                                        <p:strVal val="visible"/>
                                      </p:to>
                                    </p:set>
                                    <p:animEffect transition="in" filter="wipe(left)">
                                      <p:cBhvr>
                                        <p:cTn id="203"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3" grpId="0" animBg="1"/>
      <p:bldP spid="44" grpId="0" animBg="1"/>
      <p:bldP spid="45" grpId="0" animBg="1"/>
      <p:bldP spid="44" grpId="1" animBg="1"/>
      <p:bldP spid="4" grpId="0" animBg="1"/>
      <p:bldP spid="35" grpId="0" animBg="1"/>
      <p:bldP spid="3" grpId="1" animBg="1"/>
      <p:bldP spid="36" grpId="0" animBg="1"/>
      <p:bldP spid="5" grpId="0" animBg="1"/>
      <p:bldP spid="8" grpId="0" animBg="1"/>
      <p:bldP spid="37" grpId="0" animBg="1"/>
      <p:bldP spid="6" grpId="0" animBg="1"/>
      <p:bldP spid="7" grpId="0" animBg="1"/>
      <p:bldP spid="40" grpId="0" animBg="1"/>
      <p:bldP spid="41" grpId="0" animBg="1"/>
      <p:bldP spid="6" grpId="1" animBg="1"/>
      <p:bldP spid="42" grpId="0" animBg="1"/>
      <p:bldP spid="9" grpId="0" animBg="1"/>
      <p:bldP spid="10" grpId="0" animBg="1"/>
      <p:bldP spid="13" grpId="0" animBg="1"/>
      <p:bldP spid="11" grpId="0" animBg="1"/>
      <p:bldP spid="12" grpId="0" animBg="1"/>
      <p:bldP spid="11" grpId="1" animBg="1"/>
      <p:bldP spid="14" grpId="0" animBg="1"/>
      <p:bldP spid="15" grpId="0" animBg="1"/>
      <p:bldP spid="37" grpId="1" animBg="1"/>
      <p:bldP spid="18" grpId="0" animBg="1"/>
      <p:bldP spid="16" grpId="0" animBg="1"/>
      <p:bldP spid="17" grpId="0" animBg="1"/>
      <p:bldP spid="16" grpId="1" animBg="1"/>
      <p:bldP spid="16" grpId="2" animBg="1"/>
      <p:bldP spid="38" grpId="0" animBg="1"/>
      <p:bldP spid="37" grpId="2" animBg="1"/>
      <p:bldP spid="42" grpId="1"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8" grpId="1" animBg="1"/>
      <p:bldP spid="37" grpId="3" animBg="1"/>
      <p:bldP spid="31" grpId="1" animBg="1"/>
      <p:bldP spid="39"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3 – Facebook: strong locks, but the attacker changed them</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12:35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Forgot password” link goes to hacked Gmail">    </p:cNvPr>
          <p:cNvPicPr>
            <a:picLocks noChangeAspect="1"/>
          </p:cNvPicPr>
          <p:nvPr/>
        </p:nvPicPr>
        <p:blipFill>
          <a:blip r:embed="rId2"/>
          <a:stretch>
            <a:fillRect/>
          </a:stretch>
        </p:blipFill>
        <p:spPr>
          <a:xfrm>
            <a:off x="1011546" y="2171700"/>
            <a:ext cx="1571009"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“Forgot password” link goes to hacked Gmail</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He resets the Facebook password">    </p:cNvPr>
          <p:cNvPicPr>
            <a:picLocks noChangeAspect="1"/>
          </p:cNvPicPr>
          <p:nvPr/>
        </p:nvPicPr>
        <p:blipFill>
          <a:blip r:embed="rId3"/>
          <a:stretch>
            <a:fillRect/>
          </a:stretch>
        </p:blipFill>
        <p:spPr>
          <a:xfrm>
            <a:off x="3321966" y="2171700"/>
            <a:ext cx="1395167"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He resets the Facebook password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Recovery email and phone are swapped">    </p:cNvPr>
          <p:cNvPicPr>
            <a:picLocks noChangeAspect="1"/>
          </p:cNvPicPr>
          <p:nvPr/>
        </p:nvPicPr>
        <p:blipFill>
          <a:blip r:embed="rId4"/>
          <a:stretch>
            <a:fillRect/>
          </a:stretch>
        </p:blipFill>
        <p:spPr>
          <a:xfrm>
            <a:off x="5548552" y="2171700"/>
            <a:ext cx="1386996"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Recovery email and phone are swapped</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2FA with an app or a security key">    </p:cNvPr>
          <p:cNvPicPr>
            <a:picLocks noChangeAspect="1"/>
          </p:cNvPicPr>
          <p:nvPr/>
        </p:nvPicPr>
        <p:blipFill>
          <a:blip r:embed="rId5"/>
          <a:stretch>
            <a:fillRect/>
          </a:stretch>
        </p:blipFill>
        <p:spPr>
          <a:xfrm>
            <a:off x="1141920" y="4318000"/>
            <a:ext cx="1310261"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2FA with an app or a security key</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Login alerts + “Where you’re logged in”">    </p:cNvPr>
          <p:cNvPicPr>
            <a:picLocks noChangeAspect="1"/>
          </p:cNvPicPr>
          <p:nvPr/>
        </p:nvPicPr>
        <p:blipFill>
          <a:blip r:embed="rId6"/>
          <a:stretch>
            <a:fillRect/>
          </a:stretch>
        </p:blipFill>
        <p:spPr>
          <a:xfrm>
            <a:off x="3357090" y="4318000"/>
            <a:ext cx="1324921"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Login alerts + “Where you’re logged in”</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Keep recovery email and phone up to date">    </p:cNvPr>
          <p:cNvPicPr>
            <a:picLocks noChangeAspect="1"/>
          </p:cNvPicPr>
          <p:nvPr/>
        </p:nvPicPr>
        <p:blipFill>
          <a:blip r:embed="rId7"/>
          <a:stretch>
            <a:fillRect/>
          </a:stretch>
        </p:blipFill>
        <p:spPr>
          <a:xfrm>
            <a:off x="5583275" y="4318000"/>
            <a:ext cx="1317550"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Keep recovery email and phone up to date</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48-hour wait before a new email, phone number or 2FA change takes effect</a:t>
            </a:r>
            <a:endParaRPr lang="en-US" sz="1100" dirty="0"/>
          </a:p>
        </p:txBody>
      </p:sp>
      <p:sp>
        <p:nvSpPr>
          <p:cNvPr id="35"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THREAT LEVEL</a:t>
            </a:r>
            <a:endParaRPr lang="en-US" sz="1150" dirty="0"/>
          </a:p>
        </p:txBody>
      </p:sp>
      <p:pic>
        <p:nvPicPr>
          <p:cNvPr id="36"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7" name="needle" descr="/tmp/claude-0/-home-user-bangladesh-crime-monitor/cb82e52d-05bf-5acf-9e17-5b7416beecee/scratchpad/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8"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CRITICAL · hacked at 12:35 AM</a:t>
            </a:r>
            <a:endParaRPr lang="en-US" sz="1300" dirty="0"/>
          </a:p>
        </p:txBody>
      </p:sp>
      <p:sp>
        <p:nvSpPr>
          <p:cNvPr id="39"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SAFE · after the fixes</a:t>
            </a:r>
            <a:endParaRPr lang="en-US" sz="1300" dirty="0"/>
          </a:p>
        </p:txBody>
      </p:sp>
      <p:sp>
        <p:nvSpPr>
          <p:cNvPr id="40"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SECURITY RADAR · 16 / 25</a:t>
            </a:r>
            <a:endParaRPr lang="en-US" sz="1150" dirty="0"/>
          </a:p>
        </p:txBody>
      </p:sp>
      <p:pic>
        <p:nvPicPr>
          <p:cNvPr id="41"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42" name="rshape" descr="/tmp/claude-0/-home-user-bangladesh-crime-monitor/cb82e52d-05bf-5acf-9e17-5b7416beecee/scratchpad/animppt/holo/radar_shape_door-fb.png">    </p:cNvPr>
          <p:cNvPicPr>
            <a:picLocks noChangeAspect="1"/>
          </p:cNvPicPr>
          <p:nvPr/>
        </p:nvPicPr>
        <p:blipFill>
          <a:blip r:embed="rId11"/>
          <a:stretch>
            <a:fillRect/>
          </a:stretch>
        </p:blipFill>
        <p:spPr>
          <a:xfrm>
            <a:off x="8413750" y="4064000"/>
            <a:ext cx="2286000" cy="1778000"/>
          </a:xfrm>
          <a:prstGeom prst="rect">
            <a:avLst/>
          </a:prstGeom>
        </p:spPr>
      </p:pic>
      <p:pic>
        <p:nvPicPr>
          <p:cNvPr id="43" name="hud" descr="/tmp/claude-0/-home-user-bangladesh-crime-monitor/cb82e52d-05bf-5acf-9e17-5b7416beecee/scratchpad/animppt/holo/hud.png">    </p:cNvPr>
          <p:cNvPicPr>
            <a:picLocks noChangeAspect="1"/>
          </p:cNvPicPr>
          <p:nvPr/>
        </p:nvPicPr>
        <p:blipFill>
          <a:blip r:embed="rId1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1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5" fill="hold">
                      <p:stCondLst>
                        <p:cond delay="indefinite"/>
                        <p:cond evt="onBegin" delay="0">
                          <p:tn val="2"/>
                        </p:cond>
                      </p:stCondLst>
                      <p:childTnLst>
                        <p:par>
                          <p:cTn id="20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3"/>
                                        </p:tgtEl>
                                        <p:attrNameLst>
                                          <p:attrName>style.visibility</p:attrName>
                                        </p:attrNameLst>
                                      </p:cBhvr>
                                      <p:to>
                                        <p:strVal val="visible"/>
                                      </p:to>
                                    </p:set>
                                    <p:animEffect transition="in" filter="fade">
                                      <p:cBhvr>
                                        <p:cTn id="8" dur="500"/>
                                        <p:tgtEl>
                                          <p:spTgt spid="4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animEffect transition="in" filter="fade">
                                      <p:cBhvr>
                                        <p:cTn id="11" dur="500"/>
                                        <p:tgtEl>
                                          <p:spTgt spid="44"/>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5"/>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4"/>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700"/>
                                  </p:stCondLst>
                                  <p:childTnLst>
                                    <p:set>
                                      <p:cBhvr>
                                        <p:cTn id="27" dur="1" fill="hold">
                                          <p:stCondLst>
                                            <p:cond delay="0"/>
                                          </p:stCondLst>
                                        </p:cTn>
                                        <p:tgtEl>
                                          <p:spTgt spid="36"/>
                                        </p:tgtEl>
                                        <p:attrNameLst>
                                          <p:attrName>style.visibility</p:attrName>
                                        </p:attrNameLst>
                                      </p:cBhvr>
                                      <p:to>
                                        <p:strVal val="visible"/>
                                      </p:to>
                                    </p:set>
                                    <p:animEffect transition="in" filter="wipe(down)">
                                      <p:cBhvr>
                                        <p:cTn id="28" dur="600"/>
                                        <p:tgtEl>
                                          <p:spTgt spid="36"/>
                                        </p:tgtEl>
                                      </p:cBhvr>
                                    </p:animEffect>
                                    <p:animEffect transition="in" filter="fade">
                                      <p:cBhvr>
                                        <p:cTn id="29" dur="600"/>
                                        <p:tgtEl>
                                          <p:spTgt spid="36"/>
                                        </p:tgtEl>
                                      </p:cBhvr>
                                    </p:animEffect>
                                  </p:childTnLst>
                                </p:cTn>
                              </p:par>
                              <p:par>
                                <p:cTn id="34" presetID="22" presetClass="entr" presetSubtype="1" fill="hold" grpId="0" nodeType="withEffect">
                                  <p:stCondLst>
                                    <p:cond delay="900"/>
                                  </p:stCondLst>
                                  <p:childTnLst>
                                    <p:set>
                                      <p:cBhvr>
                                        <p:cTn id="31" dur="1" fill="hold">
                                          <p:stCondLst>
                                            <p:cond delay="0"/>
                                          </p:stCondLst>
                                        </p:cTn>
                                        <p:tgtEl>
                                          <p:spTgt spid="5"/>
                                        </p:tgtEl>
                                        <p:attrNameLst>
                                          <p:attrName>style.visibility</p:attrName>
                                        </p:attrNameLst>
                                      </p:cBhvr>
                                      <p:to>
                                        <p:strVal val="visible"/>
                                      </p:to>
                                    </p:set>
                                    <p:animEffect transition="in" filter="wipe(down)">
                                      <p:cBhvr>
                                        <p:cTn id="32" dur="450"/>
                                        <p:tgtEl>
                                          <p:spTgt spid="5"/>
                                        </p:tgtEl>
                                      </p:cBhvr>
                                    </p:animEffect>
                                    <p:animEffect transition="in" filter="fade">
                                      <p:cBhvr>
                                        <p:cTn id="33" dur="450"/>
                                        <p:tgtEl>
                                          <p:spTgt spid="5"/>
                                        </p:tgtEl>
                                      </p:cBhvr>
                                    </p:animEffect>
                                  </p:childTnLst>
                                </p:cTn>
                              </p:par>
                              <p:par>
                                <p:cTn id="39" presetID="53" presetClass="entr" presetSubtype="16" fill="hold" grpId="0" nodeType="withEffect">
                                  <p:stCondLst>
                                    <p:cond delay="1000"/>
                                  </p:stCondLst>
                                  <p:childTnLst>
                                    <p:set>
                                      <p:cBhvr>
                                        <p:cTn id="35" dur="1" fill="hold">
                                          <p:stCondLst>
                                            <p:cond delay="0"/>
                                          </p:stCondLst>
                                        </p:cTn>
                                        <p:tgtEl>
                                          <p:spTgt spid="8"/>
                                        </p:tgtEl>
                                        <p:attrNameLst>
                                          <p:attrName>style.visibility</p:attrName>
                                        </p:attrNameLst>
                                      </p:cBhvr>
                                      <p:to>
                                        <p:strVal val="visible"/>
                                      </p:to>
                                    </p:set>
                                    <p:anim calcmode="lin" valueType="num">
                                      <p:cBhvr additive="base">
                                        <p:cTn id="36" dur="350" fill="hold"/>
                                        <p:tgtEl>
                                          <p:spTgt spid="8"/>
                                        </p:tgtEl>
                                        <p:attrNameLst>
                                          <p:attrName>ppt_w</p:attrName>
                                        </p:attrNameLst>
                                      </p:cBhvr>
                                      <p:tavLst>
                                        <p:tav tm="0">
                                          <p:val>
                                            <p:strVal val="0"/>
                                          </p:val>
                                        </p:tav>
                                        <p:tav tm="100000">
                                          <p:val>
                                            <p:strVal val="#ppt_w"/>
                                          </p:val>
                                        </p:tav>
                                      </p:tavLst>
                                    </p:anim>
                                    <p:anim calcmode="lin" valueType="num">
                                      <p:cBhvr additive="base">
                                        <p:cTn id="37" dur="350" fill="hold"/>
                                        <p:tgtEl>
                                          <p:spTgt spid="8"/>
                                        </p:tgtEl>
                                        <p:attrNameLst>
                                          <p:attrName>ppt_h</p:attrName>
                                        </p:attrNameLst>
                                      </p:cBhvr>
                                      <p:tavLst>
                                        <p:tav tm="0">
                                          <p:val>
                                            <p:strVal val="0"/>
                                          </p:val>
                                        </p:tav>
                                        <p:tav tm="100000">
                                          <p:val>
                                            <p:strVal val="#ppt_h"/>
                                          </p:val>
                                        </p:tav>
                                      </p:tavLst>
                                    </p:anim>
                                    <p:animEffect transition="in" filter="fade">
                                      <p:cBhvr>
                                        <p:cTn id="38" dur="350"/>
                                        <p:tgtEl>
                                          <p:spTgt spid="8"/>
                                        </p:tgtEl>
                                      </p:cBhvr>
                                    </p:animEffect>
                                  </p:childTnLst>
                                </p:cTn>
                              </p:par>
                              <p:par>
                                <p:cTn id="44" presetID="53" presetClass="entr" presetSubtype="16" fill="hold" grpId="0" nodeType="withEffect">
                                  <p:stCondLst>
                                    <p:cond delay="1000"/>
                                  </p:stCondLst>
                                  <p:childTnLst>
                                    <p:set>
                                      <p:cBhvr>
                                        <p:cTn id="40" dur="1" fill="hold">
                                          <p:stCondLst>
                                            <p:cond delay="0"/>
                                          </p:stCondLst>
                                        </p:cTn>
                                        <p:tgtEl>
                                          <p:spTgt spid="37"/>
                                        </p:tgtEl>
                                        <p:attrNameLst>
                                          <p:attrName>style.visibility</p:attrName>
                                        </p:attrNameLst>
                                      </p:cBhvr>
                                      <p:to>
                                        <p:strVal val="visible"/>
                                      </p:to>
                                    </p:set>
                                    <p:anim calcmode="lin" valueType="num">
                                      <p:cBhvr additive="base">
                                        <p:cTn id="41" dur="400" fill="hold"/>
                                        <p:tgtEl>
                                          <p:spTgt spid="37"/>
                                        </p:tgtEl>
                                        <p:attrNameLst>
                                          <p:attrName>ppt_w</p:attrName>
                                        </p:attrNameLst>
                                      </p:cBhvr>
                                      <p:tavLst>
                                        <p:tav tm="0">
                                          <p:val>
                                            <p:strVal val="0"/>
                                          </p:val>
                                        </p:tav>
                                        <p:tav tm="100000">
                                          <p:val>
                                            <p:strVal val="#ppt_w"/>
                                          </p:val>
                                        </p:tav>
                                      </p:tavLst>
                                    </p:anim>
                                    <p:anim calcmode="lin" valueType="num">
                                      <p:cBhvr additive="base">
                                        <p:cTn id="42" dur="400" fill="hold"/>
                                        <p:tgtEl>
                                          <p:spTgt spid="37"/>
                                        </p:tgtEl>
                                        <p:attrNameLst>
                                          <p:attrName>ppt_h</p:attrName>
                                        </p:attrNameLst>
                                      </p:cBhvr>
                                      <p:tavLst>
                                        <p:tav tm="0">
                                          <p:val>
                                            <p:strVal val="0"/>
                                          </p:val>
                                        </p:tav>
                                        <p:tav tm="100000">
                                          <p:val>
                                            <p:strVal val="#ppt_h"/>
                                          </p:val>
                                        </p:tav>
                                      </p:tavLst>
                                    </p:anim>
                                    <p:animEffect transition="in" filter="fade">
                                      <p:cBhvr>
                                        <p:cTn id="43" dur="400"/>
                                        <p:tgtEl>
                                          <p:spTgt spid="37"/>
                                        </p:tgtEl>
                                      </p:cBhvr>
                                    </p:animEffect>
                                  </p:childTnLst>
                                </p:cTn>
                              </p:par>
                              <p:par>
                                <p:cTn id="48" presetID="22" presetClass="entr" presetSubtype="1" fill="hold" grpId="0" nodeType="withEffect">
                                  <p:stCondLst>
                                    <p:cond delay="1050"/>
                                  </p:stCondLst>
                                  <p:childTnLst>
                                    <p:set>
                                      <p:cBhvr>
                                        <p:cTn id="45" dur="1" fill="hold">
                                          <p:stCondLst>
                                            <p:cond delay="0"/>
                                          </p:stCondLst>
                                        </p:cTn>
                                        <p:tgtEl>
                                          <p:spTgt spid="6"/>
                                        </p:tgtEl>
                                        <p:attrNameLst>
                                          <p:attrName>style.visibility</p:attrName>
                                        </p:attrNameLst>
                                      </p:cBhvr>
                                      <p:to>
                                        <p:strVal val="visible"/>
                                      </p:to>
                                    </p:set>
                                    <p:animEffect transition="in" filter="wipe(down)">
                                      <p:cBhvr>
                                        <p:cTn id="46" dur="600"/>
                                        <p:tgtEl>
                                          <p:spTgt spid="6"/>
                                        </p:tgtEl>
                                      </p:cBhvr>
                                    </p:animEffect>
                                    <p:animEffect transition="in" filter="fade">
                                      <p:cBhvr>
                                        <p:cTn id="47" dur="600"/>
                                        <p:tgtEl>
                                          <p:spTgt spid="6"/>
                                        </p:tgtEl>
                                      </p:cBhvr>
                                    </p:animEffect>
                                  </p:childTnLst>
                                </p:cTn>
                              </p:par>
                              <p:par>
                                <p:cTn id="52" presetID="22" presetClass="entr" presetSubtype="1" fill="hold" grpId="0" nodeType="withEffect">
                                  <p:stCondLst>
                                    <p:cond delay="1100"/>
                                  </p:stCondLst>
                                  <p:childTnLst>
                                    <p:set>
                                      <p:cBhvr>
                                        <p:cTn id="49" dur="1" fill="hold">
                                          <p:stCondLst>
                                            <p:cond delay="0"/>
                                          </p:stCondLst>
                                        </p:cTn>
                                        <p:tgtEl>
                                          <p:spTgt spid="7"/>
                                        </p:tgtEl>
                                        <p:attrNameLst>
                                          <p:attrName>style.visibility</p:attrName>
                                        </p:attrNameLst>
                                      </p:cBhvr>
                                      <p:to>
                                        <p:strVal val="visible"/>
                                      </p:to>
                                    </p:set>
                                    <p:animEffect transition="in" filter="wipe(down)">
                                      <p:cBhvr>
                                        <p:cTn id="50" dur="450"/>
                                        <p:tgtEl>
                                          <p:spTgt spid="7"/>
                                        </p:tgtEl>
                                      </p:cBhvr>
                                    </p:animEffect>
                                    <p:animEffect transition="in" filter="fade">
                                      <p:cBhvr>
                                        <p:cTn id="51" dur="450"/>
                                        <p:tgtEl>
                                          <p:spTgt spid="7"/>
                                        </p:tgtEl>
                                      </p:cBhvr>
                                    </p:animEffect>
                                  </p:childTnLst>
                                </p:cTn>
                              </p:par>
                              <p:par>
                                <p:cTn id="56" presetID="22" presetClass="entr" presetSubtype="1" fill="hold" grpId="0" nodeType="withEffect">
                                  <p:stCondLst>
                                    <p:cond delay="1200"/>
                                  </p:stCondLst>
                                  <p:childTnLst>
                                    <p:set>
                                      <p:cBhvr>
                                        <p:cTn id="53" dur="1" fill="hold">
                                          <p:stCondLst>
                                            <p:cond delay="0"/>
                                          </p:stCondLst>
                                        </p:cTn>
                                        <p:tgtEl>
                                          <p:spTgt spid="40"/>
                                        </p:tgtEl>
                                        <p:attrNameLst>
                                          <p:attrName>style.visibility</p:attrName>
                                        </p:attrNameLst>
                                      </p:cBhvr>
                                      <p:to>
                                        <p:strVal val="visible"/>
                                      </p:to>
                                    </p:set>
                                    <p:animEffect transition="in" filter="wipe(down)">
                                      <p:cBhvr>
                                        <p:cTn id="54" dur="450"/>
                                        <p:tgtEl>
                                          <p:spTgt spid="40"/>
                                        </p:tgtEl>
                                      </p:cBhvr>
                                    </p:animEffect>
                                    <p:animEffect transition="in" filter="fade">
                                      <p:cBhvr>
                                        <p:cTn id="55" dur="450"/>
                                        <p:tgtEl>
                                          <p:spTgt spid="40"/>
                                        </p:tgtEl>
                                      </p:cBhvr>
                                    </p:animEffect>
                                  </p:childTnLst>
                                </p:cTn>
                              </p:par>
                              <p:par>
                                <p:cTn id="60" presetID="22" presetClass="entr" presetSubtype="1" fill="hold" grpId="0" nodeType="withEffect">
                                  <p:stCondLst>
                                    <p:cond delay="1300"/>
                                  </p:stCondLst>
                                  <p:childTnLst>
                                    <p:set>
                                      <p:cBhvr>
                                        <p:cTn id="57" dur="1" fill="hold">
                                          <p:stCondLst>
                                            <p:cond delay="0"/>
                                          </p:stCondLst>
                                        </p:cTn>
                                        <p:tgtEl>
                                          <p:spTgt spid="41"/>
                                        </p:tgtEl>
                                        <p:attrNameLst>
                                          <p:attrName>style.visibility</p:attrName>
                                        </p:attrNameLst>
                                      </p:cBhvr>
                                      <p:to>
                                        <p:strVal val="visible"/>
                                      </p:to>
                                    </p:set>
                                    <p:animEffect transition="in" filter="wipe(down)">
                                      <p:cBhvr>
                                        <p:cTn id="58" dur="600"/>
                                        <p:tgtEl>
                                          <p:spTgt spid="41"/>
                                        </p:tgtEl>
                                      </p:cBhvr>
                                    </p:animEffect>
                                    <p:animEffect transition="in" filter="fade">
                                      <p:cBhvr>
                                        <p:cTn id="59" dur="600"/>
                                        <p:tgtEl>
                                          <p:spTgt spid="41"/>
                                        </p:tgtEl>
                                      </p:cBhvr>
                                    </p:animEffect>
                                  </p:childTnLst>
                                </p:cTn>
                              </p:par>
                              <p:par>
                                <p:cTn id="62" presetID="0" presetClass="path" presetSubtype="0" fill="hold" grpId="1" nodeType="withEffect" autoRev="1" repeatCount="4000">
                                  <p:stCondLst>
                                    <p:cond delay="1680"/>
                                  </p:stCondLst>
                                  <p:childTnLst>
                                    <p:animMotion origin="layout" path="M 0 0 L 0.008 0 E" pathEditMode="relative" ptsTypes="AA">
                                      <p:cBhvr>
                                        <p:cTn id="61" dur="40" fill="hold"/>
                                        <p:tgtEl>
                                          <p:spTgt spid="6"/>
                                        </p:tgtEl>
                                        <p:attrNameLst>
                                          <p:attrName>ppt_x</p:attrName>
                                          <p:attrName>ppt_y</p:attrName>
                                        </p:attrNameLst>
                                      </p:cBhvr>
                                    </p:animMotion>
                                  </p:childTnLst>
                                </p:cTn>
                              </p:par>
                              <p:par>
                                <p:cTn id="67" presetID="53" presetClass="entr" presetSubtype="16" fill="hold" grpId="0" nodeType="withEffect">
                                  <p:stCondLst>
                                    <p:cond delay="1800"/>
                                  </p:stCondLst>
                                  <p:childTnLst>
                                    <p:set>
                                      <p:cBhvr>
                                        <p:cTn id="63" dur="1" fill="hold">
                                          <p:stCondLst>
                                            <p:cond delay="0"/>
                                          </p:stCondLst>
                                        </p:cTn>
                                        <p:tgtEl>
                                          <p:spTgt spid="42"/>
                                        </p:tgtEl>
                                        <p:attrNameLst>
                                          <p:attrName>style.visibility</p:attrName>
                                        </p:attrNameLst>
                                      </p:cBhvr>
                                      <p:to>
                                        <p:strVal val="visible"/>
                                      </p:to>
                                    </p:set>
                                    <p:anim calcmode="lin" valueType="num">
                                      <p:cBhvr additive="base">
                                        <p:cTn id="64" dur="900" fill="hold"/>
                                        <p:tgtEl>
                                          <p:spTgt spid="42"/>
                                        </p:tgtEl>
                                        <p:attrNameLst>
                                          <p:attrName>ppt_w</p:attrName>
                                        </p:attrNameLst>
                                      </p:cBhvr>
                                      <p:tavLst>
                                        <p:tav tm="0">
                                          <p:val>
                                            <p:strVal val="0"/>
                                          </p:val>
                                        </p:tav>
                                        <p:tav tm="100000">
                                          <p:val>
                                            <p:strVal val="#ppt_w"/>
                                          </p:val>
                                        </p:tav>
                                      </p:tavLst>
                                    </p:anim>
                                    <p:anim calcmode="lin" valueType="num">
                                      <p:cBhvr additive="base">
                                        <p:cTn id="65" dur="900" fill="hold"/>
                                        <p:tgtEl>
                                          <p:spTgt spid="42"/>
                                        </p:tgtEl>
                                        <p:attrNameLst>
                                          <p:attrName>ppt_h</p:attrName>
                                        </p:attrNameLst>
                                      </p:cBhvr>
                                      <p:tavLst>
                                        <p:tav tm="0">
                                          <p:val>
                                            <p:strVal val="0"/>
                                          </p:val>
                                        </p:tav>
                                        <p:tav tm="100000">
                                          <p:val>
                                            <p:strVal val="#ppt_h"/>
                                          </p:val>
                                        </p:tav>
                                      </p:tavLst>
                                    </p:anim>
                                    <p:animEffect transition="in" filter="fade">
                                      <p:cBhvr>
                                        <p:cTn id="66" dur="900"/>
                                        <p:tgtEl>
                                          <p:spTgt spid="42"/>
                                        </p:tgtEl>
                                      </p:cBhvr>
                                    </p:animEffect>
                                  </p:childTnLst>
                                </p:cTn>
                              </p:par>
                              <p:par>
                                <p:cTn id="70" presetID="22" presetClass="entr" presetSubtype="8" fill="hold" grpId="0" nodeType="withEffect">
                                  <p:stCondLst>
                                    <p:cond delay="2100"/>
                                  </p:stCondLst>
                                  <p:childTnLst>
                                    <p:set>
                                      <p:cBhvr>
                                        <p:cTn id="68" dur="1" fill="hold">
                                          <p:stCondLst>
                                            <p:cond delay="0"/>
                                          </p:stCondLst>
                                        </p:cTn>
                                        <p:tgtEl>
                                          <p:spTgt spid="9"/>
                                        </p:tgtEl>
                                        <p:attrNameLst>
                                          <p:attrName>style.visibility</p:attrName>
                                        </p:attrNameLst>
                                      </p:cBhvr>
                                      <p:to>
                                        <p:strVal val="visible"/>
                                      </p:to>
                                    </p:set>
                                    <p:animEffect transition="in" filter="wipe(left)">
                                      <p:cBhvr>
                                        <p:cTn id="69" dur="300"/>
                                        <p:tgtEl>
                                          <p:spTgt spid="9"/>
                                        </p:tgtEl>
                                      </p:cBhvr>
                                    </p:animEffect>
                                  </p:childTnLst>
                                </p:cTn>
                              </p:par>
                              <p:par>
                                <p:cTn id="74" presetID="22" presetClass="entr" presetSubtype="1" fill="hold" grpId="0" nodeType="withEffect">
                                  <p:stCondLst>
                                    <p:cond delay="2700"/>
                                  </p:stCondLst>
                                  <p:childTnLst>
                                    <p:set>
                                      <p:cBhvr>
                                        <p:cTn id="71" dur="1" fill="hold">
                                          <p:stCondLst>
                                            <p:cond delay="0"/>
                                          </p:stCondLst>
                                        </p:cTn>
                                        <p:tgtEl>
                                          <p:spTgt spid="10"/>
                                        </p:tgtEl>
                                        <p:attrNameLst>
                                          <p:attrName>style.visibility</p:attrName>
                                        </p:attrNameLst>
                                      </p:cBhvr>
                                      <p:to>
                                        <p:strVal val="visible"/>
                                      </p:to>
                                    </p:set>
                                    <p:animEffect transition="in" filter="wipe(down)">
                                      <p:cBhvr>
                                        <p:cTn id="72" dur="450"/>
                                        <p:tgtEl>
                                          <p:spTgt spid="10"/>
                                        </p:tgtEl>
                                      </p:cBhvr>
                                    </p:animEffect>
                                    <p:animEffect transition="in" filter="fade">
                                      <p:cBhvr>
                                        <p:cTn id="73" dur="450"/>
                                        <p:tgtEl>
                                          <p:spTgt spid="10"/>
                                        </p:tgtEl>
                                      </p:cBhvr>
                                    </p:animEffect>
                                  </p:childTnLst>
                                </p:cTn>
                              </p:par>
                              <p:par>
                                <p:cTn id="79" presetID="53" presetClass="entr" presetSubtype="16" fill="hold" grpId="0" nodeType="withEffect">
                                  <p:stCondLst>
                                    <p:cond delay="2800"/>
                                  </p:stCondLst>
                                  <p:childTnLst>
                                    <p:set>
                                      <p:cBhvr>
                                        <p:cTn id="75" dur="1" fill="hold">
                                          <p:stCondLst>
                                            <p:cond delay="0"/>
                                          </p:stCondLst>
                                        </p:cTn>
                                        <p:tgtEl>
                                          <p:spTgt spid="13"/>
                                        </p:tgtEl>
                                        <p:attrNameLst>
                                          <p:attrName>style.visibility</p:attrName>
                                        </p:attrNameLst>
                                      </p:cBhvr>
                                      <p:to>
                                        <p:strVal val="visible"/>
                                      </p:to>
                                    </p:set>
                                    <p:anim calcmode="lin" valueType="num">
                                      <p:cBhvr additive="base">
                                        <p:cTn id="76" dur="350" fill="hold"/>
                                        <p:tgtEl>
                                          <p:spTgt spid="13"/>
                                        </p:tgtEl>
                                        <p:attrNameLst>
                                          <p:attrName>ppt_w</p:attrName>
                                        </p:attrNameLst>
                                      </p:cBhvr>
                                      <p:tavLst>
                                        <p:tav tm="0">
                                          <p:val>
                                            <p:strVal val="0"/>
                                          </p:val>
                                        </p:tav>
                                        <p:tav tm="100000">
                                          <p:val>
                                            <p:strVal val="#ppt_w"/>
                                          </p:val>
                                        </p:tav>
                                      </p:tavLst>
                                    </p:anim>
                                    <p:anim calcmode="lin" valueType="num">
                                      <p:cBhvr additive="base">
                                        <p:cTn id="77" dur="350" fill="hold"/>
                                        <p:tgtEl>
                                          <p:spTgt spid="13"/>
                                        </p:tgtEl>
                                        <p:attrNameLst>
                                          <p:attrName>ppt_h</p:attrName>
                                        </p:attrNameLst>
                                      </p:cBhvr>
                                      <p:tavLst>
                                        <p:tav tm="0">
                                          <p:val>
                                            <p:strVal val="0"/>
                                          </p:val>
                                        </p:tav>
                                        <p:tav tm="100000">
                                          <p:val>
                                            <p:strVal val="#ppt_h"/>
                                          </p:val>
                                        </p:tav>
                                      </p:tavLst>
                                    </p:anim>
                                    <p:animEffect transition="in" filter="fade">
                                      <p:cBhvr>
                                        <p:cTn id="78" dur="350"/>
                                        <p:tgtEl>
                                          <p:spTgt spid="13"/>
                                        </p:tgtEl>
                                      </p:cBhvr>
                                    </p:animEffect>
                                  </p:childTnLst>
                                </p:cTn>
                              </p:par>
                              <p:par>
                                <p:cTn id="83" presetID="22" presetClass="entr" presetSubtype="1" fill="hold" grpId="0" nodeType="withEffect">
                                  <p:stCondLst>
                                    <p:cond delay="2850"/>
                                  </p:stCondLst>
                                  <p:childTnLst>
                                    <p:set>
                                      <p:cBhvr>
                                        <p:cTn id="80" dur="1" fill="hold">
                                          <p:stCondLst>
                                            <p:cond delay="0"/>
                                          </p:stCondLst>
                                        </p:cTn>
                                        <p:tgtEl>
                                          <p:spTgt spid="11"/>
                                        </p:tgtEl>
                                        <p:attrNameLst>
                                          <p:attrName>style.visibility</p:attrName>
                                        </p:attrNameLst>
                                      </p:cBhvr>
                                      <p:to>
                                        <p:strVal val="visible"/>
                                      </p:to>
                                    </p:set>
                                    <p:animEffect transition="in" filter="wipe(down)">
                                      <p:cBhvr>
                                        <p:cTn id="81" dur="600"/>
                                        <p:tgtEl>
                                          <p:spTgt spid="11"/>
                                        </p:tgtEl>
                                      </p:cBhvr>
                                    </p:animEffect>
                                    <p:animEffect transition="in" filter="fade">
                                      <p:cBhvr>
                                        <p:cTn id="82" dur="600"/>
                                        <p:tgtEl>
                                          <p:spTgt spid="11"/>
                                        </p:tgtEl>
                                      </p:cBhvr>
                                    </p:animEffect>
                                  </p:childTnLst>
                                </p:cTn>
                              </p:par>
                              <p:par>
                                <p:cTn id="87" presetID="22" presetClass="entr" presetSubtype="1" fill="hold" grpId="0" nodeType="withEffect">
                                  <p:stCondLst>
                                    <p:cond delay="2900"/>
                                  </p:stCondLst>
                                  <p:childTnLst>
                                    <p:set>
                                      <p:cBhvr>
                                        <p:cTn id="84" dur="1" fill="hold">
                                          <p:stCondLst>
                                            <p:cond delay="0"/>
                                          </p:stCondLst>
                                        </p:cTn>
                                        <p:tgtEl>
                                          <p:spTgt spid="12"/>
                                        </p:tgtEl>
                                        <p:attrNameLst>
                                          <p:attrName>style.visibility</p:attrName>
                                        </p:attrNameLst>
                                      </p:cBhvr>
                                      <p:to>
                                        <p:strVal val="visible"/>
                                      </p:to>
                                    </p:set>
                                    <p:animEffect transition="in" filter="wipe(down)">
                                      <p:cBhvr>
                                        <p:cTn id="85" dur="450"/>
                                        <p:tgtEl>
                                          <p:spTgt spid="12"/>
                                        </p:tgtEl>
                                      </p:cBhvr>
                                    </p:animEffect>
                                    <p:animEffect transition="in" filter="fade">
                                      <p:cBhvr>
                                        <p:cTn id="86" dur="450"/>
                                        <p:tgtEl>
                                          <p:spTgt spid="12"/>
                                        </p:tgtEl>
                                      </p:cBhvr>
                                    </p:animEffect>
                                  </p:childTnLst>
                                </p:cTn>
                              </p:par>
                              <p:par>
                                <p:cTn id="89" presetID="0" presetClass="path" presetSubtype="0" fill="hold" grpId="1" nodeType="withEffect" autoRev="1" repeatCount="4000">
                                  <p:stCondLst>
                                    <p:cond delay="3480"/>
                                  </p:stCondLst>
                                  <p:childTnLst>
                                    <p:animMotion origin="layout" path="M 0 0 L 0.008 0 E" pathEditMode="relative" ptsTypes="AA">
                                      <p:cBhvr>
                                        <p:cTn id="88" dur="40" fill="hold"/>
                                        <p:tgtEl>
                                          <p:spTgt spid="11"/>
                                        </p:tgtEl>
                                        <p:attrNameLst>
                                          <p:attrName>ppt_x</p:attrName>
                                          <p:attrName>ppt_y</p:attrName>
                                        </p:attrNameLst>
                                      </p:cBhvr>
                                    </p:animMotion>
                                  </p:childTnLst>
                                </p:cTn>
                              </p:par>
                              <p:par>
                                <p:cTn id="92" presetID="22" presetClass="entr" presetSubtype="8" fill="hold" grpId="0" nodeType="withEffect">
                                  <p:stCondLst>
                                    <p:cond delay="39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6" presetID="22" presetClass="entr" presetSubtype="1" fill="hold" grpId="0" nodeType="withEffect">
                                  <p:stCondLst>
                                    <p:cond delay="450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450"/>
                                        <p:tgtEl>
                                          <p:spTgt spid="15"/>
                                        </p:tgtEl>
                                      </p:cBhvr>
                                    </p:animEffect>
                                    <p:animEffect transition="in" filter="fade">
                                      <p:cBhvr>
                                        <p:cTn id="95" dur="450"/>
                                        <p:tgtEl>
                                          <p:spTgt spid="15"/>
                                        </p:tgtEl>
                                      </p:cBhvr>
                                    </p:animEffect>
                                  </p:childTnLst>
                                </p:cTn>
                              </p:par>
                              <p:par>
                                <p:cTn id="98" presetID="8" presetClass="emph" presetSubtype="0" fill="hold" grpId="1" nodeType="withEffect">
                                  <p:stCondLst>
                                    <p:cond delay="4500"/>
                                  </p:stCondLst>
                                  <p:childTnLst>
                                    <p:animRot by="9000000">
                                      <p:cBhvr>
                                        <p:cTn id="97" dur="1300" fill="hold"/>
                                        <p:tgtEl>
                                          <p:spTgt spid="37"/>
                                        </p:tgtEl>
                                        <p:attrNameLst>
                                          <p:attrName>r</p:attrName>
                                        </p:attrNameLst>
                                      </p:cBhvr>
                                    </p:animRot>
                                  </p:childTnLst>
                                </p:cTn>
                              </p:par>
                              <p:par>
                                <p:cTn id="103" presetID="53" presetClass="entr" presetSubtype="16" fill="hold" grpId="0" nodeType="withEffect">
                                  <p:stCondLst>
                                    <p:cond delay="4600"/>
                                  </p:stCondLst>
                                  <p:childTnLst>
                                    <p:set>
                                      <p:cBhvr>
                                        <p:cTn id="99" dur="1" fill="hold">
                                          <p:stCondLst>
                                            <p:cond delay="0"/>
                                          </p:stCondLst>
                                        </p:cTn>
                                        <p:tgtEl>
                                          <p:spTgt spid="18"/>
                                        </p:tgtEl>
                                        <p:attrNameLst>
                                          <p:attrName>style.visibility</p:attrName>
                                        </p:attrNameLst>
                                      </p:cBhvr>
                                      <p:to>
                                        <p:strVal val="visible"/>
                                      </p:to>
                                    </p:set>
                                    <p:anim calcmode="lin" valueType="num">
                                      <p:cBhvr additive="base">
                                        <p:cTn id="100" dur="350" fill="hold"/>
                                        <p:tgtEl>
                                          <p:spTgt spid="18"/>
                                        </p:tgtEl>
                                        <p:attrNameLst>
                                          <p:attrName>ppt_w</p:attrName>
                                        </p:attrNameLst>
                                      </p:cBhvr>
                                      <p:tavLst>
                                        <p:tav tm="0">
                                          <p:val>
                                            <p:strVal val="0"/>
                                          </p:val>
                                        </p:tav>
                                        <p:tav tm="100000">
                                          <p:val>
                                            <p:strVal val="#ppt_w"/>
                                          </p:val>
                                        </p:tav>
                                      </p:tavLst>
                                    </p:anim>
                                    <p:anim calcmode="lin" valueType="num">
                                      <p:cBhvr additive="base">
                                        <p:cTn id="101" dur="350" fill="hold"/>
                                        <p:tgtEl>
                                          <p:spTgt spid="18"/>
                                        </p:tgtEl>
                                        <p:attrNameLst>
                                          <p:attrName>ppt_h</p:attrName>
                                        </p:attrNameLst>
                                      </p:cBhvr>
                                      <p:tavLst>
                                        <p:tav tm="0">
                                          <p:val>
                                            <p:strVal val="0"/>
                                          </p:val>
                                        </p:tav>
                                        <p:tav tm="100000">
                                          <p:val>
                                            <p:strVal val="#ppt_h"/>
                                          </p:val>
                                        </p:tav>
                                      </p:tavLst>
                                    </p:anim>
                                    <p:animEffect transition="in" filter="fade">
                                      <p:cBhvr>
                                        <p:cTn id="102" dur="350"/>
                                        <p:tgtEl>
                                          <p:spTgt spid="18"/>
                                        </p:tgtEl>
                                      </p:cBhvr>
                                    </p:animEffect>
                                  </p:childTnLst>
                                </p:cTn>
                              </p:par>
                              <p:par>
                                <p:cTn id="107" presetID="22" presetClass="entr" presetSubtype="1" fill="hold" grpId="0" nodeType="withEffect">
                                  <p:stCondLst>
                                    <p:cond delay="4650"/>
                                  </p:stCondLst>
                                  <p:childTnLst>
                                    <p:set>
                                      <p:cBhvr>
                                        <p:cTn id="104" dur="1" fill="hold">
                                          <p:stCondLst>
                                            <p:cond delay="0"/>
                                          </p:stCondLst>
                                        </p:cTn>
                                        <p:tgtEl>
                                          <p:spTgt spid="16"/>
                                        </p:tgtEl>
                                        <p:attrNameLst>
                                          <p:attrName>style.visibility</p:attrName>
                                        </p:attrNameLst>
                                      </p:cBhvr>
                                      <p:to>
                                        <p:strVal val="visible"/>
                                      </p:to>
                                    </p:set>
                                    <p:animEffect transition="in" filter="wipe(down)">
                                      <p:cBhvr>
                                        <p:cTn id="105" dur="600"/>
                                        <p:tgtEl>
                                          <p:spTgt spid="16"/>
                                        </p:tgtEl>
                                      </p:cBhvr>
                                    </p:animEffect>
                                    <p:animEffect transition="in" filter="fade">
                                      <p:cBhvr>
                                        <p:cTn id="106" dur="600"/>
                                        <p:tgtEl>
                                          <p:spTgt spid="16"/>
                                        </p:tgtEl>
                                      </p:cBhvr>
                                    </p:animEffect>
                                  </p:childTnLst>
                                </p:cTn>
                              </p:par>
                              <p:par>
                                <p:cTn id="111" presetID="22" presetClass="entr" presetSubtype="1" fill="hold" grpId="0" nodeType="withEffect">
                                  <p:stCondLst>
                                    <p:cond delay="4700"/>
                                  </p:stCondLst>
                                  <p:childTnLst>
                                    <p:set>
                                      <p:cBhvr>
                                        <p:cTn id="108" dur="1" fill="hold">
                                          <p:stCondLst>
                                            <p:cond delay="0"/>
                                          </p:stCondLst>
                                        </p:cTn>
                                        <p:tgtEl>
                                          <p:spTgt spid="17"/>
                                        </p:tgtEl>
                                        <p:attrNameLst>
                                          <p:attrName>style.visibility</p:attrName>
                                        </p:attrNameLst>
                                      </p:cBhvr>
                                      <p:to>
                                        <p:strVal val="visible"/>
                                      </p:to>
                                    </p:set>
                                    <p:animEffect transition="in" filter="wipe(down)">
                                      <p:cBhvr>
                                        <p:cTn id="109" dur="450"/>
                                        <p:tgtEl>
                                          <p:spTgt spid="17"/>
                                        </p:tgtEl>
                                      </p:cBhvr>
                                    </p:animEffect>
                                    <p:animEffect transition="in" filter="fade">
                                      <p:cBhvr>
                                        <p:cTn id="110" dur="450"/>
                                        <p:tgtEl>
                                          <p:spTgt spid="17"/>
                                        </p:tgtEl>
                                      </p:cBhvr>
                                    </p:animEffect>
                                  </p:childTnLst>
                                </p:cTn>
                              </p:par>
                              <p:par>
                                <p:cTn id="113" presetID="6" presetClass="emph" presetSubtype="0" fill="hold" grpId="1" nodeType="withEffect" autoRev="1" repeatCount="indefinite">
                                  <p:stCondLst>
                                    <p:cond delay="5200"/>
                                  </p:stCondLst>
                                  <p:childTnLst>
                                    <p:animScale>
                                      <p:cBhvr>
                                        <p:cTn id="112" dur="500" fill="hold"/>
                                        <p:tgtEl>
                                          <p:spTgt spid="16"/>
                                        </p:tgtEl>
                                      </p:cBhvr>
                                      <p:by x="103000" y="103000"/>
                                    </p:animScale>
                                  </p:childTnLst>
                                </p:cTn>
                              </p:par>
                              <p:par>
                                <p:cTn id="115" presetID="0" presetClass="path" presetSubtype="0" fill="hold" grpId="2" nodeType="withEffect" autoRev="1" repeatCount="4000">
                                  <p:stCondLst>
                                    <p:cond delay="52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20" presetID="53" presetClass="entr" presetSubtype="32" fill="hold" grpId="0" nodeType="withEffect">
                                  <p:stCondLst>
                                    <p:cond delay="5600"/>
                                  </p:stCondLst>
                                  <p:childTnLst>
                                    <p:set>
                                      <p:cBhvr>
                                        <p:cTn id="116" dur="1" fill="hold">
                                          <p:stCondLst>
                                            <p:cond delay="0"/>
                                          </p:stCondLst>
                                        </p:cTn>
                                        <p:tgtEl>
                                          <p:spTgt spid="38"/>
                                        </p:tgtEl>
                                        <p:attrNameLst>
                                          <p:attrName>style.visibility</p:attrName>
                                        </p:attrNameLst>
                                      </p:cBhvr>
                                      <p:to>
                                        <p:strVal val="visible"/>
                                      </p:to>
                                    </p:set>
                                    <p:anim calcmode="lin" valueType="num">
                                      <p:cBhvr additive="base">
                                        <p:cTn id="117" dur="450" fill="hold"/>
                                        <p:tgtEl>
                                          <p:spTgt spid="38"/>
                                        </p:tgtEl>
                                        <p:attrNameLst>
                                          <p:attrName>ppt_w</p:attrName>
                                        </p:attrNameLst>
                                      </p:cBhvr>
                                      <p:tavLst>
                                        <p:tav tm="0">
                                          <p:val>
                                            <p:strVal val="#ppt_w*2.4"/>
                                          </p:val>
                                        </p:tav>
                                        <p:tav tm="100000">
                                          <p:val>
                                            <p:strVal val="#ppt_w"/>
                                          </p:val>
                                        </p:tav>
                                      </p:tavLst>
                                    </p:anim>
                                    <p:anim calcmode="lin" valueType="num">
                                      <p:cBhvr additive="base">
                                        <p:cTn id="118" dur="450" fill="hold"/>
                                        <p:tgtEl>
                                          <p:spTgt spid="38"/>
                                        </p:tgtEl>
                                        <p:attrNameLst>
                                          <p:attrName>ppt_h</p:attrName>
                                        </p:attrNameLst>
                                      </p:cBhvr>
                                      <p:tavLst>
                                        <p:tav tm="0">
                                          <p:val>
                                            <p:strVal val="#ppt_h*2.4"/>
                                          </p:val>
                                        </p:tav>
                                        <p:tav tm="100000">
                                          <p:val>
                                            <p:strVal val="#ppt_h"/>
                                          </p:val>
                                        </p:tav>
                                      </p:tavLst>
                                    </p:anim>
                                    <p:animEffect transition="in" filter="fade">
                                      <p:cBhvr>
                                        <p:cTn id="119" dur="450"/>
                                        <p:tgtEl>
                                          <p:spTgt spid="38"/>
                                        </p:tgtEl>
                                      </p:cBhvr>
                                    </p:animEffect>
                                  </p:childTnLst>
                                </p:cTn>
                              </p:par>
                              <p:par>
                                <p:cTn id="122" presetID="0" presetClass="path" presetSubtype="0" fill="hold" grpId="2" nodeType="withEffect" autoRev="1" repeatCount="6000">
                                  <p:stCondLst>
                                    <p:cond delay="5850"/>
                                  </p:stCondLst>
                                  <p:childTnLst>
                                    <p:animMotion origin="layout" path="M 0 0 L 0.008 0 E" pathEditMode="relative" ptsTypes="AA">
                                      <p:cBhvr>
                                        <p:cTn id="121" dur="40" fill="hold"/>
                                        <p:tgtEl>
                                          <p:spTgt spid="37"/>
                                        </p:tgtEl>
                                        <p:attrNameLst>
                                          <p:attrName>ppt_x</p:attrName>
                                          <p:attrName>ppt_y</p:attrName>
                                        </p:attrNameLst>
                                      </p:cBhvr>
                                    </p:animMotion>
                                  </p:childTnLst>
                                </p:cTn>
                              </p:par>
                              <p:par>
                                <p:cTn id="124" presetID="6" presetClass="emph" presetSubtype="0" fill="hold" grpId="1" nodeType="withEffect" autoRev="1" repeatCount="indefinite">
                                  <p:stCondLst>
                                    <p:cond delay="6000"/>
                                  </p:stCondLst>
                                  <p:childTnLst>
                                    <p:animScale>
                                      <p:cBhvr>
                                        <p:cTn id="123" dur="700" fill="hold"/>
                                        <p:tgtEl>
                                          <p:spTgt spid="42"/>
                                        </p:tgtEl>
                                      </p:cBhvr>
                                      <p:by x="104000" y="104000"/>
                                    </p:animScale>
                                  </p:childTnLst>
                                </p:cTn>
                              </p:par>
                              <p:par>
                                <p:cTn id="128" presetID="22" presetClass="entr" presetSubtype="1" fill="hold" grpId="0" nodeType="withEffect">
                                  <p:stCondLst>
                                    <p:cond delay="7300"/>
                                  </p:stCondLst>
                                  <p:childTnLst>
                                    <p:set>
                                      <p:cBhvr>
                                        <p:cTn id="125" dur="1" fill="hold">
                                          <p:stCondLst>
                                            <p:cond delay="0"/>
                                          </p:stCondLst>
                                        </p:cTn>
                                        <p:tgtEl>
                                          <p:spTgt spid="19"/>
                                        </p:tgtEl>
                                        <p:attrNameLst>
                                          <p:attrName>style.visibility</p:attrName>
                                        </p:attrNameLst>
                                      </p:cBhvr>
                                      <p:to>
                                        <p:strVal val="visible"/>
                                      </p:to>
                                    </p:set>
                                    <p:animEffect transition="in" filter="wipe(down)">
                                      <p:cBhvr>
                                        <p:cTn id="126" dur="450"/>
                                        <p:tgtEl>
                                          <p:spTgt spid="19"/>
                                        </p:tgtEl>
                                      </p:cBhvr>
                                    </p:animEffect>
                                    <p:animEffect transition="in" filter="fade">
                                      <p:cBhvr>
                                        <p:cTn id="127" dur="450"/>
                                        <p:tgtEl>
                                          <p:spTgt spid="19"/>
                                        </p:tgtEl>
                                      </p:cBhvr>
                                    </p:animEffect>
                                  </p:childTnLst>
                                </p:cTn>
                              </p:par>
                              <p:par>
                                <p:cTn id="132" presetID="22" presetClass="entr" presetSubtype="1" fill="hold" grpId="0" nodeType="withEffect">
                                  <p:stCondLst>
                                    <p:cond delay="7600"/>
                                  </p:stCondLst>
                                  <p:childTnLst>
                                    <p:set>
                                      <p:cBhvr>
                                        <p:cTn id="129" dur="1" fill="hold">
                                          <p:stCondLst>
                                            <p:cond delay="0"/>
                                          </p:stCondLst>
                                        </p:cTn>
                                        <p:tgtEl>
                                          <p:spTgt spid="20"/>
                                        </p:tgtEl>
                                        <p:attrNameLst>
                                          <p:attrName>style.visibility</p:attrName>
                                        </p:attrNameLst>
                                      </p:cBhvr>
                                      <p:to>
                                        <p:strVal val="visible"/>
                                      </p:to>
                                    </p:set>
                                    <p:animEffect transition="in" filter="wipe(down)">
                                      <p:cBhvr>
                                        <p:cTn id="130" dur="450"/>
                                        <p:tgtEl>
                                          <p:spTgt spid="20"/>
                                        </p:tgtEl>
                                      </p:cBhvr>
                                    </p:animEffect>
                                    <p:animEffect transition="in" filter="fade">
                                      <p:cBhvr>
                                        <p:cTn id="131" dur="450"/>
                                        <p:tgtEl>
                                          <p:spTgt spid="20"/>
                                        </p:tgtEl>
                                      </p:cBhvr>
                                    </p:animEffect>
                                  </p:childTnLst>
                                </p:cTn>
                              </p:par>
                              <p:par>
                                <p:cTn id="137" presetID="53" presetClass="entr" presetSubtype="16" fill="hold" grpId="0" nodeType="withEffect">
                                  <p:stCondLst>
                                    <p:cond delay="7700"/>
                                  </p:stCondLst>
                                  <p:childTnLst>
                                    <p:set>
                                      <p:cBhvr>
                                        <p:cTn id="133" dur="1" fill="hold">
                                          <p:stCondLst>
                                            <p:cond delay="0"/>
                                          </p:stCondLst>
                                        </p:cTn>
                                        <p:tgtEl>
                                          <p:spTgt spid="23"/>
                                        </p:tgtEl>
                                        <p:attrNameLst>
                                          <p:attrName>style.visibility</p:attrName>
                                        </p:attrNameLst>
                                      </p:cBhvr>
                                      <p:to>
                                        <p:strVal val="visible"/>
                                      </p:to>
                                    </p:set>
                                    <p:anim calcmode="lin" valueType="num">
                                      <p:cBhvr additive="base">
                                        <p:cTn id="134" dur="350" fill="hold"/>
                                        <p:tgtEl>
                                          <p:spTgt spid="23"/>
                                        </p:tgtEl>
                                        <p:attrNameLst>
                                          <p:attrName>ppt_w</p:attrName>
                                        </p:attrNameLst>
                                      </p:cBhvr>
                                      <p:tavLst>
                                        <p:tav tm="0">
                                          <p:val>
                                            <p:strVal val="0"/>
                                          </p:val>
                                        </p:tav>
                                        <p:tav tm="100000">
                                          <p:val>
                                            <p:strVal val="#ppt_w"/>
                                          </p:val>
                                        </p:tav>
                                      </p:tavLst>
                                    </p:anim>
                                    <p:anim calcmode="lin" valueType="num">
                                      <p:cBhvr additive="base">
                                        <p:cTn id="135" dur="350" fill="hold"/>
                                        <p:tgtEl>
                                          <p:spTgt spid="23"/>
                                        </p:tgtEl>
                                        <p:attrNameLst>
                                          <p:attrName>ppt_h</p:attrName>
                                        </p:attrNameLst>
                                      </p:cBhvr>
                                      <p:tavLst>
                                        <p:tav tm="0">
                                          <p:val>
                                            <p:strVal val="0"/>
                                          </p:val>
                                        </p:tav>
                                        <p:tav tm="100000">
                                          <p:val>
                                            <p:strVal val="#ppt_h"/>
                                          </p:val>
                                        </p:tav>
                                      </p:tavLst>
                                    </p:anim>
                                    <p:animEffect transition="in" filter="fade">
                                      <p:cBhvr>
                                        <p:cTn id="136" dur="350"/>
                                        <p:tgtEl>
                                          <p:spTgt spid="23"/>
                                        </p:tgtEl>
                                      </p:cBhvr>
                                    </p:animEffect>
                                  </p:childTnLst>
                                </p:cTn>
                              </p:par>
                              <p:par>
                                <p:cTn id="141" presetID="22" presetClass="entr" presetSubtype="1" fill="hold" grpId="0" nodeType="withEffect">
                                  <p:stCondLst>
                                    <p:cond delay="7750"/>
                                  </p:stCondLst>
                                  <p:childTnLst>
                                    <p:set>
                                      <p:cBhvr>
                                        <p:cTn id="138" dur="1" fill="hold">
                                          <p:stCondLst>
                                            <p:cond delay="0"/>
                                          </p:stCondLst>
                                        </p:cTn>
                                        <p:tgtEl>
                                          <p:spTgt spid="21"/>
                                        </p:tgtEl>
                                        <p:attrNameLst>
                                          <p:attrName>style.visibility</p:attrName>
                                        </p:attrNameLst>
                                      </p:cBhvr>
                                      <p:to>
                                        <p:strVal val="visible"/>
                                      </p:to>
                                    </p:set>
                                    <p:animEffect transition="in" filter="wipe(down)">
                                      <p:cBhvr>
                                        <p:cTn id="139" dur="600"/>
                                        <p:tgtEl>
                                          <p:spTgt spid="21"/>
                                        </p:tgtEl>
                                      </p:cBhvr>
                                    </p:animEffect>
                                    <p:animEffect transition="in" filter="fade">
                                      <p:cBhvr>
                                        <p:cTn id="140" dur="600"/>
                                        <p:tgtEl>
                                          <p:spTgt spid="21"/>
                                        </p:tgtEl>
                                      </p:cBhvr>
                                    </p:animEffect>
                                  </p:childTnLst>
                                </p:cTn>
                              </p:par>
                              <p:par>
                                <p:cTn id="145" presetID="22" presetClass="entr" presetSubtype="1" fill="hold" grpId="0" nodeType="withEffect">
                                  <p:stCondLst>
                                    <p:cond delay="7800"/>
                                  </p:stCondLst>
                                  <p:childTnLst>
                                    <p:set>
                                      <p:cBhvr>
                                        <p:cTn id="142" dur="1" fill="hold">
                                          <p:stCondLst>
                                            <p:cond delay="0"/>
                                          </p:stCondLst>
                                        </p:cTn>
                                        <p:tgtEl>
                                          <p:spTgt spid="22"/>
                                        </p:tgtEl>
                                        <p:attrNameLst>
                                          <p:attrName>style.visibility</p:attrName>
                                        </p:attrNameLst>
                                      </p:cBhvr>
                                      <p:to>
                                        <p:strVal val="visible"/>
                                      </p:to>
                                    </p:set>
                                    <p:animEffect transition="in" filter="wipe(down)">
                                      <p:cBhvr>
                                        <p:cTn id="143" dur="450"/>
                                        <p:tgtEl>
                                          <p:spTgt spid="22"/>
                                        </p:tgtEl>
                                      </p:cBhvr>
                                    </p:animEffect>
                                    <p:animEffect transition="in" filter="fade">
                                      <p:cBhvr>
                                        <p:cTn id="144" dur="450"/>
                                        <p:tgtEl>
                                          <p:spTgt spid="22"/>
                                        </p:tgtEl>
                                      </p:cBhvr>
                                    </p:animEffect>
                                  </p:childTnLst>
                                </p:cTn>
                              </p:par>
                              <p:par>
                                <p:cTn id="147" presetID="0" presetClass="path" presetSubtype="0" fill="hold" grpId="1" nodeType="withEffect" autoRev="1" repeatCount="4000">
                                  <p:stCondLst>
                                    <p:cond delay="8380"/>
                                  </p:stCondLst>
                                  <p:childTnLst>
                                    <p:animMotion origin="layout" path="M 0 0 L 0.008 0 E" pathEditMode="relative" ptsTypes="AA">
                                      <p:cBhvr>
                                        <p:cTn id="146" dur="40" fill="hold"/>
                                        <p:tgtEl>
                                          <p:spTgt spid="21"/>
                                        </p:tgtEl>
                                        <p:attrNameLst>
                                          <p:attrName>ppt_x</p:attrName>
                                          <p:attrName>ppt_y</p:attrName>
                                        </p:attrNameLst>
                                      </p:cBhvr>
                                    </p:animMotion>
                                  </p:childTnLst>
                                </p:cTn>
                              </p:par>
                              <p:par>
                                <p:cTn id="150" presetID="22" presetClass="entr" presetSubtype="8" fill="hold" grpId="0" nodeType="withEffect">
                                  <p:stCondLst>
                                    <p:cond delay="8800"/>
                                  </p:stCondLst>
                                  <p:childTnLst>
                                    <p:set>
                                      <p:cBhvr>
                                        <p:cTn id="148" dur="1" fill="hold">
                                          <p:stCondLst>
                                            <p:cond delay="0"/>
                                          </p:stCondLst>
                                        </p:cTn>
                                        <p:tgtEl>
                                          <p:spTgt spid="24"/>
                                        </p:tgtEl>
                                        <p:attrNameLst>
                                          <p:attrName>style.visibility</p:attrName>
                                        </p:attrNameLst>
                                      </p:cBhvr>
                                      <p:to>
                                        <p:strVal val="visible"/>
                                      </p:to>
                                    </p:set>
                                    <p:animEffect transition="in" filter="wipe(left)">
                                      <p:cBhvr>
                                        <p:cTn id="149" dur="300"/>
                                        <p:tgtEl>
                                          <p:spTgt spid="24"/>
                                        </p:tgtEl>
                                      </p:cBhvr>
                                    </p:animEffect>
                                  </p:childTnLst>
                                </p:cTn>
                              </p:par>
                              <p:par>
                                <p:cTn id="154" presetID="22" presetClass="entr" presetSubtype="1" fill="hold" grpId="0" nodeType="withEffect">
                                  <p:stCondLst>
                                    <p:cond delay="9400"/>
                                  </p:stCondLst>
                                  <p:childTnLst>
                                    <p:set>
                                      <p:cBhvr>
                                        <p:cTn id="151" dur="1" fill="hold">
                                          <p:stCondLst>
                                            <p:cond delay="0"/>
                                          </p:stCondLst>
                                        </p:cTn>
                                        <p:tgtEl>
                                          <p:spTgt spid="25"/>
                                        </p:tgtEl>
                                        <p:attrNameLst>
                                          <p:attrName>style.visibility</p:attrName>
                                        </p:attrNameLst>
                                      </p:cBhvr>
                                      <p:to>
                                        <p:strVal val="visible"/>
                                      </p:to>
                                    </p:set>
                                    <p:animEffect transition="in" filter="wipe(down)">
                                      <p:cBhvr>
                                        <p:cTn id="152" dur="450"/>
                                        <p:tgtEl>
                                          <p:spTgt spid="25"/>
                                        </p:tgtEl>
                                      </p:cBhvr>
                                    </p:animEffect>
                                    <p:animEffect transition="in" filter="fade">
                                      <p:cBhvr>
                                        <p:cTn id="153" dur="450"/>
                                        <p:tgtEl>
                                          <p:spTgt spid="25"/>
                                        </p:tgtEl>
                                      </p:cBhvr>
                                    </p:animEffect>
                                  </p:childTnLst>
                                </p:cTn>
                              </p:par>
                              <p:par>
                                <p:cTn id="159" presetID="53" presetClass="entr" presetSubtype="16" fill="hold" grpId="0" nodeType="withEffect">
                                  <p:stCondLst>
                                    <p:cond delay="9500"/>
                                  </p:stCondLst>
                                  <p:childTnLst>
                                    <p:set>
                                      <p:cBhvr>
                                        <p:cTn id="155" dur="1" fill="hold">
                                          <p:stCondLst>
                                            <p:cond delay="0"/>
                                          </p:stCondLst>
                                        </p:cTn>
                                        <p:tgtEl>
                                          <p:spTgt spid="28"/>
                                        </p:tgtEl>
                                        <p:attrNameLst>
                                          <p:attrName>style.visibility</p:attrName>
                                        </p:attrNameLst>
                                      </p:cBhvr>
                                      <p:to>
                                        <p:strVal val="visible"/>
                                      </p:to>
                                    </p:set>
                                    <p:anim calcmode="lin" valueType="num">
                                      <p:cBhvr additive="base">
                                        <p:cTn id="156" dur="350" fill="hold"/>
                                        <p:tgtEl>
                                          <p:spTgt spid="28"/>
                                        </p:tgtEl>
                                        <p:attrNameLst>
                                          <p:attrName>ppt_w</p:attrName>
                                        </p:attrNameLst>
                                      </p:cBhvr>
                                      <p:tavLst>
                                        <p:tav tm="0">
                                          <p:val>
                                            <p:strVal val="0"/>
                                          </p:val>
                                        </p:tav>
                                        <p:tav tm="100000">
                                          <p:val>
                                            <p:strVal val="#ppt_w"/>
                                          </p:val>
                                        </p:tav>
                                      </p:tavLst>
                                    </p:anim>
                                    <p:anim calcmode="lin" valueType="num">
                                      <p:cBhvr additive="base">
                                        <p:cTn id="157" dur="350" fill="hold"/>
                                        <p:tgtEl>
                                          <p:spTgt spid="28"/>
                                        </p:tgtEl>
                                        <p:attrNameLst>
                                          <p:attrName>ppt_h</p:attrName>
                                        </p:attrNameLst>
                                      </p:cBhvr>
                                      <p:tavLst>
                                        <p:tav tm="0">
                                          <p:val>
                                            <p:strVal val="0"/>
                                          </p:val>
                                        </p:tav>
                                        <p:tav tm="100000">
                                          <p:val>
                                            <p:strVal val="#ppt_h"/>
                                          </p:val>
                                        </p:tav>
                                      </p:tavLst>
                                    </p:anim>
                                    <p:animEffect transition="in" filter="fade">
                                      <p:cBhvr>
                                        <p:cTn id="158" dur="350"/>
                                        <p:tgtEl>
                                          <p:spTgt spid="28"/>
                                        </p:tgtEl>
                                      </p:cBhvr>
                                    </p:animEffect>
                                  </p:childTnLst>
                                </p:cTn>
                              </p:par>
                              <p:par>
                                <p:cTn id="163" presetID="22" presetClass="entr" presetSubtype="1" fill="hold" grpId="0" nodeType="withEffect">
                                  <p:stCondLst>
                                    <p:cond delay="9550"/>
                                  </p:stCondLst>
                                  <p:childTnLst>
                                    <p:set>
                                      <p:cBhvr>
                                        <p:cTn id="160" dur="1" fill="hold">
                                          <p:stCondLst>
                                            <p:cond delay="0"/>
                                          </p:stCondLst>
                                        </p:cTn>
                                        <p:tgtEl>
                                          <p:spTgt spid="26"/>
                                        </p:tgtEl>
                                        <p:attrNameLst>
                                          <p:attrName>style.visibility</p:attrName>
                                        </p:attrNameLst>
                                      </p:cBhvr>
                                      <p:to>
                                        <p:strVal val="visible"/>
                                      </p:to>
                                    </p:set>
                                    <p:animEffect transition="in" filter="wipe(down)">
                                      <p:cBhvr>
                                        <p:cTn id="161" dur="600"/>
                                        <p:tgtEl>
                                          <p:spTgt spid="26"/>
                                        </p:tgtEl>
                                      </p:cBhvr>
                                    </p:animEffect>
                                    <p:animEffect transition="in" filter="fade">
                                      <p:cBhvr>
                                        <p:cTn id="162" dur="600"/>
                                        <p:tgtEl>
                                          <p:spTgt spid="26"/>
                                        </p:tgtEl>
                                      </p:cBhvr>
                                    </p:animEffect>
                                  </p:childTnLst>
                                </p:cTn>
                              </p:par>
                              <p:par>
                                <p:cTn id="167" presetID="22" presetClass="entr" presetSubtype="1" fill="hold" grpId="0" nodeType="withEffect">
                                  <p:stCondLst>
                                    <p:cond delay="9600"/>
                                  </p:stCondLst>
                                  <p:childTnLst>
                                    <p:set>
                                      <p:cBhvr>
                                        <p:cTn id="164" dur="1" fill="hold">
                                          <p:stCondLst>
                                            <p:cond delay="0"/>
                                          </p:stCondLst>
                                        </p:cTn>
                                        <p:tgtEl>
                                          <p:spTgt spid="27"/>
                                        </p:tgtEl>
                                        <p:attrNameLst>
                                          <p:attrName>style.visibility</p:attrName>
                                        </p:attrNameLst>
                                      </p:cBhvr>
                                      <p:to>
                                        <p:strVal val="visible"/>
                                      </p:to>
                                    </p:set>
                                    <p:animEffect transition="in" filter="wipe(down)">
                                      <p:cBhvr>
                                        <p:cTn id="165" dur="450"/>
                                        <p:tgtEl>
                                          <p:spTgt spid="27"/>
                                        </p:tgtEl>
                                      </p:cBhvr>
                                    </p:animEffect>
                                    <p:animEffect transition="in" filter="fade">
                                      <p:cBhvr>
                                        <p:cTn id="166" dur="450"/>
                                        <p:tgtEl>
                                          <p:spTgt spid="27"/>
                                        </p:tgtEl>
                                      </p:cBhvr>
                                    </p:animEffect>
                                  </p:childTnLst>
                                </p:cTn>
                              </p:par>
                              <p:par>
                                <p:cTn id="169" presetID="0" presetClass="path" presetSubtype="0" fill="hold" grpId="1" nodeType="withEffect" autoRev="1" repeatCount="4000">
                                  <p:stCondLst>
                                    <p:cond delay="10180"/>
                                  </p:stCondLst>
                                  <p:childTnLst>
                                    <p:animMotion origin="layout" path="M 0 0 L 0.008 0 E" pathEditMode="relative" ptsTypes="AA">
                                      <p:cBhvr>
                                        <p:cTn id="168" dur="40" fill="hold"/>
                                        <p:tgtEl>
                                          <p:spTgt spid="26"/>
                                        </p:tgtEl>
                                        <p:attrNameLst>
                                          <p:attrName>ppt_x</p:attrName>
                                          <p:attrName>ppt_y</p:attrName>
                                        </p:attrNameLst>
                                      </p:cBhvr>
                                    </p:animMotion>
                                  </p:childTnLst>
                                </p:cTn>
                              </p:par>
                              <p:par>
                                <p:cTn id="172" presetID="22" presetClass="entr" presetSubtype="8" fill="hold" grpId="0" nodeType="withEffect">
                                  <p:stCondLst>
                                    <p:cond delay="10600"/>
                                  </p:stCondLst>
                                  <p:childTnLst>
                                    <p:set>
                                      <p:cBhvr>
                                        <p:cTn id="170" dur="1" fill="hold">
                                          <p:stCondLst>
                                            <p:cond delay="0"/>
                                          </p:stCondLst>
                                        </p:cTn>
                                        <p:tgtEl>
                                          <p:spTgt spid="29"/>
                                        </p:tgtEl>
                                        <p:attrNameLst>
                                          <p:attrName>style.visibility</p:attrName>
                                        </p:attrNameLst>
                                      </p:cBhvr>
                                      <p:to>
                                        <p:strVal val="visible"/>
                                      </p:to>
                                    </p:set>
                                    <p:animEffect transition="in" filter="wipe(left)">
                                      <p:cBhvr>
                                        <p:cTn id="171" dur="300"/>
                                        <p:tgtEl>
                                          <p:spTgt spid="29"/>
                                        </p:tgtEl>
                                      </p:cBhvr>
                                    </p:animEffect>
                                  </p:childTnLst>
                                </p:cTn>
                              </p:par>
                              <p:par>
                                <p:cTn id="176" presetID="22" presetClass="entr" presetSubtype="1" fill="hold" grpId="0" nodeType="withEffect">
                                  <p:stCondLst>
                                    <p:cond delay="11200"/>
                                  </p:stCondLst>
                                  <p:childTnLst>
                                    <p:set>
                                      <p:cBhvr>
                                        <p:cTn id="173" dur="1" fill="hold">
                                          <p:stCondLst>
                                            <p:cond delay="0"/>
                                          </p:stCondLst>
                                        </p:cTn>
                                        <p:tgtEl>
                                          <p:spTgt spid="30"/>
                                        </p:tgtEl>
                                        <p:attrNameLst>
                                          <p:attrName>style.visibility</p:attrName>
                                        </p:attrNameLst>
                                      </p:cBhvr>
                                      <p:to>
                                        <p:strVal val="visible"/>
                                      </p:to>
                                    </p:set>
                                    <p:animEffect transition="in" filter="wipe(down)">
                                      <p:cBhvr>
                                        <p:cTn id="174" dur="450"/>
                                        <p:tgtEl>
                                          <p:spTgt spid="30"/>
                                        </p:tgtEl>
                                      </p:cBhvr>
                                    </p:animEffect>
                                    <p:animEffect transition="in" filter="fade">
                                      <p:cBhvr>
                                        <p:cTn id="175" dur="450"/>
                                        <p:tgtEl>
                                          <p:spTgt spid="30"/>
                                        </p:tgtEl>
                                      </p:cBhvr>
                                    </p:animEffect>
                                  </p:childTnLst>
                                </p:cTn>
                              </p:par>
                              <p:par>
                                <p:cTn id="181" presetID="53" presetClass="entr" presetSubtype="16" fill="hold" grpId="0" nodeType="withEffect">
                                  <p:stCondLst>
                                    <p:cond delay="11300"/>
                                  </p:stCondLst>
                                  <p:childTnLst>
                                    <p:set>
                                      <p:cBhvr>
                                        <p:cTn id="177" dur="1" fill="hold">
                                          <p:stCondLst>
                                            <p:cond delay="0"/>
                                          </p:stCondLst>
                                        </p:cTn>
                                        <p:tgtEl>
                                          <p:spTgt spid="33"/>
                                        </p:tgtEl>
                                        <p:attrNameLst>
                                          <p:attrName>style.visibility</p:attrName>
                                        </p:attrNameLst>
                                      </p:cBhvr>
                                      <p:to>
                                        <p:strVal val="visible"/>
                                      </p:to>
                                    </p:set>
                                    <p:anim calcmode="lin" valueType="num">
                                      <p:cBhvr additive="base">
                                        <p:cTn id="178" dur="350" fill="hold"/>
                                        <p:tgtEl>
                                          <p:spTgt spid="33"/>
                                        </p:tgtEl>
                                        <p:attrNameLst>
                                          <p:attrName>ppt_w</p:attrName>
                                        </p:attrNameLst>
                                      </p:cBhvr>
                                      <p:tavLst>
                                        <p:tav tm="0">
                                          <p:val>
                                            <p:strVal val="0"/>
                                          </p:val>
                                        </p:tav>
                                        <p:tav tm="100000">
                                          <p:val>
                                            <p:strVal val="#ppt_w"/>
                                          </p:val>
                                        </p:tav>
                                      </p:tavLst>
                                    </p:anim>
                                    <p:anim calcmode="lin" valueType="num">
                                      <p:cBhvr additive="base">
                                        <p:cTn id="179" dur="350" fill="hold"/>
                                        <p:tgtEl>
                                          <p:spTgt spid="33"/>
                                        </p:tgtEl>
                                        <p:attrNameLst>
                                          <p:attrName>ppt_h</p:attrName>
                                        </p:attrNameLst>
                                      </p:cBhvr>
                                      <p:tavLst>
                                        <p:tav tm="0">
                                          <p:val>
                                            <p:strVal val="0"/>
                                          </p:val>
                                        </p:tav>
                                        <p:tav tm="100000">
                                          <p:val>
                                            <p:strVal val="#ppt_h"/>
                                          </p:val>
                                        </p:tav>
                                      </p:tavLst>
                                    </p:anim>
                                    <p:animEffect transition="in" filter="fade">
                                      <p:cBhvr>
                                        <p:cTn id="180" dur="350"/>
                                        <p:tgtEl>
                                          <p:spTgt spid="33"/>
                                        </p:tgtEl>
                                      </p:cBhvr>
                                    </p:animEffect>
                                  </p:childTnLst>
                                </p:cTn>
                              </p:par>
                              <p:par>
                                <p:cTn id="185" presetID="22" presetClass="entr" presetSubtype="1" fill="hold" grpId="0" nodeType="withEffect">
                                  <p:stCondLst>
                                    <p:cond delay="11350"/>
                                  </p:stCondLst>
                                  <p:childTnLst>
                                    <p:set>
                                      <p:cBhvr>
                                        <p:cTn id="182" dur="1" fill="hold">
                                          <p:stCondLst>
                                            <p:cond delay="0"/>
                                          </p:stCondLst>
                                        </p:cTn>
                                        <p:tgtEl>
                                          <p:spTgt spid="31"/>
                                        </p:tgtEl>
                                        <p:attrNameLst>
                                          <p:attrName>style.visibility</p:attrName>
                                        </p:attrNameLst>
                                      </p:cBhvr>
                                      <p:to>
                                        <p:strVal val="visible"/>
                                      </p:to>
                                    </p:set>
                                    <p:animEffect transition="in" filter="wipe(down)">
                                      <p:cBhvr>
                                        <p:cTn id="183" dur="600"/>
                                        <p:tgtEl>
                                          <p:spTgt spid="31"/>
                                        </p:tgtEl>
                                      </p:cBhvr>
                                    </p:animEffect>
                                    <p:animEffect transition="in" filter="fade">
                                      <p:cBhvr>
                                        <p:cTn id="184" dur="600"/>
                                        <p:tgtEl>
                                          <p:spTgt spid="31"/>
                                        </p:tgtEl>
                                      </p:cBhvr>
                                    </p:animEffect>
                                  </p:childTnLst>
                                </p:cTn>
                              </p:par>
                              <p:par>
                                <p:cTn id="189" presetID="22" presetClass="entr" presetSubtype="1" fill="hold" grpId="0" nodeType="withEffect">
                                  <p:stCondLst>
                                    <p:cond delay="11400"/>
                                  </p:stCondLst>
                                  <p:childTnLst>
                                    <p:set>
                                      <p:cBhvr>
                                        <p:cTn id="186" dur="1" fill="hold">
                                          <p:stCondLst>
                                            <p:cond delay="0"/>
                                          </p:stCondLst>
                                        </p:cTn>
                                        <p:tgtEl>
                                          <p:spTgt spid="32"/>
                                        </p:tgtEl>
                                        <p:attrNameLst>
                                          <p:attrName>style.visibility</p:attrName>
                                        </p:attrNameLst>
                                      </p:cBhvr>
                                      <p:to>
                                        <p:strVal val="visible"/>
                                      </p:to>
                                    </p:set>
                                    <p:animEffect transition="in" filter="wipe(down)">
                                      <p:cBhvr>
                                        <p:cTn id="187" dur="450"/>
                                        <p:tgtEl>
                                          <p:spTgt spid="32"/>
                                        </p:tgtEl>
                                      </p:cBhvr>
                                    </p:animEffect>
                                    <p:animEffect transition="in" filter="fade">
                                      <p:cBhvr>
                                        <p:cTn id="188" dur="450"/>
                                        <p:tgtEl>
                                          <p:spTgt spid="32"/>
                                        </p:tgtEl>
                                      </p:cBhvr>
                                    </p:animEffect>
                                  </p:childTnLst>
                                </p:cTn>
                              </p:par>
                              <p:par>
                                <p:cTn id="192" presetID="10" presetClass="exit" presetSubtype="0" fill="hold" grpId="1" nodeType="withEffect">
                                  <p:stCondLst>
                                    <p:cond delay="11400"/>
                                  </p:stCondLst>
                                  <p:childTnLst>
                                    <p:animEffect transition="out" filter="fade">
                                      <p:cBhvr>
                                        <p:cTn id="190" dur="300"/>
                                        <p:tgtEl>
                                          <p:spTgt spid="38"/>
                                        </p:tgtEl>
                                      </p:cBhvr>
                                    </p:animEffect>
                                    <p:set>
                                      <p:cBhvr>
                                        <p:cTn id="191" dur="1" fill="hold">
                                          <p:stCondLst>
                                            <p:cond delay="299"/>
                                          </p:stCondLst>
                                        </p:cTn>
                                        <p:tgtEl>
                                          <p:spTgt spid="38"/>
                                        </p:tgtEl>
                                        <p:attrNameLst>
                                          <p:attrName>style.visibility</p:attrName>
                                        </p:attrNameLst>
                                      </p:cBhvr>
                                      <p:to>
                                        <p:strVal val="hidden"/>
                                      </p:to>
                                    </p:set>
                                  </p:childTnLst>
                                </p:cTn>
                              </p:par>
                              <p:par>
                                <p:cTn id="194" presetID="8" presetClass="emph" presetSubtype="0" fill="hold" grpId="3" nodeType="withEffect">
                                  <p:stCondLst>
                                    <p:cond delay="11400"/>
                                  </p:stCondLst>
                                  <p:childTnLst>
                                    <p:animRot by="-9000000">
                                      <p:cBhvr>
                                        <p:cTn id="193" dur="1300" fill="hold"/>
                                        <p:tgtEl>
                                          <p:spTgt spid="37"/>
                                        </p:tgtEl>
                                        <p:attrNameLst>
                                          <p:attrName>r</p:attrName>
                                        </p:attrNameLst>
                                      </p:cBhvr>
                                    </p:animRot>
                                  </p:childTnLst>
                                </p:cTn>
                              </p:par>
                              <p:par>
                                <p:cTn id="196" presetID="0" presetClass="path" presetSubtype="0" fill="hold" grpId="1" nodeType="withEffect" autoRev="1" repeatCount="4000">
                                  <p:stCondLst>
                                    <p:cond delay="11980"/>
                                  </p:stCondLst>
                                  <p:childTnLst>
                                    <p:animMotion origin="layout" path="M 0 0 L 0.008 0 E" pathEditMode="relative" ptsTypes="AA">
                                      <p:cBhvr>
                                        <p:cTn id="195" dur="40" fill="hold"/>
                                        <p:tgtEl>
                                          <p:spTgt spid="31"/>
                                        </p:tgtEl>
                                        <p:attrNameLst>
                                          <p:attrName>ppt_x</p:attrName>
                                          <p:attrName>ppt_y</p:attrName>
                                        </p:attrNameLst>
                                      </p:cBhvr>
                                    </p:animMotion>
                                  </p:childTnLst>
                                </p:cTn>
                              </p:par>
                              <p:par>
                                <p:cTn id="201" presetID="53" presetClass="entr" presetSubtype="32" fill="hold" grpId="0" nodeType="withEffect">
                                  <p:stCondLst>
                                    <p:cond delay="12500"/>
                                  </p:stCondLst>
                                  <p:childTnLst>
                                    <p:set>
                                      <p:cBhvr>
                                        <p:cTn id="197" dur="1" fill="hold">
                                          <p:stCondLst>
                                            <p:cond delay="0"/>
                                          </p:stCondLst>
                                        </p:cTn>
                                        <p:tgtEl>
                                          <p:spTgt spid="39"/>
                                        </p:tgtEl>
                                        <p:attrNameLst>
                                          <p:attrName>style.visibility</p:attrName>
                                        </p:attrNameLst>
                                      </p:cBhvr>
                                      <p:to>
                                        <p:strVal val="visible"/>
                                      </p:to>
                                    </p:set>
                                    <p:anim calcmode="lin" valueType="num">
                                      <p:cBhvr additive="base">
                                        <p:cTn id="198" dur="450" fill="hold"/>
                                        <p:tgtEl>
                                          <p:spTgt spid="39"/>
                                        </p:tgtEl>
                                        <p:attrNameLst>
                                          <p:attrName>ppt_w</p:attrName>
                                        </p:attrNameLst>
                                      </p:cBhvr>
                                      <p:tavLst>
                                        <p:tav tm="0">
                                          <p:val>
                                            <p:strVal val="#ppt_w*2.4"/>
                                          </p:val>
                                        </p:tav>
                                        <p:tav tm="100000">
                                          <p:val>
                                            <p:strVal val="#ppt_w"/>
                                          </p:val>
                                        </p:tav>
                                      </p:tavLst>
                                    </p:anim>
                                    <p:anim calcmode="lin" valueType="num">
                                      <p:cBhvr additive="base">
                                        <p:cTn id="199" dur="450" fill="hold"/>
                                        <p:tgtEl>
                                          <p:spTgt spid="39"/>
                                        </p:tgtEl>
                                        <p:attrNameLst>
                                          <p:attrName>ppt_h</p:attrName>
                                        </p:attrNameLst>
                                      </p:cBhvr>
                                      <p:tavLst>
                                        <p:tav tm="0">
                                          <p:val>
                                            <p:strVal val="#ppt_h*2.4"/>
                                          </p:val>
                                        </p:tav>
                                        <p:tav tm="100000">
                                          <p:val>
                                            <p:strVal val="#ppt_h"/>
                                          </p:val>
                                        </p:tav>
                                      </p:tavLst>
                                    </p:anim>
                                    <p:animEffect transition="in" filter="fade">
                                      <p:cBhvr>
                                        <p:cTn id="200" dur="450"/>
                                        <p:tgtEl>
                                          <p:spTgt spid="39"/>
                                        </p:tgtEl>
                                      </p:cBhvr>
                                    </p:animEffect>
                                  </p:childTnLst>
                                </p:cTn>
                              </p:par>
                              <p:par>
                                <p:cTn id="204" presetID="22" presetClass="entr" presetSubtype="8" fill="hold" grpId="0" nodeType="withEffect">
                                  <p:stCondLst>
                                    <p:cond delay="13400"/>
                                  </p:stCondLst>
                                  <p:childTnLst>
                                    <p:set>
                                      <p:cBhvr>
                                        <p:cTn id="202" dur="1" fill="hold">
                                          <p:stCondLst>
                                            <p:cond delay="0"/>
                                          </p:stCondLst>
                                        </p:cTn>
                                        <p:tgtEl>
                                          <p:spTgt spid="34"/>
                                        </p:tgtEl>
                                        <p:attrNameLst>
                                          <p:attrName>style.visibility</p:attrName>
                                        </p:attrNameLst>
                                      </p:cBhvr>
                                      <p:to>
                                        <p:strVal val="visible"/>
                                      </p:to>
                                    </p:set>
                                    <p:animEffect transition="in" filter="wipe(left)">
                                      <p:cBhvr>
                                        <p:cTn id="203"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3" grpId="0" animBg="1"/>
      <p:bldP spid="44" grpId="0" animBg="1"/>
      <p:bldP spid="45" grpId="0" animBg="1"/>
      <p:bldP spid="44" grpId="1" animBg="1"/>
      <p:bldP spid="4" grpId="0" animBg="1"/>
      <p:bldP spid="35" grpId="0" animBg="1"/>
      <p:bldP spid="3" grpId="1" animBg="1"/>
      <p:bldP spid="36" grpId="0" animBg="1"/>
      <p:bldP spid="5" grpId="0" animBg="1"/>
      <p:bldP spid="8" grpId="0" animBg="1"/>
      <p:bldP spid="37" grpId="0" animBg="1"/>
      <p:bldP spid="6" grpId="0" animBg="1"/>
      <p:bldP spid="7" grpId="0" animBg="1"/>
      <p:bldP spid="40" grpId="0" animBg="1"/>
      <p:bldP spid="41" grpId="0" animBg="1"/>
      <p:bldP spid="6" grpId="1" animBg="1"/>
      <p:bldP spid="42" grpId="0" animBg="1"/>
      <p:bldP spid="9" grpId="0" animBg="1"/>
      <p:bldP spid="10" grpId="0" animBg="1"/>
      <p:bldP spid="13" grpId="0" animBg="1"/>
      <p:bldP spid="11" grpId="0" animBg="1"/>
      <p:bldP spid="12" grpId="0" animBg="1"/>
      <p:bldP spid="11" grpId="1" animBg="1"/>
      <p:bldP spid="14" grpId="0" animBg="1"/>
      <p:bldP spid="15" grpId="0" animBg="1"/>
      <p:bldP spid="37" grpId="1" animBg="1"/>
      <p:bldP spid="18" grpId="0" animBg="1"/>
      <p:bldP spid="16" grpId="0" animBg="1"/>
      <p:bldP spid="17" grpId="0" animBg="1"/>
      <p:bldP spid="16" grpId="1" animBg="1"/>
      <p:bldP spid="16" grpId="2" animBg="1"/>
      <p:bldP spid="38" grpId="0" animBg="1"/>
      <p:bldP spid="37" grpId="2" animBg="1"/>
      <p:bldP spid="42" grpId="1"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8" grpId="1" animBg="1"/>
      <p:bldP spid="37" grpId="3" animBg="1"/>
      <p:bldP spid="31" grpId="1" animBg="1"/>
      <p:bldP spid="39" grpId="0"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4 – Instagram: her private messages were never truly private</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1:10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Linked to Facebook through Accounts Center">    </p:cNvPr>
          <p:cNvPicPr>
            <a:picLocks noChangeAspect="1"/>
          </p:cNvPicPr>
          <p:nvPr/>
        </p:nvPicPr>
        <p:blipFill>
          <a:blip r:embed="rId2"/>
          <a:stretch>
            <a:fillRect/>
          </a:stretch>
        </p:blipFill>
        <p:spPr>
          <a:xfrm>
            <a:off x="1182706" y="2171700"/>
            <a:ext cx="1228688"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Linked to Facebook through Accounts Center</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Her private DMs are read">    </p:cNvPr>
          <p:cNvPicPr>
            <a:picLocks noChangeAspect="1"/>
          </p:cNvPicPr>
          <p:nvPr/>
        </p:nvPicPr>
        <p:blipFill>
          <a:blip r:embed="rId3"/>
          <a:stretch>
            <a:fillRect/>
          </a:stretch>
        </p:blipFill>
        <p:spPr>
          <a:xfrm>
            <a:off x="3521486" y="2171700"/>
            <a:ext cx="996129"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Her private DMs are read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The messages are used for blackmail">    </p:cNvPr>
          <p:cNvPicPr>
            <a:picLocks noChangeAspect="1"/>
          </p:cNvPicPr>
          <p:nvPr/>
        </p:nvPicPr>
        <p:blipFill>
          <a:blip r:embed="rId4"/>
          <a:stretch>
            <a:fillRect/>
          </a:stretch>
        </p:blipFill>
        <p:spPr>
          <a:xfrm>
            <a:off x="5693198" y="2171700"/>
            <a:ext cx="1097704"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messages are used for blackmail</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Check “Emails from Instagram” for real alerts">    </p:cNvPr>
          <p:cNvPicPr>
            <a:picLocks noChangeAspect="1"/>
          </p:cNvPicPr>
          <p:nvPr/>
        </p:nvPicPr>
        <p:blipFill>
          <a:blip r:embed="rId5"/>
          <a:stretch>
            <a:fillRect/>
          </a:stretch>
        </p:blipFill>
        <p:spPr>
          <a:xfrm>
            <a:off x="1078296" y="4318000"/>
            <a:ext cx="1437509"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Check “Emails from Instagram” for real alerts</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Use Restrict and Hidden Words">    </p:cNvPr>
          <p:cNvPicPr>
            <a:picLocks noChangeAspect="1"/>
          </p:cNvPicPr>
          <p:nvPr/>
        </p:nvPicPr>
        <p:blipFill>
          <a:blip r:embed="rId6"/>
          <a:stretch>
            <a:fillRect/>
          </a:stretch>
        </p:blipFill>
        <p:spPr>
          <a:xfrm>
            <a:off x="3378604" y="4318000"/>
            <a:ext cx="1281892"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Use Restrict and Hidden Words</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Its own password + 2FA">    </p:cNvPr>
          <p:cNvPicPr>
            <a:picLocks noChangeAspect="1"/>
          </p:cNvPicPr>
          <p:nvPr/>
        </p:nvPicPr>
        <p:blipFill>
          <a:blip r:embed="rId7"/>
          <a:stretch>
            <a:fillRect/>
          </a:stretch>
        </p:blipFill>
        <p:spPr>
          <a:xfrm>
            <a:off x="5586920" y="4318000"/>
            <a:ext cx="1310261"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Its own password + 2FA</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end-to-end encrypted DMs by default, and blurred explicit images</a:t>
            </a:r>
            <a:endParaRPr lang="en-US" sz="1100" dirty="0"/>
          </a:p>
        </p:txBody>
      </p:sp>
      <p:sp>
        <p:nvSpPr>
          <p:cNvPr id="35"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THREAT LEVEL</a:t>
            </a:r>
            <a:endParaRPr lang="en-US" sz="1150" dirty="0"/>
          </a:p>
        </p:txBody>
      </p:sp>
      <p:pic>
        <p:nvPicPr>
          <p:cNvPr id="36"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7" name="needle" descr="/tmp/claude-0/-home-user-bangladesh-crime-monitor/cb82e52d-05bf-5acf-9e17-5b7416beecee/scratchpad/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8"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CRITICAL · hacked at 1:10 AM</a:t>
            </a:r>
            <a:endParaRPr lang="en-US" sz="1300" dirty="0"/>
          </a:p>
        </p:txBody>
      </p:sp>
      <p:sp>
        <p:nvSpPr>
          <p:cNvPr id="39"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SAFE · after the fixes</a:t>
            </a:r>
            <a:endParaRPr lang="en-US" sz="1300" dirty="0"/>
          </a:p>
        </p:txBody>
      </p:sp>
      <p:sp>
        <p:nvSpPr>
          <p:cNvPr id="40"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SECURITY RADAR · 16 / 25</a:t>
            </a:r>
            <a:endParaRPr lang="en-US" sz="1150" dirty="0"/>
          </a:p>
        </p:txBody>
      </p:sp>
      <p:pic>
        <p:nvPicPr>
          <p:cNvPr id="41"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42" name="rshape" descr="/tmp/claude-0/-home-user-bangladesh-crime-monitor/cb82e52d-05bf-5acf-9e17-5b7416beecee/scratchpad/animppt/holo/radar_shape_door-ig.png">    </p:cNvPr>
          <p:cNvPicPr>
            <a:picLocks noChangeAspect="1"/>
          </p:cNvPicPr>
          <p:nvPr/>
        </p:nvPicPr>
        <p:blipFill>
          <a:blip r:embed="rId11"/>
          <a:stretch>
            <a:fillRect/>
          </a:stretch>
        </p:blipFill>
        <p:spPr>
          <a:xfrm>
            <a:off x="8413750" y="4064000"/>
            <a:ext cx="2286000" cy="1778000"/>
          </a:xfrm>
          <a:prstGeom prst="rect">
            <a:avLst/>
          </a:prstGeom>
        </p:spPr>
      </p:pic>
      <p:pic>
        <p:nvPicPr>
          <p:cNvPr id="43" name="hud" descr="/tmp/claude-0/-home-user-bangladesh-crime-monitor/cb82e52d-05bf-5acf-9e17-5b7416beecee/scratchpad/animppt/holo/hud.png">    </p:cNvPr>
          <p:cNvPicPr>
            <a:picLocks noChangeAspect="1"/>
          </p:cNvPicPr>
          <p:nvPr/>
        </p:nvPicPr>
        <p:blipFill>
          <a:blip r:embed="rId1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1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5" fill="hold">
                      <p:stCondLst>
                        <p:cond delay="indefinite"/>
                        <p:cond evt="onBegin" delay="0">
                          <p:tn val="2"/>
                        </p:cond>
                      </p:stCondLst>
                      <p:childTnLst>
                        <p:par>
                          <p:cTn id="20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3"/>
                                        </p:tgtEl>
                                        <p:attrNameLst>
                                          <p:attrName>style.visibility</p:attrName>
                                        </p:attrNameLst>
                                      </p:cBhvr>
                                      <p:to>
                                        <p:strVal val="visible"/>
                                      </p:to>
                                    </p:set>
                                    <p:animEffect transition="in" filter="fade">
                                      <p:cBhvr>
                                        <p:cTn id="8" dur="500"/>
                                        <p:tgtEl>
                                          <p:spTgt spid="4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animEffect transition="in" filter="fade">
                                      <p:cBhvr>
                                        <p:cTn id="11" dur="500"/>
                                        <p:tgtEl>
                                          <p:spTgt spid="44"/>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5"/>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4"/>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700"/>
                                  </p:stCondLst>
                                  <p:childTnLst>
                                    <p:set>
                                      <p:cBhvr>
                                        <p:cTn id="27" dur="1" fill="hold">
                                          <p:stCondLst>
                                            <p:cond delay="0"/>
                                          </p:stCondLst>
                                        </p:cTn>
                                        <p:tgtEl>
                                          <p:spTgt spid="36"/>
                                        </p:tgtEl>
                                        <p:attrNameLst>
                                          <p:attrName>style.visibility</p:attrName>
                                        </p:attrNameLst>
                                      </p:cBhvr>
                                      <p:to>
                                        <p:strVal val="visible"/>
                                      </p:to>
                                    </p:set>
                                    <p:animEffect transition="in" filter="wipe(down)">
                                      <p:cBhvr>
                                        <p:cTn id="28" dur="600"/>
                                        <p:tgtEl>
                                          <p:spTgt spid="36"/>
                                        </p:tgtEl>
                                      </p:cBhvr>
                                    </p:animEffect>
                                    <p:animEffect transition="in" filter="fade">
                                      <p:cBhvr>
                                        <p:cTn id="29" dur="600"/>
                                        <p:tgtEl>
                                          <p:spTgt spid="36"/>
                                        </p:tgtEl>
                                      </p:cBhvr>
                                    </p:animEffect>
                                  </p:childTnLst>
                                </p:cTn>
                              </p:par>
                              <p:par>
                                <p:cTn id="34" presetID="22" presetClass="entr" presetSubtype="1" fill="hold" grpId="0" nodeType="withEffect">
                                  <p:stCondLst>
                                    <p:cond delay="900"/>
                                  </p:stCondLst>
                                  <p:childTnLst>
                                    <p:set>
                                      <p:cBhvr>
                                        <p:cTn id="31" dur="1" fill="hold">
                                          <p:stCondLst>
                                            <p:cond delay="0"/>
                                          </p:stCondLst>
                                        </p:cTn>
                                        <p:tgtEl>
                                          <p:spTgt spid="5"/>
                                        </p:tgtEl>
                                        <p:attrNameLst>
                                          <p:attrName>style.visibility</p:attrName>
                                        </p:attrNameLst>
                                      </p:cBhvr>
                                      <p:to>
                                        <p:strVal val="visible"/>
                                      </p:to>
                                    </p:set>
                                    <p:animEffect transition="in" filter="wipe(down)">
                                      <p:cBhvr>
                                        <p:cTn id="32" dur="450"/>
                                        <p:tgtEl>
                                          <p:spTgt spid="5"/>
                                        </p:tgtEl>
                                      </p:cBhvr>
                                    </p:animEffect>
                                    <p:animEffect transition="in" filter="fade">
                                      <p:cBhvr>
                                        <p:cTn id="33" dur="450"/>
                                        <p:tgtEl>
                                          <p:spTgt spid="5"/>
                                        </p:tgtEl>
                                      </p:cBhvr>
                                    </p:animEffect>
                                  </p:childTnLst>
                                </p:cTn>
                              </p:par>
                              <p:par>
                                <p:cTn id="39" presetID="53" presetClass="entr" presetSubtype="16" fill="hold" grpId="0" nodeType="withEffect">
                                  <p:stCondLst>
                                    <p:cond delay="1000"/>
                                  </p:stCondLst>
                                  <p:childTnLst>
                                    <p:set>
                                      <p:cBhvr>
                                        <p:cTn id="35" dur="1" fill="hold">
                                          <p:stCondLst>
                                            <p:cond delay="0"/>
                                          </p:stCondLst>
                                        </p:cTn>
                                        <p:tgtEl>
                                          <p:spTgt spid="8"/>
                                        </p:tgtEl>
                                        <p:attrNameLst>
                                          <p:attrName>style.visibility</p:attrName>
                                        </p:attrNameLst>
                                      </p:cBhvr>
                                      <p:to>
                                        <p:strVal val="visible"/>
                                      </p:to>
                                    </p:set>
                                    <p:anim calcmode="lin" valueType="num">
                                      <p:cBhvr additive="base">
                                        <p:cTn id="36" dur="350" fill="hold"/>
                                        <p:tgtEl>
                                          <p:spTgt spid="8"/>
                                        </p:tgtEl>
                                        <p:attrNameLst>
                                          <p:attrName>ppt_w</p:attrName>
                                        </p:attrNameLst>
                                      </p:cBhvr>
                                      <p:tavLst>
                                        <p:tav tm="0">
                                          <p:val>
                                            <p:strVal val="0"/>
                                          </p:val>
                                        </p:tav>
                                        <p:tav tm="100000">
                                          <p:val>
                                            <p:strVal val="#ppt_w"/>
                                          </p:val>
                                        </p:tav>
                                      </p:tavLst>
                                    </p:anim>
                                    <p:anim calcmode="lin" valueType="num">
                                      <p:cBhvr additive="base">
                                        <p:cTn id="37" dur="350" fill="hold"/>
                                        <p:tgtEl>
                                          <p:spTgt spid="8"/>
                                        </p:tgtEl>
                                        <p:attrNameLst>
                                          <p:attrName>ppt_h</p:attrName>
                                        </p:attrNameLst>
                                      </p:cBhvr>
                                      <p:tavLst>
                                        <p:tav tm="0">
                                          <p:val>
                                            <p:strVal val="0"/>
                                          </p:val>
                                        </p:tav>
                                        <p:tav tm="100000">
                                          <p:val>
                                            <p:strVal val="#ppt_h"/>
                                          </p:val>
                                        </p:tav>
                                      </p:tavLst>
                                    </p:anim>
                                    <p:animEffect transition="in" filter="fade">
                                      <p:cBhvr>
                                        <p:cTn id="38" dur="350"/>
                                        <p:tgtEl>
                                          <p:spTgt spid="8"/>
                                        </p:tgtEl>
                                      </p:cBhvr>
                                    </p:animEffect>
                                  </p:childTnLst>
                                </p:cTn>
                              </p:par>
                              <p:par>
                                <p:cTn id="44" presetID="53" presetClass="entr" presetSubtype="16" fill="hold" grpId="0" nodeType="withEffect">
                                  <p:stCondLst>
                                    <p:cond delay="1000"/>
                                  </p:stCondLst>
                                  <p:childTnLst>
                                    <p:set>
                                      <p:cBhvr>
                                        <p:cTn id="40" dur="1" fill="hold">
                                          <p:stCondLst>
                                            <p:cond delay="0"/>
                                          </p:stCondLst>
                                        </p:cTn>
                                        <p:tgtEl>
                                          <p:spTgt spid="37"/>
                                        </p:tgtEl>
                                        <p:attrNameLst>
                                          <p:attrName>style.visibility</p:attrName>
                                        </p:attrNameLst>
                                      </p:cBhvr>
                                      <p:to>
                                        <p:strVal val="visible"/>
                                      </p:to>
                                    </p:set>
                                    <p:anim calcmode="lin" valueType="num">
                                      <p:cBhvr additive="base">
                                        <p:cTn id="41" dur="400" fill="hold"/>
                                        <p:tgtEl>
                                          <p:spTgt spid="37"/>
                                        </p:tgtEl>
                                        <p:attrNameLst>
                                          <p:attrName>ppt_w</p:attrName>
                                        </p:attrNameLst>
                                      </p:cBhvr>
                                      <p:tavLst>
                                        <p:tav tm="0">
                                          <p:val>
                                            <p:strVal val="0"/>
                                          </p:val>
                                        </p:tav>
                                        <p:tav tm="100000">
                                          <p:val>
                                            <p:strVal val="#ppt_w"/>
                                          </p:val>
                                        </p:tav>
                                      </p:tavLst>
                                    </p:anim>
                                    <p:anim calcmode="lin" valueType="num">
                                      <p:cBhvr additive="base">
                                        <p:cTn id="42" dur="400" fill="hold"/>
                                        <p:tgtEl>
                                          <p:spTgt spid="37"/>
                                        </p:tgtEl>
                                        <p:attrNameLst>
                                          <p:attrName>ppt_h</p:attrName>
                                        </p:attrNameLst>
                                      </p:cBhvr>
                                      <p:tavLst>
                                        <p:tav tm="0">
                                          <p:val>
                                            <p:strVal val="0"/>
                                          </p:val>
                                        </p:tav>
                                        <p:tav tm="100000">
                                          <p:val>
                                            <p:strVal val="#ppt_h"/>
                                          </p:val>
                                        </p:tav>
                                      </p:tavLst>
                                    </p:anim>
                                    <p:animEffect transition="in" filter="fade">
                                      <p:cBhvr>
                                        <p:cTn id="43" dur="400"/>
                                        <p:tgtEl>
                                          <p:spTgt spid="37"/>
                                        </p:tgtEl>
                                      </p:cBhvr>
                                    </p:animEffect>
                                  </p:childTnLst>
                                </p:cTn>
                              </p:par>
                              <p:par>
                                <p:cTn id="48" presetID="22" presetClass="entr" presetSubtype="1" fill="hold" grpId="0" nodeType="withEffect">
                                  <p:stCondLst>
                                    <p:cond delay="1050"/>
                                  </p:stCondLst>
                                  <p:childTnLst>
                                    <p:set>
                                      <p:cBhvr>
                                        <p:cTn id="45" dur="1" fill="hold">
                                          <p:stCondLst>
                                            <p:cond delay="0"/>
                                          </p:stCondLst>
                                        </p:cTn>
                                        <p:tgtEl>
                                          <p:spTgt spid="6"/>
                                        </p:tgtEl>
                                        <p:attrNameLst>
                                          <p:attrName>style.visibility</p:attrName>
                                        </p:attrNameLst>
                                      </p:cBhvr>
                                      <p:to>
                                        <p:strVal val="visible"/>
                                      </p:to>
                                    </p:set>
                                    <p:animEffect transition="in" filter="wipe(down)">
                                      <p:cBhvr>
                                        <p:cTn id="46" dur="600"/>
                                        <p:tgtEl>
                                          <p:spTgt spid="6"/>
                                        </p:tgtEl>
                                      </p:cBhvr>
                                    </p:animEffect>
                                    <p:animEffect transition="in" filter="fade">
                                      <p:cBhvr>
                                        <p:cTn id="47" dur="600"/>
                                        <p:tgtEl>
                                          <p:spTgt spid="6"/>
                                        </p:tgtEl>
                                      </p:cBhvr>
                                    </p:animEffect>
                                  </p:childTnLst>
                                </p:cTn>
                              </p:par>
                              <p:par>
                                <p:cTn id="52" presetID="22" presetClass="entr" presetSubtype="1" fill="hold" grpId="0" nodeType="withEffect">
                                  <p:stCondLst>
                                    <p:cond delay="1100"/>
                                  </p:stCondLst>
                                  <p:childTnLst>
                                    <p:set>
                                      <p:cBhvr>
                                        <p:cTn id="49" dur="1" fill="hold">
                                          <p:stCondLst>
                                            <p:cond delay="0"/>
                                          </p:stCondLst>
                                        </p:cTn>
                                        <p:tgtEl>
                                          <p:spTgt spid="7"/>
                                        </p:tgtEl>
                                        <p:attrNameLst>
                                          <p:attrName>style.visibility</p:attrName>
                                        </p:attrNameLst>
                                      </p:cBhvr>
                                      <p:to>
                                        <p:strVal val="visible"/>
                                      </p:to>
                                    </p:set>
                                    <p:animEffect transition="in" filter="wipe(down)">
                                      <p:cBhvr>
                                        <p:cTn id="50" dur="450"/>
                                        <p:tgtEl>
                                          <p:spTgt spid="7"/>
                                        </p:tgtEl>
                                      </p:cBhvr>
                                    </p:animEffect>
                                    <p:animEffect transition="in" filter="fade">
                                      <p:cBhvr>
                                        <p:cTn id="51" dur="450"/>
                                        <p:tgtEl>
                                          <p:spTgt spid="7"/>
                                        </p:tgtEl>
                                      </p:cBhvr>
                                    </p:animEffect>
                                  </p:childTnLst>
                                </p:cTn>
                              </p:par>
                              <p:par>
                                <p:cTn id="56" presetID="22" presetClass="entr" presetSubtype="1" fill="hold" grpId="0" nodeType="withEffect">
                                  <p:stCondLst>
                                    <p:cond delay="1200"/>
                                  </p:stCondLst>
                                  <p:childTnLst>
                                    <p:set>
                                      <p:cBhvr>
                                        <p:cTn id="53" dur="1" fill="hold">
                                          <p:stCondLst>
                                            <p:cond delay="0"/>
                                          </p:stCondLst>
                                        </p:cTn>
                                        <p:tgtEl>
                                          <p:spTgt spid="40"/>
                                        </p:tgtEl>
                                        <p:attrNameLst>
                                          <p:attrName>style.visibility</p:attrName>
                                        </p:attrNameLst>
                                      </p:cBhvr>
                                      <p:to>
                                        <p:strVal val="visible"/>
                                      </p:to>
                                    </p:set>
                                    <p:animEffect transition="in" filter="wipe(down)">
                                      <p:cBhvr>
                                        <p:cTn id="54" dur="450"/>
                                        <p:tgtEl>
                                          <p:spTgt spid="40"/>
                                        </p:tgtEl>
                                      </p:cBhvr>
                                    </p:animEffect>
                                    <p:animEffect transition="in" filter="fade">
                                      <p:cBhvr>
                                        <p:cTn id="55" dur="450"/>
                                        <p:tgtEl>
                                          <p:spTgt spid="40"/>
                                        </p:tgtEl>
                                      </p:cBhvr>
                                    </p:animEffect>
                                  </p:childTnLst>
                                </p:cTn>
                              </p:par>
                              <p:par>
                                <p:cTn id="60" presetID="22" presetClass="entr" presetSubtype="1" fill="hold" grpId="0" nodeType="withEffect">
                                  <p:stCondLst>
                                    <p:cond delay="1300"/>
                                  </p:stCondLst>
                                  <p:childTnLst>
                                    <p:set>
                                      <p:cBhvr>
                                        <p:cTn id="57" dur="1" fill="hold">
                                          <p:stCondLst>
                                            <p:cond delay="0"/>
                                          </p:stCondLst>
                                        </p:cTn>
                                        <p:tgtEl>
                                          <p:spTgt spid="41"/>
                                        </p:tgtEl>
                                        <p:attrNameLst>
                                          <p:attrName>style.visibility</p:attrName>
                                        </p:attrNameLst>
                                      </p:cBhvr>
                                      <p:to>
                                        <p:strVal val="visible"/>
                                      </p:to>
                                    </p:set>
                                    <p:animEffect transition="in" filter="wipe(down)">
                                      <p:cBhvr>
                                        <p:cTn id="58" dur="600"/>
                                        <p:tgtEl>
                                          <p:spTgt spid="41"/>
                                        </p:tgtEl>
                                      </p:cBhvr>
                                    </p:animEffect>
                                    <p:animEffect transition="in" filter="fade">
                                      <p:cBhvr>
                                        <p:cTn id="59" dur="600"/>
                                        <p:tgtEl>
                                          <p:spTgt spid="41"/>
                                        </p:tgtEl>
                                      </p:cBhvr>
                                    </p:animEffect>
                                  </p:childTnLst>
                                </p:cTn>
                              </p:par>
                              <p:par>
                                <p:cTn id="62" presetID="0" presetClass="path" presetSubtype="0" fill="hold" grpId="1" nodeType="withEffect" autoRev="1" repeatCount="4000">
                                  <p:stCondLst>
                                    <p:cond delay="1680"/>
                                  </p:stCondLst>
                                  <p:childTnLst>
                                    <p:animMotion origin="layout" path="M 0 0 L 0.008 0 E" pathEditMode="relative" ptsTypes="AA">
                                      <p:cBhvr>
                                        <p:cTn id="61" dur="40" fill="hold"/>
                                        <p:tgtEl>
                                          <p:spTgt spid="6"/>
                                        </p:tgtEl>
                                        <p:attrNameLst>
                                          <p:attrName>ppt_x</p:attrName>
                                          <p:attrName>ppt_y</p:attrName>
                                        </p:attrNameLst>
                                      </p:cBhvr>
                                    </p:animMotion>
                                  </p:childTnLst>
                                </p:cTn>
                              </p:par>
                              <p:par>
                                <p:cTn id="67" presetID="53" presetClass="entr" presetSubtype="16" fill="hold" grpId="0" nodeType="withEffect">
                                  <p:stCondLst>
                                    <p:cond delay="1800"/>
                                  </p:stCondLst>
                                  <p:childTnLst>
                                    <p:set>
                                      <p:cBhvr>
                                        <p:cTn id="63" dur="1" fill="hold">
                                          <p:stCondLst>
                                            <p:cond delay="0"/>
                                          </p:stCondLst>
                                        </p:cTn>
                                        <p:tgtEl>
                                          <p:spTgt spid="42"/>
                                        </p:tgtEl>
                                        <p:attrNameLst>
                                          <p:attrName>style.visibility</p:attrName>
                                        </p:attrNameLst>
                                      </p:cBhvr>
                                      <p:to>
                                        <p:strVal val="visible"/>
                                      </p:to>
                                    </p:set>
                                    <p:anim calcmode="lin" valueType="num">
                                      <p:cBhvr additive="base">
                                        <p:cTn id="64" dur="900" fill="hold"/>
                                        <p:tgtEl>
                                          <p:spTgt spid="42"/>
                                        </p:tgtEl>
                                        <p:attrNameLst>
                                          <p:attrName>ppt_w</p:attrName>
                                        </p:attrNameLst>
                                      </p:cBhvr>
                                      <p:tavLst>
                                        <p:tav tm="0">
                                          <p:val>
                                            <p:strVal val="0"/>
                                          </p:val>
                                        </p:tav>
                                        <p:tav tm="100000">
                                          <p:val>
                                            <p:strVal val="#ppt_w"/>
                                          </p:val>
                                        </p:tav>
                                      </p:tavLst>
                                    </p:anim>
                                    <p:anim calcmode="lin" valueType="num">
                                      <p:cBhvr additive="base">
                                        <p:cTn id="65" dur="900" fill="hold"/>
                                        <p:tgtEl>
                                          <p:spTgt spid="42"/>
                                        </p:tgtEl>
                                        <p:attrNameLst>
                                          <p:attrName>ppt_h</p:attrName>
                                        </p:attrNameLst>
                                      </p:cBhvr>
                                      <p:tavLst>
                                        <p:tav tm="0">
                                          <p:val>
                                            <p:strVal val="0"/>
                                          </p:val>
                                        </p:tav>
                                        <p:tav tm="100000">
                                          <p:val>
                                            <p:strVal val="#ppt_h"/>
                                          </p:val>
                                        </p:tav>
                                      </p:tavLst>
                                    </p:anim>
                                    <p:animEffect transition="in" filter="fade">
                                      <p:cBhvr>
                                        <p:cTn id="66" dur="900"/>
                                        <p:tgtEl>
                                          <p:spTgt spid="42"/>
                                        </p:tgtEl>
                                      </p:cBhvr>
                                    </p:animEffect>
                                  </p:childTnLst>
                                </p:cTn>
                              </p:par>
                              <p:par>
                                <p:cTn id="70" presetID="22" presetClass="entr" presetSubtype="8" fill="hold" grpId="0" nodeType="withEffect">
                                  <p:stCondLst>
                                    <p:cond delay="2100"/>
                                  </p:stCondLst>
                                  <p:childTnLst>
                                    <p:set>
                                      <p:cBhvr>
                                        <p:cTn id="68" dur="1" fill="hold">
                                          <p:stCondLst>
                                            <p:cond delay="0"/>
                                          </p:stCondLst>
                                        </p:cTn>
                                        <p:tgtEl>
                                          <p:spTgt spid="9"/>
                                        </p:tgtEl>
                                        <p:attrNameLst>
                                          <p:attrName>style.visibility</p:attrName>
                                        </p:attrNameLst>
                                      </p:cBhvr>
                                      <p:to>
                                        <p:strVal val="visible"/>
                                      </p:to>
                                    </p:set>
                                    <p:animEffect transition="in" filter="wipe(left)">
                                      <p:cBhvr>
                                        <p:cTn id="69" dur="300"/>
                                        <p:tgtEl>
                                          <p:spTgt spid="9"/>
                                        </p:tgtEl>
                                      </p:cBhvr>
                                    </p:animEffect>
                                  </p:childTnLst>
                                </p:cTn>
                              </p:par>
                              <p:par>
                                <p:cTn id="74" presetID="22" presetClass="entr" presetSubtype="1" fill="hold" grpId="0" nodeType="withEffect">
                                  <p:stCondLst>
                                    <p:cond delay="2700"/>
                                  </p:stCondLst>
                                  <p:childTnLst>
                                    <p:set>
                                      <p:cBhvr>
                                        <p:cTn id="71" dur="1" fill="hold">
                                          <p:stCondLst>
                                            <p:cond delay="0"/>
                                          </p:stCondLst>
                                        </p:cTn>
                                        <p:tgtEl>
                                          <p:spTgt spid="10"/>
                                        </p:tgtEl>
                                        <p:attrNameLst>
                                          <p:attrName>style.visibility</p:attrName>
                                        </p:attrNameLst>
                                      </p:cBhvr>
                                      <p:to>
                                        <p:strVal val="visible"/>
                                      </p:to>
                                    </p:set>
                                    <p:animEffect transition="in" filter="wipe(down)">
                                      <p:cBhvr>
                                        <p:cTn id="72" dur="450"/>
                                        <p:tgtEl>
                                          <p:spTgt spid="10"/>
                                        </p:tgtEl>
                                      </p:cBhvr>
                                    </p:animEffect>
                                    <p:animEffect transition="in" filter="fade">
                                      <p:cBhvr>
                                        <p:cTn id="73" dur="450"/>
                                        <p:tgtEl>
                                          <p:spTgt spid="10"/>
                                        </p:tgtEl>
                                      </p:cBhvr>
                                    </p:animEffect>
                                  </p:childTnLst>
                                </p:cTn>
                              </p:par>
                              <p:par>
                                <p:cTn id="79" presetID="53" presetClass="entr" presetSubtype="16" fill="hold" grpId="0" nodeType="withEffect">
                                  <p:stCondLst>
                                    <p:cond delay="2800"/>
                                  </p:stCondLst>
                                  <p:childTnLst>
                                    <p:set>
                                      <p:cBhvr>
                                        <p:cTn id="75" dur="1" fill="hold">
                                          <p:stCondLst>
                                            <p:cond delay="0"/>
                                          </p:stCondLst>
                                        </p:cTn>
                                        <p:tgtEl>
                                          <p:spTgt spid="13"/>
                                        </p:tgtEl>
                                        <p:attrNameLst>
                                          <p:attrName>style.visibility</p:attrName>
                                        </p:attrNameLst>
                                      </p:cBhvr>
                                      <p:to>
                                        <p:strVal val="visible"/>
                                      </p:to>
                                    </p:set>
                                    <p:anim calcmode="lin" valueType="num">
                                      <p:cBhvr additive="base">
                                        <p:cTn id="76" dur="350" fill="hold"/>
                                        <p:tgtEl>
                                          <p:spTgt spid="13"/>
                                        </p:tgtEl>
                                        <p:attrNameLst>
                                          <p:attrName>ppt_w</p:attrName>
                                        </p:attrNameLst>
                                      </p:cBhvr>
                                      <p:tavLst>
                                        <p:tav tm="0">
                                          <p:val>
                                            <p:strVal val="0"/>
                                          </p:val>
                                        </p:tav>
                                        <p:tav tm="100000">
                                          <p:val>
                                            <p:strVal val="#ppt_w"/>
                                          </p:val>
                                        </p:tav>
                                      </p:tavLst>
                                    </p:anim>
                                    <p:anim calcmode="lin" valueType="num">
                                      <p:cBhvr additive="base">
                                        <p:cTn id="77" dur="350" fill="hold"/>
                                        <p:tgtEl>
                                          <p:spTgt spid="13"/>
                                        </p:tgtEl>
                                        <p:attrNameLst>
                                          <p:attrName>ppt_h</p:attrName>
                                        </p:attrNameLst>
                                      </p:cBhvr>
                                      <p:tavLst>
                                        <p:tav tm="0">
                                          <p:val>
                                            <p:strVal val="0"/>
                                          </p:val>
                                        </p:tav>
                                        <p:tav tm="100000">
                                          <p:val>
                                            <p:strVal val="#ppt_h"/>
                                          </p:val>
                                        </p:tav>
                                      </p:tavLst>
                                    </p:anim>
                                    <p:animEffect transition="in" filter="fade">
                                      <p:cBhvr>
                                        <p:cTn id="78" dur="350"/>
                                        <p:tgtEl>
                                          <p:spTgt spid="13"/>
                                        </p:tgtEl>
                                      </p:cBhvr>
                                    </p:animEffect>
                                  </p:childTnLst>
                                </p:cTn>
                              </p:par>
                              <p:par>
                                <p:cTn id="83" presetID="22" presetClass="entr" presetSubtype="1" fill="hold" grpId="0" nodeType="withEffect">
                                  <p:stCondLst>
                                    <p:cond delay="2850"/>
                                  </p:stCondLst>
                                  <p:childTnLst>
                                    <p:set>
                                      <p:cBhvr>
                                        <p:cTn id="80" dur="1" fill="hold">
                                          <p:stCondLst>
                                            <p:cond delay="0"/>
                                          </p:stCondLst>
                                        </p:cTn>
                                        <p:tgtEl>
                                          <p:spTgt spid="11"/>
                                        </p:tgtEl>
                                        <p:attrNameLst>
                                          <p:attrName>style.visibility</p:attrName>
                                        </p:attrNameLst>
                                      </p:cBhvr>
                                      <p:to>
                                        <p:strVal val="visible"/>
                                      </p:to>
                                    </p:set>
                                    <p:animEffect transition="in" filter="wipe(down)">
                                      <p:cBhvr>
                                        <p:cTn id="81" dur="600"/>
                                        <p:tgtEl>
                                          <p:spTgt spid="11"/>
                                        </p:tgtEl>
                                      </p:cBhvr>
                                    </p:animEffect>
                                    <p:animEffect transition="in" filter="fade">
                                      <p:cBhvr>
                                        <p:cTn id="82" dur="600"/>
                                        <p:tgtEl>
                                          <p:spTgt spid="11"/>
                                        </p:tgtEl>
                                      </p:cBhvr>
                                    </p:animEffect>
                                  </p:childTnLst>
                                </p:cTn>
                              </p:par>
                              <p:par>
                                <p:cTn id="87" presetID="22" presetClass="entr" presetSubtype="1" fill="hold" grpId="0" nodeType="withEffect">
                                  <p:stCondLst>
                                    <p:cond delay="2900"/>
                                  </p:stCondLst>
                                  <p:childTnLst>
                                    <p:set>
                                      <p:cBhvr>
                                        <p:cTn id="84" dur="1" fill="hold">
                                          <p:stCondLst>
                                            <p:cond delay="0"/>
                                          </p:stCondLst>
                                        </p:cTn>
                                        <p:tgtEl>
                                          <p:spTgt spid="12"/>
                                        </p:tgtEl>
                                        <p:attrNameLst>
                                          <p:attrName>style.visibility</p:attrName>
                                        </p:attrNameLst>
                                      </p:cBhvr>
                                      <p:to>
                                        <p:strVal val="visible"/>
                                      </p:to>
                                    </p:set>
                                    <p:animEffect transition="in" filter="wipe(down)">
                                      <p:cBhvr>
                                        <p:cTn id="85" dur="450"/>
                                        <p:tgtEl>
                                          <p:spTgt spid="12"/>
                                        </p:tgtEl>
                                      </p:cBhvr>
                                    </p:animEffect>
                                    <p:animEffect transition="in" filter="fade">
                                      <p:cBhvr>
                                        <p:cTn id="86" dur="450"/>
                                        <p:tgtEl>
                                          <p:spTgt spid="12"/>
                                        </p:tgtEl>
                                      </p:cBhvr>
                                    </p:animEffect>
                                  </p:childTnLst>
                                </p:cTn>
                              </p:par>
                              <p:par>
                                <p:cTn id="89" presetID="0" presetClass="path" presetSubtype="0" fill="hold" grpId="1" nodeType="withEffect" autoRev="1" repeatCount="4000">
                                  <p:stCondLst>
                                    <p:cond delay="3480"/>
                                  </p:stCondLst>
                                  <p:childTnLst>
                                    <p:animMotion origin="layout" path="M 0 0 L 0.008 0 E" pathEditMode="relative" ptsTypes="AA">
                                      <p:cBhvr>
                                        <p:cTn id="88" dur="40" fill="hold"/>
                                        <p:tgtEl>
                                          <p:spTgt spid="11"/>
                                        </p:tgtEl>
                                        <p:attrNameLst>
                                          <p:attrName>ppt_x</p:attrName>
                                          <p:attrName>ppt_y</p:attrName>
                                        </p:attrNameLst>
                                      </p:cBhvr>
                                    </p:animMotion>
                                  </p:childTnLst>
                                </p:cTn>
                              </p:par>
                              <p:par>
                                <p:cTn id="92" presetID="22" presetClass="entr" presetSubtype="8" fill="hold" grpId="0" nodeType="withEffect">
                                  <p:stCondLst>
                                    <p:cond delay="39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6" presetID="22" presetClass="entr" presetSubtype="1" fill="hold" grpId="0" nodeType="withEffect">
                                  <p:stCondLst>
                                    <p:cond delay="450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450"/>
                                        <p:tgtEl>
                                          <p:spTgt spid="15"/>
                                        </p:tgtEl>
                                      </p:cBhvr>
                                    </p:animEffect>
                                    <p:animEffect transition="in" filter="fade">
                                      <p:cBhvr>
                                        <p:cTn id="95" dur="450"/>
                                        <p:tgtEl>
                                          <p:spTgt spid="15"/>
                                        </p:tgtEl>
                                      </p:cBhvr>
                                    </p:animEffect>
                                  </p:childTnLst>
                                </p:cTn>
                              </p:par>
                              <p:par>
                                <p:cTn id="98" presetID="8" presetClass="emph" presetSubtype="0" fill="hold" grpId="1" nodeType="withEffect">
                                  <p:stCondLst>
                                    <p:cond delay="4500"/>
                                  </p:stCondLst>
                                  <p:childTnLst>
                                    <p:animRot by="9000000">
                                      <p:cBhvr>
                                        <p:cTn id="97" dur="1300" fill="hold"/>
                                        <p:tgtEl>
                                          <p:spTgt spid="37"/>
                                        </p:tgtEl>
                                        <p:attrNameLst>
                                          <p:attrName>r</p:attrName>
                                        </p:attrNameLst>
                                      </p:cBhvr>
                                    </p:animRot>
                                  </p:childTnLst>
                                </p:cTn>
                              </p:par>
                              <p:par>
                                <p:cTn id="103" presetID="53" presetClass="entr" presetSubtype="16" fill="hold" grpId="0" nodeType="withEffect">
                                  <p:stCondLst>
                                    <p:cond delay="4600"/>
                                  </p:stCondLst>
                                  <p:childTnLst>
                                    <p:set>
                                      <p:cBhvr>
                                        <p:cTn id="99" dur="1" fill="hold">
                                          <p:stCondLst>
                                            <p:cond delay="0"/>
                                          </p:stCondLst>
                                        </p:cTn>
                                        <p:tgtEl>
                                          <p:spTgt spid="18"/>
                                        </p:tgtEl>
                                        <p:attrNameLst>
                                          <p:attrName>style.visibility</p:attrName>
                                        </p:attrNameLst>
                                      </p:cBhvr>
                                      <p:to>
                                        <p:strVal val="visible"/>
                                      </p:to>
                                    </p:set>
                                    <p:anim calcmode="lin" valueType="num">
                                      <p:cBhvr additive="base">
                                        <p:cTn id="100" dur="350" fill="hold"/>
                                        <p:tgtEl>
                                          <p:spTgt spid="18"/>
                                        </p:tgtEl>
                                        <p:attrNameLst>
                                          <p:attrName>ppt_w</p:attrName>
                                        </p:attrNameLst>
                                      </p:cBhvr>
                                      <p:tavLst>
                                        <p:tav tm="0">
                                          <p:val>
                                            <p:strVal val="0"/>
                                          </p:val>
                                        </p:tav>
                                        <p:tav tm="100000">
                                          <p:val>
                                            <p:strVal val="#ppt_w"/>
                                          </p:val>
                                        </p:tav>
                                      </p:tavLst>
                                    </p:anim>
                                    <p:anim calcmode="lin" valueType="num">
                                      <p:cBhvr additive="base">
                                        <p:cTn id="101" dur="350" fill="hold"/>
                                        <p:tgtEl>
                                          <p:spTgt spid="18"/>
                                        </p:tgtEl>
                                        <p:attrNameLst>
                                          <p:attrName>ppt_h</p:attrName>
                                        </p:attrNameLst>
                                      </p:cBhvr>
                                      <p:tavLst>
                                        <p:tav tm="0">
                                          <p:val>
                                            <p:strVal val="0"/>
                                          </p:val>
                                        </p:tav>
                                        <p:tav tm="100000">
                                          <p:val>
                                            <p:strVal val="#ppt_h"/>
                                          </p:val>
                                        </p:tav>
                                      </p:tavLst>
                                    </p:anim>
                                    <p:animEffect transition="in" filter="fade">
                                      <p:cBhvr>
                                        <p:cTn id="102" dur="350"/>
                                        <p:tgtEl>
                                          <p:spTgt spid="18"/>
                                        </p:tgtEl>
                                      </p:cBhvr>
                                    </p:animEffect>
                                  </p:childTnLst>
                                </p:cTn>
                              </p:par>
                              <p:par>
                                <p:cTn id="107" presetID="22" presetClass="entr" presetSubtype="1" fill="hold" grpId="0" nodeType="withEffect">
                                  <p:stCondLst>
                                    <p:cond delay="4650"/>
                                  </p:stCondLst>
                                  <p:childTnLst>
                                    <p:set>
                                      <p:cBhvr>
                                        <p:cTn id="104" dur="1" fill="hold">
                                          <p:stCondLst>
                                            <p:cond delay="0"/>
                                          </p:stCondLst>
                                        </p:cTn>
                                        <p:tgtEl>
                                          <p:spTgt spid="16"/>
                                        </p:tgtEl>
                                        <p:attrNameLst>
                                          <p:attrName>style.visibility</p:attrName>
                                        </p:attrNameLst>
                                      </p:cBhvr>
                                      <p:to>
                                        <p:strVal val="visible"/>
                                      </p:to>
                                    </p:set>
                                    <p:animEffect transition="in" filter="wipe(down)">
                                      <p:cBhvr>
                                        <p:cTn id="105" dur="600"/>
                                        <p:tgtEl>
                                          <p:spTgt spid="16"/>
                                        </p:tgtEl>
                                      </p:cBhvr>
                                    </p:animEffect>
                                    <p:animEffect transition="in" filter="fade">
                                      <p:cBhvr>
                                        <p:cTn id="106" dur="600"/>
                                        <p:tgtEl>
                                          <p:spTgt spid="16"/>
                                        </p:tgtEl>
                                      </p:cBhvr>
                                    </p:animEffect>
                                  </p:childTnLst>
                                </p:cTn>
                              </p:par>
                              <p:par>
                                <p:cTn id="111" presetID="22" presetClass="entr" presetSubtype="1" fill="hold" grpId="0" nodeType="withEffect">
                                  <p:stCondLst>
                                    <p:cond delay="4700"/>
                                  </p:stCondLst>
                                  <p:childTnLst>
                                    <p:set>
                                      <p:cBhvr>
                                        <p:cTn id="108" dur="1" fill="hold">
                                          <p:stCondLst>
                                            <p:cond delay="0"/>
                                          </p:stCondLst>
                                        </p:cTn>
                                        <p:tgtEl>
                                          <p:spTgt spid="17"/>
                                        </p:tgtEl>
                                        <p:attrNameLst>
                                          <p:attrName>style.visibility</p:attrName>
                                        </p:attrNameLst>
                                      </p:cBhvr>
                                      <p:to>
                                        <p:strVal val="visible"/>
                                      </p:to>
                                    </p:set>
                                    <p:animEffect transition="in" filter="wipe(down)">
                                      <p:cBhvr>
                                        <p:cTn id="109" dur="450"/>
                                        <p:tgtEl>
                                          <p:spTgt spid="17"/>
                                        </p:tgtEl>
                                      </p:cBhvr>
                                    </p:animEffect>
                                    <p:animEffect transition="in" filter="fade">
                                      <p:cBhvr>
                                        <p:cTn id="110" dur="450"/>
                                        <p:tgtEl>
                                          <p:spTgt spid="17"/>
                                        </p:tgtEl>
                                      </p:cBhvr>
                                    </p:animEffect>
                                  </p:childTnLst>
                                </p:cTn>
                              </p:par>
                              <p:par>
                                <p:cTn id="113" presetID="6" presetClass="emph" presetSubtype="0" fill="hold" grpId="1" nodeType="withEffect" autoRev="1" repeatCount="indefinite">
                                  <p:stCondLst>
                                    <p:cond delay="5200"/>
                                  </p:stCondLst>
                                  <p:childTnLst>
                                    <p:animScale>
                                      <p:cBhvr>
                                        <p:cTn id="112" dur="500" fill="hold"/>
                                        <p:tgtEl>
                                          <p:spTgt spid="16"/>
                                        </p:tgtEl>
                                      </p:cBhvr>
                                      <p:by x="103000" y="103000"/>
                                    </p:animScale>
                                  </p:childTnLst>
                                </p:cTn>
                              </p:par>
                              <p:par>
                                <p:cTn id="115" presetID="0" presetClass="path" presetSubtype="0" fill="hold" grpId="2" nodeType="withEffect" autoRev="1" repeatCount="4000">
                                  <p:stCondLst>
                                    <p:cond delay="52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20" presetID="53" presetClass="entr" presetSubtype="32" fill="hold" grpId="0" nodeType="withEffect">
                                  <p:stCondLst>
                                    <p:cond delay="5600"/>
                                  </p:stCondLst>
                                  <p:childTnLst>
                                    <p:set>
                                      <p:cBhvr>
                                        <p:cTn id="116" dur="1" fill="hold">
                                          <p:stCondLst>
                                            <p:cond delay="0"/>
                                          </p:stCondLst>
                                        </p:cTn>
                                        <p:tgtEl>
                                          <p:spTgt spid="38"/>
                                        </p:tgtEl>
                                        <p:attrNameLst>
                                          <p:attrName>style.visibility</p:attrName>
                                        </p:attrNameLst>
                                      </p:cBhvr>
                                      <p:to>
                                        <p:strVal val="visible"/>
                                      </p:to>
                                    </p:set>
                                    <p:anim calcmode="lin" valueType="num">
                                      <p:cBhvr additive="base">
                                        <p:cTn id="117" dur="450" fill="hold"/>
                                        <p:tgtEl>
                                          <p:spTgt spid="38"/>
                                        </p:tgtEl>
                                        <p:attrNameLst>
                                          <p:attrName>ppt_w</p:attrName>
                                        </p:attrNameLst>
                                      </p:cBhvr>
                                      <p:tavLst>
                                        <p:tav tm="0">
                                          <p:val>
                                            <p:strVal val="#ppt_w*2.4"/>
                                          </p:val>
                                        </p:tav>
                                        <p:tav tm="100000">
                                          <p:val>
                                            <p:strVal val="#ppt_w"/>
                                          </p:val>
                                        </p:tav>
                                      </p:tavLst>
                                    </p:anim>
                                    <p:anim calcmode="lin" valueType="num">
                                      <p:cBhvr additive="base">
                                        <p:cTn id="118" dur="450" fill="hold"/>
                                        <p:tgtEl>
                                          <p:spTgt spid="38"/>
                                        </p:tgtEl>
                                        <p:attrNameLst>
                                          <p:attrName>ppt_h</p:attrName>
                                        </p:attrNameLst>
                                      </p:cBhvr>
                                      <p:tavLst>
                                        <p:tav tm="0">
                                          <p:val>
                                            <p:strVal val="#ppt_h*2.4"/>
                                          </p:val>
                                        </p:tav>
                                        <p:tav tm="100000">
                                          <p:val>
                                            <p:strVal val="#ppt_h"/>
                                          </p:val>
                                        </p:tav>
                                      </p:tavLst>
                                    </p:anim>
                                    <p:animEffect transition="in" filter="fade">
                                      <p:cBhvr>
                                        <p:cTn id="119" dur="450"/>
                                        <p:tgtEl>
                                          <p:spTgt spid="38"/>
                                        </p:tgtEl>
                                      </p:cBhvr>
                                    </p:animEffect>
                                  </p:childTnLst>
                                </p:cTn>
                              </p:par>
                              <p:par>
                                <p:cTn id="122" presetID="0" presetClass="path" presetSubtype="0" fill="hold" grpId="2" nodeType="withEffect" autoRev="1" repeatCount="6000">
                                  <p:stCondLst>
                                    <p:cond delay="5850"/>
                                  </p:stCondLst>
                                  <p:childTnLst>
                                    <p:animMotion origin="layout" path="M 0 0 L 0.008 0 E" pathEditMode="relative" ptsTypes="AA">
                                      <p:cBhvr>
                                        <p:cTn id="121" dur="40" fill="hold"/>
                                        <p:tgtEl>
                                          <p:spTgt spid="37"/>
                                        </p:tgtEl>
                                        <p:attrNameLst>
                                          <p:attrName>ppt_x</p:attrName>
                                          <p:attrName>ppt_y</p:attrName>
                                        </p:attrNameLst>
                                      </p:cBhvr>
                                    </p:animMotion>
                                  </p:childTnLst>
                                </p:cTn>
                              </p:par>
                              <p:par>
                                <p:cTn id="124" presetID="6" presetClass="emph" presetSubtype="0" fill="hold" grpId="1" nodeType="withEffect" autoRev="1" repeatCount="indefinite">
                                  <p:stCondLst>
                                    <p:cond delay="6000"/>
                                  </p:stCondLst>
                                  <p:childTnLst>
                                    <p:animScale>
                                      <p:cBhvr>
                                        <p:cTn id="123" dur="700" fill="hold"/>
                                        <p:tgtEl>
                                          <p:spTgt spid="42"/>
                                        </p:tgtEl>
                                      </p:cBhvr>
                                      <p:by x="104000" y="104000"/>
                                    </p:animScale>
                                  </p:childTnLst>
                                </p:cTn>
                              </p:par>
                              <p:par>
                                <p:cTn id="128" presetID="22" presetClass="entr" presetSubtype="1" fill="hold" grpId="0" nodeType="withEffect">
                                  <p:stCondLst>
                                    <p:cond delay="7300"/>
                                  </p:stCondLst>
                                  <p:childTnLst>
                                    <p:set>
                                      <p:cBhvr>
                                        <p:cTn id="125" dur="1" fill="hold">
                                          <p:stCondLst>
                                            <p:cond delay="0"/>
                                          </p:stCondLst>
                                        </p:cTn>
                                        <p:tgtEl>
                                          <p:spTgt spid="19"/>
                                        </p:tgtEl>
                                        <p:attrNameLst>
                                          <p:attrName>style.visibility</p:attrName>
                                        </p:attrNameLst>
                                      </p:cBhvr>
                                      <p:to>
                                        <p:strVal val="visible"/>
                                      </p:to>
                                    </p:set>
                                    <p:animEffect transition="in" filter="wipe(down)">
                                      <p:cBhvr>
                                        <p:cTn id="126" dur="450"/>
                                        <p:tgtEl>
                                          <p:spTgt spid="19"/>
                                        </p:tgtEl>
                                      </p:cBhvr>
                                    </p:animEffect>
                                    <p:animEffect transition="in" filter="fade">
                                      <p:cBhvr>
                                        <p:cTn id="127" dur="450"/>
                                        <p:tgtEl>
                                          <p:spTgt spid="19"/>
                                        </p:tgtEl>
                                      </p:cBhvr>
                                    </p:animEffect>
                                  </p:childTnLst>
                                </p:cTn>
                              </p:par>
                              <p:par>
                                <p:cTn id="132" presetID="22" presetClass="entr" presetSubtype="1" fill="hold" grpId="0" nodeType="withEffect">
                                  <p:stCondLst>
                                    <p:cond delay="7600"/>
                                  </p:stCondLst>
                                  <p:childTnLst>
                                    <p:set>
                                      <p:cBhvr>
                                        <p:cTn id="129" dur="1" fill="hold">
                                          <p:stCondLst>
                                            <p:cond delay="0"/>
                                          </p:stCondLst>
                                        </p:cTn>
                                        <p:tgtEl>
                                          <p:spTgt spid="20"/>
                                        </p:tgtEl>
                                        <p:attrNameLst>
                                          <p:attrName>style.visibility</p:attrName>
                                        </p:attrNameLst>
                                      </p:cBhvr>
                                      <p:to>
                                        <p:strVal val="visible"/>
                                      </p:to>
                                    </p:set>
                                    <p:animEffect transition="in" filter="wipe(down)">
                                      <p:cBhvr>
                                        <p:cTn id="130" dur="450"/>
                                        <p:tgtEl>
                                          <p:spTgt spid="20"/>
                                        </p:tgtEl>
                                      </p:cBhvr>
                                    </p:animEffect>
                                    <p:animEffect transition="in" filter="fade">
                                      <p:cBhvr>
                                        <p:cTn id="131" dur="450"/>
                                        <p:tgtEl>
                                          <p:spTgt spid="20"/>
                                        </p:tgtEl>
                                      </p:cBhvr>
                                    </p:animEffect>
                                  </p:childTnLst>
                                </p:cTn>
                              </p:par>
                              <p:par>
                                <p:cTn id="137" presetID="53" presetClass="entr" presetSubtype="16" fill="hold" grpId="0" nodeType="withEffect">
                                  <p:stCondLst>
                                    <p:cond delay="7700"/>
                                  </p:stCondLst>
                                  <p:childTnLst>
                                    <p:set>
                                      <p:cBhvr>
                                        <p:cTn id="133" dur="1" fill="hold">
                                          <p:stCondLst>
                                            <p:cond delay="0"/>
                                          </p:stCondLst>
                                        </p:cTn>
                                        <p:tgtEl>
                                          <p:spTgt spid="23"/>
                                        </p:tgtEl>
                                        <p:attrNameLst>
                                          <p:attrName>style.visibility</p:attrName>
                                        </p:attrNameLst>
                                      </p:cBhvr>
                                      <p:to>
                                        <p:strVal val="visible"/>
                                      </p:to>
                                    </p:set>
                                    <p:anim calcmode="lin" valueType="num">
                                      <p:cBhvr additive="base">
                                        <p:cTn id="134" dur="350" fill="hold"/>
                                        <p:tgtEl>
                                          <p:spTgt spid="23"/>
                                        </p:tgtEl>
                                        <p:attrNameLst>
                                          <p:attrName>ppt_w</p:attrName>
                                        </p:attrNameLst>
                                      </p:cBhvr>
                                      <p:tavLst>
                                        <p:tav tm="0">
                                          <p:val>
                                            <p:strVal val="0"/>
                                          </p:val>
                                        </p:tav>
                                        <p:tav tm="100000">
                                          <p:val>
                                            <p:strVal val="#ppt_w"/>
                                          </p:val>
                                        </p:tav>
                                      </p:tavLst>
                                    </p:anim>
                                    <p:anim calcmode="lin" valueType="num">
                                      <p:cBhvr additive="base">
                                        <p:cTn id="135" dur="350" fill="hold"/>
                                        <p:tgtEl>
                                          <p:spTgt spid="23"/>
                                        </p:tgtEl>
                                        <p:attrNameLst>
                                          <p:attrName>ppt_h</p:attrName>
                                        </p:attrNameLst>
                                      </p:cBhvr>
                                      <p:tavLst>
                                        <p:tav tm="0">
                                          <p:val>
                                            <p:strVal val="0"/>
                                          </p:val>
                                        </p:tav>
                                        <p:tav tm="100000">
                                          <p:val>
                                            <p:strVal val="#ppt_h"/>
                                          </p:val>
                                        </p:tav>
                                      </p:tavLst>
                                    </p:anim>
                                    <p:animEffect transition="in" filter="fade">
                                      <p:cBhvr>
                                        <p:cTn id="136" dur="350"/>
                                        <p:tgtEl>
                                          <p:spTgt spid="23"/>
                                        </p:tgtEl>
                                      </p:cBhvr>
                                    </p:animEffect>
                                  </p:childTnLst>
                                </p:cTn>
                              </p:par>
                              <p:par>
                                <p:cTn id="141" presetID="22" presetClass="entr" presetSubtype="1" fill="hold" grpId="0" nodeType="withEffect">
                                  <p:stCondLst>
                                    <p:cond delay="7750"/>
                                  </p:stCondLst>
                                  <p:childTnLst>
                                    <p:set>
                                      <p:cBhvr>
                                        <p:cTn id="138" dur="1" fill="hold">
                                          <p:stCondLst>
                                            <p:cond delay="0"/>
                                          </p:stCondLst>
                                        </p:cTn>
                                        <p:tgtEl>
                                          <p:spTgt spid="21"/>
                                        </p:tgtEl>
                                        <p:attrNameLst>
                                          <p:attrName>style.visibility</p:attrName>
                                        </p:attrNameLst>
                                      </p:cBhvr>
                                      <p:to>
                                        <p:strVal val="visible"/>
                                      </p:to>
                                    </p:set>
                                    <p:animEffect transition="in" filter="wipe(down)">
                                      <p:cBhvr>
                                        <p:cTn id="139" dur="600"/>
                                        <p:tgtEl>
                                          <p:spTgt spid="21"/>
                                        </p:tgtEl>
                                      </p:cBhvr>
                                    </p:animEffect>
                                    <p:animEffect transition="in" filter="fade">
                                      <p:cBhvr>
                                        <p:cTn id="140" dur="600"/>
                                        <p:tgtEl>
                                          <p:spTgt spid="21"/>
                                        </p:tgtEl>
                                      </p:cBhvr>
                                    </p:animEffect>
                                  </p:childTnLst>
                                </p:cTn>
                              </p:par>
                              <p:par>
                                <p:cTn id="145" presetID="22" presetClass="entr" presetSubtype="1" fill="hold" grpId="0" nodeType="withEffect">
                                  <p:stCondLst>
                                    <p:cond delay="7800"/>
                                  </p:stCondLst>
                                  <p:childTnLst>
                                    <p:set>
                                      <p:cBhvr>
                                        <p:cTn id="142" dur="1" fill="hold">
                                          <p:stCondLst>
                                            <p:cond delay="0"/>
                                          </p:stCondLst>
                                        </p:cTn>
                                        <p:tgtEl>
                                          <p:spTgt spid="22"/>
                                        </p:tgtEl>
                                        <p:attrNameLst>
                                          <p:attrName>style.visibility</p:attrName>
                                        </p:attrNameLst>
                                      </p:cBhvr>
                                      <p:to>
                                        <p:strVal val="visible"/>
                                      </p:to>
                                    </p:set>
                                    <p:animEffect transition="in" filter="wipe(down)">
                                      <p:cBhvr>
                                        <p:cTn id="143" dur="450"/>
                                        <p:tgtEl>
                                          <p:spTgt spid="22"/>
                                        </p:tgtEl>
                                      </p:cBhvr>
                                    </p:animEffect>
                                    <p:animEffect transition="in" filter="fade">
                                      <p:cBhvr>
                                        <p:cTn id="144" dur="450"/>
                                        <p:tgtEl>
                                          <p:spTgt spid="22"/>
                                        </p:tgtEl>
                                      </p:cBhvr>
                                    </p:animEffect>
                                  </p:childTnLst>
                                </p:cTn>
                              </p:par>
                              <p:par>
                                <p:cTn id="147" presetID="0" presetClass="path" presetSubtype="0" fill="hold" grpId="1" nodeType="withEffect" autoRev="1" repeatCount="4000">
                                  <p:stCondLst>
                                    <p:cond delay="8380"/>
                                  </p:stCondLst>
                                  <p:childTnLst>
                                    <p:animMotion origin="layout" path="M 0 0 L 0.008 0 E" pathEditMode="relative" ptsTypes="AA">
                                      <p:cBhvr>
                                        <p:cTn id="146" dur="40" fill="hold"/>
                                        <p:tgtEl>
                                          <p:spTgt spid="21"/>
                                        </p:tgtEl>
                                        <p:attrNameLst>
                                          <p:attrName>ppt_x</p:attrName>
                                          <p:attrName>ppt_y</p:attrName>
                                        </p:attrNameLst>
                                      </p:cBhvr>
                                    </p:animMotion>
                                  </p:childTnLst>
                                </p:cTn>
                              </p:par>
                              <p:par>
                                <p:cTn id="150" presetID="22" presetClass="entr" presetSubtype="8" fill="hold" grpId="0" nodeType="withEffect">
                                  <p:stCondLst>
                                    <p:cond delay="8800"/>
                                  </p:stCondLst>
                                  <p:childTnLst>
                                    <p:set>
                                      <p:cBhvr>
                                        <p:cTn id="148" dur="1" fill="hold">
                                          <p:stCondLst>
                                            <p:cond delay="0"/>
                                          </p:stCondLst>
                                        </p:cTn>
                                        <p:tgtEl>
                                          <p:spTgt spid="24"/>
                                        </p:tgtEl>
                                        <p:attrNameLst>
                                          <p:attrName>style.visibility</p:attrName>
                                        </p:attrNameLst>
                                      </p:cBhvr>
                                      <p:to>
                                        <p:strVal val="visible"/>
                                      </p:to>
                                    </p:set>
                                    <p:animEffect transition="in" filter="wipe(left)">
                                      <p:cBhvr>
                                        <p:cTn id="149" dur="300"/>
                                        <p:tgtEl>
                                          <p:spTgt spid="24"/>
                                        </p:tgtEl>
                                      </p:cBhvr>
                                    </p:animEffect>
                                  </p:childTnLst>
                                </p:cTn>
                              </p:par>
                              <p:par>
                                <p:cTn id="154" presetID="22" presetClass="entr" presetSubtype="1" fill="hold" grpId="0" nodeType="withEffect">
                                  <p:stCondLst>
                                    <p:cond delay="9400"/>
                                  </p:stCondLst>
                                  <p:childTnLst>
                                    <p:set>
                                      <p:cBhvr>
                                        <p:cTn id="151" dur="1" fill="hold">
                                          <p:stCondLst>
                                            <p:cond delay="0"/>
                                          </p:stCondLst>
                                        </p:cTn>
                                        <p:tgtEl>
                                          <p:spTgt spid="25"/>
                                        </p:tgtEl>
                                        <p:attrNameLst>
                                          <p:attrName>style.visibility</p:attrName>
                                        </p:attrNameLst>
                                      </p:cBhvr>
                                      <p:to>
                                        <p:strVal val="visible"/>
                                      </p:to>
                                    </p:set>
                                    <p:animEffect transition="in" filter="wipe(down)">
                                      <p:cBhvr>
                                        <p:cTn id="152" dur="450"/>
                                        <p:tgtEl>
                                          <p:spTgt spid="25"/>
                                        </p:tgtEl>
                                      </p:cBhvr>
                                    </p:animEffect>
                                    <p:animEffect transition="in" filter="fade">
                                      <p:cBhvr>
                                        <p:cTn id="153" dur="450"/>
                                        <p:tgtEl>
                                          <p:spTgt spid="25"/>
                                        </p:tgtEl>
                                      </p:cBhvr>
                                    </p:animEffect>
                                  </p:childTnLst>
                                </p:cTn>
                              </p:par>
                              <p:par>
                                <p:cTn id="159" presetID="53" presetClass="entr" presetSubtype="16" fill="hold" grpId="0" nodeType="withEffect">
                                  <p:stCondLst>
                                    <p:cond delay="9500"/>
                                  </p:stCondLst>
                                  <p:childTnLst>
                                    <p:set>
                                      <p:cBhvr>
                                        <p:cTn id="155" dur="1" fill="hold">
                                          <p:stCondLst>
                                            <p:cond delay="0"/>
                                          </p:stCondLst>
                                        </p:cTn>
                                        <p:tgtEl>
                                          <p:spTgt spid="28"/>
                                        </p:tgtEl>
                                        <p:attrNameLst>
                                          <p:attrName>style.visibility</p:attrName>
                                        </p:attrNameLst>
                                      </p:cBhvr>
                                      <p:to>
                                        <p:strVal val="visible"/>
                                      </p:to>
                                    </p:set>
                                    <p:anim calcmode="lin" valueType="num">
                                      <p:cBhvr additive="base">
                                        <p:cTn id="156" dur="350" fill="hold"/>
                                        <p:tgtEl>
                                          <p:spTgt spid="28"/>
                                        </p:tgtEl>
                                        <p:attrNameLst>
                                          <p:attrName>ppt_w</p:attrName>
                                        </p:attrNameLst>
                                      </p:cBhvr>
                                      <p:tavLst>
                                        <p:tav tm="0">
                                          <p:val>
                                            <p:strVal val="0"/>
                                          </p:val>
                                        </p:tav>
                                        <p:tav tm="100000">
                                          <p:val>
                                            <p:strVal val="#ppt_w"/>
                                          </p:val>
                                        </p:tav>
                                      </p:tavLst>
                                    </p:anim>
                                    <p:anim calcmode="lin" valueType="num">
                                      <p:cBhvr additive="base">
                                        <p:cTn id="157" dur="350" fill="hold"/>
                                        <p:tgtEl>
                                          <p:spTgt spid="28"/>
                                        </p:tgtEl>
                                        <p:attrNameLst>
                                          <p:attrName>ppt_h</p:attrName>
                                        </p:attrNameLst>
                                      </p:cBhvr>
                                      <p:tavLst>
                                        <p:tav tm="0">
                                          <p:val>
                                            <p:strVal val="0"/>
                                          </p:val>
                                        </p:tav>
                                        <p:tav tm="100000">
                                          <p:val>
                                            <p:strVal val="#ppt_h"/>
                                          </p:val>
                                        </p:tav>
                                      </p:tavLst>
                                    </p:anim>
                                    <p:animEffect transition="in" filter="fade">
                                      <p:cBhvr>
                                        <p:cTn id="158" dur="350"/>
                                        <p:tgtEl>
                                          <p:spTgt spid="28"/>
                                        </p:tgtEl>
                                      </p:cBhvr>
                                    </p:animEffect>
                                  </p:childTnLst>
                                </p:cTn>
                              </p:par>
                              <p:par>
                                <p:cTn id="163" presetID="22" presetClass="entr" presetSubtype="1" fill="hold" grpId="0" nodeType="withEffect">
                                  <p:stCondLst>
                                    <p:cond delay="9550"/>
                                  </p:stCondLst>
                                  <p:childTnLst>
                                    <p:set>
                                      <p:cBhvr>
                                        <p:cTn id="160" dur="1" fill="hold">
                                          <p:stCondLst>
                                            <p:cond delay="0"/>
                                          </p:stCondLst>
                                        </p:cTn>
                                        <p:tgtEl>
                                          <p:spTgt spid="26"/>
                                        </p:tgtEl>
                                        <p:attrNameLst>
                                          <p:attrName>style.visibility</p:attrName>
                                        </p:attrNameLst>
                                      </p:cBhvr>
                                      <p:to>
                                        <p:strVal val="visible"/>
                                      </p:to>
                                    </p:set>
                                    <p:animEffect transition="in" filter="wipe(down)">
                                      <p:cBhvr>
                                        <p:cTn id="161" dur="600"/>
                                        <p:tgtEl>
                                          <p:spTgt spid="26"/>
                                        </p:tgtEl>
                                      </p:cBhvr>
                                    </p:animEffect>
                                    <p:animEffect transition="in" filter="fade">
                                      <p:cBhvr>
                                        <p:cTn id="162" dur="600"/>
                                        <p:tgtEl>
                                          <p:spTgt spid="26"/>
                                        </p:tgtEl>
                                      </p:cBhvr>
                                    </p:animEffect>
                                  </p:childTnLst>
                                </p:cTn>
                              </p:par>
                              <p:par>
                                <p:cTn id="167" presetID="22" presetClass="entr" presetSubtype="1" fill="hold" grpId="0" nodeType="withEffect">
                                  <p:stCondLst>
                                    <p:cond delay="9600"/>
                                  </p:stCondLst>
                                  <p:childTnLst>
                                    <p:set>
                                      <p:cBhvr>
                                        <p:cTn id="164" dur="1" fill="hold">
                                          <p:stCondLst>
                                            <p:cond delay="0"/>
                                          </p:stCondLst>
                                        </p:cTn>
                                        <p:tgtEl>
                                          <p:spTgt spid="27"/>
                                        </p:tgtEl>
                                        <p:attrNameLst>
                                          <p:attrName>style.visibility</p:attrName>
                                        </p:attrNameLst>
                                      </p:cBhvr>
                                      <p:to>
                                        <p:strVal val="visible"/>
                                      </p:to>
                                    </p:set>
                                    <p:animEffect transition="in" filter="wipe(down)">
                                      <p:cBhvr>
                                        <p:cTn id="165" dur="450"/>
                                        <p:tgtEl>
                                          <p:spTgt spid="27"/>
                                        </p:tgtEl>
                                      </p:cBhvr>
                                    </p:animEffect>
                                    <p:animEffect transition="in" filter="fade">
                                      <p:cBhvr>
                                        <p:cTn id="166" dur="450"/>
                                        <p:tgtEl>
                                          <p:spTgt spid="27"/>
                                        </p:tgtEl>
                                      </p:cBhvr>
                                    </p:animEffect>
                                  </p:childTnLst>
                                </p:cTn>
                              </p:par>
                              <p:par>
                                <p:cTn id="169" presetID="0" presetClass="path" presetSubtype="0" fill="hold" grpId="1" nodeType="withEffect" autoRev="1" repeatCount="4000">
                                  <p:stCondLst>
                                    <p:cond delay="10180"/>
                                  </p:stCondLst>
                                  <p:childTnLst>
                                    <p:animMotion origin="layout" path="M 0 0 L 0.008 0 E" pathEditMode="relative" ptsTypes="AA">
                                      <p:cBhvr>
                                        <p:cTn id="168" dur="40" fill="hold"/>
                                        <p:tgtEl>
                                          <p:spTgt spid="26"/>
                                        </p:tgtEl>
                                        <p:attrNameLst>
                                          <p:attrName>ppt_x</p:attrName>
                                          <p:attrName>ppt_y</p:attrName>
                                        </p:attrNameLst>
                                      </p:cBhvr>
                                    </p:animMotion>
                                  </p:childTnLst>
                                </p:cTn>
                              </p:par>
                              <p:par>
                                <p:cTn id="172" presetID="22" presetClass="entr" presetSubtype="8" fill="hold" grpId="0" nodeType="withEffect">
                                  <p:stCondLst>
                                    <p:cond delay="10600"/>
                                  </p:stCondLst>
                                  <p:childTnLst>
                                    <p:set>
                                      <p:cBhvr>
                                        <p:cTn id="170" dur="1" fill="hold">
                                          <p:stCondLst>
                                            <p:cond delay="0"/>
                                          </p:stCondLst>
                                        </p:cTn>
                                        <p:tgtEl>
                                          <p:spTgt spid="29"/>
                                        </p:tgtEl>
                                        <p:attrNameLst>
                                          <p:attrName>style.visibility</p:attrName>
                                        </p:attrNameLst>
                                      </p:cBhvr>
                                      <p:to>
                                        <p:strVal val="visible"/>
                                      </p:to>
                                    </p:set>
                                    <p:animEffect transition="in" filter="wipe(left)">
                                      <p:cBhvr>
                                        <p:cTn id="171" dur="300"/>
                                        <p:tgtEl>
                                          <p:spTgt spid="29"/>
                                        </p:tgtEl>
                                      </p:cBhvr>
                                    </p:animEffect>
                                  </p:childTnLst>
                                </p:cTn>
                              </p:par>
                              <p:par>
                                <p:cTn id="176" presetID="22" presetClass="entr" presetSubtype="1" fill="hold" grpId="0" nodeType="withEffect">
                                  <p:stCondLst>
                                    <p:cond delay="11200"/>
                                  </p:stCondLst>
                                  <p:childTnLst>
                                    <p:set>
                                      <p:cBhvr>
                                        <p:cTn id="173" dur="1" fill="hold">
                                          <p:stCondLst>
                                            <p:cond delay="0"/>
                                          </p:stCondLst>
                                        </p:cTn>
                                        <p:tgtEl>
                                          <p:spTgt spid="30"/>
                                        </p:tgtEl>
                                        <p:attrNameLst>
                                          <p:attrName>style.visibility</p:attrName>
                                        </p:attrNameLst>
                                      </p:cBhvr>
                                      <p:to>
                                        <p:strVal val="visible"/>
                                      </p:to>
                                    </p:set>
                                    <p:animEffect transition="in" filter="wipe(down)">
                                      <p:cBhvr>
                                        <p:cTn id="174" dur="450"/>
                                        <p:tgtEl>
                                          <p:spTgt spid="30"/>
                                        </p:tgtEl>
                                      </p:cBhvr>
                                    </p:animEffect>
                                    <p:animEffect transition="in" filter="fade">
                                      <p:cBhvr>
                                        <p:cTn id="175" dur="450"/>
                                        <p:tgtEl>
                                          <p:spTgt spid="30"/>
                                        </p:tgtEl>
                                      </p:cBhvr>
                                    </p:animEffect>
                                  </p:childTnLst>
                                </p:cTn>
                              </p:par>
                              <p:par>
                                <p:cTn id="181" presetID="53" presetClass="entr" presetSubtype="16" fill="hold" grpId="0" nodeType="withEffect">
                                  <p:stCondLst>
                                    <p:cond delay="11300"/>
                                  </p:stCondLst>
                                  <p:childTnLst>
                                    <p:set>
                                      <p:cBhvr>
                                        <p:cTn id="177" dur="1" fill="hold">
                                          <p:stCondLst>
                                            <p:cond delay="0"/>
                                          </p:stCondLst>
                                        </p:cTn>
                                        <p:tgtEl>
                                          <p:spTgt spid="33"/>
                                        </p:tgtEl>
                                        <p:attrNameLst>
                                          <p:attrName>style.visibility</p:attrName>
                                        </p:attrNameLst>
                                      </p:cBhvr>
                                      <p:to>
                                        <p:strVal val="visible"/>
                                      </p:to>
                                    </p:set>
                                    <p:anim calcmode="lin" valueType="num">
                                      <p:cBhvr additive="base">
                                        <p:cTn id="178" dur="350" fill="hold"/>
                                        <p:tgtEl>
                                          <p:spTgt spid="33"/>
                                        </p:tgtEl>
                                        <p:attrNameLst>
                                          <p:attrName>ppt_w</p:attrName>
                                        </p:attrNameLst>
                                      </p:cBhvr>
                                      <p:tavLst>
                                        <p:tav tm="0">
                                          <p:val>
                                            <p:strVal val="0"/>
                                          </p:val>
                                        </p:tav>
                                        <p:tav tm="100000">
                                          <p:val>
                                            <p:strVal val="#ppt_w"/>
                                          </p:val>
                                        </p:tav>
                                      </p:tavLst>
                                    </p:anim>
                                    <p:anim calcmode="lin" valueType="num">
                                      <p:cBhvr additive="base">
                                        <p:cTn id="179" dur="350" fill="hold"/>
                                        <p:tgtEl>
                                          <p:spTgt spid="33"/>
                                        </p:tgtEl>
                                        <p:attrNameLst>
                                          <p:attrName>ppt_h</p:attrName>
                                        </p:attrNameLst>
                                      </p:cBhvr>
                                      <p:tavLst>
                                        <p:tav tm="0">
                                          <p:val>
                                            <p:strVal val="0"/>
                                          </p:val>
                                        </p:tav>
                                        <p:tav tm="100000">
                                          <p:val>
                                            <p:strVal val="#ppt_h"/>
                                          </p:val>
                                        </p:tav>
                                      </p:tavLst>
                                    </p:anim>
                                    <p:animEffect transition="in" filter="fade">
                                      <p:cBhvr>
                                        <p:cTn id="180" dur="350"/>
                                        <p:tgtEl>
                                          <p:spTgt spid="33"/>
                                        </p:tgtEl>
                                      </p:cBhvr>
                                    </p:animEffect>
                                  </p:childTnLst>
                                </p:cTn>
                              </p:par>
                              <p:par>
                                <p:cTn id="185" presetID="22" presetClass="entr" presetSubtype="1" fill="hold" grpId="0" nodeType="withEffect">
                                  <p:stCondLst>
                                    <p:cond delay="11350"/>
                                  </p:stCondLst>
                                  <p:childTnLst>
                                    <p:set>
                                      <p:cBhvr>
                                        <p:cTn id="182" dur="1" fill="hold">
                                          <p:stCondLst>
                                            <p:cond delay="0"/>
                                          </p:stCondLst>
                                        </p:cTn>
                                        <p:tgtEl>
                                          <p:spTgt spid="31"/>
                                        </p:tgtEl>
                                        <p:attrNameLst>
                                          <p:attrName>style.visibility</p:attrName>
                                        </p:attrNameLst>
                                      </p:cBhvr>
                                      <p:to>
                                        <p:strVal val="visible"/>
                                      </p:to>
                                    </p:set>
                                    <p:animEffect transition="in" filter="wipe(down)">
                                      <p:cBhvr>
                                        <p:cTn id="183" dur="600"/>
                                        <p:tgtEl>
                                          <p:spTgt spid="31"/>
                                        </p:tgtEl>
                                      </p:cBhvr>
                                    </p:animEffect>
                                    <p:animEffect transition="in" filter="fade">
                                      <p:cBhvr>
                                        <p:cTn id="184" dur="600"/>
                                        <p:tgtEl>
                                          <p:spTgt spid="31"/>
                                        </p:tgtEl>
                                      </p:cBhvr>
                                    </p:animEffect>
                                  </p:childTnLst>
                                </p:cTn>
                              </p:par>
                              <p:par>
                                <p:cTn id="189" presetID="22" presetClass="entr" presetSubtype="1" fill="hold" grpId="0" nodeType="withEffect">
                                  <p:stCondLst>
                                    <p:cond delay="11400"/>
                                  </p:stCondLst>
                                  <p:childTnLst>
                                    <p:set>
                                      <p:cBhvr>
                                        <p:cTn id="186" dur="1" fill="hold">
                                          <p:stCondLst>
                                            <p:cond delay="0"/>
                                          </p:stCondLst>
                                        </p:cTn>
                                        <p:tgtEl>
                                          <p:spTgt spid="32"/>
                                        </p:tgtEl>
                                        <p:attrNameLst>
                                          <p:attrName>style.visibility</p:attrName>
                                        </p:attrNameLst>
                                      </p:cBhvr>
                                      <p:to>
                                        <p:strVal val="visible"/>
                                      </p:to>
                                    </p:set>
                                    <p:animEffect transition="in" filter="wipe(down)">
                                      <p:cBhvr>
                                        <p:cTn id="187" dur="450"/>
                                        <p:tgtEl>
                                          <p:spTgt spid="32"/>
                                        </p:tgtEl>
                                      </p:cBhvr>
                                    </p:animEffect>
                                    <p:animEffect transition="in" filter="fade">
                                      <p:cBhvr>
                                        <p:cTn id="188" dur="450"/>
                                        <p:tgtEl>
                                          <p:spTgt spid="32"/>
                                        </p:tgtEl>
                                      </p:cBhvr>
                                    </p:animEffect>
                                  </p:childTnLst>
                                </p:cTn>
                              </p:par>
                              <p:par>
                                <p:cTn id="192" presetID="10" presetClass="exit" presetSubtype="0" fill="hold" grpId="1" nodeType="withEffect">
                                  <p:stCondLst>
                                    <p:cond delay="11400"/>
                                  </p:stCondLst>
                                  <p:childTnLst>
                                    <p:animEffect transition="out" filter="fade">
                                      <p:cBhvr>
                                        <p:cTn id="190" dur="300"/>
                                        <p:tgtEl>
                                          <p:spTgt spid="38"/>
                                        </p:tgtEl>
                                      </p:cBhvr>
                                    </p:animEffect>
                                    <p:set>
                                      <p:cBhvr>
                                        <p:cTn id="191" dur="1" fill="hold">
                                          <p:stCondLst>
                                            <p:cond delay="299"/>
                                          </p:stCondLst>
                                        </p:cTn>
                                        <p:tgtEl>
                                          <p:spTgt spid="38"/>
                                        </p:tgtEl>
                                        <p:attrNameLst>
                                          <p:attrName>style.visibility</p:attrName>
                                        </p:attrNameLst>
                                      </p:cBhvr>
                                      <p:to>
                                        <p:strVal val="hidden"/>
                                      </p:to>
                                    </p:set>
                                  </p:childTnLst>
                                </p:cTn>
                              </p:par>
                              <p:par>
                                <p:cTn id="194" presetID="8" presetClass="emph" presetSubtype="0" fill="hold" grpId="3" nodeType="withEffect">
                                  <p:stCondLst>
                                    <p:cond delay="11400"/>
                                  </p:stCondLst>
                                  <p:childTnLst>
                                    <p:animRot by="-9000000">
                                      <p:cBhvr>
                                        <p:cTn id="193" dur="1300" fill="hold"/>
                                        <p:tgtEl>
                                          <p:spTgt spid="37"/>
                                        </p:tgtEl>
                                        <p:attrNameLst>
                                          <p:attrName>r</p:attrName>
                                        </p:attrNameLst>
                                      </p:cBhvr>
                                    </p:animRot>
                                  </p:childTnLst>
                                </p:cTn>
                              </p:par>
                              <p:par>
                                <p:cTn id="196" presetID="0" presetClass="path" presetSubtype="0" fill="hold" grpId="1" nodeType="withEffect" autoRev="1" repeatCount="4000">
                                  <p:stCondLst>
                                    <p:cond delay="11980"/>
                                  </p:stCondLst>
                                  <p:childTnLst>
                                    <p:animMotion origin="layout" path="M 0 0 L 0.008 0 E" pathEditMode="relative" ptsTypes="AA">
                                      <p:cBhvr>
                                        <p:cTn id="195" dur="40" fill="hold"/>
                                        <p:tgtEl>
                                          <p:spTgt spid="31"/>
                                        </p:tgtEl>
                                        <p:attrNameLst>
                                          <p:attrName>ppt_x</p:attrName>
                                          <p:attrName>ppt_y</p:attrName>
                                        </p:attrNameLst>
                                      </p:cBhvr>
                                    </p:animMotion>
                                  </p:childTnLst>
                                </p:cTn>
                              </p:par>
                              <p:par>
                                <p:cTn id="201" presetID="53" presetClass="entr" presetSubtype="32" fill="hold" grpId="0" nodeType="withEffect">
                                  <p:stCondLst>
                                    <p:cond delay="12500"/>
                                  </p:stCondLst>
                                  <p:childTnLst>
                                    <p:set>
                                      <p:cBhvr>
                                        <p:cTn id="197" dur="1" fill="hold">
                                          <p:stCondLst>
                                            <p:cond delay="0"/>
                                          </p:stCondLst>
                                        </p:cTn>
                                        <p:tgtEl>
                                          <p:spTgt spid="39"/>
                                        </p:tgtEl>
                                        <p:attrNameLst>
                                          <p:attrName>style.visibility</p:attrName>
                                        </p:attrNameLst>
                                      </p:cBhvr>
                                      <p:to>
                                        <p:strVal val="visible"/>
                                      </p:to>
                                    </p:set>
                                    <p:anim calcmode="lin" valueType="num">
                                      <p:cBhvr additive="base">
                                        <p:cTn id="198" dur="450" fill="hold"/>
                                        <p:tgtEl>
                                          <p:spTgt spid="39"/>
                                        </p:tgtEl>
                                        <p:attrNameLst>
                                          <p:attrName>ppt_w</p:attrName>
                                        </p:attrNameLst>
                                      </p:cBhvr>
                                      <p:tavLst>
                                        <p:tav tm="0">
                                          <p:val>
                                            <p:strVal val="#ppt_w*2.4"/>
                                          </p:val>
                                        </p:tav>
                                        <p:tav tm="100000">
                                          <p:val>
                                            <p:strVal val="#ppt_w"/>
                                          </p:val>
                                        </p:tav>
                                      </p:tavLst>
                                    </p:anim>
                                    <p:anim calcmode="lin" valueType="num">
                                      <p:cBhvr additive="base">
                                        <p:cTn id="199" dur="450" fill="hold"/>
                                        <p:tgtEl>
                                          <p:spTgt spid="39"/>
                                        </p:tgtEl>
                                        <p:attrNameLst>
                                          <p:attrName>ppt_h</p:attrName>
                                        </p:attrNameLst>
                                      </p:cBhvr>
                                      <p:tavLst>
                                        <p:tav tm="0">
                                          <p:val>
                                            <p:strVal val="#ppt_h*2.4"/>
                                          </p:val>
                                        </p:tav>
                                        <p:tav tm="100000">
                                          <p:val>
                                            <p:strVal val="#ppt_h"/>
                                          </p:val>
                                        </p:tav>
                                      </p:tavLst>
                                    </p:anim>
                                    <p:animEffect transition="in" filter="fade">
                                      <p:cBhvr>
                                        <p:cTn id="200" dur="450"/>
                                        <p:tgtEl>
                                          <p:spTgt spid="39"/>
                                        </p:tgtEl>
                                      </p:cBhvr>
                                    </p:animEffect>
                                  </p:childTnLst>
                                </p:cTn>
                              </p:par>
                              <p:par>
                                <p:cTn id="204" presetID="22" presetClass="entr" presetSubtype="8" fill="hold" grpId="0" nodeType="withEffect">
                                  <p:stCondLst>
                                    <p:cond delay="13400"/>
                                  </p:stCondLst>
                                  <p:childTnLst>
                                    <p:set>
                                      <p:cBhvr>
                                        <p:cTn id="202" dur="1" fill="hold">
                                          <p:stCondLst>
                                            <p:cond delay="0"/>
                                          </p:stCondLst>
                                        </p:cTn>
                                        <p:tgtEl>
                                          <p:spTgt spid="34"/>
                                        </p:tgtEl>
                                        <p:attrNameLst>
                                          <p:attrName>style.visibility</p:attrName>
                                        </p:attrNameLst>
                                      </p:cBhvr>
                                      <p:to>
                                        <p:strVal val="visible"/>
                                      </p:to>
                                    </p:set>
                                    <p:animEffect transition="in" filter="wipe(left)">
                                      <p:cBhvr>
                                        <p:cTn id="203"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3" grpId="0" animBg="1"/>
      <p:bldP spid="44" grpId="0" animBg="1"/>
      <p:bldP spid="45" grpId="0" animBg="1"/>
      <p:bldP spid="44" grpId="1" animBg="1"/>
      <p:bldP spid="4" grpId="0" animBg="1"/>
      <p:bldP spid="35" grpId="0" animBg="1"/>
      <p:bldP spid="3" grpId="1" animBg="1"/>
      <p:bldP spid="36" grpId="0" animBg="1"/>
      <p:bldP spid="5" grpId="0" animBg="1"/>
      <p:bldP spid="8" grpId="0" animBg="1"/>
      <p:bldP spid="37" grpId="0" animBg="1"/>
      <p:bldP spid="6" grpId="0" animBg="1"/>
      <p:bldP spid="7" grpId="0" animBg="1"/>
      <p:bldP spid="40" grpId="0" animBg="1"/>
      <p:bldP spid="41" grpId="0" animBg="1"/>
      <p:bldP spid="6" grpId="1" animBg="1"/>
      <p:bldP spid="42" grpId="0" animBg="1"/>
      <p:bldP spid="9" grpId="0" animBg="1"/>
      <p:bldP spid="10" grpId="0" animBg="1"/>
      <p:bldP spid="13" grpId="0" animBg="1"/>
      <p:bldP spid="11" grpId="0" animBg="1"/>
      <p:bldP spid="12" grpId="0" animBg="1"/>
      <p:bldP spid="11" grpId="1" animBg="1"/>
      <p:bldP spid="14" grpId="0" animBg="1"/>
      <p:bldP spid="15" grpId="0" animBg="1"/>
      <p:bldP spid="37" grpId="1" animBg="1"/>
      <p:bldP spid="18" grpId="0" animBg="1"/>
      <p:bldP spid="16" grpId="0" animBg="1"/>
      <p:bldP spid="17" grpId="0" animBg="1"/>
      <p:bldP spid="16" grpId="1" animBg="1"/>
      <p:bldP spid="16" grpId="2" animBg="1"/>
      <p:bldP spid="38" grpId="0" animBg="1"/>
      <p:bldP spid="37" grpId="2" animBg="1"/>
      <p:bldP spid="42" grpId="1"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8" grpId="1" animBg="1"/>
      <p:bldP spid="37" grpId="3" animBg="1"/>
      <p:bldP spid="31" grpId="1" animBg="1"/>
      <p:bldP spid="39"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5 – bKash: a strong lock, but the scammer asks you for the key</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THE SCAM WORKS · 11:58 PM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Hacked WhatsApp asks friends for bKash money">    </p:cNvPr>
          <p:cNvPicPr>
            <a:picLocks noChangeAspect="1"/>
          </p:cNvPicPr>
          <p:nvPr/>
        </p:nvPicPr>
        <p:blipFill>
          <a:blip r:embed="rId2"/>
          <a:stretch>
            <a:fillRect/>
          </a:stretch>
        </p:blipFill>
        <p:spPr>
          <a:xfrm>
            <a:off x="1215873" y="2171700"/>
            <a:ext cx="1162354"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Hacked WhatsApp asks friends for bKash money</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A call “from bKash” asks for her OTP">    </p:cNvPr>
          <p:cNvPicPr>
            <a:picLocks noChangeAspect="1"/>
          </p:cNvPicPr>
          <p:nvPr/>
        </p:nvPicPr>
        <p:blipFill>
          <a:blip r:embed="rId3"/>
          <a:stretch>
            <a:fillRect/>
          </a:stretch>
        </p:blipFill>
        <p:spPr>
          <a:xfrm>
            <a:off x="3473230" y="2171700"/>
            <a:ext cx="1092639"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call “from bKash” asks for her OTP</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Reading out the OTP lets him reset her PIN">    </p:cNvPr>
          <p:cNvPicPr>
            <a:picLocks noChangeAspect="1"/>
          </p:cNvPicPr>
          <p:nvPr/>
        </p:nvPicPr>
        <p:blipFill>
          <a:blip r:embed="rId4"/>
          <a:stretch>
            <a:fillRect/>
          </a:stretch>
        </p:blipFill>
        <p:spPr>
          <a:xfrm>
            <a:off x="5743986" y="2171700"/>
            <a:ext cx="996129"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Reading out the OTP lets him reset her PIN</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Never share an OTP or PIN: bKash never asks">    </p:cNvPr>
          <p:cNvPicPr>
            <a:picLocks noChangeAspect="1"/>
          </p:cNvPicPr>
          <p:nvPr/>
        </p:nvPicPr>
        <p:blipFill>
          <a:blip r:embed="rId5"/>
          <a:stretch>
            <a:fillRect/>
          </a:stretch>
        </p:blipFill>
        <p:spPr>
          <a:xfrm>
            <a:off x="1292621" y="4318000"/>
            <a:ext cx="1008859"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Never share an OTP or PIN: bKash never asks</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Log in with Face ID or fingerprint">    </p:cNvPr>
          <p:cNvPicPr>
            <a:picLocks noChangeAspect="1"/>
          </p:cNvPicPr>
          <p:nvPr/>
        </p:nvPicPr>
        <p:blipFill>
          <a:blip r:embed="rId6"/>
          <a:stretch>
            <a:fillRect/>
          </a:stretch>
        </p:blipFill>
        <p:spPr>
          <a:xfrm>
            <a:off x="3429688" y="4318000"/>
            <a:ext cx="1179724"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Log in with Face ID or fingerprint</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Call friends back before sending money">    </p:cNvPr>
          <p:cNvPicPr>
            <a:picLocks noChangeAspect="1"/>
          </p:cNvPicPr>
          <p:nvPr/>
        </p:nvPicPr>
        <p:blipFill>
          <a:blip r:embed="rId7"/>
          <a:stretch>
            <a:fillRect/>
          </a:stretch>
        </p:blipFill>
        <p:spPr>
          <a:xfrm>
            <a:off x="5658007" y="4318000"/>
            <a:ext cx="1168087"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Call friends back before sending money</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separate warning for PIN-reset codes, and a short hold on transfers after a PIN reset code is sent</a:t>
            </a:r>
            <a:endParaRPr lang="en-US" sz="1100" dirty="0"/>
          </a:p>
        </p:txBody>
      </p:sp>
      <p:sp>
        <p:nvSpPr>
          <p:cNvPr id="35"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THREAT LEVEL</a:t>
            </a:r>
            <a:endParaRPr lang="en-US" sz="1150" dirty="0"/>
          </a:p>
        </p:txBody>
      </p:sp>
      <p:pic>
        <p:nvPicPr>
          <p:cNvPr id="36"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7" name="needle" descr="/tmp/claude-0/-home-user-bangladesh-crime-monitor/cb82e52d-05bf-5acf-9e17-5b7416beecee/scratchpad/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8"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HIGH RISK · scam at 11:58 PM</a:t>
            </a:r>
            <a:endParaRPr lang="en-US" sz="1300" dirty="0"/>
          </a:p>
        </p:txBody>
      </p:sp>
      <p:sp>
        <p:nvSpPr>
          <p:cNvPr id="39"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SAFE · after the fixes</a:t>
            </a:r>
            <a:endParaRPr lang="en-US" sz="1300" dirty="0"/>
          </a:p>
        </p:txBody>
      </p:sp>
      <p:sp>
        <p:nvSpPr>
          <p:cNvPr id="40"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3FF0FF"/>
                </a:solidFill>
                <a:latin typeface="Consolas" pitchFamily="34" charset="0"/>
                <a:ea typeface="Consolas" pitchFamily="34" charset="-122"/>
                <a:cs typeface="Consolas" pitchFamily="34" charset="-120"/>
              </a:rPr>
              <a:t>SECURITY RADAR · 15 / 25</a:t>
            </a:r>
            <a:endParaRPr lang="en-US" sz="1150" dirty="0"/>
          </a:p>
        </p:txBody>
      </p:sp>
      <p:pic>
        <p:nvPicPr>
          <p:cNvPr id="41"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42" name="rshape" descr="/tmp/claude-0/-home-user-bangladesh-crime-monitor/cb82e52d-05bf-5acf-9e17-5b7416beecee/scratchpad/animppt/holo/radar_shape_door-bk.png">    </p:cNvPr>
          <p:cNvPicPr>
            <a:picLocks noChangeAspect="1"/>
          </p:cNvPicPr>
          <p:nvPr/>
        </p:nvPicPr>
        <p:blipFill>
          <a:blip r:embed="rId11"/>
          <a:stretch>
            <a:fillRect/>
          </a:stretch>
        </p:blipFill>
        <p:spPr>
          <a:xfrm>
            <a:off x="8413750" y="4064000"/>
            <a:ext cx="2286000" cy="1778000"/>
          </a:xfrm>
          <a:prstGeom prst="rect">
            <a:avLst/>
          </a:prstGeom>
        </p:spPr>
      </p:pic>
      <p:pic>
        <p:nvPicPr>
          <p:cNvPr id="43" name="hud" descr="/tmp/claude-0/-home-user-bangladesh-crime-monitor/cb82e52d-05bf-5acf-9e17-5b7416beecee/scratchpad/animppt/holo/hud.png">    </p:cNvPr>
          <p:cNvPicPr>
            <a:picLocks noChangeAspect="1"/>
          </p:cNvPicPr>
          <p:nvPr/>
        </p:nvPicPr>
        <p:blipFill>
          <a:blip r:embed="rId1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1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5" fill="hold">
                      <p:stCondLst>
                        <p:cond delay="indefinite"/>
                        <p:cond evt="onBegin" delay="0">
                          <p:tn val="2"/>
                        </p:cond>
                      </p:stCondLst>
                      <p:childTnLst>
                        <p:par>
                          <p:cTn id="20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3"/>
                                        </p:tgtEl>
                                        <p:attrNameLst>
                                          <p:attrName>style.visibility</p:attrName>
                                        </p:attrNameLst>
                                      </p:cBhvr>
                                      <p:to>
                                        <p:strVal val="visible"/>
                                      </p:to>
                                    </p:set>
                                    <p:animEffect transition="in" filter="fade">
                                      <p:cBhvr>
                                        <p:cTn id="8" dur="500"/>
                                        <p:tgtEl>
                                          <p:spTgt spid="4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animEffect transition="in" filter="fade">
                                      <p:cBhvr>
                                        <p:cTn id="11" dur="500"/>
                                        <p:tgtEl>
                                          <p:spTgt spid="44"/>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5"/>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4"/>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700"/>
                                  </p:stCondLst>
                                  <p:childTnLst>
                                    <p:set>
                                      <p:cBhvr>
                                        <p:cTn id="27" dur="1" fill="hold">
                                          <p:stCondLst>
                                            <p:cond delay="0"/>
                                          </p:stCondLst>
                                        </p:cTn>
                                        <p:tgtEl>
                                          <p:spTgt spid="36"/>
                                        </p:tgtEl>
                                        <p:attrNameLst>
                                          <p:attrName>style.visibility</p:attrName>
                                        </p:attrNameLst>
                                      </p:cBhvr>
                                      <p:to>
                                        <p:strVal val="visible"/>
                                      </p:to>
                                    </p:set>
                                    <p:animEffect transition="in" filter="wipe(down)">
                                      <p:cBhvr>
                                        <p:cTn id="28" dur="600"/>
                                        <p:tgtEl>
                                          <p:spTgt spid="36"/>
                                        </p:tgtEl>
                                      </p:cBhvr>
                                    </p:animEffect>
                                    <p:animEffect transition="in" filter="fade">
                                      <p:cBhvr>
                                        <p:cTn id="29" dur="600"/>
                                        <p:tgtEl>
                                          <p:spTgt spid="36"/>
                                        </p:tgtEl>
                                      </p:cBhvr>
                                    </p:animEffect>
                                  </p:childTnLst>
                                </p:cTn>
                              </p:par>
                              <p:par>
                                <p:cTn id="34" presetID="22" presetClass="entr" presetSubtype="1" fill="hold" grpId="0" nodeType="withEffect">
                                  <p:stCondLst>
                                    <p:cond delay="900"/>
                                  </p:stCondLst>
                                  <p:childTnLst>
                                    <p:set>
                                      <p:cBhvr>
                                        <p:cTn id="31" dur="1" fill="hold">
                                          <p:stCondLst>
                                            <p:cond delay="0"/>
                                          </p:stCondLst>
                                        </p:cTn>
                                        <p:tgtEl>
                                          <p:spTgt spid="5"/>
                                        </p:tgtEl>
                                        <p:attrNameLst>
                                          <p:attrName>style.visibility</p:attrName>
                                        </p:attrNameLst>
                                      </p:cBhvr>
                                      <p:to>
                                        <p:strVal val="visible"/>
                                      </p:to>
                                    </p:set>
                                    <p:animEffect transition="in" filter="wipe(down)">
                                      <p:cBhvr>
                                        <p:cTn id="32" dur="450"/>
                                        <p:tgtEl>
                                          <p:spTgt spid="5"/>
                                        </p:tgtEl>
                                      </p:cBhvr>
                                    </p:animEffect>
                                    <p:animEffect transition="in" filter="fade">
                                      <p:cBhvr>
                                        <p:cTn id="33" dur="450"/>
                                        <p:tgtEl>
                                          <p:spTgt spid="5"/>
                                        </p:tgtEl>
                                      </p:cBhvr>
                                    </p:animEffect>
                                  </p:childTnLst>
                                </p:cTn>
                              </p:par>
                              <p:par>
                                <p:cTn id="39" presetID="53" presetClass="entr" presetSubtype="16" fill="hold" grpId="0" nodeType="withEffect">
                                  <p:stCondLst>
                                    <p:cond delay="1000"/>
                                  </p:stCondLst>
                                  <p:childTnLst>
                                    <p:set>
                                      <p:cBhvr>
                                        <p:cTn id="35" dur="1" fill="hold">
                                          <p:stCondLst>
                                            <p:cond delay="0"/>
                                          </p:stCondLst>
                                        </p:cTn>
                                        <p:tgtEl>
                                          <p:spTgt spid="8"/>
                                        </p:tgtEl>
                                        <p:attrNameLst>
                                          <p:attrName>style.visibility</p:attrName>
                                        </p:attrNameLst>
                                      </p:cBhvr>
                                      <p:to>
                                        <p:strVal val="visible"/>
                                      </p:to>
                                    </p:set>
                                    <p:anim calcmode="lin" valueType="num">
                                      <p:cBhvr additive="base">
                                        <p:cTn id="36" dur="350" fill="hold"/>
                                        <p:tgtEl>
                                          <p:spTgt spid="8"/>
                                        </p:tgtEl>
                                        <p:attrNameLst>
                                          <p:attrName>ppt_w</p:attrName>
                                        </p:attrNameLst>
                                      </p:cBhvr>
                                      <p:tavLst>
                                        <p:tav tm="0">
                                          <p:val>
                                            <p:strVal val="0"/>
                                          </p:val>
                                        </p:tav>
                                        <p:tav tm="100000">
                                          <p:val>
                                            <p:strVal val="#ppt_w"/>
                                          </p:val>
                                        </p:tav>
                                      </p:tavLst>
                                    </p:anim>
                                    <p:anim calcmode="lin" valueType="num">
                                      <p:cBhvr additive="base">
                                        <p:cTn id="37" dur="350" fill="hold"/>
                                        <p:tgtEl>
                                          <p:spTgt spid="8"/>
                                        </p:tgtEl>
                                        <p:attrNameLst>
                                          <p:attrName>ppt_h</p:attrName>
                                        </p:attrNameLst>
                                      </p:cBhvr>
                                      <p:tavLst>
                                        <p:tav tm="0">
                                          <p:val>
                                            <p:strVal val="0"/>
                                          </p:val>
                                        </p:tav>
                                        <p:tav tm="100000">
                                          <p:val>
                                            <p:strVal val="#ppt_h"/>
                                          </p:val>
                                        </p:tav>
                                      </p:tavLst>
                                    </p:anim>
                                    <p:animEffect transition="in" filter="fade">
                                      <p:cBhvr>
                                        <p:cTn id="38" dur="350"/>
                                        <p:tgtEl>
                                          <p:spTgt spid="8"/>
                                        </p:tgtEl>
                                      </p:cBhvr>
                                    </p:animEffect>
                                  </p:childTnLst>
                                </p:cTn>
                              </p:par>
                              <p:par>
                                <p:cTn id="44" presetID="53" presetClass="entr" presetSubtype="16" fill="hold" grpId="0" nodeType="withEffect">
                                  <p:stCondLst>
                                    <p:cond delay="1000"/>
                                  </p:stCondLst>
                                  <p:childTnLst>
                                    <p:set>
                                      <p:cBhvr>
                                        <p:cTn id="40" dur="1" fill="hold">
                                          <p:stCondLst>
                                            <p:cond delay="0"/>
                                          </p:stCondLst>
                                        </p:cTn>
                                        <p:tgtEl>
                                          <p:spTgt spid="37"/>
                                        </p:tgtEl>
                                        <p:attrNameLst>
                                          <p:attrName>style.visibility</p:attrName>
                                        </p:attrNameLst>
                                      </p:cBhvr>
                                      <p:to>
                                        <p:strVal val="visible"/>
                                      </p:to>
                                    </p:set>
                                    <p:anim calcmode="lin" valueType="num">
                                      <p:cBhvr additive="base">
                                        <p:cTn id="41" dur="400" fill="hold"/>
                                        <p:tgtEl>
                                          <p:spTgt spid="37"/>
                                        </p:tgtEl>
                                        <p:attrNameLst>
                                          <p:attrName>ppt_w</p:attrName>
                                        </p:attrNameLst>
                                      </p:cBhvr>
                                      <p:tavLst>
                                        <p:tav tm="0">
                                          <p:val>
                                            <p:strVal val="0"/>
                                          </p:val>
                                        </p:tav>
                                        <p:tav tm="100000">
                                          <p:val>
                                            <p:strVal val="#ppt_w"/>
                                          </p:val>
                                        </p:tav>
                                      </p:tavLst>
                                    </p:anim>
                                    <p:anim calcmode="lin" valueType="num">
                                      <p:cBhvr additive="base">
                                        <p:cTn id="42" dur="400" fill="hold"/>
                                        <p:tgtEl>
                                          <p:spTgt spid="37"/>
                                        </p:tgtEl>
                                        <p:attrNameLst>
                                          <p:attrName>ppt_h</p:attrName>
                                        </p:attrNameLst>
                                      </p:cBhvr>
                                      <p:tavLst>
                                        <p:tav tm="0">
                                          <p:val>
                                            <p:strVal val="0"/>
                                          </p:val>
                                        </p:tav>
                                        <p:tav tm="100000">
                                          <p:val>
                                            <p:strVal val="#ppt_h"/>
                                          </p:val>
                                        </p:tav>
                                      </p:tavLst>
                                    </p:anim>
                                    <p:animEffect transition="in" filter="fade">
                                      <p:cBhvr>
                                        <p:cTn id="43" dur="400"/>
                                        <p:tgtEl>
                                          <p:spTgt spid="37"/>
                                        </p:tgtEl>
                                      </p:cBhvr>
                                    </p:animEffect>
                                  </p:childTnLst>
                                </p:cTn>
                              </p:par>
                              <p:par>
                                <p:cTn id="48" presetID="22" presetClass="entr" presetSubtype="1" fill="hold" grpId="0" nodeType="withEffect">
                                  <p:stCondLst>
                                    <p:cond delay="1050"/>
                                  </p:stCondLst>
                                  <p:childTnLst>
                                    <p:set>
                                      <p:cBhvr>
                                        <p:cTn id="45" dur="1" fill="hold">
                                          <p:stCondLst>
                                            <p:cond delay="0"/>
                                          </p:stCondLst>
                                        </p:cTn>
                                        <p:tgtEl>
                                          <p:spTgt spid="6"/>
                                        </p:tgtEl>
                                        <p:attrNameLst>
                                          <p:attrName>style.visibility</p:attrName>
                                        </p:attrNameLst>
                                      </p:cBhvr>
                                      <p:to>
                                        <p:strVal val="visible"/>
                                      </p:to>
                                    </p:set>
                                    <p:animEffect transition="in" filter="wipe(down)">
                                      <p:cBhvr>
                                        <p:cTn id="46" dur="600"/>
                                        <p:tgtEl>
                                          <p:spTgt spid="6"/>
                                        </p:tgtEl>
                                      </p:cBhvr>
                                    </p:animEffect>
                                    <p:animEffect transition="in" filter="fade">
                                      <p:cBhvr>
                                        <p:cTn id="47" dur="600"/>
                                        <p:tgtEl>
                                          <p:spTgt spid="6"/>
                                        </p:tgtEl>
                                      </p:cBhvr>
                                    </p:animEffect>
                                  </p:childTnLst>
                                </p:cTn>
                              </p:par>
                              <p:par>
                                <p:cTn id="52" presetID="22" presetClass="entr" presetSubtype="1" fill="hold" grpId="0" nodeType="withEffect">
                                  <p:stCondLst>
                                    <p:cond delay="1100"/>
                                  </p:stCondLst>
                                  <p:childTnLst>
                                    <p:set>
                                      <p:cBhvr>
                                        <p:cTn id="49" dur="1" fill="hold">
                                          <p:stCondLst>
                                            <p:cond delay="0"/>
                                          </p:stCondLst>
                                        </p:cTn>
                                        <p:tgtEl>
                                          <p:spTgt spid="7"/>
                                        </p:tgtEl>
                                        <p:attrNameLst>
                                          <p:attrName>style.visibility</p:attrName>
                                        </p:attrNameLst>
                                      </p:cBhvr>
                                      <p:to>
                                        <p:strVal val="visible"/>
                                      </p:to>
                                    </p:set>
                                    <p:animEffect transition="in" filter="wipe(down)">
                                      <p:cBhvr>
                                        <p:cTn id="50" dur="450"/>
                                        <p:tgtEl>
                                          <p:spTgt spid="7"/>
                                        </p:tgtEl>
                                      </p:cBhvr>
                                    </p:animEffect>
                                    <p:animEffect transition="in" filter="fade">
                                      <p:cBhvr>
                                        <p:cTn id="51" dur="450"/>
                                        <p:tgtEl>
                                          <p:spTgt spid="7"/>
                                        </p:tgtEl>
                                      </p:cBhvr>
                                    </p:animEffect>
                                  </p:childTnLst>
                                </p:cTn>
                              </p:par>
                              <p:par>
                                <p:cTn id="56" presetID="22" presetClass="entr" presetSubtype="1" fill="hold" grpId="0" nodeType="withEffect">
                                  <p:stCondLst>
                                    <p:cond delay="1200"/>
                                  </p:stCondLst>
                                  <p:childTnLst>
                                    <p:set>
                                      <p:cBhvr>
                                        <p:cTn id="53" dur="1" fill="hold">
                                          <p:stCondLst>
                                            <p:cond delay="0"/>
                                          </p:stCondLst>
                                        </p:cTn>
                                        <p:tgtEl>
                                          <p:spTgt spid="40"/>
                                        </p:tgtEl>
                                        <p:attrNameLst>
                                          <p:attrName>style.visibility</p:attrName>
                                        </p:attrNameLst>
                                      </p:cBhvr>
                                      <p:to>
                                        <p:strVal val="visible"/>
                                      </p:to>
                                    </p:set>
                                    <p:animEffect transition="in" filter="wipe(down)">
                                      <p:cBhvr>
                                        <p:cTn id="54" dur="450"/>
                                        <p:tgtEl>
                                          <p:spTgt spid="40"/>
                                        </p:tgtEl>
                                      </p:cBhvr>
                                    </p:animEffect>
                                    <p:animEffect transition="in" filter="fade">
                                      <p:cBhvr>
                                        <p:cTn id="55" dur="450"/>
                                        <p:tgtEl>
                                          <p:spTgt spid="40"/>
                                        </p:tgtEl>
                                      </p:cBhvr>
                                    </p:animEffect>
                                  </p:childTnLst>
                                </p:cTn>
                              </p:par>
                              <p:par>
                                <p:cTn id="60" presetID="22" presetClass="entr" presetSubtype="1" fill="hold" grpId="0" nodeType="withEffect">
                                  <p:stCondLst>
                                    <p:cond delay="1300"/>
                                  </p:stCondLst>
                                  <p:childTnLst>
                                    <p:set>
                                      <p:cBhvr>
                                        <p:cTn id="57" dur="1" fill="hold">
                                          <p:stCondLst>
                                            <p:cond delay="0"/>
                                          </p:stCondLst>
                                        </p:cTn>
                                        <p:tgtEl>
                                          <p:spTgt spid="41"/>
                                        </p:tgtEl>
                                        <p:attrNameLst>
                                          <p:attrName>style.visibility</p:attrName>
                                        </p:attrNameLst>
                                      </p:cBhvr>
                                      <p:to>
                                        <p:strVal val="visible"/>
                                      </p:to>
                                    </p:set>
                                    <p:animEffect transition="in" filter="wipe(down)">
                                      <p:cBhvr>
                                        <p:cTn id="58" dur="600"/>
                                        <p:tgtEl>
                                          <p:spTgt spid="41"/>
                                        </p:tgtEl>
                                      </p:cBhvr>
                                    </p:animEffect>
                                    <p:animEffect transition="in" filter="fade">
                                      <p:cBhvr>
                                        <p:cTn id="59" dur="600"/>
                                        <p:tgtEl>
                                          <p:spTgt spid="41"/>
                                        </p:tgtEl>
                                      </p:cBhvr>
                                    </p:animEffect>
                                  </p:childTnLst>
                                </p:cTn>
                              </p:par>
                              <p:par>
                                <p:cTn id="62" presetID="0" presetClass="path" presetSubtype="0" fill="hold" grpId="1" nodeType="withEffect" autoRev="1" repeatCount="4000">
                                  <p:stCondLst>
                                    <p:cond delay="1680"/>
                                  </p:stCondLst>
                                  <p:childTnLst>
                                    <p:animMotion origin="layout" path="M 0 0 L 0.008 0 E" pathEditMode="relative" ptsTypes="AA">
                                      <p:cBhvr>
                                        <p:cTn id="61" dur="40" fill="hold"/>
                                        <p:tgtEl>
                                          <p:spTgt spid="6"/>
                                        </p:tgtEl>
                                        <p:attrNameLst>
                                          <p:attrName>ppt_x</p:attrName>
                                          <p:attrName>ppt_y</p:attrName>
                                        </p:attrNameLst>
                                      </p:cBhvr>
                                    </p:animMotion>
                                  </p:childTnLst>
                                </p:cTn>
                              </p:par>
                              <p:par>
                                <p:cTn id="67" presetID="53" presetClass="entr" presetSubtype="16" fill="hold" grpId="0" nodeType="withEffect">
                                  <p:stCondLst>
                                    <p:cond delay="1800"/>
                                  </p:stCondLst>
                                  <p:childTnLst>
                                    <p:set>
                                      <p:cBhvr>
                                        <p:cTn id="63" dur="1" fill="hold">
                                          <p:stCondLst>
                                            <p:cond delay="0"/>
                                          </p:stCondLst>
                                        </p:cTn>
                                        <p:tgtEl>
                                          <p:spTgt spid="42"/>
                                        </p:tgtEl>
                                        <p:attrNameLst>
                                          <p:attrName>style.visibility</p:attrName>
                                        </p:attrNameLst>
                                      </p:cBhvr>
                                      <p:to>
                                        <p:strVal val="visible"/>
                                      </p:to>
                                    </p:set>
                                    <p:anim calcmode="lin" valueType="num">
                                      <p:cBhvr additive="base">
                                        <p:cTn id="64" dur="900" fill="hold"/>
                                        <p:tgtEl>
                                          <p:spTgt spid="42"/>
                                        </p:tgtEl>
                                        <p:attrNameLst>
                                          <p:attrName>ppt_w</p:attrName>
                                        </p:attrNameLst>
                                      </p:cBhvr>
                                      <p:tavLst>
                                        <p:tav tm="0">
                                          <p:val>
                                            <p:strVal val="0"/>
                                          </p:val>
                                        </p:tav>
                                        <p:tav tm="100000">
                                          <p:val>
                                            <p:strVal val="#ppt_w"/>
                                          </p:val>
                                        </p:tav>
                                      </p:tavLst>
                                    </p:anim>
                                    <p:anim calcmode="lin" valueType="num">
                                      <p:cBhvr additive="base">
                                        <p:cTn id="65" dur="900" fill="hold"/>
                                        <p:tgtEl>
                                          <p:spTgt spid="42"/>
                                        </p:tgtEl>
                                        <p:attrNameLst>
                                          <p:attrName>ppt_h</p:attrName>
                                        </p:attrNameLst>
                                      </p:cBhvr>
                                      <p:tavLst>
                                        <p:tav tm="0">
                                          <p:val>
                                            <p:strVal val="0"/>
                                          </p:val>
                                        </p:tav>
                                        <p:tav tm="100000">
                                          <p:val>
                                            <p:strVal val="#ppt_h"/>
                                          </p:val>
                                        </p:tav>
                                      </p:tavLst>
                                    </p:anim>
                                    <p:animEffect transition="in" filter="fade">
                                      <p:cBhvr>
                                        <p:cTn id="66" dur="900"/>
                                        <p:tgtEl>
                                          <p:spTgt spid="42"/>
                                        </p:tgtEl>
                                      </p:cBhvr>
                                    </p:animEffect>
                                  </p:childTnLst>
                                </p:cTn>
                              </p:par>
                              <p:par>
                                <p:cTn id="70" presetID="22" presetClass="entr" presetSubtype="8" fill="hold" grpId="0" nodeType="withEffect">
                                  <p:stCondLst>
                                    <p:cond delay="2100"/>
                                  </p:stCondLst>
                                  <p:childTnLst>
                                    <p:set>
                                      <p:cBhvr>
                                        <p:cTn id="68" dur="1" fill="hold">
                                          <p:stCondLst>
                                            <p:cond delay="0"/>
                                          </p:stCondLst>
                                        </p:cTn>
                                        <p:tgtEl>
                                          <p:spTgt spid="9"/>
                                        </p:tgtEl>
                                        <p:attrNameLst>
                                          <p:attrName>style.visibility</p:attrName>
                                        </p:attrNameLst>
                                      </p:cBhvr>
                                      <p:to>
                                        <p:strVal val="visible"/>
                                      </p:to>
                                    </p:set>
                                    <p:animEffect transition="in" filter="wipe(left)">
                                      <p:cBhvr>
                                        <p:cTn id="69" dur="300"/>
                                        <p:tgtEl>
                                          <p:spTgt spid="9"/>
                                        </p:tgtEl>
                                      </p:cBhvr>
                                    </p:animEffect>
                                  </p:childTnLst>
                                </p:cTn>
                              </p:par>
                              <p:par>
                                <p:cTn id="74" presetID="22" presetClass="entr" presetSubtype="1" fill="hold" grpId="0" nodeType="withEffect">
                                  <p:stCondLst>
                                    <p:cond delay="2700"/>
                                  </p:stCondLst>
                                  <p:childTnLst>
                                    <p:set>
                                      <p:cBhvr>
                                        <p:cTn id="71" dur="1" fill="hold">
                                          <p:stCondLst>
                                            <p:cond delay="0"/>
                                          </p:stCondLst>
                                        </p:cTn>
                                        <p:tgtEl>
                                          <p:spTgt spid="10"/>
                                        </p:tgtEl>
                                        <p:attrNameLst>
                                          <p:attrName>style.visibility</p:attrName>
                                        </p:attrNameLst>
                                      </p:cBhvr>
                                      <p:to>
                                        <p:strVal val="visible"/>
                                      </p:to>
                                    </p:set>
                                    <p:animEffect transition="in" filter="wipe(down)">
                                      <p:cBhvr>
                                        <p:cTn id="72" dur="450"/>
                                        <p:tgtEl>
                                          <p:spTgt spid="10"/>
                                        </p:tgtEl>
                                      </p:cBhvr>
                                    </p:animEffect>
                                    <p:animEffect transition="in" filter="fade">
                                      <p:cBhvr>
                                        <p:cTn id="73" dur="450"/>
                                        <p:tgtEl>
                                          <p:spTgt spid="10"/>
                                        </p:tgtEl>
                                      </p:cBhvr>
                                    </p:animEffect>
                                  </p:childTnLst>
                                </p:cTn>
                              </p:par>
                              <p:par>
                                <p:cTn id="79" presetID="53" presetClass="entr" presetSubtype="16" fill="hold" grpId="0" nodeType="withEffect">
                                  <p:stCondLst>
                                    <p:cond delay="2800"/>
                                  </p:stCondLst>
                                  <p:childTnLst>
                                    <p:set>
                                      <p:cBhvr>
                                        <p:cTn id="75" dur="1" fill="hold">
                                          <p:stCondLst>
                                            <p:cond delay="0"/>
                                          </p:stCondLst>
                                        </p:cTn>
                                        <p:tgtEl>
                                          <p:spTgt spid="13"/>
                                        </p:tgtEl>
                                        <p:attrNameLst>
                                          <p:attrName>style.visibility</p:attrName>
                                        </p:attrNameLst>
                                      </p:cBhvr>
                                      <p:to>
                                        <p:strVal val="visible"/>
                                      </p:to>
                                    </p:set>
                                    <p:anim calcmode="lin" valueType="num">
                                      <p:cBhvr additive="base">
                                        <p:cTn id="76" dur="350" fill="hold"/>
                                        <p:tgtEl>
                                          <p:spTgt spid="13"/>
                                        </p:tgtEl>
                                        <p:attrNameLst>
                                          <p:attrName>ppt_w</p:attrName>
                                        </p:attrNameLst>
                                      </p:cBhvr>
                                      <p:tavLst>
                                        <p:tav tm="0">
                                          <p:val>
                                            <p:strVal val="0"/>
                                          </p:val>
                                        </p:tav>
                                        <p:tav tm="100000">
                                          <p:val>
                                            <p:strVal val="#ppt_w"/>
                                          </p:val>
                                        </p:tav>
                                      </p:tavLst>
                                    </p:anim>
                                    <p:anim calcmode="lin" valueType="num">
                                      <p:cBhvr additive="base">
                                        <p:cTn id="77" dur="350" fill="hold"/>
                                        <p:tgtEl>
                                          <p:spTgt spid="13"/>
                                        </p:tgtEl>
                                        <p:attrNameLst>
                                          <p:attrName>ppt_h</p:attrName>
                                        </p:attrNameLst>
                                      </p:cBhvr>
                                      <p:tavLst>
                                        <p:tav tm="0">
                                          <p:val>
                                            <p:strVal val="0"/>
                                          </p:val>
                                        </p:tav>
                                        <p:tav tm="100000">
                                          <p:val>
                                            <p:strVal val="#ppt_h"/>
                                          </p:val>
                                        </p:tav>
                                      </p:tavLst>
                                    </p:anim>
                                    <p:animEffect transition="in" filter="fade">
                                      <p:cBhvr>
                                        <p:cTn id="78" dur="350"/>
                                        <p:tgtEl>
                                          <p:spTgt spid="13"/>
                                        </p:tgtEl>
                                      </p:cBhvr>
                                    </p:animEffect>
                                  </p:childTnLst>
                                </p:cTn>
                              </p:par>
                              <p:par>
                                <p:cTn id="83" presetID="22" presetClass="entr" presetSubtype="1" fill="hold" grpId="0" nodeType="withEffect">
                                  <p:stCondLst>
                                    <p:cond delay="2850"/>
                                  </p:stCondLst>
                                  <p:childTnLst>
                                    <p:set>
                                      <p:cBhvr>
                                        <p:cTn id="80" dur="1" fill="hold">
                                          <p:stCondLst>
                                            <p:cond delay="0"/>
                                          </p:stCondLst>
                                        </p:cTn>
                                        <p:tgtEl>
                                          <p:spTgt spid="11"/>
                                        </p:tgtEl>
                                        <p:attrNameLst>
                                          <p:attrName>style.visibility</p:attrName>
                                        </p:attrNameLst>
                                      </p:cBhvr>
                                      <p:to>
                                        <p:strVal val="visible"/>
                                      </p:to>
                                    </p:set>
                                    <p:animEffect transition="in" filter="wipe(down)">
                                      <p:cBhvr>
                                        <p:cTn id="81" dur="600"/>
                                        <p:tgtEl>
                                          <p:spTgt spid="11"/>
                                        </p:tgtEl>
                                      </p:cBhvr>
                                    </p:animEffect>
                                    <p:animEffect transition="in" filter="fade">
                                      <p:cBhvr>
                                        <p:cTn id="82" dur="600"/>
                                        <p:tgtEl>
                                          <p:spTgt spid="11"/>
                                        </p:tgtEl>
                                      </p:cBhvr>
                                    </p:animEffect>
                                  </p:childTnLst>
                                </p:cTn>
                              </p:par>
                              <p:par>
                                <p:cTn id="87" presetID="22" presetClass="entr" presetSubtype="1" fill="hold" grpId="0" nodeType="withEffect">
                                  <p:stCondLst>
                                    <p:cond delay="2900"/>
                                  </p:stCondLst>
                                  <p:childTnLst>
                                    <p:set>
                                      <p:cBhvr>
                                        <p:cTn id="84" dur="1" fill="hold">
                                          <p:stCondLst>
                                            <p:cond delay="0"/>
                                          </p:stCondLst>
                                        </p:cTn>
                                        <p:tgtEl>
                                          <p:spTgt spid="12"/>
                                        </p:tgtEl>
                                        <p:attrNameLst>
                                          <p:attrName>style.visibility</p:attrName>
                                        </p:attrNameLst>
                                      </p:cBhvr>
                                      <p:to>
                                        <p:strVal val="visible"/>
                                      </p:to>
                                    </p:set>
                                    <p:animEffect transition="in" filter="wipe(down)">
                                      <p:cBhvr>
                                        <p:cTn id="85" dur="450"/>
                                        <p:tgtEl>
                                          <p:spTgt spid="12"/>
                                        </p:tgtEl>
                                      </p:cBhvr>
                                    </p:animEffect>
                                    <p:animEffect transition="in" filter="fade">
                                      <p:cBhvr>
                                        <p:cTn id="86" dur="450"/>
                                        <p:tgtEl>
                                          <p:spTgt spid="12"/>
                                        </p:tgtEl>
                                      </p:cBhvr>
                                    </p:animEffect>
                                  </p:childTnLst>
                                </p:cTn>
                              </p:par>
                              <p:par>
                                <p:cTn id="89" presetID="0" presetClass="path" presetSubtype="0" fill="hold" grpId="1" nodeType="withEffect" autoRev="1" repeatCount="4000">
                                  <p:stCondLst>
                                    <p:cond delay="3480"/>
                                  </p:stCondLst>
                                  <p:childTnLst>
                                    <p:animMotion origin="layout" path="M 0 0 L 0.008 0 E" pathEditMode="relative" ptsTypes="AA">
                                      <p:cBhvr>
                                        <p:cTn id="88" dur="40" fill="hold"/>
                                        <p:tgtEl>
                                          <p:spTgt spid="11"/>
                                        </p:tgtEl>
                                        <p:attrNameLst>
                                          <p:attrName>ppt_x</p:attrName>
                                          <p:attrName>ppt_y</p:attrName>
                                        </p:attrNameLst>
                                      </p:cBhvr>
                                    </p:animMotion>
                                  </p:childTnLst>
                                </p:cTn>
                              </p:par>
                              <p:par>
                                <p:cTn id="92" presetID="22" presetClass="entr" presetSubtype="8" fill="hold" grpId="0" nodeType="withEffect">
                                  <p:stCondLst>
                                    <p:cond delay="39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6" presetID="22" presetClass="entr" presetSubtype="1" fill="hold" grpId="0" nodeType="withEffect">
                                  <p:stCondLst>
                                    <p:cond delay="450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450"/>
                                        <p:tgtEl>
                                          <p:spTgt spid="15"/>
                                        </p:tgtEl>
                                      </p:cBhvr>
                                    </p:animEffect>
                                    <p:animEffect transition="in" filter="fade">
                                      <p:cBhvr>
                                        <p:cTn id="95" dur="450"/>
                                        <p:tgtEl>
                                          <p:spTgt spid="15"/>
                                        </p:tgtEl>
                                      </p:cBhvr>
                                    </p:animEffect>
                                  </p:childTnLst>
                                </p:cTn>
                              </p:par>
                              <p:par>
                                <p:cTn id="98" presetID="8" presetClass="emph" presetSubtype="0" fill="hold" grpId="1" nodeType="withEffect">
                                  <p:stCondLst>
                                    <p:cond delay="4500"/>
                                  </p:stCondLst>
                                  <p:childTnLst>
                                    <p:animRot by="7200000">
                                      <p:cBhvr>
                                        <p:cTn id="97" dur="1300" fill="hold"/>
                                        <p:tgtEl>
                                          <p:spTgt spid="37"/>
                                        </p:tgtEl>
                                        <p:attrNameLst>
                                          <p:attrName>r</p:attrName>
                                        </p:attrNameLst>
                                      </p:cBhvr>
                                    </p:animRot>
                                  </p:childTnLst>
                                </p:cTn>
                              </p:par>
                              <p:par>
                                <p:cTn id="103" presetID="53" presetClass="entr" presetSubtype="16" fill="hold" grpId="0" nodeType="withEffect">
                                  <p:stCondLst>
                                    <p:cond delay="4600"/>
                                  </p:stCondLst>
                                  <p:childTnLst>
                                    <p:set>
                                      <p:cBhvr>
                                        <p:cTn id="99" dur="1" fill="hold">
                                          <p:stCondLst>
                                            <p:cond delay="0"/>
                                          </p:stCondLst>
                                        </p:cTn>
                                        <p:tgtEl>
                                          <p:spTgt spid="18"/>
                                        </p:tgtEl>
                                        <p:attrNameLst>
                                          <p:attrName>style.visibility</p:attrName>
                                        </p:attrNameLst>
                                      </p:cBhvr>
                                      <p:to>
                                        <p:strVal val="visible"/>
                                      </p:to>
                                    </p:set>
                                    <p:anim calcmode="lin" valueType="num">
                                      <p:cBhvr additive="base">
                                        <p:cTn id="100" dur="350" fill="hold"/>
                                        <p:tgtEl>
                                          <p:spTgt spid="18"/>
                                        </p:tgtEl>
                                        <p:attrNameLst>
                                          <p:attrName>ppt_w</p:attrName>
                                        </p:attrNameLst>
                                      </p:cBhvr>
                                      <p:tavLst>
                                        <p:tav tm="0">
                                          <p:val>
                                            <p:strVal val="0"/>
                                          </p:val>
                                        </p:tav>
                                        <p:tav tm="100000">
                                          <p:val>
                                            <p:strVal val="#ppt_w"/>
                                          </p:val>
                                        </p:tav>
                                      </p:tavLst>
                                    </p:anim>
                                    <p:anim calcmode="lin" valueType="num">
                                      <p:cBhvr additive="base">
                                        <p:cTn id="101" dur="350" fill="hold"/>
                                        <p:tgtEl>
                                          <p:spTgt spid="18"/>
                                        </p:tgtEl>
                                        <p:attrNameLst>
                                          <p:attrName>ppt_h</p:attrName>
                                        </p:attrNameLst>
                                      </p:cBhvr>
                                      <p:tavLst>
                                        <p:tav tm="0">
                                          <p:val>
                                            <p:strVal val="0"/>
                                          </p:val>
                                        </p:tav>
                                        <p:tav tm="100000">
                                          <p:val>
                                            <p:strVal val="#ppt_h"/>
                                          </p:val>
                                        </p:tav>
                                      </p:tavLst>
                                    </p:anim>
                                    <p:animEffect transition="in" filter="fade">
                                      <p:cBhvr>
                                        <p:cTn id="102" dur="350"/>
                                        <p:tgtEl>
                                          <p:spTgt spid="18"/>
                                        </p:tgtEl>
                                      </p:cBhvr>
                                    </p:animEffect>
                                  </p:childTnLst>
                                </p:cTn>
                              </p:par>
                              <p:par>
                                <p:cTn id="107" presetID="22" presetClass="entr" presetSubtype="1" fill="hold" grpId="0" nodeType="withEffect">
                                  <p:stCondLst>
                                    <p:cond delay="4650"/>
                                  </p:stCondLst>
                                  <p:childTnLst>
                                    <p:set>
                                      <p:cBhvr>
                                        <p:cTn id="104" dur="1" fill="hold">
                                          <p:stCondLst>
                                            <p:cond delay="0"/>
                                          </p:stCondLst>
                                        </p:cTn>
                                        <p:tgtEl>
                                          <p:spTgt spid="16"/>
                                        </p:tgtEl>
                                        <p:attrNameLst>
                                          <p:attrName>style.visibility</p:attrName>
                                        </p:attrNameLst>
                                      </p:cBhvr>
                                      <p:to>
                                        <p:strVal val="visible"/>
                                      </p:to>
                                    </p:set>
                                    <p:animEffect transition="in" filter="wipe(down)">
                                      <p:cBhvr>
                                        <p:cTn id="105" dur="600"/>
                                        <p:tgtEl>
                                          <p:spTgt spid="16"/>
                                        </p:tgtEl>
                                      </p:cBhvr>
                                    </p:animEffect>
                                    <p:animEffect transition="in" filter="fade">
                                      <p:cBhvr>
                                        <p:cTn id="106" dur="600"/>
                                        <p:tgtEl>
                                          <p:spTgt spid="16"/>
                                        </p:tgtEl>
                                      </p:cBhvr>
                                    </p:animEffect>
                                  </p:childTnLst>
                                </p:cTn>
                              </p:par>
                              <p:par>
                                <p:cTn id="111" presetID="22" presetClass="entr" presetSubtype="1" fill="hold" grpId="0" nodeType="withEffect">
                                  <p:stCondLst>
                                    <p:cond delay="4700"/>
                                  </p:stCondLst>
                                  <p:childTnLst>
                                    <p:set>
                                      <p:cBhvr>
                                        <p:cTn id="108" dur="1" fill="hold">
                                          <p:stCondLst>
                                            <p:cond delay="0"/>
                                          </p:stCondLst>
                                        </p:cTn>
                                        <p:tgtEl>
                                          <p:spTgt spid="17"/>
                                        </p:tgtEl>
                                        <p:attrNameLst>
                                          <p:attrName>style.visibility</p:attrName>
                                        </p:attrNameLst>
                                      </p:cBhvr>
                                      <p:to>
                                        <p:strVal val="visible"/>
                                      </p:to>
                                    </p:set>
                                    <p:animEffect transition="in" filter="wipe(down)">
                                      <p:cBhvr>
                                        <p:cTn id="109" dur="450"/>
                                        <p:tgtEl>
                                          <p:spTgt spid="17"/>
                                        </p:tgtEl>
                                      </p:cBhvr>
                                    </p:animEffect>
                                    <p:animEffect transition="in" filter="fade">
                                      <p:cBhvr>
                                        <p:cTn id="110" dur="450"/>
                                        <p:tgtEl>
                                          <p:spTgt spid="17"/>
                                        </p:tgtEl>
                                      </p:cBhvr>
                                    </p:animEffect>
                                  </p:childTnLst>
                                </p:cTn>
                              </p:par>
                              <p:par>
                                <p:cTn id="113" presetID="6" presetClass="emph" presetSubtype="0" fill="hold" grpId="1" nodeType="withEffect" autoRev="1" repeatCount="indefinite">
                                  <p:stCondLst>
                                    <p:cond delay="5200"/>
                                  </p:stCondLst>
                                  <p:childTnLst>
                                    <p:animScale>
                                      <p:cBhvr>
                                        <p:cTn id="112" dur="500" fill="hold"/>
                                        <p:tgtEl>
                                          <p:spTgt spid="16"/>
                                        </p:tgtEl>
                                      </p:cBhvr>
                                      <p:by x="103000" y="103000"/>
                                    </p:animScale>
                                  </p:childTnLst>
                                </p:cTn>
                              </p:par>
                              <p:par>
                                <p:cTn id="115" presetID="0" presetClass="path" presetSubtype="0" fill="hold" grpId="2" nodeType="withEffect" autoRev="1" repeatCount="4000">
                                  <p:stCondLst>
                                    <p:cond delay="52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20" presetID="53" presetClass="entr" presetSubtype="32" fill="hold" grpId="0" nodeType="withEffect">
                                  <p:stCondLst>
                                    <p:cond delay="5600"/>
                                  </p:stCondLst>
                                  <p:childTnLst>
                                    <p:set>
                                      <p:cBhvr>
                                        <p:cTn id="116" dur="1" fill="hold">
                                          <p:stCondLst>
                                            <p:cond delay="0"/>
                                          </p:stCondLst>
                                        </p:cTn>
                                        <p:tgtEl>
                                          <p:spTgt spid="38"/>
                                        </p:tgtEl>
                                        <p:attrNameLst>
                                          <p:attrName>style.visibility</p:attrName>
                                        </p:attrNameLst>
                                      </p:cBhvr>
                                      <p:to>
                                        <p:strVal val="visible"/>
                                      </p:to>
                                    </p:set>
                                    <p:anim calcmode="lin" valueType="num">
                                      <p:cBhvr additive="base">
                                        <p:cTn id="117" dur="450" fill="hold"/>
                                        <p:tgtEl>
                                          <p:spTgt spid="38"/>
                                        </p:tgtEl>
                                        <p:attrNameLst>
                                          <p:attrName>ppt_w</p:attrName>
                                        </p:attrNameLst>
                                      </p:cBhvr>
                                      <p:tavLst>
                                        <p:tav tm="0">
                                          <p:val>
                                            <p:strVal val="#ppt_w*2.4"/>
                                          </p:val>
                                        </p:tav>
                                        <p:tav tm="100000">
                                          <p:val>
                                            <p:strVal val="#ppt_w"/>
                                          </p:val>
                                        </p:tav>
                                      </p:tavLst>
                                    </p:anim>
                                    <p:anim calcmode="lin" valueType="num">
                                      <p:cBhvr additive="base">
                                        <p:cTn id="118" dur="450" fill="hold"/>
                                        <p:tgtEl>
                                          <p:spTgt spid="38"/>
                                        </p:tgtEl>
                                        <p:attrNameLst>
                                          <p:attrName>ppt_h</p:attrName>
                                        </p:attrNameLst>
                                      </p:cBhvr>
                                      <p:tavLst>
                                        <p:tav tm="0">
                                          <p:val>
                                            <p:strVal val="#ppt_h*2.4"/>
                                          </p:val>
                                        </p:tav>
                                        <p:tav tm="100000">
                                          <p:val>
                                            <p:strVal val="#ppt_h"/>
                                          </p:val>
                                        </p:tav>
                                      </p:tavLst>
                                    </p:anim>
                                    <p:animEffect transition="in" filter="fade">
                                      <p:cBhvr>
                                        <p:cTn id="119" dur="450"/>
                                        <p:tgtEl>
                                          <p:spTgt spid="38"/>
                                        </p:tgtEl>
                                      </p:cBhvr>
                                    </p:animEffect>
                                  </p:childTnLst>
                                </p:cTn>
                              </p:par>
                              <p:par>
                                <p:cTn id="122" presetID="0" presetClass="path" presetSubtype="0" fill="hold" grpId="2" nodeType="withEffect" autoRev="1" repeatCount="6000">
                                  <p:stCondLst>
                                    <p:cond delay="5850"/>
                                  </p:stCondLst>
                                  <p:childTnLst>
                                    <p:animMotion origin="layout" path="M 0 0 L 0.008 0 E" pathEditMode="relative" ptsTypes="AA">
                                      <p:cBhvr>
                                        <p:cTn id="121" dur="40" fill="hold"/>
                                        <p:tgtEl>
                                          <p:spTgt spid="37"/>
                                        </p:tgtEl>
                                        <p:attrNameLst>
                                          <p:attrName>ppt_x</p:attrName>
                                          <p:attrName>ppt_y</p:attrName>
                                        </p:attrNameLst>
                                      </p:cBhvr>
                                    </p:animMotion>
                                  </p:childTnLst>
                                </p:cTn>
                              </p:par>
                              <p:par>
                                <p:cTn id="124" presetID="6" presetClass="emph" presetSubtype="0" fill="hold" grpId="1" nodeType="withEffect" autoRev="1" repeatCount="indefinite">
                                  <p:stCondLst>
                                    <p:cond delay="6000"/>
                                  </p:stCondLst>
                                  <p:childTnLst>
                                    <p:animScale>
                                      <p:cBhvr>
                                        <p:cTn id="123" dur="700" fill="hold"/>
                                        <p:tgtEl>
                                          <p:spTgt spid="42"/>
                                        </p:tgtEl>
                                      </p:cBhvr>
                                      <p:by x="104000" y="104000"/>
                                    </p:animScale>
                                  </p:childTnLst>
                                </p:cTn>
                              </p:par>
                              <p:par>
                                <p:cTn id="128" presetID="22" presetClass="entr" presetSubtype="1" fill="hold" grpId="0" nodeType="withEffect">
                                  <p:stCondLst>
                                    <p:cond delay="7300"/>
                                  </p:stCondLst>
                                  <p:childTnLst>
                                    <p:set>
                                      <p:cBhvr>
                                        <p:cTn id="125" dur="1" fill="hold">
                                          <p:stCondLst>
                                            <p:cond delay="0"/>
                                          </p:stCondLst>
                                        </p:cTn>
                                        <p:tgtEl>
                                          <p:spTgt spid="19"/>
                                        </p:tgtEl>
                                        <p:attrNameLst>
                                          <p:attrName>style.visibility</p:attrName>
                                        </p:attrNameLst>
                                      </p:cBhvr>
                                      <p:to>
                                        <p:strVal val="visible"/>
                                      </p:to>
                                    </p:set>
                                    <p:animEffect transition="in" filter="wipe(down)">
                                      <p:cBhvr>
                                        <p:cTn id="126" dur="450"/>
                                        <p:tgtEl>
                                          <p:spTgt spid="19"/>
                                        </p:tgtEl>
                                      </p:cBhvr>
                                    </p:animEffect>
                                    <p:animEffect transition="in" filter="fade">
                                      <p:cBhvr>
                                        <p:cTn id="127" dur="450"/>
                                        <p:tgtEl>
                                          <p:spTgt spid="19"/>
                                        </p:tgtEl>
                                      </p:cBhvr>
                                    </p:animEffect>
                                  </p:childTnLst>
                                </p:cTn>
                              </p:par>
                              <p:par>
                                <p:cTn id="132" presetID="22" presetClass="entr" presetSubtype="1" fill="hold" grpId="0" nodeType="withEffect">
                                  <p:stCondLst>
                                    <p:cond delay="7600"/>
                                  </p:stCondLst>
                                  <p:childTnLst>
                                    <p:set>
                                      <p:cBhvr>
                                        <p:cTn id="129" dur="1" fill="hold">
                                          <p:stCondLst>
                                            <p:cond delay="0"/>
                                          </p:stCondLst>
                                        </p:cTn>
                                        <p:tgtEl>
                                          <p:spTgt spid="20"/>
                                        </p:tgtEl>
                                        <p:attrNameLst>
                                          <p:attrName>style.visibility</p:attrName>
                                        </p:attrNameLst>
                                      </p:cBhvr>
                                      <p:to>
                                        <p:strVal val="visible"/>
                                      </p:to>
                                    </p:set>
                                    <p:animEffect transition="in" filter="wipe(down)">
                                      <p:cBhvr>
                                        <p:cTn id="130" dur="450"/>
                                        <p:tgtEl>
                                          <p:spTgt spid="20"/>
                                        </p:tgtEl>
                                      </p:cBhvr>
                                    </p:animEffect>
                                    <p:animEffect transition="in" filter="fade">
                                      <p:cBhvr>
                                        <p:cTn id="131" dur="450"/>
                                        <p:tgtEl>
                                          <p:spTgt spid="20"/>
                                        </p:tgtEl>
                                      </p:cBhvr>
                                    </p:animEffect>
                                  </p:childTnLst>
                                </p:cTn>
                              </p:par>
                              <p:par>
                                <p:cTn id="137" presetID="53" presetClass="entr" presetSubtype="16" fill="hold" grpId="0" nodeType="withEffect">
                                  <p:stCondLst>
                                    <p:cond delay="7700"/>
                                  </p:stCondLst>
                                  <p:childTnLst>
                                    <p:set>
                                      <p:cBhvr>
                                        <p:cTn id="133" dur="1" fill="hold">
                                          <p:stCondLst>
                                            <p:cond delay="0"/>
                                          </p:stCondLst>
                                        </p:cTn>
                                        <p:tgtEl>
                                          <p:spTgt spid="23"/>
                                        </p:tgtEl>
                                        <p:attrNameLst>
                                          <p:attrName>style.visibility</p:attrName>
                                        </p:attrNameLst>
                                      </p:cBhvr>
                                      <p:to>
                                        <p:strVal val="visible"/>
                                      </p:to>
                                    </p:set>
                                    <p:anim calcmode="lin" valueType="num">
                                      <p:cBhvr additive="base">
                                        <p:cTn id="134" dur="350" fill="hold"/>
                                        <p:tgtEl>
                                          <p:spTgt spid="23"/>
                                        </p:tgtEl>
                                        <p:attrNameLst>
                                          <p:attrName>ppt_w</p:attrName>
                                        </p:attrNameLst>
                                      </p:cBhvr>
                                      <p:tavLst>
                                        <p:tav tm="0">
                                          <p:val>
                                            <p:strVal val="0"/>
                                          </p:val>
                                        </p:tav>
                                        <p:tav tm="100000">
                                          <p:val>
                                            <p:strVal val="#ppt_w"/>
                                          </p:val>
                                        </p:tav>
                                      </p:tavLst>
                                    </p:anim>
                                    <p:anim calcmode="lin" valueType="num">
                                      <p:cBhvr additive="base">
                                        <p:cTn id="135" dur="350" fill="hold"/>
                                        <p:tgtEl>
                                          <p:spTgt spid="23"/>
                                        </p:tgtEl>
                                        <p:attrNameLst>
                                          <p:attrName>ppt_h</p:attrName>
                                        </p:attrNameLst>
                                      </p:cBhvr>
                                      <p:tavLst>
                                        <p:tav tm="0">
                                          <p:val>
                                            <p:strVal val="0"/>
                                          </p:val>
                                        </p:tav>
                                        <p:tav tm="100000">
                                          <p:val>
                                            <p:strVal val="#ppt_h"/>
                                          </p:val>
                                        </p:tav>
                                      </p:tavLst>
                                    </p:anim>
                                    <p:animEffect transition="in" filter="fade">
                                      <p:cBhvr>
                                        <p:cTn id="136" dur="350"/>
                                        <p:tgtEl>
                                          <p:spTgt spid="23"/>
                                        </p:tgtEl>
                                      </p:cBhvr>
                                    </p:animEffect>
                                  </p:childTnLst>
                                </p:cTn>
                              </p:par>
                              <p:par>
                                <p:cTn id="141" presetID="22" presetClass="entr" presetSubtype="1" fill="hold" grpId="0" nodeType="withEffect">
                                  <p:stCondLst>
                                    <p:cond delay="7750"/>
                                  </p:stCondLst>
                                  <p:childTnLst>
                                    <p:set>
                                      <p:cBhvr>
                                        <p:cTn id="138" dur="1" fill="hold">
                                          <p:stCondLst>
                                            <p:cond delay="0"/>
                                          </p:stCondLst>
                                        </p:cTn>
                                        <p:tgtEl>
                                          <p:spTgt spid="21"/>
                                        </p:tgtEl>
                                        <p:attrNameLst>
                                          <p:attrName>style.visibility</p:attrName>
                                        </p:attrNameLst>
                                      </p:cBhvr>
                                      <p:to>
                                        <p:strVal val="visible"/>
                                      </p:to>
                                    </p:set>
                                    <p:animEffect transition="in" filter="wipe(down)">
                                      <p:cBhvr>
                                        <p:cTn id="139" dur="600"/>
                                        <p:tgtEl>
                                          <p:spTgt spid="21"/>
                                        </p:tgtEl>
                                      </p:cBhvr>
                                    </p:animEffect>
                                    <p:animEffect transition="in" filter="fade">
                                      <p:cBhvr>
                                        <p:cTn id="140" dur="600"/>
                                        <p:tgtEl>
                                          <p:spTgt spid="21"/>
                                        </p:tgtEl>
                                      </p:cBhvr>
                                    </p:animEffect>
                                  </p:childTnLst>
                                </p:cTn>
                              </p:par>
                              <p:par>
                                <p:cTn id="145" presetID="22" presetClass="entr" presetSubtype="1" fill="hold" grpId="0" nodeType="withEffect">
                                  <p:stCondLst>
                                    <p:cond delay="7800"/>
                                  </p:stCondLst>
                                  <p:childTnLst>
                                    <p:set>
                                      <p:cBhvr>
                                        <p:cTn id="142" dur="1" fill="hold">
                                          <p:stCondLst>
                                            <p:cond delay="0"/>
                                          </p:stCondLst>
                                        </p:cTn>
                                        <p:tgtEl>
                                          <p:spTgt spid="22"/>
                                        </p:tgtEl>
                                        <p:attrNameLst>
                                          <p:attrName>style.visibility</p:attrName>
                                        </p:attrNameLst>
                                      </p:cBhvr>
                                      <p:to>
                                        <p:strVal val="visible"/>
                                      </p:to>
                                    </p:set>
                                    <p:animEffect transition="in" filter="wipe(down)">
                                      <p:cBhvr>
                                        <p:cTn id="143" dur="450"/>
                                        <p:tgtEl>
                                          <p:spTgt spid="22"/>
                                        </p:tgtEl>
                                      </p:cBhvr>
                                    </p:animEffect>
                                    <p:animEffect transition="in" filter="fade">
                                      <p:cBhvr>
                                        <p:cTn id="144" dur="450"/>
                                        <p:tgtEl>
                                          <p:spTgt spid="22"/>
                                        </p:tgtEl>
                                      </p:cBhvr>
                                    </p:animEffect>
                                  </p:childTnLst>
                                </p:cTn>
                              </p:par>
                              <p:par>
                                <p:cTn id="147" presetID="0" presetClass="path" presetSubtype="0" fill="hold" grpId="1" nodeType="withEffect" autoRev="1" repeatCount="4000">
                                  <p:stCondLst>
                                    <p:cond delay="8380"/>
                                  </p:stCondLst>
                                  <p:childTnLst>
                                    <p:animMotion origin="layout" path="M 0 0 L 0.008 0 E" pathEditMode="relative" ptsTypes="AA">
                                      <p:cBhvr>
                                        <p:cTn id="146" dur="40" fill="hold"/>
                                        <p:tgtEl>
                                          <p:spTgt spid="21"/>
                                        </p:tgtEl>
                                        <p:attrNameLst>
                                          <p:attrName>ppt_x</p:attrName>
                                          <p:attrName>ppt_y</p:attrName>
                                        </p:attrNameLst>
                                      </p:cBhvr>
                                    </p:animMotion>
                                  </p:childTnLst>
                                </p:cTn>
                              </p:par>
                              <p:par>
                                <p:cTn id="150" presetID="22" presetClass="entr" presetSubtype="8" fill="hold" grpId="0" nodeType="withEffect">
                                  <p:stCondLst>
                                    <p:cond delay="8800"/>
                                  </p:stCondLst>
                                  <p:childTnLst>
                                    <p:set>
                                      <p:cBhvr>
                                        <p:cTn id="148" dur="1" fill="hold">
                                          <p:stCondLst>
                                            <p:cond delay="0"/>
                                          </p:stCondLst>
                                        </p:cTn>
                                        <p:tgtEl>
                                          <p:spTgt spid="24"/>
                                        </p:tgtEl>
                                        <p:attrNameLst>
                                          <p:attrName>style.visibility</p:attrName>
                                        </p:attrNameLst>
                                      </p:cBhvr>
                                      <p:to>
                                        <p:strVal val="visible"/>
                                      </p:to>
                                    </p:set>
                                    <p:animEffect transition="in" filter="wipe(left)">
                                      <p:cBhvr>
                                        <p:cTn id="149" dur="300"/>
                                        <p:tgtEl>
                                          <p:spTgt spid="24"/>
                                        </p:tgtEl>
                                      </p:cBhvr>
                                    </p:animEffect>
                                  </p:childTnLst>
                                </p:cTn>
                              </p:par>
                              <p:par>
                                <p:cTn id="154" presetID="22" presetClass="entr" presetSubtype="1" fill="hold" grpId="0" nodeType="withEffect">
                                  <p:stCondLst>
                                    <p:cond delay="9400"/>
                                  </p:stCondLst>
                                  <p:childTnLst>
                                    <p:set>
                                      <p:cBhvr>
                                        <p:cTn id="151" dur="1" fill="hold">
                                          <p:stCondLst>
                                            <p:cond delay="0"/>
                                          </p:stCondLst>
                                        </p:cTn>
                                        <p:tgtEl>
                                          <p:spTgt spid="25"/>
                                        </p:tgtEl>
                                        <p:attrNameLst>
                                          <p:attrName>style.visibility</p:attrName>
                                        </p:attrNameLst>
                                      </p:cBhvr>
                                      <p:to>
                                        <p:strVal val="visible"/>
                                      </p:to>
                                    </p:set>
                                    <p:animEffect transition="in" filter="wipe(down)">
                                      <p:cBhvr>
                                        <p:cTn id="152" dur="450"/>
                                        <p:tgtEl>
                                          <p:spTgt spid="25"/>
                                        </p:tgtEl>
                                      </p:cBhvr>
                                    </p:animEffect>
                                    <p:animEffect transition="in" filter="fade">
                                      <p:cBhvr>
                                        <p:cTn id="153" dur="450"/>
                                        <p:tgtEl>
                                          <p:spTgt spid="25"/>
                                        </p:tgtEl>
                                      </p:cBhvr>
                                    </p:animEffect>
                                  </p:childTnLst>
                                </p:cTn>
                              </p:par>
                              <p:par>
                                <p:cTn id="159" presetID="53" presetClass="entr" presetSubtype="16" fill="hold" grpId="0" nodeType="withEffect">
                                  <p:stCondLst>
                                    <p:cond delay="9500"/>
                                  </p:stCondLst>
                                  <p:childTnLst>
                                    <p:set>
                                      <p:cBhvr>
                                        <p:cTn id="155" dur="1" fill="hold">
                                          <p:stCondLst>
                                            <p:cond delay="0"/>
                                          </p:stCondLst>
                                        </p:cTn>
                                        <p:tgtEl>
                                          <p:spTgt spid="28"/>
                                        </p:tgtEl>
                                        <p:attrNameLst>
                                          <p:attrName>style.visibility</p:attrName>
                                        </p:attrNameLst>
                                      </p:cBhvr>
                                      <p:to>
                                        <p:strVal val="visible"/>
                                      </p:to>
                                    </p:set>
                                    <p:anim calcmode="lin" valueType="num">
                                      <p:cBhvr additive="base">
                                        <p:cTn id="156" dur="350" fill="hold"/>
                                        <p:tgtEl>
                                          <p:spTgt spid="28"/>
                                        </p:tgtEl>
                                        <p:attrNameLst>
                                          <p:attrName>ppt_w</p:attrName>
                                        </p:attrNameLst>
                                      </p:cBhvr>
                                      <p:tavLst>
                                        <p:tav tm="0">
                                          <p:val>
                                            <p:strVal val="0"/>
                                          </p:val>
                                        </p:tav>
                                        <p:tav tm="100000">
                                          <p:val>
                                            <p:strVal val="#ppt_w"/>
                                          </p:val>
                                        </p:tav>
                                      </p:tavLst>
                                    </p:anim>
                                    <p:anim calcmode="lin" valueType="num">
                                      <p:cBhvr additive="base">
                                        <p:cTn id="157" dur="350" fill="hold"/>
                                        <p:tgtEl>
                                          <p:spTgt spid="28"/>
                                        </p:tgtEl>
                                        <p:attrNameLst>
                                          <p:attrName>ppt_h</p:attrName>
                                        </p:attrNameLst>
                                      </p:cBhvr>
                                      <p:tavLst>
                                        <p:tav tm="0">
                                          <p:val>
                                            <p:strVal val="0"/>
                                          </p:val>
                                        </p:tav>
                                        <p:tav tm="100000">
                                          <p:val>
                                            <p:strVal val="#ppt_h"/>
                                          </p:val>
                                        </p:tav>
                                      </p:tavLst>
                                    </p:anim>
                                    <p:animEffect transition="in" filter="fade">
                                      <p:cBhvr>
                                        <p:cTn id="158" dur="350"/>
                                        <p:tgtEl>
                                          <p:spTgt spid="28"/>
                                        </p:tgtEl>
                                      </p:cBhvr>
                                    </p:animEffect>
                                  </p:childTnLst>
                                </p:cTn>
                              </p:par>
                              <p:par>
                                <p:cTn id="163" presetID="22" presetClass="entr" presetSubtype="1" fill="hold" grpId="0" nodeType="withEffect">
                                  <p:stCondLst>
                                    <p:cond delay="9550"/>
                                  </p:stCondLst>
                                  <p:childTnLst>
                                    <p:set>
                                      <p:cBhvr>
                                        <p:cTn id="160" dur="1" fill="hold">
                                          <p:stCondLst>
                                            <p:cond delay="0"/>
                                          </p:stCondLst>
                                        </p:cTn>
                                        <p:tgtEl>
                                          <p:spTgt spid="26"/>
                                        </p:tgtEl>
                                        <p:attrNameLst>
                                          <p:attrName>style.visibility</p:attrName>
                                        </p:attrNameLst>
                                      </p:cBhvr>
                                      <p:to>
                                        <p:strVal val="visible"/>
                                      </p:to>
                                    </p:set>
                                    <p:animEffect transition="in" filter="wipe(down)">
                                      <p:cBhvr>
                                        <p:cTn id="161" dur="600"/>
                                        <p:tgtEl>
                                          <p:spTgt spid="26"/>
                                        </p:tgtEl>
                                      </p:cBhvr>
                                    </p:animEffect>
                                    <p:animEffect transition="in" filter="fade">
                                      <p:cBhvr>
                                        <p:cTn id="162" dur="600"/>
                                        <p:tgtEl>
                                          <p:spTgt spid="26"/>
                                        </p:tgtEl>
                                      </p:cBhvr>
                                    </p:animEffect>
                                  </p:childTnLst>
                                </p:cTn>
                              </p:par>
                              <p:par>
                                <p:cTn id="167" presetID="22" presetClass="entr" presetSubtype="1" fill="hold" grpId="0" nodeType="withEffect">
                                  <p:stCondLst>
                                    <p:cond delay="9600"/>
                                  </p:stCondLst>
                                  <p:childTnLst>
                                    <p:set>
                                      <p:cBhvr>
                                        <p:cTn id="164" dur="1" fill="hold">
                                          <p:stCondLst>
                                            <p:cond delay="0"/>
                                          </p:stCondLst>
                                        </p:cTn>
                                        <p:tgtEl>
                                          <p:spTgt spid="27"/>
                                        </p:tgtEl>
                                        <p:attrNameLst>
                                          <p:attrName>style.visibility</p:attrName>
                                        </p:attrNameLst>
                                      </p:cBhvr>
                                      <p:to>
                                        <p:strVal val="visible"/>
                                      </p:to>
                                    </p:set>
                                    <p:animEffect transition="in" filter="wipe(down)">
                                      <p:cBhvr>
                                        <p:cTn id="165" dur="450"/>
                                        <p:tgtEl>
                                          <p:spTgt spid="27"/>
                                        </p:tgtEl>
                                      </p:cBhvr>
                                    </p:animEffect>
                                    <p:animEffect transition="in" filter="fade">
                                      <p:cBhvr>
                                        <p:cTn id="166" dur="450"/>
                                        <p:tgtEl>
                                          <p:spTgt spid="27"/>
                                        </p:tgtEl>
                                      </p:cBhvr>
                                    </p:animEffect>
                                  </p:childTnLst>
                                </p:cTn>
                              </p:par>
                              <p:par>
                                <p:cTn id="169" presetID="0" presetClass="path" presetSubtype="0" fill="hold" grpId="1" nodeType="withEffect" autoRev="1" repeatCount="4000">
                                  <p:stCondLst>
                                    <p:cond delay="10180"/>
                                  </p:stCondLst>
                                  <p:childTnLst>
                                    <p:animMotion origin="layout" path="M 0 0 L 0.008 0 E" pathEditMode="relative" ptsTypes="AA">
                                      <p:cBhvr>
                                        <p:cTn id="168" dur="40" fill="hold"/>
                                        <p:tgtEl>
                                          <p:spTgt spid="26"/>
                                        </p:tgtEl>
                                        <p:attrNameLst>
                                          <p:attrName>ppt_x</p:attrName>
                                          <p:attrName>ppt_y</p:attrName>
                                        </p:attrNameLst>
                                      </p:cBhvr>
                                    </p:animMotion>
                                  </p:childTnLst>
                                </p:cTn>
                              </p:par>
                              <p:par>
                                <p:cTn id="172" presetID="22" presetClass="entr" presetSubtype="8" fill="hold" grpId="0" nodeType="withEffect">
                                  <p:stCondLst>
                                    <p:cond delay="10600"/>
                                  </p:stCondLst>
                                  <p:childTnLst>
                                    <p:set>
                                      <p:cBhvr>
                                        <p:cTn id="170" dur="1" fill="hold">
                                          <p:stCondLst>
                                            <p:cond delay="0"/>
                                          </p:stCondLst>
                                        </p:cTn>
                                        <p:tgtEl>
                                          <p:spTgt spid="29"/>
                                        </p:tgtEl>
                                        <p:attrNameLst>
                                          <p:attrName>style.visibility</p:attrName>
                                        </p:attrNameLst>
                                      </p:cBhvr>
                                      <p:to>
                                        <p:strVal val="visible"/>
                                      </p:to>
                                    </p:set>
                                    <p:animEffect transition="in" filter="wipe(left)">
                                      <p:cBhvr>
                                        <p:cTn id="171" dur="300"/>
                                        <p:tgtEl>
                                          <p:spTgt spid="29"/>
                                        </p:tgtEl>
                                      </p:cBhvr>
                                    </p:animEffect>
                                  </p:childTnLst>
                                </p:cTn>
                              </p:par>
                              <p:par>
                                <p:cTn id="176" presetID="22" presetClass="entr" presetSubtype="1" fill="hold" grpId="0" nodeType="withEffect">
                                  <p:stCondLst>
                                    <p:cond delay="11200"/>
                                  </p:stCondLst>
                                  <p:childTnLst>
                                    <p:set>
                                      <p:cBhvr>
                                        <p:cTn id="173" dur="1" fill="hold">
                                          <p:stCondLst>
                                            <p:cond delay="0"/>
                                          </p:stCondLst>
                                        </p:cTn>
                                        <p:tgtEl>
                                          <p:spTgt spid="30"/>
                                        </p:tgtEl>
                                        <p:attrNameLst>
                                          <p:attrName>style.visibility</p:attrName>
                                        </p:attrNameLst>
                                      </p:cBhvr>
                                      <p:to>
                                        <p:strVal val="visible"/>
                                      </p:to>
                                    </p:set>
                                    <p:animEffect transition="in" filter="wipe(down)">
                                      <p:cBhvr>
                                        <p:cTn id="174" dur="450"/>
                                        <p:tgtEl>
                                          <p:spTgt spid="30"/>
                                        </p:tgtEl>
                                      </p:cBhvr>
                                    </p:animEffect>
                                    <p:animEffect transition="in" filter="fade">
                                      <p:cBhvr>
                                        <p:cTn id="175" dur="450"/>
                                        <p:tgtEl>
                                          <p:spTgt spid="30"/>
                                        </p:tgtEl>
                                      </p:cBhvr>
                                    </p:animEffect>
                                  </p:childTnLst>
                                </p:cTn>
                              </p:par>
                              <p:par>
                                <p:cTn id="181" presetID="53" presetClass="entr" presetSubtype="16" fill="hold" grpId="0" nodeType="withEffect">
                                  <p:stCondLst>
                                    <p:cond delay="11300"/>
                                  </p:stCondLst>
                                  <p:childTnLst>
                                    <p:set>
                                      <p:cBhvr>
                                        <p:cTn id="177" dur="1" fill="hold">
                                          <p:stCondLst>
                                            <p:cond delay="0"/>
                                          </p:stCondLst>
                                        </p:cTn>
                                        <p:tgtEl>
                                          <p:spTgt spid="33"/>
                                        </p:tgtEl>
                                        <p:attrNameLst>
                                          <p:attrName>style.visibility</p:attrName>
                                        </p:attrNameLst>
                                      </p:cBhvr>
                                      <p:to>
                                        <p:strVal val="visible"/>
                                      </p:to>
                                    </p:set>
                                    <p:anim calcmode="lin" valueType="num">
                                      <p:cBhvr additive="base">
                                        <p:cTn id="178" dur="350" fill="hold"/>
                                        <p:tgtEl>
                                          <p:spTgt spid="33"/>
                                        </p:tgtEl>
                                        <p:attrNameLst>
                                          <p:attrName>ppt_w</p:attrName>
                                        </p:attrNameLst>
                                      </p:cBhvr>
                                      <p:tavLst>
                                        <p:tav tm="0">
                                          <p:val>
                                            <p:strVal val="0"/>
                                          </p:val>
                                        </p:tav>
                                        <p:tav tm="100000">
                                          <p:val>
                                            <p:strVal val="#ppt_w"/>
                                          </p:val>
                                        </p:tav>
                                      </p:tavLst>
                                    </p:anim>
                                    <p:anim calcmode="lin" valueType="num">
                                      <p:cBhvr additive="base">
                                        <p:cTn id="179" dur="350" fill="hold"/>
                                        <p:tgtEl>
                                          <p:spTgt spid="33"/>
                                        </p:tgtEl>
                                        <p:attrNameLst>
                                          <p:attrName>ppt_h</p:attrName>
                                        </p:attrNameLst>
                                      </p:cBhvr>
                                      <p:tavLst>
                                        <p:tav tm="0">
                                          <p:val>
                                            <p:strVal val="0"/>
                                          </p:val>
                                        </p:tav>
                                        <p:tav tm="100000">
                                          <p:val>
                                            <p:strVal val="#ppt_h"/>
                                          </p:val>
                                        </p:tav>
                                      </p:tavLst>
                                    </p:anim>
                                    <p:animEffect transition="in" filter="fade">
                                      <p:cBhvr>
                                        <p:cTn id="180" dur="350"/>
                                        <p:tgtEl>
                                          <p:spTgt spid="33"/>
                                        </p:tgtEl>
                                      </p:cBhvr>
                                    </p:animEffect>
                                  </p:childTnLst>
                                </p:cTn>
                              </p:par>
                              <p:par>
                                <p:cTn id="185" presetID="22" presetClass="entr" presetSubtype="1" fill="hold" grpId="0" nodeType="withEffect">
                                  <p:stCondLst>
                                    <p:cond delay="11350"/>
                                  </p:stCondLst>
                                  <p:childTnLst>
                                    <p:set>
                                      <p:cBhvr>
                                        <p:cTn id="182" dur="1" fill="hold">
                                          <p:stCondLst>
                                            <p:cond delay="0"/>
                                          </p:stCondLst>
                                        </p:cTn>
                                        <p:tgtEl>
                                          <p:spTgt spid="31"/>
                                        </p:tgtEl>
                                        <p:attrNameLst>
                                          <p:attrName>style.visibility</p:attrName>
                                        </p:attrNameLst>
                                      </p:cBhvr>
                                      <p:to>
                                        <p:strVal val="visible"/>
                                      </p:to>
                                    </p:set>
                                    <p:animEffect transition="in" filter="wipe(down)">
                                      <p:cBhvr>
                                        <p:cTn id="183" dur="600"/>
                                        <p:tgtEl>
                                          <p:spTgt spid="31"/>
                                        </p:tgtEl>
                                      </p:cBhvr>
                                    </p:animEffect>
                                    <p:animEffect transition="in" filter="fade">
                                      <p:cBhvr>
                                        <p:cTn id="184" dur="600"/>
                                        <p:tgtEl>
                                          <p:spTgt spid="31"/>
                                        </p:tgtEl>
                                      </p:cBhvr>
                                    </p:animEffect>
                                  </p:childTnLst>
                                </p:cTn>
                              </p:par>
                              <p:par>
                                <p:cTn id="189" presetID="22" presetClass="entr" presetSubtype="1" fill="hold" grpId="0" nodeType="withEffect">
                                  <p:stCondLst>
                                    <p:cond delay="11400"/>
                                  </p:stCondLst>
                                  <p:childTnLst>
                                    <p:set>
                                      <p:cBhvr>
                                        <p:cTn id="186" dur="1" fill="hold">
                                          <p:stCondLst>
                                            <p:cond delay="0"/>
                                          </p:stCondLst>
                                        </p:cTn>
                                        <p:tgtEl>
                                          <p:spTgt spid="32"/>
                                        </p:tgtEl>
                                        <p:attrNameLst>
                                          <p:attrName>style.visibility</p:attrName>
                                        </p:attrNameLst>
                                      </p:cBhvr>
                                      <p:to>
                                        <p:strVal val="visible"/>
                                      </p:to>
                                    </p:set>
                                    <p:animEffect transition="in" filter="wipe(down)">
                                      <p:cBhvr>
                                        <p:cTn id="187" dur="450"/>
                                        <p:tgtEl>
                                          <p:spTgt spid="32"/>
                                        </p:tgtEl>
                                      </p:cBhvr>
                                    </p:animEffect>
                                    <p:animEffect transition="in" filter="fade">
                                      <p:cBhvr>
                                        <p:cTn id="188" dur="450"/>
                                        <p:tgtEl>
                                          <p:spTgt spid="32"/>
                                        </p:tgtEl>
                                      </p:cBhvr>
                                    </p:animEffect>
                                  </p:childTnLst>
                                </p:cTn>
                              </p:par>
                              <p:par>
                                <p:cTn id="192" presetID="10" presetClass="exit" presetSubtype="0" fill="hold" grpId="1" nodeType="withEffect">
                                  <p:stCondLst>
                                    <p:cond delay="11400"/>
                                  </p:stCondLst>
                                  <p:childTnLst>
                                    <p:animEffect transition="out" filter="fade">
                                      <p:cBhvr>
                                        <p:cTn id="190" dur="300"/>
                                        <p:tgtEl>
                                          <p:spTgt spid="38"/>
                                        </p:tgtEl>
                                      </p:cBhvr>
                                    </p:animEffect>
                                    <p:set>
                                      <p:cBhvr>
                                        <p:cTn id="191" dur="1" fill="hold">
                                          <p:stCondLst>
                                            <p:cond delay="299"/>
                                          </p:stCondLst>
                                        </p:cTn>
                                        <p:tgtEl>
                                          <p:spTgt spid="38"/>
                                        </p:tgtEl>
                                        <p:attrNameLst>
                                          <p:attrName>style.visibility</p:attrName>
                                        </p:attrNameLst>
                                      </p:cBhvr>
                                      <p:to>
                                        <p:strVal val="hidden"/>
                                      </p:to>
                                    </p:set>
                                  </p:childTnLst>
                                </p:cTn>
                              </p:par>
                              <p:par>
                                <p:cTn id="194" presetID="8" presetClass="emph" presetSubtype="0" fill="hold" grpId="3" nodeType="withEffect">
                                  <p:stCondLst>
                                    <p:cond delay="11400"/>
                                  </p:stCondLst>
                                  <p:childTnLst>
                                    <p:animRot by="-7200000">
                                      <p:cBhvr>
                                        <p:cTn id="193" dur="1300" fill="hold"/>
                                        <p:tgtEl>
                                          <p:spTgt spid="37"/>
                                        </p:tgtEl>
                                        <p:attrNameLst>
                                          <p:attrName>r</p:attrName>
                                        </p:attrNameLst>
                                      </p:cBhvr>
                                    </p:animRot>
                                  </p:childTnLst>
                                </p:cTn>
                              </p:par>
                              <p:par>
                                <p:cTn id="196" presetID="0" presetClass="path" presetSubtype="0" fill="hold" grpId="1" nodeType="withEffect" autoRev="1" repeatCount="4000">
                                  <p:stCondLst>
                                    <p:cond delay="11980"/>
                                  </p:stCondLst>
                                  <p:childTnLst>
                                    <p:animMotion origin="layout" path="M 0 0 L 0.008 0 E" pathEditMode="relative" ptsTypes="AA">
                                      <p:cBhvr>
                                        <p:cTn id="195" dur="40" fill="hold"/>
                                        <p:tgtEl>
                                          <p:spTgt spid="31"/>
                                        </p:tgtEl>
                                        <p:attrNameLst>
                                          <p:attrName>ppt_x</p:attrName>
                                          <p:attrName>ppt_y</p:attrName>
                                        </p:attrNameLst>
                                      </p:cBhvr>
                                    </p:animMotion>
                                  </p:childTnLst>
                                </p:cTn>
                              </p:par>
                              <p:par>
                                <p:cTn id="201" presetID="53" presetClass="entr" presetSubtype="32" fill="hold" grpId="0" nodeType="withEffect">
                                  <p:stCondLst>
                                    <p:cond delay="12500"/>
                                  </p:stCondLst>
                                  <p:childTnLst>
                                    <p:set>
                                      <p:cBhvr>
                                        <p:cTn id="197" dur="1" fill="hold">
                                          <p:stCondLst>
                                            <p:cond delay="0"/>
                                          </p:stCondLst>
                                        </p:cTn>
                                        <p:tgtEl>
                                          <p:spTgt spid="39"/>
                                        </p:tgtEl>
                                        <p:attrNameLst>
                                          <p:attrName>style.visibility</p:attrName>
                                        </p:attrNameLst>
                                      </p:cBhvr>
                                      <p:to>
                                        <p:strVal val="visible"/>
                                      </p:to>
                                    </p:set>
                                    <p:anim calcmode="lin" valueType="num">
                                      <p:cBhvr additive="base">
                                        <p:cTn id="198" dur="450" fill="hold"/>
                                        <p:tgtEl>
                                          <p:spTgt spid="39"/>
                                        </p:tgtEl>
                                        <p:attrNameLst>
                                          <p:attrName>ppt_w</p:attrName>
                                        </p:attrNameLst>
                                      </p:cBhvr>
                                      <p:tavLst>
                                        <p:tav tm="0">
                                          <p:val>
                                            <p:strVal val="#ppt_w*2.4"/>
                                          </p:val>
                                        </p:tav>
                                        <p:tav tm="100000">
                                          <p:val>
                                            <p:strVal val="#ppt_w"/>
                                          </p:val>
                                        </p:tav>
                                      </p:tavLst>
                                    </p:anim>
                                    <p:anim calcmode="lin" valueType="num">
                                      <p:cBhvr additive="base">
                                        <p:cTn id="199" dur="450" fill="hold"/>
                                        <p:tgtEl>
                                          <p:spTgt spid="39"/>
                                        </p:tgtEl>
                                        <p:attrNameLst>
                                          <p:attrName>ppt_h</p:attrName>
                                        </p:attrNameLst>
                                      </p:cBhvr>
                                      <p:tavLst>
                                        <p:tav tm="0">
                                          <p:val>
                                            <p:strVal val="#ppt_h*2.4"/>
                                          </p:val>
                                        </p:tav>
                                        <p:tav tm="100000">
                                          <p:val>
                                            <p:strVal val="#ppt_h"/>
                                          </p:val>
                                        </p:tav>
                                      </p:tavLst>
                                    </p:anim>
                                    <p:animEffect transition="in" filter="fade">
                                      <p:cBhvr>
                                        <p:cTn id="200" dur="450"/>
                                        <p:tgtEl>
                                          <p:spTgt spid="39"/>
                                        </p:tgtEl>
                                      </p:cBhvr>
                                    </p:animEffect>
                                  </p:childTnLst>
                                </p:cTn>
                              </p:par>
                              <p:par>
                                <p:cTn id="204" presetID="22" presetClass="entr" presetSubtype="8" fill="hold" grpId="0" nodeType="withEffect">
                                  <p:stCondLst>
                                    <p:cond delay="13400"/>
                                  </p:stCondLst>
                                  <p:childTnLst>
                                    <p:set>
                                      <p:cBhvr>
                                        <p:cTn id="202" dur="1" fill="hold">
                                          <p:stCondLst>
                                            <p:cond delay="0"/>
                                          </p:stCondLst>
                                        </p:cTn>
                                        <p:tgtEl>
                                          <p:spTgt spid="34"/>
                                        </p:tgtEl>
                                        <p:attrNameLst>
                                          <p:attrName>style.visibility</p:attrName>
                                        </p:attrNameLst>
                                      </p:cBhvr>
                                      <p:to>
                                        <p:strVal val="visible"/>
                                      </p:to>
                                    </p:set>
                                    <p:animEffect transition="in" filter="wipe(left)">
                                      <p:cBhvr>
                                        <p:cTn id="203"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3" grpId="0" animBg="1"/>
      <p:bldP spid="44" grpId="0" animBg="1"/>
      <p:bldP spid="45" grpId="0" animBg="1"/>
      <p:bldP spid="44" grpId="1" animBg="1"/>
      <p:bldP spid="4" grpId="0" animBg="1"/>
      <p:bldP spid="35" grpId="0" animBg="1"/>
      <p:bldP spid="3" grpId="1" animBg="1"/>
      <p:bldP spid="36" grpId="0" animBg="1"/>
      <p:bldP spid="5" grpId="0" animBg="1"/>
      <p:bldP spid="8" grpId="0" animBg="1"/>
      <p:bldP spid="37" grpId="0" animBg="1"/>
      <p:bldP spid="6" grpId="0" animBg="1"/>
      <p:bldP spid="7" grpId="0" animBg="1"/>
      <p:bldP spid="40" grpId="0" animBg="1"/>
      <p:bldP spid="41" grpId="0" animBg="1"/>
      <p:bldP spid="6" grpId="1" animBg="1"/>
      <p:bldP spid="42" grpId="0" animBg="1"/>
      <p:bldP spid="9" grpId="0" animBg="1"/>
      <p:bldP spid="10" grpId="0" animBg="1"/>
      <p:bldP spid="13" grpId="0" animBg="1"/>
      <p:bldP spid="11" grpId="0" animBg="1"/>
      <p:bldP spid="12" grpId="0" animBg="1"/>
      <p:bldP spid="11" grpId="1" animBg="1"/>
      <p:bldP spid="14" grpId="0" animBg="1"/>
      <p:bldP spid="15" grpId="0" animBg="1"/>
      <p:bldP spid="37" grpId="1" animBg="1"/>
      <p:bldP spid="18" grpId="0" animBg="1"/>
      <p:bldP spid="16" grpId="0" animBg="1"/>
      <p:bldP spid="17" grpId="0" animBg="1"/>
      <p:bldP spid="16" grpId="1" animBg="1"/>
      <p:bldP spid="16" grpId="2" animBg="1"/>
      <p:bldP spid="38" grpId="0" animBg="1"/>
      <p:bldP spid="37" grpId="2" animBg="1"/>
      <p:bldP spid="42" grpId="1"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8" grpId="1" animBg="1"/>
      <p:bldP spid="37" grpId="3" animBg="1"/>
      <p:bldP spid="31" grpId="1" animBg="1"/>
      <p:bldP spid="39" grpId="0"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Rewind: which locks held? WhatsApp is the most secure by default</a:t>
            </a:r>
            <a:endParaRPr lang="en-US" sz="3200" dirty="0"/>
          </a:p>
        </p:txBody>
      </p:sp>
      <p:sp>
        <p:nvSpPr>
          <p:cNvPr id="4" name="rl0"/>
          <p:cNvSpPr txBox="1"/>
          <p:nvPr/>
        </p:nvSpPr>
        <p:spPr>
          <a:xfrm>
            <a:off x="812800" y="20701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5" name="rb0"/>
          <p:cNvSpPr/>
          <p:nvPr/>
        </p:nvSpPr>
        <p:spPr>
          <a:xfrm>
            <a:off x="2146300" y="20320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6" name="rv0"/>
          <p:cNvSpPr txBox="1"/>
          <p:nvPr/>
        </p:nvSpPr>
        <p:spPr>
          <a:xfrm>
            <a:off x="5829300" y="20447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7" name="rl1"/>
          <p:cNvSpPr txBox="1"/>
          <p:nvPr/>
        </p:nvSpPr>
        <p:spPr>
          <a:xfrm>
            <a:off x="812800" y="25400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8" name="rb1"/>
          <p:cNvSpPr/>
          <p:nvPr/>
        </p:nvSpPr>
        <p:spPr>
          <a:xfrm>
            <a:off x="2146300" y="25019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9" name="rv1"/>
          <p:cNvSpPr txBox="1"/>
          <p:nvPr/>
        </p:nvSpPr>
        <p:spPr>
          <a:xfrm>
            <a:off x="5829300" y="25146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10" name="rl2"/>
          <p:cNvSpPr txBox="1"/>
          <p:nvPr/>
        </p:nvSpPr>
        <p:spPr>
          <a:xfrm>
            <a:off x="812800" y="30099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11" name="rb2"/>
          <p:cNvSpPr/>
          <p:nvPr/>
        </p:nvSpPr>
        <p:spPr>
          <a:xfrm>
            <a:off x="2146300" y="29718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2" name="rv2"/>
          <p:cNvSpPr txBox="1"/>
          <p:nvPr/>
        </p:nvSpPr>
        <p:spPr>
          <a:xfrm>
            <a:off x="5118100" y="29845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3" name="rl3"/>
          <p:cNvSpPr txBox="1"/>
          <p:nvPr/>
        </p:nvSpPr>
        <p:spPr>
          <a:xfrm>
            <a:off x="812800" y="34798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14" name="rb3"/>
          <p:cNvSpPr/>
          <p:nvPr/>
        </p:nvSpPr>
        <p:spPr>
          <a:xfrm>
            <a:off x="2146300" y="34417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5" name="rv3"/>
          <p:cNvSpPr txBox="1"/>
          <p:nvPr/>
        </p:nvSpPr>
        <p:spPr>
          <a:xfrm>
            <a:off x="5118100" y="34544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6" name="rl4"/>
          <p:cNvSpPr txBox="1"/>
          <p:nvPr/>
        </p:nvSpPr>
        <p:spPr>
          <a:xfrm>
            <a:off x="812800" y="39497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17" name="rb4"/>
          <p:cNvSpPr/>
          <p:nvPr/>
        </p:nvSpPr>
        <p:spPr>
          <a:xfrm>
            <a:off x="2146300" y="3911600"/>
            <a:ext cx="26670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8" name="rv4"/>
          <p:cNvSpPr txBox="1"/>
          <p:nvPr/>
        </p:nvSpPr>
        <p:spPr>
          <a:xfrm>
            <a:off x="4940300" y="39243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15</a:t>
            </a:r>
            <a:endParaRPr lang="en-US" sz="1800" dirty="0"/>
          </a:p>
        </p:txBody>
      </p:sp>
      <p:sp>
        <p:nvSpPr>
          <p:cNvPr id="19" name="axis"/>
          <p:cNvSpPr txBox="1"/>
          <p:nvPr/>
        </p:nvSpPr>
        <p:spPr>
          <a:xfrm>
            <a:off x="2146300" y="4406900"/>
            <a:ext cx="3810000" cy="2032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Total score out of 25</a:t>
            </a:r>
            <a:endParaRPr lang="en-US" sz="1200" dirty="0"/>
          </a:p>
        </p:txBody>
      </p:sp>
      <p:sp>
        <p:nvSpPr>
          <p:cNvPr id="20" name="cb0"/>
          <p:cNvSpPr/>
          <p:nvPr/>
        </p:nvSpPr>
        <p:spPr>
          <a:xfrm>
            <a:off x="7543800" y="2032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1" name="cbar0"/>
          <p:cNvSpPr/>
          <p:nvPr/>
        </p:nvSpPr>
        <p:spPr>
          <a:xfrm>
            <a:off x="7543800" y="2032000"/>
            <a:ext cx="63500" cy="7874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22" name="ct0"/>
          <p:cNvSpPr txBox="1"/>
          <p:nvPr/>
        </p:nvSpPr>
        <p:spPr>
          <a:xfrm>
            <a:off x="7747000" y="2133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Most secure by default: WhatsApp</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Encryption is on from install; it was never broken</a:t>
            </a:r>
            <a:endParaRPr lang="en-US" sz="1600" dirty="0"/>
          </a:p>
        </p:txBody>
      </p:sp>
      <p:sp>
        <p:nvSpPr>
          <p:cNvPr id="23" name="cb1"/>
          <p:cNvSpPr/>
          <p:nvPr/>
        </p:nvSpPr>
        <p:spPr>
          <a:xfrm>
            <a:off x="7543800" y="2921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cbar1"/>
          <p:cNvSpPr/>
          <p:nvPr/>
        </p:nvSpPr>
        <p:spPr>
          <a:xfrm>
            <a:off x="7543800" y="2921000"/>
            <a:ext cx="63500" cy="78740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25" name="ct1"/>
          <p:cNvSpPr txBox="1"/>
          <p:nvPr/>
        </p:nvSpPr>
        <p:spPr>
          <a:xfrm>
            <a:off x="7747000" y="3022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Protect first: Gmail</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The master key: once it fell, two more doors followed</a:t>
            </a:r>
            <a:endParaRPr lang="en-US" sz="1600" dirty="0"/>
          </a:p>
        </p:txBody>
      </p:sp>
      <p:sp>
        <p:nvSpPr>
          <p:cNvPr id="26" name="cb2"/>
          <p:cNvSpPr/>
          <p:nvPr/>
        </p:nvSpPr>
        <p:spPr>
          <a:xfrm>
            <a:off x="7543800" y="3810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7" name="cbar2"/>
          <p:cNvSpPr/>
          <p:nvPr/>
        </p:nvSpPr>
        <p:spPr>
          <a:xfrm>
            <a:off x="7543800" y="3810000"/>
            <a:ext cx="63500" cy="787400"/>
          </a:xfrm>
          <a:prstGeom prst="rect">
            <a:avLst/>
          </a:prstGeom>
          <a:solidFill>
            <a:srgbClr val="FF4F6E"/>
          </a:solidFill>
          <a:ln/>
          <a:effectLst>
            <a:outerShdw sx="100000" sy="100000" kx="0" ky="0" algn="bl" rotWithShape="0" blurRad="114300" dist="50800" dir="5400000">
              <a:srgbClr val="3FF0FF">
                <a:alpha val="45000"/>
              </a:srgbClr>
            </a:outerShdw>
          </a:effectLst>
        </p:spPr>
      </p:sp>
      <p:sp>
        <p:nvSpPr>
          <p:cNvPr id="28" name="ct2"/>
          <p:cNvSpPr txBox="1"/>
          <p:nvPr/>
        </p:nvSpPr>
        <p:spPr>
          <a:xfrm>
            <a:off x="7747000" y="3911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Lowest: bKash</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Scammers target the user, not the app</a:t>
            </a:r>
            <a:endParaRPr lang="en-US" sz="1600" dirty="0"/>
          </a:p>
        </p:txBody>
      </p:sp>
      <p:sp>
        <p:nvSpPr>
          <p:cNvPr id="29" name="banner"/>
          <p:cNvSpPr/>
          <p:nvPr/>
        </p:nvSpPr>
        <p:spPr>
          <a:xfrm>
            <a:off x="812800" y="5016500"/>
            <a:ext cx="10566400" cy="635000"/>
          </a:xfrm>
          <a:prstGeom prst="roundRect">
            <a:avLst>
              <a:gd name="adj" fmla="val 21600"/>
            </a:avLst>
          </a:prstGeom>
          <a:solidFill>
            <a:srgbClr val="FF4FD8"/>
          </a:solidFill>
          <a:ln/>
          <a:effectLst>
            <a:outerShdw sx="100000" sy="100000" kx="0" ky="0" algn="bl" rotWithShape="0" blurRad="114300" dist="50800" dir="5400000">
              <a:srgbClr val="FF4FD8">
                <a:alpha val="45000"/>
              </a:srgbClr>
            </a:outerShdw>
          </a:effectLst>
        </p:spPr>
        <p:txBody>
          <a:bodyPr wrap="square" lIns="0" tIns="0" rIns="0" bIns="0" rtlCol="0" anchor="ctr"/>
          <a:lstStyle/>
          <a:p>
            <a:pPr algn="ctr" indent="0" marL="0">
              <a:buNone/>
            </a:pPr>
            <a:r>
              <a:rPr lang="en-US" sz="1800" b="1" dirty="0">
                <a:solidFill>
                  <a:srgbClr val="06101E"/>
                </a:solidFill>
                <a:latin typeface="Segoe UI" pitchFamily="34" charset="0"/>
                <a:ea typeface="Segoe UI" pitchFamily="34" charset="-122"/>
                <a:cs typeface="Segoe UI" pitchFamily="34" charset="-120"/>
              </a:rPr>
              <a:t>Not a single lock was broken. Every door was opened from the inside.</a:t>
            </a:r>
            <a:endParaRPr lang="en-US" sz="1800" dirty="0"/>
          </a:p>
        </p:txBody>
      </p:sp>
      <p:pic>
        <p:nvPicPr>
          <p:cNvPr id="3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2" fill="hold">
                      <p:stCondLst>
                        <p:cond delay="indefinite"/>
                        <p:cond evt="onBegin" delay="0">
                          <p:tn val="2"/>
                        </p:cond>
                      </p:stCondLst>
                      <p:childTnLst>
                        <p:par>
                          <p:cTn id="12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500"/>
                                        <p:tgtEl>
                                          <p:spTgt spid="3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500"/>
                                        <p:tgtEl>
                                          <p:spTgt spid="31"/>
                                        </p:tgtEl>
                                      </p:cBhvr>
                                    </p:animEffect>
                                  </p:childTnLst>
                                </p:cTn>
                              </p:par>
                              <p:par>
                                <p:cTn id="15" presetID="10" presetClass="entr" presetSubtype="0"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8" presetID="22" presetClass="entr" presetSubtype="8" fill="hold" grpId="0" nodeType="withEffect">
                                  <p:stCondLst>
                                    <p:cond delay="30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1400"/>
                                        <p:tgtEl>
                                          <p:spTgt spid="5"/>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32"/>
                                        </p:tgtEl>
                                        <p:attrNameLst>
                                          <p:attrName>ppt_x</p:attrName>
                                          <p:attrName>ppt_y</p:attrName>
                                        </p:attrNameLst>
                                      </p:cBhvr>
                                    </p:animMotion>
                                  </p:childTnLst>
                                </p:cTn>
                              </p:par>
                              <p:par>
                                <p:cTn id="23" presetID="10" presetClass="entr" presetSubtype="0" fill="hold" grpId="0" nodeType="withEffect">
                                  <p:stCondLst>
                                    <p:cond delay="4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6" presetID="22" presetClass="entr" presetSubtype="8" fill="hold" grpId="0" nodeType="withEffect">
                                  <p:stCondLst>
                                    <p:cond delay="50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1400"/>
                                        <p:tgtEl>
                                          <p:spTgt spid="8"/>
                                        </p:tgtEl>
                                      </p:cBhvr>
                                    </p:animEffect>
                                  </p:childTnLst>
                                </p:cTn>
                              </p:par>
                              <p:par>
                                <p:cTn id="28" presetID="8" presetClass="emph" presetSubtype="0" fill="hold" grpId="1" nodeType="withEffect" repeatCount="indefinite">
                                  <p:stCondLst>
                                    <p:cond delay="500"/>
                                  </p:stCondLst>
                                  <p:childTnLst>
                                    <p:animRot by="21600000">
                                      <p:cBhvr>
                                        <p:cTn id="27" dur="16000" fill="hold"/>
                                        <p:tgtEl>
                                          <p:spTgt spid="31"/>
                                        </p:tgtEl>
                                        <p:attrNameLst>
                                          <p:attrName>r</p:attrName>
                                        </p:attrNameLst>
                                      </p:cBhvr>
                                    </p:animRot>
                                  </p:childTnLst>
                                </p:cTn>
                              </p:par>
                              <p:par>
                                <p:cTn id="31" presetID="10" presetClass="entr" presetSubtype="0" fill="hold" grpId="0"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6" presetID="22" presetClass="entr" presetSubtype="8" fill="hold" grpId="0" nodeType="withEffect">
                                  <p:stCondLst>
                                    <p:cond delay="70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1400"/>
                                        <p:tgtEl>
                                          <p:spTgt spid="11"/>
                                        </p:tgtEl>
                                      </p:cBhvr>
                                    </p:animEffect>
                                  </p:childTnLst>
                                </p:cTn>
                              </p:par>
                              <p:par>
                                <p:cTn id="39" presetID="10" presetClass="entr" presetSubtype="0" fill="hold" grpId="0" nodeType="withEffect">
                                  <p:stCondLst>
                                    <p:cond delay="8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42" presetID="22" presetClass="entr" presetSubtype="8" fill="hold" grpId="0" nodeType="withEffect">
                                  <p:stCondLst>
                                    <p:cond delay="90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1400"/>
                                        <p:tgtEl>
                                          <p:spTgt spid="14"/>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8" presetID="22" presetClass="entr" presetSubtype="8" fill="hold" grpId="0" nodeType="withEffect">
                                  <p:stCondLst>
                                    <p:cond delay="1100"/>
                                  </p:stCondLst>
                                  <p:childTnLst>
                                    <p:set>
                                      <p:cBhvr>
                                        <p:cTn id="46" dur="1" fill="hold">
                                          <p:stCondLst>
                                            <p:cond delay="0"/>
                                          </p:stCondLst>
                                        </p:cTn>
                                        <p:tgtEl>
                                          <p:spTgt spid="17"/>
                                        </p:tgtEl>
                                        <p:attrNameLst>
                                          <p:attrName>style.visibility</p:attrName>
                                        </p:attrNameLst>
                                      </p:cBhvr>
                                      <p:to>
                                        <p:strVal val="visible"/>
                                      </p:to>
                                    </p:set>
                                    <p:animEffect transition="in" filter="wipe(left)">
                                      <p:cBhvr>
                                        <p:cTn id="47" dur="1400"/>
                                        <p:tgtEl>
                                          <p:spTgt spid="17"/>
                                        </p:tgtEl>
                                      </p:cBhvr>
                                    </p:animEffect>
                                  </p:childTnLst>
                                </p:cTn>
                              </p:par>
                              <p:par>
                                <p:cTn id="53" presetID="53" presetClass="entr" presetSubtype="16" fill="hold" grpId="0" nodeType="withEffect">
                                  <p:stCondLst>
                                    <p:cond delay="1500"/>
                                  </p:stCondLst>
                                  <p:childTnLst>
                                    <p:set>
                                      <p:cBhvr>
                                        <p:cTn id="49" dur="1" fill="hold">
                                          <p:stCondLst>
                                            <p:cond delay="0"/>
                                          </p:stCondLst>
                                        </p:cTn>
                                        <p:tgtEl>
                                          <p:spTgt spid="6"/>
                                        </p:tgtEl>
                                        <p:attrNameLst>
                                          <p:attrName>style.visibility</p:attrName>
                                        </p:attrNameLst>
                                      </p:cBhvr>
                                      <p:to>
                                        <p:strVal val="visible"/>
                                      </p:to>
                                    </p:set>
                                    <p:anim calcmode="lin" valueType="num">
                                      <p:cBhvr additive="base">
                                        <p:cTn id="50" dur="400" fill="hold"/>
                                        <p:tgtEl>
                                          <p:spTgt spid="6"/>
                                        </p:tgtEl>
                                        <p:attrNameLst>
                                          <p:attrName>ppt_w</p:attrName>
                                        </p:attrNameLst>
                                      </p:cBhvr>
                                      <p:tavLst>
                                        <p:tav tm="0">
                                          <p:val>
                                            <p:strVal val="0"/>
                                          </p:val>
                                        </p:tav>
                                        <p:tav tm="100000">
                                          <p:val>
                                            <p:strVal val="#ppt_w"/>
                                          </p:val>
                                        </p:tav>
                                      </p:tavLst>
                                    </p:anim>
                                    <p:anim calcmode="lin" valueType="num">
                                      <p:cBhvr additive="base">
                                        <p:cTn id="51" dur="400" fill="hold"/>
                                        <p:tgtEl>
                                          <p:spTgt spid="6"/>
                                        </p:tgtEl>
                                        <p:attrNameLst>
                                          <p:attrName>ppt_h</p:attrName>
                                        </p:attrNameLst>
                                      </p:cBhvr>
                                      <p:tavLst>
                                        <p:tav tm="0">
                                          <p:val>
                                            <p:strVal val="0"/>
                                          </p:val>
                                        </p:tav>
                                        <p:tav tm="100000">
                                          <p:val>
                                            <p:strVal val="#ppt_h"/>
                                          </p:val>
                                        </p:tav>
                                      </p:tavLst>
                                    </p:anim>
                                    <p:animEffect transition="in" filter="fade">
                                      <p:cBhvr>
                                        <p:cTn id="52" dur="400"/>
                                        <p:tgtEl>
                                          <p:spTgt spid="6"/>
                                        </p:tgtEl>
                                      </p:cBhvr>
                                    </p:animEffect>
                                  </p:childTnLst>
                                </p:cTn>
                              </p:par>
                              <p:par>
                                <p:cTn id="56" presetID="10" presetClass="entr" presetSubtype="0" fill="hold" grpId="0" nodeType="withEffect">
                                  <p:stCondLst>
                                    <p:cond delay="16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61" presetID="53" presetClass="entr" presetSubtype="16" fill="hold" grpId="0" nodeType="withEffect">
                                  <p:stCondLst>
                                    <p:cond delay="1700"/>
                                  </p:stCondLst>
                                  <p:childTnLst>
                                    <p:set>
                                      <p:cBhvr>
                                        <p:cTn id="57" dur="1" fill="hold">
                                          <p:stCondLst>
                                            <p:cond delay="0"/>
                                          </p:stCondLst>
                                        </p:cTn>
                                        <p:tgtEl>
                                          <p:spTgt spid="9"/>
                                        </p:tgtEl>
                                        <p:attrNameLst>
                                          <p:attrName>style.visibility</p:attrName>
                                        </p:attrNameLst>
                                      </p:cBhvr>
                                      <p:to>
                                        <p:strVal val="visible"/>
                                      </p:to>
                                    </p:set>
                                    <p:anim calcmode="lin" valueType="num">
                                      <p:cBhvr additive="base">
                                        <p:cTn id="58" dur="400" fill="hold"/>
                                        <p:tgtEl>
                                          <p:spTgt spid="9"/>
                                        </p:tgtEl>
                                        <p:attrNameLst>
                                          <p:attrName>ppt_w</p:attrName>
                                        </p:attrNameLst>
                                      </p:cBhvr>
                                      <p:tavLst>
                                        <p:tav tm="0">
                                          <p:val>
                                            <p:strVal val="0"/>
                                          </p:val>
                                        </p:tav>
                                        <p:tav tm="100000">
                                          <p:val>
                                            <p:strVal val="#ppt_w"/>
                                          </p:val>
                                        </p:tav>
                                      </p:tavLst>
                                    </p:anim>
                                    <p:anim calcmode="lin" valueType="num">
                                      <p:cBhvr additive="base">
                                        <p:cTn id="59" dur="400" fill="hold"/>
                                        <p:tgtEl>
                                          <p:spTgt spid="9"/>
                                        </p:tgtEl>
                                        <p:attrNameLst>
                                          <p:attrName>ppt_h</p:attrName>
                                        </p:attrNameLst>
                                      </p:cBhvr>
                                      <p:tavLst>
                                        <p:tav tm="0">
                                          <p:val>
                                            <p:strVal val="0"/>
                                          </p:val>
                                        </p:tav>
                                        <p:tav tm="100000">
                                          <p:val>
                                            <p:strVal val="#ppt_h"/>
                                          </p:val>
                                        </p:tav>
                                      </p:tavLst>
                                    </p:anim>
                                    <p:animEffect transition="in" filter="fade">
                                      <p:cBhvr>
                                        <p:cTn id="60" dur="400"/>
                                        <p:tgtEl>
                                          <p:spTgt spid="9"/>
                                        </p:tgtEl>
                                      </p:cBhvr>
                                    </p:animEffect>
                                  </p:childTnLst>
                                </p:cTn>
                              </p:par>
                              <p:par>
                                <p:cTn id="66" presetID="53" presetClass="entr" presetSubtype="16" fill="hold" grpId="0" nodeType="withEffect">
                                  <p:stCondLst>
                                    <p:cond delay="1900"/>
                                  </p:stCondLst>
                                  <p:childTnLst>
                                    <p:set>
                                      <p:cBhvr>
                                        <p:cTn id="62" dur="1" fill="hold">
                                          <p:stCondLst>
                                            <p:cond delay="0"/>
                                          </p:stCondLst>
                                        </p:cTn>
                                        <p:tgtEl>
                                          <p:spTgt spid="12"/>
                                        </p:tgtEl>
                                        <p:attrNameLst>
                                          <p:attrName>style.visibility</p:attrName>
                                        </p:attrNameLst>
                                      </p:cBhvr>
                                      <p:to>
                                        <p:strVal val="visible"/>
                                      </p:to>
                                    </p:set>
                                    <p:anim calcmode="lin" valueType="num">
                                      <p:cBhvr additive="base">
                                        <p:cTn id="63" dur="400" fill="hold"/>
                                        <p:tgtEl>
                                          <p:spTgt spid="12"/>
                                        </p:tgtEl>
                                        <p:attrNameLst>
                                          <p:attrName>ppt_w</p:attrName>
                                        </p:attrNameLst>
                                      </p:cBhvr>
                                      <p:tavLst>
                                        <p:tav tm="0">
                                          <p:val>
                                            <p:strVal val="0"/>
                                          </p:val>
                                        </p:tav>
                                        <p:tav tm="100000">
                                          <p:val>
                                            <p:strVal val="#ppt_w"/>
                                          </p:val>
                                        </p:tav>
                                      </p:tavLst>
                                    </p:anim>
                                    <p:anim calcmode="lin" valueType="num">
                                      <p:cBhvr additive="base">
                                        <p:cTn id="64" dur="400" fill="hold"/>
                                        <p:tgtEl>
                                          <p:spTgt spid="12"/>
                                        </p:tgtEl>
                                        <p:attrNameLst>
                                          <p:attrName>ppt_h</p:attrName>
                                        </p:attrNameLst>
                                      </p:cBhvr>
                                      <p:tavLst>
                                        <p:tav tm="0">
                                          <p:val>
                                            <p:strVal val="0"/>
                                          </p:val>
                                        </p:tav>
                                        <p:tav tm="100000">
                                          <p:val>
                                            <p:strVal val="#ppt_h"/>
                                          </p:val>
                                        </p:tav>
                                      </p:tavLst>
                                    </p:anim>
                                    <p:animEffect transition="in" filter="fade">
                                      <p:cBhvr>
                                        <p:cTn id="65" dur="400"/>
                                        <p:tgtEl>
                                          <p:spTgt spid="12"/>
                                        </p:tgtEl>
                                      </p:cBhvr>
                                    </p:animEffect>
                                  </p:childTnLst>
                                </p:cTn>
                              </p:par>
                              <p:par>
                                <p:cTn id="71" presetID="53" presetClass="entr" presetSubtype="16" fill="hold" grpId="0" nodeType="withEffect">
                                  <p:stCondLst>
                                    <p:cond delay="21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20"/>
                                        </p:tgtEl>
                                        <p:attrNameLst>
                                          <p:attrName>style.visibility</p:attrName>
                                        </p:attrNameLst>
                                      </p:cBhvr>
                                      <p:to>
                                        <p:strVal val="visible"/>
                                      </p:to>
                                    </p:set>
                                    <p:animEffect transition="in" filter="wipe(down)">
                                      <p:cBhvr>
                                        <p:cTn id="73" dur="700"/>
                                        <p:tgtEl>
                                          <p:spTgt spid="20"/>
                                        </p:tgtEl>
                                      </p:cBhvr>
                                    </p:animEffect>
                                    <p:animEffect transition="in" filter="fade">
                                      <p:cBhvr>
                                        <p:cTn id="74" dur="700"/>
                                        <p:tgtEl>
                                          <p:spTgt spid="20"/>
                                        </p:tgtEl>
                                      </p:cBhvr>
                                    </p:animEffect>
                                  </p:childTnLst>
                                </p:cTn>
                              </p:par>
                              <p:par>
                                <p:cTn id="79" presetID="22" presetClass="entr" presetSubtype="1" fill="hold" grpId="0" nodeType="withEffect">
                                  <p:stCondLst>
                                    <p:cond delay="2200"/>
                                  </p:stCondLst>
                                  <p:childTnLst>
                                    <p:set>
                                      <p:cBhvr>
                                        <p:cTn id="76" dur="1" fill="hold">
                                          <p:stCondLst>
                                            <p:cond delay="0"/>
                                          </p:stCondLst>
                                        </p:cTn>
                                        <p:tgtEl>
                                          <p:spTgt spid="21"/>
                                        </p:tgtEl>
                                        <p:attrNameLst>
                                          <p:attrName>style.visibility</p:attrName>
                                        </p:attrNameLst>
                                      </p:cBhvr>
                                      <p:to>
                                        <p:strVal val="visible"/>
                                      </p:to>
                                    </p:set>
                                    <p:animEffect transition="in" filter="wipe(down)">
                                      <p:cBhvr>
                                        <p:cTn id="77" dur="700"/>
                                        <p:tgtEl>
                                          <p:spTgt spid="21"/>
                                        </p:tgtEl>
                                      </p:cBhvr>
                                    </p:animEffect>
                                    <p:animEffect transition="in" filter="fade">
                                      <p:cBhvr>
                                        <p:cTn id="78" dur="700"/>
                                        <p:tgtEl>
                                          <p:spTgt spid="21"/>
                                        </p:tgtEl>
                                      </p:cBhvr>
                                    </p:animEffect>
                                  </p:childTnLst>
                                </p:cTn>
                              </p:par>
                              <p:par>
                                <p:cTn id="83" presetID="22" presetClass="entr" presetSubtype="1" fill="hold" grpId="0" nodeType="withEffect">
                                  <p:stCondLst>
                                    <p:cond delay="2200"/>
                                  </p:stCondLst>
                                  <p:childTnLst>
                                    <p:set>
                                      <p:cBhvr>
                                        <p:cTn id="80" dur="1" fill="hold">
                                          <p:stCondLst>
                                            <p:cond delay="0"/>
                                          </p:stCondLst>
                                        </p:cTn>
                                        <p:tgtEl>
                                          <p:spTgt spid="22"/>
                                        </p:tgtEl>
                                        <p:attrNameLst>
                                          <p:attrName>style.visibility</p:attrName>
                                        </p:attrNameLst>
                                      </p:cBhvr>
                                      <p:to>
                                        <p:strVal val="visible"/>
                                      </p:to>
                                    </p:set>
                                    <p:animEffect transition="in" filter="wipe(down)">
                                      <p:cBhvr>
                                        <p:cTn id="81" dur="700"/>
                                        <p:tgtEl>
                                          <p:spTgt spid="22"/>
                                        </p:tgtEl>
                                      </p:cBhvr>
                                    </p:animEffect>
                                    <p:animEffect transition="in" filter="fade">
                                      <p:cBhvr>
                                        <p:cTn id="82" dur="700"/>
                                        <p:tgtEl>
                                          <p:spTgt spid="22"/>
                                        </p:tgtEl>
                                      </p:cBhvr>
                                    </p:animEffect>
                                  </p:childTnLst>
                                </p:cTn>
                              </p:par>
                              <p:par>
                                <p:cTn id="88" presetID="53" presetClass="entr" presetSubtype="16" fill="hold" grpId="0" nodeType="withEffect">
                                  <p:stCondLst>
                                    <p:cond delay="2300"/>
                                  </p:stCondLst>
                                  <p:childTnLst>
                                    <p:set>
                                      <p:cBhvr>
                                        <p:cTn id="84" dur="1" fill="hold">
                                          <p:stCondLst>
                                            <p:cond delay="0"/>
                                          </p:stCondLst>
                                        </p:cTn>
                                        <p:tgtEl>
                                          <p:spTgt spid="18"/>
                                        </p:tgtEl>
                                        <p:attrNameLst>
                                          <p:attrName>style.visibility</p:attrName>
                                        </p:attrNameLst>
                                      </p:cBhvr>
                                      <p:to>
                                        <p:strVal val="visible"/>
                                      </p:to>
                                    </p:set>
                                    <p:anim calcmode="lin" valueType="num">
                                      <p:cBhvr additive="base">
                                        <p:cTn id="85" dur="400" fill="hold"/>
                                        <p:tgtEl>
                                          <p:spTgt spid="18"/>
                                        </p:tgtEl>
                                        <p:attrNameLst>
                                          <p:attrName>ppt_w</p:attrName>
                                        </p:attrNameLst>
                                      </p:cBhvr>
                                      <p:tavLst>
                                        <p:tav tm="0">
                                          <p:val>
                                            <p:strVal val="0"/>
                                          </p:val>
                                        </p:tav>
                                        <p:tav tm="100000">
                                          <p:val>
                                            <p:strVal val="#ppt_w"/>
                                          </p:val>
                                        </p:tav>
                                      </p:tavLst>
                                    </p:anim>
                                    <p:anim calcmode="lin" valueType="num">
                                      <p:cBhvr additive="base">
                                        <p:cTn id="86" dur="400" fill="hold"/>
                                        <p:tgtEl>
                                          <p:spTgt spid="18"/>
                                        </p:tgtEl>
                                        <p:attrNameLst>
                                          <p:attrName>ppt_h</p:attrName>
                                        </p:attrNameLst>
                                      </p:cBhvr>
                                      <p:tavLst>
                                        <p:tav tm="0">
                                          <p:val>
                                            <p:strVal val="0"/>
                                          </p:val>
                                        </p:tav>
                                        <p:tav tm="100000">
                                          <p:val>
                                            <p:strVal val="#ppt_h"/>
                                          </p:val>
                                        </p:tav>
                                      </p:tavLst>
                                    </p:anim>
                                    <p:animEffect transition="in" filter="fade">
                                      <p:cBhvr>
                                        <p:cTn id="87" dur="400"/>
                                        <p:tgtEl>
                                          <p:spTgt spid="18"/>
                                        </p:tgtEl>
                                      </p:cBhvr>
                                    </p:animEffect>
                                  </p:childTnLst>
                                </p:cTn>
                              </p:par>
                              <p:par>
                                <p:cTn id="90" presetID="6" presetClass="emph" presetSubtype="0" fill="hold" grpId="1" nodeType="withEffect" autoRev="1" repeatCount="indefinite">
                                  <p:stCondLst>
                                    <p:cond delay="2600"/>
                                  </p:stCondLst>
                                  <p:childTnLst>
                                    <p:animScale>
                                      <p:cBhvr>
                                        <p:cTn id="89" dur="1200" fill="hold"/>
                                        <p:tgtEl>
                                          <p:spTgt spid="5"/>
                                        </p:tgtEl>
                                      </p:cBhvr>
                                      <p:by x="103000" y="103000"/>
                                    </p:animScale>
                                  </p:childTnLst>
                                </p:cTn>
                              </p:par>
                              <p:par>
                                <p:cTn id="94" presetID="22" presetClass="entr" presetSubtype="1" fill="hold" grpId="0" nodeType="withEffect">
                                  <p:stCondLst>
                                    <p:cond delay="2600"/>
                                  </p:stCondLst>
                                  <p:childTnLst>
                                    <p:set>
                                      <p:cBhvr>
                                        <p:cTn id="91" dur="1" fill="hold">
                                          <p:stCondLst>
                                            <p:cond delay="0"/>
                                          </p:stCondLst>
                                        </p:cTn>
                                        <p:tgtEl>
                                          <p:spTgt spid="23"/>
                                        </p:tgtEl>
                                        <p:attrNameLst>
                                          <p:attrName>style.visibility</p:attrName>
                                        </p:attrNameLst>
                                      </p:cBhvr>
                                      <p:to>
                                        <p:strVal val="visible"/>
                                      </p:to>
                                    </p:set>
                                    <p:animEffect transition="in" filter="wipe(down)">
                                      <p:cBhvr>
                                        <p:cTn id="92" dur="700"/>
                                        <p:tgtEl>
                                          <p:spTgt spid="23"/>
                                        </p:tgtEl>
                                      </p:cBhvr>
                                    </p:animEffect>
                                    <p:animEffect transition="in" filter="fade">
                                      <p:cBhvr>
                                        <p:cTn id="93" dur="700"/>
                                        <p:tgtEl>
                                          <p:spTgt spid="23"/>
                                        </p:tgtEl>
                                      </p:cBhvr>
                                    </p:animEffect>
                                  </p:childTnLst>
                                </p:cTn>
                              </p:par>
                              <p:par>
                                <p:cTn id="98" presetID="22" presetClass="entr" presetSubtype="1" fill="hold" grpId="0" nodeType="withEffect">
                                  <p:stCondLst>
                                    <p:cond delay="2600"/>
                                  </p:stCondLst>
                                  <p:childTnLst>
                                    <p:set>
                                      <p:cBhvr>
                                        <p:cTn id="95" dur="1" fill="hold">
                                          <p:stCondLst>
                                            <p:cond delay="0"/>
                                          </p:stCondLst>
                                        </p:cTn>
                                        <p:tgtEl>
                                          <p:spTgt spid="24"/>
                                        </p:tgtEl>
                                        <p:attrNameLst>
                                          <p:attrName>style.visibility</p:attrName>
                                        </p:attrNameLst>
                                      </p:cBhvr>
                                      <p:to>
                                        <p:strVal val="visible"/>
                                      </p:to>
                                    </p:set>
                                    <p:animEffect transition="in" filter="wipe(down)">
                                      <p:cBhvr>
                                        <p:cTn id="96" dur="700"/>
                                        <p:tgtEl>
                                          <p:spTgt spid="24"/>
                                        </p:tgtEl>
                                      </p:cBhvr>
                                    </p:animEffect>
                                    <p:animEffect transition="in" filter="fade">
                                      <p:cBhvr>
                                        <p:cTn id="97" dur="700"/>
                                        <p:tgtEl>
                                          <p:spTgt spid="24"/>
                                        </p:tgtEl>
                                      </p:cBhvr>
                                    </p:animEffect>
                                  </p:childTnLst>
                                </p:cTn>
                              </p:par>
                              <p:par>
                                <p:cTn id="102" presetID="22" presetClass="entr" presetSubtype="1" fill="hold" grpId="0" nodeType="withEffect">
                                  <p:stCondLst>
                                    <p:cond delay="2600"/>
                                  </p:stCondLst>
                                  <p:childTnLst>
                                    <p:set>
                                      <p:cBhvr>
                                        <p:cTn id="99" dur="1" fill="hold">
                                          <p:stCondLst>
                                            <p:cond delay="0"/>
                                          </p:stCondLst>
                                        </p:cTn>
                                        <p:tgtEl>
                                          <p:spTgt spid="25"/>
                                        </p:tgtEl>
                                        <p:attrNameLst>
                                          <p:attrName>style.visibility</p:attrName>
                                        </p:attrNameLst>
                                      </p:cBhvr>
                                      <p:to>
                                        <p:strVal val="visible"/>
                                      </p:to>
                                    </p:set>
                                    <p:animEffect transition="in" filter="wipe(down)">
                                      <p:cBhvr>
                                        <p:cTn id="100" dur="700"/>
                                        <p:tgtEl>
                                          <p:spTgt spid="25"/>
                                        </p:tgtEl>
                                      </p:cBhvr>
                                    </p:animEffect>
                                    <p:animEffect transition="in" filter="fade">
                                      <p:cBhvr>
                                        <p:cTn id="101" dur="700"/>
                                        <p:tgtEl>
                                          <p:spTgt spid="25"/>
                                        </p:tgtEl>
                                      </p:cBhvr>
                                    </p:animEffect>
                                  </p:childTnLst>
                                </p:cTn>
                              </p:par>
                              <p:par>
                                <p:cTn id="104" presetID="6" presetClass="emph" presetSubtype="0" fill="hold" grpId="1" nodeType="withEffect" autoRev="1" repeatCount="indefinite">
                                  <p:stCondLst>
                                    <p:cond delay="2900"/>
                                  </p:stCondLst>
                                  <p:childTnLst>
                                    <p:animScale>
                                      <p:cBhvr>
                                        <p:cTn id="103" dur="1200" fill="hold"/>
                                        <p:tgtEl>
                                          <p:spTgt spid="8"/>
                                        </p:tgtEl>
                                      </p:cBhvr>
                                      <p:by x="103000" y="103000"/>
                                    </p:animScale>
                                  </p:childTnLst>
                                </p:cTn>
                              </p:par>
                              <p:par>
                                <p:cTn id="108" presetID="22" presetClass="entr" presetSubtype="1" fill="hold" grpId="0" nodeType="withEffect">
                                  <p:stCondLst>
                                    <p:cond delay="3000"/>
                                  </p:stCondLst>
                                  <p:childTnLst>
                                    <p:set>
                                      <p:cBhvr>
                                        <p:cTn id="105" dur="1" fill="hold">
                                          <p:stCondLst>
                                            <p:cond delay="0"/>
                                          </p:stCondLst>
                                        </p:cTn>
                                        <p:tgtEl>
                                          <p:spTgt spid="26"/>
                                        </p:tgtEl>
                                        <p:attrNameLst>
                                          <p:attrName>style.visibility</p:attrName>
                                        </p:attrNameLst>
                                      </p:cBhvr>
                                      <p:to>
                                        <p:strVal val="visible"/>
                                      </p:to>
                                    </p:set>
                                    <p:animEffect transition="in" filter="wipe(down)">
                                      <p:cBhvr>
                                        <p:cTn id="106" dur="700"/>
                                        <p:tgtEl>
                                          <p:spTgt spid="26"/>
                                        </p:tgtEl>
                                      </p:cBhvr>
                                    </p:animEffect>
                                    <p:animEffect transition="in" filter="fade">
                                      <p:cBhvr>
                                        <p:cTn id="107" dur="700"/>
                                        <p:tgtEl>
                                          <p:spTgt spid="26"/>
                                        </p:tgtEl>
                                      </p:cBhvr>
                                    </p:animEffect>
                                  </p:childTnLst>
                                </p:cTn>
                              </p:par>
                              <p:par>
                                <p:cTn id="112" presetID="22" presetClass="entr" presetSubtype="1" fill="hold" grpId="0" nodeType="withEffect">
                                  <p:stCondLst>
                                    <p:cond delay="3000"/>
                                  </p:stCondLst>
                                  <p:childTnLst>
                                    <p:set>
                                      <p:cBhvr>
                                        <p:cTn id="109" dur="1" fill="hold">
                                          <p:stCondLst>
                                            <p:cond delay="0"/>
                                          </p:stCondLst>
                                        </p:cTn>
                                        <p:tgtEl>
                                          <p:spTgt spid="27"/>
                                        </p:tgtEl>
                                        <p:attrNameLst>
                                          <p:attrName>style.visibility</p:attrName>
                                        </p:attrNameLst>
                                      </p:cBhvr>
                                      <p:to>
                                        <p:strVal val="visible"/>
                                      </p:to>
                                    </p:set>
                                    <p:animEffect transition="in" filter="wipe(down)">
                                      <p:cBhvr>
                                        <p:cTn id="110" dur="700"/>
                                        <p:tgtEl>
                                          <p:spTgt spid="27"/>
                                        </p:tgtEl>
                                      </p:cBhvr>
                                    </p:animEffect>
                                    <p:animEffect transition="in" filter="fade">
                                      <p:cBhvr>
                                        <p:cTn id="111" dur="700"/>
                                        <p:tgtEl>
                                          <p:spTgt spid="27"/>
                                        </p:tgtEl>
                                      </p:cBhvr>
                                    </p:animEffect>
                                  </p:childTnLst>
                                </p:cTn>
                              </p:par>
                              <p:par>
                                <p:cTn id="116" presetID="22" presetClass="entr" presetSubtype="1" fill="hold" grpId="0" nodeType="withEffect">
                                  <p:stCondLst>
                                    <p:cond delay="3000"/>
                                  </p:stCondLst>
                                  <p:childTnLst>
                                    <p:set>
                                      <p:cBhvr>
                                        <p:cTn id="113" dur="1" fill="hold">
                                          <p:stCondLst>
                                            <p:cond delay="0"/>
                                          </p:stCondLst>
                                        </p:cTn>
                                        <p:tgtEl>
                                          <p:spTgt spid="28"/>
                                        </p:tgtEl>
                                        <p:attrNameLst>
                                          <p:attrName>style.visibility</p:attrName>
                                        </p:attrNameLst>
                                      </p:cBhvr>
                                      <p:to>
                                        <p:strVal val="visible"/>
                                      </p:to>
                                    </p:set>
                                    <p:animEffect transition="in" filter="wipe(down)">
                                      <p:cBhvr>
                                        <p:cTn id="114" dur="700"/>
                                        <p:tgtEl>
                                          <p:spTgt spid="28"/>
                                        </p:tgtEl>
                                      </p:cBhvr>
                                    </p:animEffect>
                                    <p:animEffect transition="in" filter="fade">
                                      <p:cBhvr>
                                        <p:cTn id="115" dur="700"/>
                                        <p:tgtEl>
                                          <p:spTgt spid="28"/>
                                        </p:tgtEl>
                                      </p:cBhvr>
                                    </p:animEffect>
                                  </p:childTnLst>
                                </p:cTn>
                              </p:par>
                              <p:par>
                                <p:cTn id="121" presetID="53" presetClass="entr" presetSubtype="16" fill="hold" grpId="0" nodeType="withEffect">
                                  <p:stCondLst>
                                    <p:cond delay="4000"/>
                                  </p:stCondLst>
                                  <p:childTnLst>
                                    <p:set>
                                      <p:cBhvr>
                                        <p:cTn id="117" dur="1" fill="hold">
                                          <p:stCondLst>
                                            <p:cond delay="0"/>
                                          </p:stCondLst>
                                        </p:cTn>
                                        <p:tgtEl>
                                          <p:spTgt spid="29"/>
                                        </p:tgtEl>
                                        <p:attrNameLst>
                                          <p:attrName>style.visibility</p:attrName>
                                        </p:attrNameLst>
                                      </p:cBhvr>
                                      <p:to>
                                        <p:strVal val="visible"/>
                                      </p:to>
                                    </p:set>
                                    <p:anim calcmode="lin" valueType="num">
                                      <p:cBhvr additive="base">
                                        <p:cTn id="118" dur="600" fill="hold"/>
                                        <p:tgtEl>
                                          <p:spTgt spid="29"/>
                                        </p:tgtEl>
                                        <p:attrNameLst>
                                          <p:attrName>ppt_w</p:attrName>
                                        </p:attrNameLst>
                                      </p:cBhvr>
                                      <p:tavLst>
                                        <p:tav tm="0">
                                          <p:val>
                                            <p:strVal val="0"/>
                                          </p:val>
                                        </p:tav>
                                        <p:tav tm="100000">
                                          <p:val>
                                            <p:strVal val="#ppt_w"/>
                                          </p:val>
                                        </p:tav>
                                      </p:tavLst>
                                    </p:anim>
                                    <p:anim calcmode="lin" valueType="num">
                                      <p:cBhvr additive="base">
                                        <p:cTn id="119" dur="600" fill="hold"/>
                                        <p:tgtEl>
                                          <p:spTgt spid="29"/>
                                        </p:tgtEl>
                                        <p:attrNameLst>
                                          <p:attrName>ppt_h</p:attrName>
                                        </p:attrNameLst>
                                      </p:cBhvr>
                                      <p:tavLst>
                                        <p:tav tm="0">
                                          <p:val>
                                            <p:strVal val="0"/>
                                          </p:val>
                                        </p:tav>
                                        <p:tav tm="100000">
                                          <p:val>
                                            <p:strVal val="#ppt_h"/>
                                          </p:val>
                                        </p:tav>
                                      </p:tavLst>
                                    </p:anim>
                                    <p:animEffect transition="in" filter="fade">
                                      <p:cBhvr>
                                        <p:cTn id="120"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0" grpId="0" animBg="1"/>
      <p:bldP spid="31" grpId="0" animBg="1"/>
      <p:bldP spid="4" grpId="0" animBg="1"/>
      <p:bldP spid="5" grpId="0" animBg="1"/>
      <p:bldP spid="32" grpId="0" animBg="1"/>
      <p:bldP spid="7" grpId="0" animBg="1"/>
      <p:bldP spid="8" grpId="0" animBg="1"/>
      <p:bldP spid="31" grpId="1" animBg="1"/>
      <p:bldP spid="10" grpId="0" animBg="1"/>
      <p:bldP spid="3" grpId="1" animBg="1"/>
      <p:bldP spid="11" grpId="0" animBg="1"/>
      <p:bldP spid="13" grpId="0" animBg="1"/>
      <p:bldP spid="14" grpId="0" animBg="1"/>
      <p:bldP spid="16" grpId="0" animBg="1"/>
      <p:bldP spid="17" grpId="0" animBg="1"/>
      <p:bldP spid="6" grpId="0" animBg="1"/>
      <p:bldP spid="19" grpId="0" animBg="1"/>
      <p:bldP spid="9" grpId="0" animBg="1"/>
      <p:bldP spid="12" grpId="0" animBg="1"/>
      <p:bldP spid="15" grpId="0" animBg="1"/>
      <p:bldP spid="20" grpId="0" animBg="1"/>
      <p:bldP spid="21" grpId="0" animBg="1"/>
      <p:bldP spid="22" grpId="0" animBg="1"/>
      <p:bldP spid="18" grpId="0" animBg="1"/>
      <p:bldP spid="5" grpId="1" animBg="1"/>
      <p:bldP spid="23" grpId="0" animBg="1"/>
      <p:bldP spid="24" grpId="0" animBg="1"/>
      <p:bldP spid="25" grpId="0" animBg="1"/>
      <p:bldP spid="8" grpId="1"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Replay the night: same night, different ending</a:t>
            </a:r>
            <a:endParaRPr lang="en-US" sz="3200" dirty="0"/>
          </a:p>
        </p:txBody>
      </p:sp>
      <p:sp>
        <p:nvSpPr>
          <p:cNvPr id="4" name="row0"/>
          <p:cNvSpPr/>
          <p:nvPr/>
        </p:nvSpPr>
        <p:spPr>
          <a:xfrm>
            <a:off x="812800" y="19050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rt0"/>
          <p:cNvSpPr txBox="1"/>
          <p:nvPr/>
        </p:nvSpPr>
        <p:spPr>
          <a:xfrm>
            <a:off x="965200" y="20320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ra0"/>
          <p:cNvSpPr txBox="1"/>
          <p:nvPr/>
        </p:nvSpPr>
        <p:spPr>
          <a:xfrm>
            <a:off x="2095500" y="20193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Set a WhatsApp two-step PIN</a:t>
            </a:r>
            <a:endParaRPr lang="en-US" sz="1500" dirty="0"/>
          </a:p>
        </p:txBody>
      </p:sp>
      <p:sp>
        <p:nvSpPr>
          <p:cNvPr id="7" name="bad0"/>
          <p:cNvSpPr/>
          <p:nvPr/>
        </p:nvSpPr>
        <p:spPr>
          <a:xfrm>
            <a:off x="8839200" y="19812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8" name="good0"/>
          <p:cNvSpPr/>
          <p:nvPr/>
        </p:nvSpPr>
        <p:spPr>
          <a:xfrm>
            <a:off x="8839200" y="19812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HIJACK BLOCKED</a:t>
            </a:r>
            <a:endParaRPr lang="en-US" sz="1300" dirty="0"/>
          </a:p>
        </p:txBody>
      </p:sp>
      <p:sp>
        <p:nvSpPr>
          <p:cNvPr id="9" name="row1"/>
          <p:cNvSpPr/>
          <p:nvPr/>
        </p:nvSpPr>
        <p:spPr>
          <a:xfrm>
            <a:off x="812800" y="24892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0" name="rt1"/>
          <p:cNvSpPr txBox="1"/>
          <p:nvPr/>
        </p:nvSpPr>
        <p:spPr>
          <a:xfrm>
            <a:off x="965200" y="26162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11" name="ra1"/>
          <p:cNvSpPr txBox="1"/>
          <p:nvPr/>
        </p:nvSpPr>
        <p:spPr>
          <a:xfrm>
            <a:off x="2095500" y="26035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Never share a code, even with friends</a:t>
            </a:r>
            <a:endParaRPr lang="en-US" sz="1500" dirty="0"/>
          </a:p>
        </p:txBody>
      </p:sp>
      <p:sp>
        <p:nvSpPr>
          <p:cNvPr id="12" name="bad1"/>
          <p:cNvSpPr/>
          <p:nvPr/>
        </p:nvSpPr>
        <p:spPr>
          <a:xfrm>
            <a:off x="8839200" y="25654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3" name="good1"/>
          <p:cNvSpPr/>
          <p:nvPr/>
        </p:nvSpPr>
        <p:spPr>
          <a:xfrm>
            <a:off x="8839200" y="25654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DOOR STAYS SHUT</a:t>
            </a:r>
            <a:endParaRPr lang="en-US" sz="1300" dirty="0"/>
          </a:p>
        </p:txBody>
      </p:sp>
      <p:sp>
        <p:nvSpPr>
          <p:cNvPr id="14" name="row2"/>
          <p:cNvSpPr/>
          <p:nvPr/>
        </p:nvSpPr>
        <p:spPr>
          <a:xfrm>
            <a:off x="812800" y="30734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5" name="rt2"/>
          <p:cNvSpPr txBox="1"/>
          <p:nvPr/>
        </p:nvSpPr>
        <p:spPr>
          <a:xfrm>
            <a:off x="965200" y="32004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6" name="ra2"/>
          <p:cNvSpPr txBox="1"/>
          <p:nvPr/>
        </p:nvSpPr>
        <p:spPr>
          <a:xfrm>
            <a:off x="2095500" y="31877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A unique password and a passkey on Gmail</a:t>
            </a:r>
            <a:endParaRPr lang="en-US" sz="1500" dirty="0"/>
          </a:p>
        </p:txBody>
      </p:sp>
      <p:sp>
        <p:nvSpPr>
          <p:cNvPr id="17" name="bad2"/>
          <p:cNvSpPr/>
          <p:nvPr/>
        </p:nvSpPr>
        <p:spPr>
          <a:xfrm>
            <a:off x="8839200" y="31496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8" name="good2"/>
          <p:cNvSpPr/>
          <p:nvPr/>
        </p:nvSpPr>
        <p:spPr>
          <a:xfrm>
            <a:off x="8839200" y="31496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MASTER KEY SAFE</a:t>
            </a:r>
            <a:endParaRPr lang="en-US" sz="1300" dirty="0"/>
          </a:p>
        </p:txBody>
      </p:sp>
      <p:sp>
        <p:nvSpPr>
          <p:cNvPr id="19" name="row3"/>
          <p:cNvSpPr/>
          <p:nvPr/>
        </p:nvSpPr>
        <p:spPr>
          <a:xfrm>
            <a:off x="812800" y="36576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0" name="rt3"/>
          <p:cNvSpPr txBox="1"/>
          <p:nvPr/>
        </p:nvSpPr>
        <p:spPr>
          <a:xfrm>
            <a:off x="965200" y="37846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21" name="ra3"/>
          <p:cNvSpPr txBox="1"/>
          <p:nvPr/>
        </p:nvSpPr>
        <p:spPr>
          <a:xfrm>
            <a:off x="2095500" y="37719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Check recovery email and phone; keep alerts on</a:t>
            </a:r>
            <a:endParaRPr lang="en-US" sz="1500" dirty="0"/>
          </a:p>
        </p:txBody>
      </p:sp>
      <p:sp>
        <p:nvSpPr>
          <p:cNvPr id="22" name="bad3"/>
          <p:cNvSpPr/>
          <p:nvPr/>
        </p:nvSpPr>
        <p:spPr>
          <a:xfrm>
            <a:off x="8839200" y="37338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3" name="good3"/>
          <p:cNvSpPr/>
          <p:nvPr/>
        </p:nvSpPr>
        <p:spPr>
          <a:xfrm>
            <a:off x="8839200" y="37338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TAKEOVER SPOTTED</a:t>
            </a:r>
            <a:endParaRPr lang="en-US" sz="1300" dirty="0"/>
          </a:p>
        </p:txBody>
      </p:sp>
      <p:sp>
        <p:nvSpPr>
          <p:cNvPr id="24" name="row4"/>
          <p:cNvSpPr/>
          <p:nvPr/>
        </p:nvSpPr>
        <p:spPr>
          <a:xfrm>
            <a:off x="812800" y="42418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rt4"/>
          <p:cNvSpPr txBox="1"/>
          <p:nvPr/>
        </p:nvSpPr>
        <p:spPr>
          <a:xfrm>
            <a:off x="965200" y="43688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26" name="ra4"/>
          <p:cNvSpPr txBox="1"/>
          <p:nvPr/>
        </p:nvSpPr>
        <p:spPr>
          <a:xfrm>
            <a:off x="2095500" y="43561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Log out devices you do not recognise</a:t>
            </a:r>
            <a:endParaRPr lang="en-US" sz="1500" dirty="0"/>
          </a:p>
        </p:txBody>
      </p:sp>
      <p:sp>
        <p:nvSpPr>
          <p:cNvPr id="27" name="bad4"/>
          <p:cNvSpPr/>
          <p:nvPr/>
        </p:nvSpPr>
        <p:spPr>
          <a:xfrm>
            <a:off x="8839200" y="43180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good4"/>
          <p:cNvSpPr/>
          <p:nvPr/>
        </p:nvSpPr>
        <p:spPr>
          <a:xfrm>
            <a:off x="8839200" y="43180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ATTACKER REMOVED</a:t>
            </a:r>
            <a:endParaRPr lang="en-US" sz="1300" dirty="0"/>
          </a:p>
        </p:txBody>
      </p:sp>
      <p:sp>
        <p:nvSpPr>
          <p:cNvPr id="29" name="typed"/>
          <p:cNvSpPr txBox="1"/>
          <p:nvPr/>
        </p:nvSpPr>
        <p:spPr>
          <a:xfrm>
            <a:off x="812800" y="5003800"/>
            <a:ext cx="10566400" cy="381000"/>
          </a:xfrm>
          <a:prstGeom prst="rect">
            <a:avLst/>
          </a:prstGeom>
          <a:noFill/>
          <a:ln/>
        </p:spPr>
        <p:txBody>
          <a:bodyPr wrap="square" lIns="0" tIns="0" rIns="0" bIns="0" rtlCol="0" anchor="t"/>
          <a:lstStyle/>
          <a:p>
            <a:pPr algn="ctr" indent="0" marL="0">
              <a:buNone/>
            </a:pPr>
            <a:r>
              <a:rPr lang="en-US" sz="2000" b="1" dirty="0">
                <a:solidFill>
                  <a:srgbClr val="E8FBFF"/>
                </a:solidFill>
                <a:latin typeface="Segoe UI" pitchFamily="34" charset="0"/>
                <a:ea typeface="Segoe UI" pitchFamily="34" charset="-122"/>
                <a:cs typeface="Segoe UI" pitchFamily="34" charset="-120"/>
              </a:rPr>
              <a:t>11:47 PM. The message arrives. This time, Nusrat says no.</a:t>
            </a:r>
            <a:endParaRPr lang="en-US" sz="2000" dirty="0"/>
          </a:p>
        </p:txBody>
      </p:sp>
      <p:sp>
        <p:nvSpPr>
          <p:cNvPr id="30" name="end"/>
          <p:cNvSpPr txBox="1"/>
          <p:nvPr/>
        </p:nvSpPr>
        <p:spPr>
          <a:xfrm>
            <a:off x="812800" y="5511800"/>
            <a:ext cx="10566400" cy="330200"/>
          </a:xfrm>
          <a:prstGeom prst="rect">
            <a:avLst/>
          </a:prstGeom>
          <a:noFill/>
          <a:ln/>
        </p:spPr>
        <p:txBody>
          <a:bodyPr wrap="square" lIns="0" tIns="0" rIns="0" bIns="0" rtlCol="0" anchor="t"/>
          <a:lstStyle/>
          <a:p>
            <a:pPr algn="ctr" indent="0" marL="0">
              <a:buNone/>
            </a:pPr>
            <a:r>
              <a:rPr lang="en-US" sz="1800" b="1" dirty="0">
                <a:solidFill>
                  <a:srgbClr val="3FF0FF"/>
                </a:solidFill>
                <a:latin typeface="Segoe UI" pitchFamily="34" charset="0"/>
                <a:ea typeface="Segoe UI" pitchFamily="34" charset="-122"/>
                <a:cs typeface="Segoe UI" pitchFamily="34" charset="-120"/>
              </a:rPr>
              <a:t>The most secure app is the one you set up.</a:t>
            </a:r>
            <a:endParaRPr lang="en-US" sz="1800" dirty="0"/>
          </a:p>
        </p:txBody>
      </p:sp>
      <p:pic>
        <p:nvPicPr>
          <p:cNvPr id="31"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2"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3"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1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500"/>
                                        <p:tgtEl>
                                          <p:spTgt spid="31"/>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500"/>
                                        <p:tgtEl>
                                          <p:spTgt spid="32"/>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600"/>
                                        <p:tgtEl>
                                          <p:spTgt spid="5"/>
                                        </p:tgtEl>
                                      </p:cBhvr>
                                    </p:animEffect>
                                    <p:animEffect transition="in" filter="fade">
                                      <p:cBhvr>
                                        <p:cTn id="19" dur="6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600"/>
                                        <p:tgtEl>
                                          <p:spTgt spid="6"/>
                                        </p:tgtEl>
                                      </p:cBhvr>
                                    </p:animEffect>
                                    <p:animEffect transition="in" filter="fade">
                                      <p:cBhvr>
                                        <p:cTn id="23" dur="6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600"/>
                                        <p:tgtEl>
                                          <p:spTgt spid="7"/>
                                        </p:tgtEl>
                                      </p:cBhvr>
                                    </p:animEffect>
                                    <p:animEffect transition="in" filter="fade">
                                      <p:cBhvr>
                                        <p:cTn id="27" dur="600"/>
                                        <p:tgtEl>
                                          <p:spTgt spid="7"/>
                                        </p:tgtEl>
                                      </p:cBhvr>
                                    </p:animEffect>
                                  </p:childTnLst>
                                </p:cTn>
                              </p:par>
                              <p:par>
                                <p:cTn id="30" presetID="0" presetClass="path" presetSubtype="0" fill="hold" grpId="0" nodeType="withEffect" repeatCount="indefinite">
                                  <p:stCondLst>
                                    <p:cond delay="300"/>
                                  </p:stCondLst>
                                  <p:childTnLst>
                                    <p:animMotion origin="layout" path="M 0 0 L 0 1 E" pathEditMode="relative" ptsTypes="AA">
                                      <p:cBhvr>
                                        <p:cTn id="29" dur="5200" fill="hold"/>
                                        <p:tgtEl>
                                          <p:spTgt spid="33"/>
                                        </p:tgtEl>
                                        <p:attrNameLst>
                                          <p:attrName>ppt_x</p:attrName>
                                          <p:attrName>ppt_y</p:attrName>
                                        </p:attrNameLst>
                                      </p:cBhvr>
                                    </p:animMotion>
                                  </p:childTnLst>
                                </p:cTn>
                              </p:par>
                              <p:par>
                                <p:cTn id="34" presetID="22" presetClass="entr" presetSubtype="1" fill="hold" grpId="0" nodeType="withEffect">
                                  <p:stCondLst>
                                    <p:cond delay="400"/>
                                  </p:stCondLst>
                                  <p:childTnLst>
                                    <p:set>
                                      <p:cBhvr>
                                        <p:cTn id="31" dur="1" fill="hold">
                                          <p:stCondLst>
                                            <p:cond delay="0"/>
                                          </p:stCondLst>
                                        </p:cTn>
                                        <p:tgtEl>
                                          <p:spTgt spid="9"/>
                                        </p:tgtEl>
                                        <p:attrNameLst>
                                          <p:attrName>style.visibility</p:attrName>
                                        </p:attrNameLst>
                                      </p:cBhvr>
                                      <p:to>
                                        <p:strVal val="visible"/>
                                      </p:to>
                                    </p:set>
                                    <p:animEffect transition="in" filter="wipe(down)">
                                      <p:cBhvr>
                                        <p:cTn id="32" dur="600"/>
                                        <p:tgtEl>
                                          <p:spTgt spid="9"/>
                                        </p:tgtEl>
                                      </p:cBhvr>
                                    </p:animEffect>
                                    <p:animEffect transition="in" filter="fade">
                                      <p:cBhvr>
                                        <p:cTn id="33" dur="600"/>
                                        <p:tgtEl>
                                          <p:spTgt spid="9"/>
                                        </p:tgtEl>
                                      </p:cBhvr>
                                    </p:animEffect>
                                  </p:childTnLst>
                                </p:cTn>
                              </p:par>
                              <p:par>
                                <p:cTn id="38" presetID="22" presetClass="entr" presetSubtype="1" fill="hold" grpId="0" nodeType="withEffect">
                                  <p:stCondLst>
                                    <p:cond delay="40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600"/>
                                        <p:tgtEl>
                                          <p:spTgt spid="10"/>
                                        </p:tgtEl>
                                      </p:cBhvr>
                                    </p:animEffect>
                                    <p:animEffect transition="in" filter="fade">
                                      <p:cBhvr>
                                        <p:cTn id="37" dur="600"/>
                                        <p:tgtEl>
                                          <p:spTgt spid="10"/>
                                        </p:tgtEl>
                                      </p:cBhvr>
                                    </p:animEffect>
                                  </p:childTnLst>
                                </p:cTn>
                              </p:par>
                              <p:par>
                                <p:cTn id="42" presetID="22" presetClass="entr" presetSubtype="1" fill="hold" grpId="0" nodeType="withEffect">
                                  <p:stCondLst>
                                    <p:cond delay="40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600"/>
                                        <p:tgtEl>
                                          <p:spTgt spid="11"/>
                                        </p:tgtEl>
                                      </p:cBhvr>
                                    </p:animEffect>
                                    <p:animEffect transition="in" filter="fade">
                                      <p:cBhvr>
                                        <p:cTn id="41" dur="600"/>
                                        <p:tgtEl>
                                          <p:spTgt spid="11"/>
                                        </p:tgtEl>
                                      </p:cBhvr>
                                    </p:animEffect>
                                  </p:childTnLst>
                                </p:cTn>
                              </p:par>
                              <p:par>
                                <p:cTn id="46" presetID="22" presetClass="entr" presetSubtype="1" fill="hold" grpId="0" nodeType="withEffect">
                                  <p:stCondLst>
                                    <p:cond delay="40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600"/>
                                        <p:tgtEl>
                                          <p:spTgt spid="12"/>
                                        </p:tgtEl>
                                      </p:cBhvr>
                                    </p:animEffect>
                                    <p:animEffect transition="in" filter="fade">
                                      <p:cBhvr>
                                        <p:cTn id="45" dur="600"/>
                                        <p:tgtEl>
                                          <p:spTgt spid="12"/>
                                        </p:tgtEl>
                                      </p:cBhvr>
                                    </p:animEffect>
                                  </p:childTnLst>
                                </p:cTn>
                              </p:par>
                              <p:par>
                                <p:cTn id="48" presetID="8" presetClass="emph" presetSubtype="0" fill="hold" grpId="1" nodeType="withEffect" repeatCount="indefinite">
                                  <p:stCondLst>
                                    <p:cond delay="500"/>
                                  </p:stCondLst>
                                  <p:childTnLst>
                                    <p:animRot by="21600000">
                                      <p:cBhvr>
                                        <p:cTn id="47" dur="16000" fill="hold"/>
                                        <p:tgtEl>
                                          <p:spTgt spid="32"/>
                                        </p:tgtEl>
                                        <p:attrNameLst>
                                          <p:attrName>r</p:attrName>
                                        </p:attrNameLst>
                                      </p:cBhvr>
                                    </p:animRot>
                                  </p:childTnLst>
                                </p:cTn>
                              </p:par>
                              <p:par>
                                <p:cTn id="52" presetID="22" presetClass="entr" presetSubtype="1"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wipe(down)">
                                      <p:cBhvr>
                                        <p:cTn id="50" dur="600"/>
                                        <p:tgtEl>
                                          <p:spTgt spid="14"/>
                                        </p:tgtEl>
                                      </p:cBhvr>
                                    </p:animEffect>
                                    <p:animEffect transition="in" filter="fade">
                                      <p:cBhvr>
                                        <p:cTn id="51" dur="600"/>
                                        <p:tgtEl>
                                          <p:spTgt spid="14"/>
                                        </p:tgtEl>
                                      </p:cBhvr>
                                    </p:animEffect>
                                  </p:childTnLst>
                                </p:cTn>
                              </p:par>
                              <p:par>
                                <p:cTn id="56" presetID="22" presetClass="entr" presetSubtype="1" fill="hold" grpId="0" nodeType="withEffect">
                                  <p:stCondLst>
                                    <p:cond delay="600"/>
                                  </p:stCondLst>
                                  <p:childTnLst>
                                    <p:set>
                                      <p:cBhvr>
                                        <p:cTn id="53" dur="1" fill="hold">
                                          <p:stCondLst>
                                            <p:cond delay="0"/>
                                          </p:stCondLst>
                                        </p:cTn>
                                        <p:tgtEl>
                                          <p:spTgt spid="15"/>
                                        </p:tgtEl>
                                        <p:attrNameLst>
                                          <p:attrName>style.visibility</p:attrName>
                                        </p:attrNameLst>
                                      </p:cBhvr>
                                      <p:to>
                                        <p:strVal val="visible"/>
                                      </p:to>
                                    </p:set>
                                    <p:animEffect transition="in" filter="wipe(down)">
                                      <p:cBhvr>
                                        <p:cTn id="54" dur="600"/>
                                        <p:tgtEl>
                                          <p:spTgt spid="15"/>
                                        </p:tgtEl>
                                      </p:cBhvr>
                                    </p:animEffect>
                                    <p:animEffect transition="in" filter="fade">
                                      <p:cBhvr>
                                        <p:cTn id="55" dur="600"/>
                                        <p:tgtEl>
                                          <p:spTgt spid="15"/>
                                        </p:tgtEl>
                                      </p:cBhvr>
                                    </p:animEffect>
                                  </p:childTnLst>
                                </p:cTn>
                              </p:par>
                              <p:par>
                                <p:cTn id="60" presetID="22" presetClass="entr" presetSubtype="1" fill="hold" grpId="0" nodeType="withEffect">
                                  <p:stCondLst>
                                    <p:cond delay="600"/>
                                  </p:stCondLst>
                                  <p:childTnLst>
                                    <p:set>
                                      <p:cBhvr>
                                        <p:cTn id="57" dur="1" fill="hold">
                                          <p:stCondLst>
                                            <p:cond delay="0"/>
                                          </p:stCondLst>
                                        </p:cTn>
                                        <p:tgtEl>
                                          <p:spTgt spid="16"/>
                                        </p:tgtEl>
                                        <p:attrNameLst>
                                          <p:attrName>style.visibility</p:attrName>
                                        </p:attrNameLst>
                                      </p:cBhvr>
                                      <p:to>
                                        <p:strVal val="visible"/>
                                      </p:to>
                                    </p:set>
                                    <p:animEffect transition="in" filter="wipe(down)">
                                      <p:cBhvr>
                                        <p:cTn id="58" dur="600"/>
                                        <p:tgtEl>
                                          <p:spTgt spid="16"/>
                                        </p:tgtEl>
                                      </p:cBhvr>
                                    </p:animEffect>
                                    <p:animEffect transition="in" filter="fade">
                                      <p:cBhvr>
                                        <p:cTn id="59" dur="600"/>
                                        <p:tgtEl>
                                          <p:spTgt spid="16"/>
                                        </p:tgtEl>
                                      </p:cBhvr>
                                    </p:animEffect>
                                  </p:childTnLst>
                                </p:cTn>
                              </p:par>
                              <p:par>
                                <p:cTn id="64" presetID="22" presetClass="entr" presetSubtype="1"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wipe(down)">
                                      <p:cBhvr>
                                        <p:cTn id="62" dur="600"/>
                                        <p:tgtEl>
                                          <p:spTgt spid="17"/>
                                        </p:tgtEl>
                                      </p:cBhvr>
                                    </p:animEffect>
                                    <p:animEffect transition="in" filter="fade">
                                      <p:cBhvr>
                                        <p:cTn id="63" dur="600"/>
                                        <p:tgtEl>
                                          <p:spTgt spid="17"/>
                                        </p:tgtEl>
                                      </p:cBhvr>
                                    </p:animEffect>
                                  </p:childTnLst>
                                </p:cTn>
                              </p:par>
                              <p:par>
                                <p:cTn id="66" presetID="0" presetClass="path" presetSubtype="0" fill="hold" grpId="1" nodeType="withEffect" autoRev="1" repeatCount="3000">
                                  <p:stCondLst>
                                    <p:cond delay="650"/>
                                  </p:stCondLst>
                                  <p:childTnLst>
                                    <p:animMotion origin="layout" path="M 0 0 L 0.008 0 E" pathEditMode="relative" ptsTypes="AA">
                                      <p:cBhvr>
                                        <p:cTn id="65" dur="45" fill="hold"/>
                                        <p:tgtEl>
                                          <p:spTgt spid="3"/>
                                        </p:tgtEl>
                                        <p:attrNameLst>
                                          <p:attrName>ppt_x</p:attrName>
                                          <p:attrName>ppt_y</p:attrName>
                                        </p:attrNameLst>
                                      </p:cBhvr>
                                    </p:animMotion>
                                  </p:childTnLst>
                                </p:cTn>
                              </p:par>
                              <p:par>
                                <p:cTn id="70" presetID="22" presetClass="entr" presetSubtype="1" fill="hold" grpId="0" nodeType="withEffect">
                                  <p:stCondLst>
                                    <p:cond delay="8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600"/>
                                        <p:tgtEl>
                                          <p:spTgt spid="19"/>
                                        </p:tgtEl>
                                      </p:cBhvr>
                                    </p:animEffect>
                                    <p:animEffect transition="in" filter="fade">
                                      <p:cBhvr>
                                        <p:cTn id="69" dur="600"/>
                                        <p:tgtEl>
                                          <p:spTgt spid="19"/>
                                        </p:tgtEl>
                                      </p:cBhvr>
                                    </p:animEffect>
                                  </p:childTnLst>
                                </p:cTn>
                              </p:par>
                              <p:par>
                                <p:cTn id="74" presetID="22" presetClass="entr" presetSubtype="1" fill="hold" grpId="0" nodeType="withEffect">
                                  <p:stCondLst>
                                    <p:cond delay="8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600"/>
                                        <p:tgtEl>
                                          <p:spTgt spid="20"/>
                                        </p:tgtEl>
                                      </p:cBhvr>
                                    </p:animEffect>
                                    <p:animEffect transition="in" filter="fade">
                                      <p:cBhvr>
                                        <p:cTn id="73" dur="600"/>
                                        <p:tgtEl>
                                          <p:spTgt spid="20"/>
                                        </p:tgtEl>
                                      </p:cBhvr>
                                    </p:animEffect>
                                  </p:childTnLst>
                                </p:cTn>
                              </p:par>
                              <p:par>
                                <p:cTn id="78" presetID="22" presetClass="entr" presetSubtype="1" fill="hold" grpId="0" nodeType="withEffect">
                                  <p:stCondLst>
                                    <p:cond delay="800"/>
                                  </p:stCondLst>
                                  <p:childTnLst>
                                    <p:set>
                                      <p:cBhvr>
                                        <p:cTn id="75" dur="1" fill="hold">
                                          <p:stCondLst>
                                            <p:cond delay="0"/>
                                          </p:stCondLst>
                                        </p:cTn>
                                        <p:tgtEl>
                                          <p:spTgt spid="21"/>
                                        </p:tgtEl>
                                        <p:attrNameLst>
                                          <p:attrName>style.visibility</p:attrName>
                                        </p:attrNameLst>
                                      </p:cBhvr>
                                      <p:to>
                                        <p:strVal val="visible"/>
                                      </p:to>
                                    </p:set>
                                    <p:animEffect transition="in" filter="wipe(down)">
                                      <p:cBhvr>
                                        <p:cTn id="76" dur="600"/>
                                        <p:tgtEl>
                                          <p:spTgt spid="21"/>
                                        </p:tgtEl>
                                      </p:cBhvr>
                                    </p:animEffect>
                                    <p:animEffect transition="in" filter="fade">
                                      <p:cBhvr>
                                        <p:cTn id="77" dur="600"/>
                                        <p:tgtEl>
                                          <p:spTgt spid="21"/>
                                        </p:tgtEl>
                                      </p:cBhvr>
                                    </p:animEffect>
                                  </p:childTnLst>
                                </p:cTn>
                              </p:par>
                              <p:par>
                                <p:cTn id="82" presetID="22" presetClass="entr" presetSubtype="1" fill="hold" grpId="0" nodeType="withEffect">
                                  <p:stCondLst>
                                    <p:cond delay="80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600"/>
                                        <p:tgtEl>
                                          <p:spTgt spid="22"/>
                                        </p:tgtEl>
                                      </p:cBhvr>
                                    </p:animEffect>
                                    <p:animEffect transition="in" filter="fade">
                                      <p:cBhvr>
                                        <p:cTn id="81" dur="600"/>
                                        <p:tgtEl>
                                          <p:spTgt spid="22"/>
                                        </p:tgtEl>
                                      </p:cBhvr>
                                    </p:animEffect>
                                  </p:childTnLst>
                                </p:cTn>
                              </p:par>
                              <p:par>
                                <p:cTn id="86" presetID="22" presetClass="entr" presetSubtype="1" fill="hold" grpId="0" nodeType="withEffect">
                                  <p:stCondLst>
                                    <p:cond delay="1000"/>
                                  </p:stCondLst>
                                  <p:childTnLst>
                                    <p:set>
                                      <p:cBhvr>
                                        <p:cTn id="83" dur="1" fill="hold">
                                          <p:stCondLst>
                                            <p:cond delay="0"/>
                                          </p:stCondLst>
                                        </p:cTn>
                                        <p:tgtEl>
                                          <p:spTgt spid="24"/>
                                        </p:tgtEl>
                                        <p:attrNameLst>
                                          <p:attrName>style.visibility</p:attrName>
                                        </p:attrNameLst>
                                      </p:cBhvr>
                                      <p:to>
                                        <p:strVal val="visible"/>
                                      </p:to>
                                    </p:set>
                                    <p:animEffect transition="in" filter="wipe(down)">
                                      <p:cBhvr>
                                        <p:cTn id="84" dur="600"/>
                                        <p:tgtEl>
                                          <p:spTgt spid="24"/>
                                        </p:tgtEl>
                                      </p:cBhvr>
                                    </p:animEffect>
                                    <p:animEffect transition="in" filter="fade">
                                      <p:cBhvr>
                                        <p:cTn id="85" dur="600"/>
                                        <p:tgtEl>
                                          <p:spTgt spid="24"/>
                                        </p:tgtEl>
                                      </p:cBhvr>
                                    </p:animEffect>
                                  </p:childTnLst>
                                </p:cTn>
                              </p:par>
                              <p:par>
                                <p:cTn id="90" presetID="22" presetClass="entr" presetSubtype="1" fill="hold" grpId="0" nodeType="withEffect">
                                  <p:stCondLst>
                                    <p:cond delay="1000"/>
                                  </p:stCondLst>
                                  <p:childTnLst>
                                    <p:set>
                                      <p:cBhvr>
                                        <p:cTn id="87" dur="1" fill="hold">
                                          <p:stCondLst>
                                            <p:cond delay="0"/>
                                          </p:stCondLst>
                                        </p:cTn>
                                        <p:tgtEl>
                                          <p:spTgt spid="25"/>
                                        </p:tgtEl>
                                        <p:attrNameLst>
                                          <p:attrName>style.visibility</p:attrName>
                                        </p:attrNameLst>
                                      </p:cBhvr>
                                      <p:to>
                                        <p:strVal val="visible"/>
                                      </p:to>
                                    </p:set>
                                    <p:animEffect transition="in" filter="wipe(down)">
                                      <p:cBhvr>
                                        <p:cTn id="88" dur="600"/>
                                        <p:tgtEl>
                                          <p:spTgt spid="25"/>
                                        </p:tgtEl>
                                      </p:cBhvr>
                                    </p:animEffect>
                                    <p:animEffect transition="in" filter="fade">
                                      <p:cBhvr>
                                        <p:cTn id="89" dur="600"/>
                                        <p:tgtEl>
                                          <p:spTgt spid="25"/>
                                        </p:tgtEl>
                                      </p:cBhvr>
                                    </p:animEffect>
                                  </p:childTnLst>
                                </p:cTn>
                              </p:par>
                              <p:par>
                                <p:cTn id="94" presetID="22" presetClass="entr" presetSubtype="1" fill="hold" grpId="0" nodeType="withEffect">
                                  <p:stCondLst>
                                    <p:cond delay="1000"/>
                                  </p:stCondLst>
                                  <p:childTnLst>
                                    <p:set>
                                      <p:cBhvr>
                                        <p:cTn id="91" dur="1" fill="hold">
                                          <p:stCondLst>
                                            <p:cond delay="0"/>
                                          </p:stCondLst>
                                        </p:cTn>
                                        <p:tgtEl>
                                          <p:spTgt spid="26"/>
                                        </p:tgtEl>
                                        <p:attrNameLst>
                                          <p:attrName>style.visibility</p:attrName>
                                        </p:attrNameLst>
                                      </p:cBhvr>
                                      <p:to>
                                        <p:strVal val="visible"/>
                                      </p:to>
                                    </p:set>
                                    <p:animEffect transition="in" filter="wipe(down)">
                                      <p:cBhvr>
                                        <p:cTn id="92" dur="600"/>
                                        <p:tgtEl>
                                          <p:spTgt spid="26"/>
                                        </p:tgtEl>
                                      </p:cBhvr>
                                    </p:animEffect>
                                    <p:animEffect transition="in" filter="fade">
                                      <p:cBhvr>
                                        <p:cTn id="93" dur="600"/>
                                        <p:tgtEl>
                                          <p:spTgt spid="26"/>
                                        </p:tgtEl>
                                      </p:cBhvr>
                                    </p:animEffect>
                                  </p:childTnLst>
                                </p:cTn>
                              </p:par>
                              <p:par>
                                <p:cTn id="98" presetID="22" presetClass="entr" presetSubtype="1" fill="hold" grpId="0" nodeType="withEffect">
                                  <p:stCondLst>
                                    <p:cond delay="1000"/>
                                  </p:stCondLst>
                                  <p:childTnLst>
                                    <p:set>
                                      <p:cBhvr>
                                        <p:cTn id="95" dur="1" fill="hold">
                                          <p:stCondLst>
                                            <p:cond delay="0"/>
                                          </p:stCondLst>
                                        </p:cTn>
                                        <p:tgtEl>
                                          <p:spTgt spid="27"/>
                                        </p:tgtEl>
                                        <p:attrNameLst>
                                          <p:attrName>style.visibility</p:attrName>
                                        </p:attrNameLst>
                                      </p:cBhvr>
                                      <p:to>
                                        <p:strVal val="visible"/>
                                      </p:to>
                                    </p:set>
                                    <p:animEffect transition="in" filter="wipe(down)">
                                      <p:cBhvr>
                                        <p:cTn id="96" dur="600"/>
                                        <p:tgtEl>
                                          <p:spTgt spid="27"/>
                                        </p:tgtEl>
                                      </p:cBhvr>
                                    </p:animEffect>
                                    <p:animEffect transition="in" filter="fade">
                                      <p:cBhvr>
                                        <p:cTn id="97" dur="600"/>
                                        <p:tgtEl>
                                          <p:spTgt spid="27"/>
                                        </p:tgtEl>
                                      </p:cBhvr>
                                    </p:animEffect>
                                  </p:childTnLst>
                                </p:cTn>
                              </p:par>
                              <p:par>
                                <p:cTn id="101" presetID="10" presetClass="exit" presetSubtype="0" fill="hold" grpId="1" nodeType="withEffect">
                                  <p:stCondLst>
                                    <p:cond delay="1300"/>
                                  </p:stCondLst>
                                  <p:childTnLst>
                                    <p:animEffect transition="out" filter="fade">
                                      <p:cBhvr>
                                        <p:cTn id="99" dur="300"/>
                                        <p:tgtEl>
                                          <p:spTgt spid="7"/>
                                        </p:tgtEl>
                                      </p:cBhvr>
                                    </p:animEffect>
                                    <p:set>
                                      <p:cBhvr>
                                        <p:cTn id="100" dur="1" fill="hold">
                                          <p:stCondLst>
                                            <p:cond delay="299"/>
                                          </p:stCondLst>
                                        </p:cTn>
                                        <p:tgtEl>
                                          <p:spTgt spid="7"/>
                                        </p:tgtEl>
                                        <p:attrNameLst>
                                          <p:attrName>style.visibility</p:attrName>
                                        </p:attrNameLst>
                                      </p:cBhvr>
                                      <p:to>
                                        <p:strVal val="hidden"/>
                                      </p:to>
                                    </p:set>
                                  </p:childTnLst>
                                </p:cTn>
                              </p:par>
                              <p:par>
                                <p:cTn id="110" presetID="53" presetClass="entr" presetSubtype="16" fill="hold" grpId="0" nodeType="withEffect">
                                  <p:stCondLst>
                                    <p:cond delay="1300"/>
                                  </p:stCondLst>
                                  <p:childTnLst>
                                    <p:set>
                                      <p:cBhvr>
                                        <p:cTn id="106" dur="1" fill="hold">
                                          <p:stCondLst>
                                            <p:cond delay="0"/>
                                          </p:stCondLst>
                                        </p:cTn>
                                        <p:tgtEl>
                                          <p:spTgt spid="8"/>
                                        </p:tgtEl>
                                        <p:attrNameLst>
                                          <p:attrName>style.visibility</p:attrName>
                                        </p:attrNameLst>
                                      </p:cBhvr>
                                      <p:to>
                                        <p:strVal val="visible"/>
                                      </p:to>
                                    </p:set>
                                    <p:anim calcmode="lin" valueType="num">
                                      <p:cBhvr additive="base">
                                        <p:cTn id="107" dur="500" fill="hold"/>
                                        <p:tgtEl>
                                          <p:spTgt spid="8"/>
                                        </p:tgtEl>
                                        <p:attrNameLst>
                                          <p:attrName>ppt_w</p:attrName>
                                        </p:attrNameLst>
                                      </p:cBhvr>
                                      <p:tavLst>
                                        <p:tav tm="0">
                                          <p:val>
                                            <p:strVal val="#ppt_w"/>
                                          </p:val>
                                        </p:tav>
                                        <p:tav tm="100000">
                                          <p:val>
                                            <p:strVal val="#ppt_w"/>
                                          </p:val>
                                        </p:tav>
                                      </p:tavLst>
                                    </p:anim>
                                    <p:anim calcmode="lin" valueType="num">
                                      <p:cBhvr additive="base">
                                        <p:cTn id="108" dur="500" fill="hold"/>
                                        <p:tgtEl>
                                          <p:spTgt spid="8"/>
                                        </p:tgtEl>
                                        <p:attrNameLst>
                                          <p:attrName>ppt_h</p:attrName>
                                        </p:attrNameLst>
                                      </p:cBhvr>
                                      <p:tavLst>
                                        <p:tav tm="0">
                                          <p:val>
                                            <p:strVal val="0"/>
                                          </p:val>
                                        </p:tav>
                                        <p:tav tm="100000">
                                          <p:val>
                                            <p:strVal val="#ppt_h"/>
                                          </p:val>
                                        </p:tav>
                                      </p:tavLst>
                                    </p:anim>
                                    <p:animEffect transition="in" filter="fade">
                                      <p:cBhvr>
                                        <p:cTn id="109" dur="500"/>
                                        <p:tgtEl>
                                          <p:spTgt spid="8"/>
                                        </p:tgtEl>
                                      </p:cBhvr>
                                    </p:animEffect>
                                  </p:childTnLst>
                                </p:cTn>
                              </p:par>
                              <p:par>
                                <p:cTn id="113" presetID="10" presetClass="exit" presetSubtype="0" fill="hold" grpId="1" nodeType="withEffect">
                                  <p:stCondLst>
                                    <p:cond delay="2000"/>
                                  </p:stCondLst>
                                  <p:childTnLst>
                                    <p:animEffect transition="out" filter="fade">
                                      <p:cBhvr>
                                        <p:cTn id="111" dur="300"/>
                                        <p:tgtEl>
                                          <p:spTgt spid="12"/>
                                        </p:tgtEl>
                                      </p:cBhvr>
                                    </p:animEffect>
                                    <p:set>
                                      <p:cBhvr>
                                        <p:cTn id="112" dur="1" fill="hold">
                                          <p:stCondLst>
                                            <p:cond delay="299"/>
                                          </p:stCondLst>
                                        </p:cTn>
                                        <p:tgtEl>
                                          <p:spTgt spid="12"/>
                                        </p:tgtEl>
                                        <p:attrNameLst>
                                          <p:attrName>style.visibility</p:attrName>
                                        </p:attrNameLst>
                                      </p:cBhvr>
                                      <p:to>
                                        <p:strVal val="hidden"/>
                                      </p:to>
                                    </p:set>
                                  </p:childTnLst>
                                </p:cTn>
                              </p:par>
                              <p:par>
                                <p:cTn id="122" presetID="53" presetClass="entr" presetSubtype="16" fill="hold" grpId="0" nodeType="withEffect">
                                  <p:stCondLst>
                                    <p:cond delay="2000"/>
                                  </p:stCondLst>
                                  <p:childTnLst>
                                    <p:set>
                                      <p:cBhvr>
                                        <p:cTn id="118" dur="1" fill="hold">
                                          <p:stCondLst>
                                            <p:cond delay="0"/>
                                          </p:stCondLst>
                                        </p:cTn>
                                        <p:tgtEl>
                                          <p:spTgt spid="13"/>
                                        </p:tgtEl>
                                        <p:attrNameLst>
                                          <p:attrName>style.visibility</p:attrName>
                                        </p:attrNameLst>
                                      </p:cBhvr>
                                      <p:to>
                                        <p:strVal val="visible"/>
                                      </p:to>
                                    </p:set>
                                    <p:anim calcmode="lin" valueType="num">
                                      <p:cBhvr additive="base">
                                        <p:cTn id="119" dur="500" fill="hold"/>
                                        <p:tgtEl>
                                          <p:spTgt spid="13"/>
                                        </p:tgtEl>
                                        <p:attrNameLst>
                                          <p:attrName>ppt_w</p:attrName>
                                        </p:attrNameLst>
                                      </p:cBhvr>
                                      <p:tavLst>
                                        <p:tav tm="0">
                                          <p:val>
                                            <p:strVal val="#ppt_w"/>
                                          </p:val>
                                        </p:tav>
                                        <p:tav tm="100000">
                                          <p:val>
                                            <p:strVal val="#ppt_w"/>
                                          </p:val>
                                        </p:tav>
                                      </p:tavLst>
                                    </p:anim>
                                    <p:anim calcmode="lin" valueType="num">
                                      <p:cBhvr additive="base">
                                        <p:cTn id="120" dur="500" fill="hold"/>
                                        <p:tgtEl>
                                          <p:spTgt spid="13"/>
                                        </p:tgtEl>
                                        <p:attrNameLst>
                                          <p:attrName>ppt_h</p:attrName>
                                        </p:attrNameLst>
                                      </p:cBhvr>
                                      <p:tavLst>
                                        <p:tav tm="0">
                                          <p:val>
                                            <p:strVal val="0"/>
                                          </p:val>
                                        </p:tav>
                                        <p:tav tm="100000">
                                          <p:val>
                                            <p:strVal val="#ppt_h"/>
                                          </p:val>
                                        </p:tav>
                                      </p:tavLst>
                                    </p:anim>
                                    <p:animEffect transition="in" filter="fade">
                                      <p:cBhvr>
                                        <p:cTn id="121" dur="500"/>
                                        <p:tgtEl>
                                          <p:spTgt spid="13"/>
                                        </p:tgtEl>
                                      </p:cBhvr>
                                    </p:animEffect>
                                  </p:childTnLst>
                                </p:cTn>
                              </p:par>
                              <p:par>
                                <p:cTn id="125" presetID="10" presetClass="exit" presetSubtype="0" fill="hold" grpId="1" nodeType="withEffect">
                                  <p:stCondLst>
                                    <p:cond delay="2700"/>
                                  </p:stCondLst>
                                  <p:childTnLst>
                                    <p:animEffect transition="out" filter="fade">
                                      <p:cBhvr>
                                        <p:cTn id="123" dur="300"/>
                                        <p:tgtEl>
                                          <p:spTgt spid="17"/>
                                        </p:tgtEl>
                                      </p:cBhvr>
                                    </p:animEffect>
                                    <p:set>
                                      <p:cBhvr>
                                        <p:cTn id="124" dur="1" fill="hold">
                                          <p:stCondLst>
                                            <p:cond delay="299"/>
                                          </p:stCondLst>
                                        </p:cTn>
                                        <p:tgtEl>
                                          <p:spTgt spid="17"/>
                                        </p:tgtEl>
                                        <p:attrNameLst>
                                          <p:attrName>style.visibility</p:attrName>
                                        </p:attrNameLst>
                                      </p:cBhvr>
                                      <p:to>
                                        <p:strVal val="hidden"/>
                                      </p:to>
                                    </p:set>
                                  </p:childTnLst>
                                </p:cTn>
                              </p:par>
                              <p:par>
                                <p:cTn id="134" presetID="53" presetClass="entr" presetSubtype="16" fill="hold" grpId="0" nodeType="withEffect">
                                  <p:stCondLst>
                                    <p:cond delay="2700"/>
                                  </p:stCondLst>
                                  <p:childTnLst>
                                    <p:set>
                                      <p:cBhvr>
                                        <p:cTn id="130" dur="1" fill="hold">
                                          <p:stCondLst>
                                            <p:cond delay="0"/>
                                          </p:stCondLst>
                                        </p:cTn>
                                        <p:tgtEl>
                                          <p:spTgt spid="18"/>
                                        </p:tgtEl>
                                        <p:attrNameLst>
                                          <p:attrName>style.visibility</p:attrName>
                                        </p:attrNameLst>
                                      </p:cBhvr>
                                      <p:to>
                                        <p:strVal val="visible"/>
                                      </p:to>
                                    </p:set>
                                    <p:anim calcmode="lin" valueType="num">
                                      <p:cBhvr additive="base">
                                        <p:cTn id="131" dur="500" fill="hold"/>
                                        <p:tgtEl>
                                          <p:spTgt spid="18"/>
                                        </p:tgtEl>
                                        <p:attrNameLst>
                                          <p:attrName>ppt_w</p:attrName>
                                        </p:attrNameLst>
                                      </p:cBhvr>
                                      <p:tavLst>
                                        <p:tav tm="0">
                                          <p:val>
                                            <p:strVal val="#ppt_w"/>
                                          </p:val>
                                        </p:tav>
                                        <p:tav tm="100000">
                                          <p:val>
                                            <p:strVal val="#ppt_w"/>
                                          </p:val>
                                        </p:tav>
                                      </p:tavLst>
                                    </p:anim>
                                    <p:anim calcmode="lin" valueType="num">
                                      <p:cBhvr additive="base">
                                        <p:cTn id="132" dur="500" fill="hold"/>
                                        <p:tgtEl>
                                          <p:spTgt spid="18"/>
                                        </p:tgtEl>
                                        <p:attrNameLst>
                                          <p:attrName>ppt_h</p:attrName>
                                        </p:attrNameLst>
                                      </p:cBhvr>
                                      <p:tavLst>
                                        <p:tav tm="0">
                                          <p:val>
                                            <p:strVal val="0"/>
                                          </p:val>
                                        </p:tav>
                                        <p:tav tm="100000">
                                          <p:val>
                                            <p:strVal val="#ppt_h"/>
                                          </p:val>
                                        </p:tav>
                                      </p:tavLst>
                                    </p:anim>
                                    <p:animEffect transition="in" filter="fade">
                                      <p:cBhvr>
                                        <p:cTn id="133" dur="500"/>
                                        <p:tgtEl>
                                          <p:spTgt spid="18"/>
                                        </p:tgtEl>
                                      </p:cBhvr>
                                    </p:animEffect>
                                  </p:childTnLst>
                                </p:cTn>
                              </p:par>
                              <p:par>
                                <p:cTn id="137" presetID="10" presetClass="exit" presetSubtype="0" fill="hold" grpId="1" nodeType="withEffect">
                                  <p:stCondLst>
                                    <p:cond delay="3400"/>
                                  </p:stCondLst>
                                  <p:childTnLst>
                                    <p:animEffect transition="out" filter="fade">
                                      <p:cBhvr>
                                        <p:cTn id="135" dur="300"/>
                                        <p:tgtEl>
                                          <p:spTgt spid="22"/>
                                        </p:tgtEl>
                                      </p:cBhvr>
                                    </p:animEffect>
                                    <p:set>
                                      <p:cBhvr>
                                        <p:cTn id="136" dur="1" fill="hold">
                                          <p:stCondLst>
                                            <p:cond delay="299"/>
                                          </p:stCondLst>
                                        </p:cTn>
                                        <p:tgtEl>
                                          <p:spTgt spid="22"/>
                                        </p:tgtEl>
                                        <p:attrNameLst>
                                          <p:attrName>style.visibility</p:attrName>
                                        </p:attrNameLst>
                                      </p:cBhvr>
                                      <p:to>
                                        <p:strVal val="hidden"/>
                                      </p:to>
                                    </p:set>
                                  </p:childTnLst>
                                </p:cTn>
                              </p:par>
                              <p:par>
                                <p:cTn id="146" presetID="53" presetClass="entr" presetSubtype="16" fill="hold" grpId="0" nodeType="withEffect">
                                  <p:stCondLst>
                                    <p:cond delay="3400"/>
                                  </p:stCondLst>
                                  <p:childTnLst>
                                    <p:set>
                                      <p:cBhvr>
                                        <p:cTn id="142" dur="1" fill="hold">
                                          <p:stCondLst>
                                            <p:cond delay="0"/>
                                          </p:stCondLst>
                                        </p:cTn>
                                        <p:tgtEl>
                                          <p:spTgt spid="23"/>
                                        </p:tgtEl>
                                        <p:attrNameLst>
                                          <p:attrName>style.visibility</p:attrName>
                                        </p:attrNameLst>
                                      </p:cBhvr>
                                      <p:to>
                                        <p:strVal val="visible"/>
                                      </p:to>
                                    </p:set>
                                    <p:anim calcmode="lin" valueType="num">
                                      <p:cBhvr additive="base">
                                        <p:cTn id="143" dur="500" fill="hold"/>
                                        <p:tgtEl>
                                          <p:spTgt spid="23"/>
                                        </p:tgtEl>
                                        <p:attrNameLst>
                                          <p:attrName>ppt_w</p:attrName>
                                        </p:attrNameLst>
                                      </p:cBhvr>
                                      <p:tavLst>
                                        <p:tav tm="0">
                                          <p:val>
                                            <p:strVal val="#ppt_w"/>
                                          </p:val>
                                        </p:tav>
                                        <p:tav tm="100000">
                                          <p:val>
                                            <p:strVal val="#ppt_w"/>
                                          </p:val>
                                        </p:tav>
                                      </p:tavLst>
                                    </p:anim>
                                    <p:anim calcmode="lin" valueType="num">
                                      <p:cBhvr additive="base">
                                        <p:cTn id="144" dur="500" fill="hold"/>
                                        <p:tgtEl>
                                          <p:spTgt spid="23"/>
                                        </p:tgtEl>
                                        <p:attrNameLst>
                                          <p:attrName>ppt_h</p:attrName>
                                        </p:attrNameLst>
                                      </p:cBhvr>
                                      <p:tavLst>
                                        <p:tav tm="0">
                                          <p:val>
                                            <p:strVal val="0"/>
                                          </p:val>
                                        </p:tav>
                                        <p:tav tm="100000">
                                          <p:val>
                                            <p:strVal val="#ppt_h"/>
                                          </p:val>
                                        </p:tav>
                                      </p:tavLst>
                                    </p:anim>
                                    <p:animEffect transition="in" filter="fade">
                                      <p:cBhvr>
                                        <p:cTn id="145" dur="500"/>
                                        <p:tgtEl>
                                          <p:spTgt spid="23"/>
                                        </p:tgtEl>
                                      </p:cBhvr>
                                    </p:animEffect>
                                  </p:childTnLst>
                                </p:cTn>
                              </p:par>
                              <p:par>
                                <p:cTn id="149" presetID="10" presetClass="exit" presetSubtype="0" fill="hold" grpId="1" nodeType="withEffect">
                                  <p:stCondLst>
                                    <p:cond delay="4100"/>
                                  </p:stCondLst>
                                  <p:childTnLst>
                                    <p:animEffect transition="out" filter="fade">
                                      <p:cBhvr>
                                        <p:cTn id="147" dur="300"/>
                                        <p:tgtEl>
                                          <p:spTgt spid="27"/>
                                        </p:tgtEl>
                                      </p:cBhvr>
                                    </p:animEffect>
                                    <p:set>
                                      <p:cBhvr>
                                        <p:cTn id="148" dur="1" fill="hold">
                                          <p:stCondLst>
                                            <p:cond delay="299"/>
                                          </p:stCondLst>
                                        </p:cTn>
                                        <p:tgtEl>
                                          <p:spTgt spid="27"/>
                                        </p:tgtEl>
                                        <p:attrNameLst>
                                          <p:attrName>style.visibility</p:attrName>
                                        </p:attrNameLst>
                                      </p:cBhvr>
                                      <p:to>
                                        <p:strVal val="hidden"/>
                                      </p:to>
                                    </p:set>
                                  </p:childTnLst>
                                </p:cTn>
                              </p:par>
                              <p:par>
                                <p:cTn id="158" presetID="53" presetClass="entr" presetSubtype="16" fill="hold" grpId="0" nodeType="withEffect">
                                  <p:stCondLst>
                                    <p:cond delay="4100"/>
                                  </p:stCondLst>
                                  <p:childTnLst>
                                    <p:set>
                                      <p:cBhvr>
                                        <p:cTn id="154" dur="1" fill="hold">
                                          <p:stCondLst>
                                            <p:cond delay="0"/>
                                          </p:stCondLst>
                                        </p:cTn>
                                        <p:tgtEl>
                                          <p:spTgt spid="28"/>
                                        </p:tgtEl>
                                        <p:attrNameLst>
                                          <p:attrName>style.visibility</p:attrName>
                                        </p:attrNameLst>
                                      </p:cBhvr>
                                      <p:to>
                                        <p:strVal val="visible"/>
                                      </p:to>
                                    </p:set>
                                    <p:anim calcmode="lin" valueType="num">
                                      <p:cBhvr additive="base">
                                        <p:cTn id="155" dur="500" fill="hold"/>
                                        <p:tgtEl>
                                          <p:spTgt spid="28"/>
                                        </p:tgtEl>
                                        <p:attrNameLst>
                                          <p:attrName>ppt_w</p:attrName>
                                        </p:attrNameLst>
                                      </p:cBhvr>
                                      <p:tavLst>
                                        <p:tav tm="0">
                                          <p:val>
                                            <p:strVal val="#ppt_w"/>
                                          </p:val>
                                        </p:tav>
                                        <p:tav tm="100000">
                                          <p:val>
                                            <p:strVal val="#ppt_w"/>
                                          </p:val>
                                        </p:tav>
                                      </p:tavLst>
                                    </p:anim>
                                    <p:anim calcmode="lin" valueType="num">
                                      <p:cBhvr additive="base">
                                        <p:cTn id="156" dur="500" fill="hold"/>
                                        <p:tgtEl>
                                          <p:spTgt spid="28"/>
                                        </p:tgtEl>
                                        <p:attrNameLst>
                                          <p:attrName>ppt_h</p:attrName>
                                        </p:attrNameLst>
                                      </p:cBhvr>
                                      <p:tavLst>
                                        <p:tav tm="0">
                                          <p:val>
                                            <p:strVal val="0"/>
                                          </p:val>
                                        </p:tav>
                                        <p:tav tm="100000">
                                          <p:val>
                                            <p:strVal val="#ppt_h"/>
                                          </p:val>
                                        </p:tav>
                                      </p:tavLst>
                                    </p:anim>
                                    <p:animEffect transition="in" filter="fade">
                                      <p:cBhvr>
                                        <p:cTn id="157" dur="500"/>
                                        <p:tgtEl>
                                          <p:spTgt spid="28"/>
                                        </p:tgtEl>
                                      </p:cBhvr>
                                    </p:animEffect>
                                  </p:childTnLst>
                                </p:cTn>
                              </p:par>
                              <p:par>
                                <p:cTn id="160" presetID="1" presetClass="entr" presetSubtype="0" fill="hold" grpId="0" nodeType="withEffect">
                                  <p:stCondLst>
                                    <p:cond delay="5000"/>
                                  </p:stCondLst>
                                  <p:iterate type="lt">
                                    <p:tmAbs val="55"/>
                                  </p:iterate>
                                  <p:childTnLst>
                                    <p:set>
                                      <p:cBhvr>
                                        <p:cTn id="159" dur="1" fill="hold">
                                          <p:stCondLst>
                                            <p:cond delay="0"/>
                                          </p:stCondLst>
                                        </p:cTn>
                                        <p:tgtEl>
                                          <p:spTgt spid="29"/>
                                        </p:tgtEl>
                                        <p:attrNameLst>
                                          <p:attrName>style.visibility</p:attrName>
                                        </p:attrNameLst>
                                      </p:cBhvr>
                                      <p:to>
                                        <p:strVal val="visible"/>
                                      </p:to>
                                    </p:set>
                                  </p:childTnLst>
                                </p:cTn>
                              </p:par>
                              <p:par>
                                <p:cTn id="165" presetID="53" presetClass="entr" presetSubtype="16" fill="hold" grpId="0" nodeType="withEffect">
                                  <p:stCondLst>
                                    <p:cond delay="8600"/>
                                  </p:stCondLst>
                                  <p:childTnLst>
                                    <p:set>
                                      <p:cBhvr>
                                        <p:cTn id="161" dur="1" fill="hold">
                                          <p:stCondLst>
                                            <p:cond delay="0"/>
                                          </p:stCondLst>
                                        </p:cTn>
                                        <p:tgtEl>
                                          <p:spTgt spid="30"/>
                                        </p:tgtEl>
                                        <p:attrNameLst>
                                          <p:attrName>style.visibility</p:attrName>
                                        </p:attrNameLst>
                                      </p:cBhvr>
                                      <p:to>
                                        <p:strVal val="visible"/>
                                      </p:to>
                                    </p:set>
                                    <p:anim calcmode="lin" valueType="num">
                                      <p:cBhvr additive="base">
                                        <p:cTn id="162" dur="700" fill="hold"/>
                                        <p:tgtEl>
                                          <p:spTgt spid="30"/>
                                        </p:tgtEl>
                                        <p:attrNameLst>
                                          <p:attrName>ppt_w</p:attrName>
                                        </p:attrNameLst>
                                      </p:cBhvr>
                                      <p:tavLst>
                                        <p:tav tm="0">
                                          <p:val>
                                            <p:strVal val="0"/>
                                          </p:val>
                                        </p:tav>
                                        <p:tav tm="100000">
                                          <p:val>
                                            <p:strVal val="#ppt_w"/>
                                          </p:val>
                                        </p:tav>
                                      </p:tavLst>
                                    </p:anim>
                                    <p:anim calcmode="lin" valueType="num">
                                      <p:cBhvr additive="base">
                                        <p:cTn id="163" dur="700" fill="hold"/>
                                        <p:tgtEl>
                                          <p:spTgt spid="30"/>
                                        </p:tgtEl>
                                        <p:attrNameLst>
                                          <p:attrName>ppt_h</p:attrName>
                                        </p:attrNameLst>
                                      </p:cBhvr>
                                      <p:tavLst>
                                        <p:tav tm="0">
                                          <p:val>
                                            <p:strVal val="0"/>
                                          </p:val>
                                        </p:tav>
                                        <p:tav tm="100000">
                                          <p:val>
                                            <p:strVal val="#ppt_h"/>
                                          </p:val>
                                        </p:tav>
                                      </p:tavLst>
                                    </p:anim>
                                    <p:animEffect transition="in" filter="fade">
                                      <p:cBhvr>
                                        <p:cTn id="164" dur="700"/>
                                        <p:tgtEl>
                                          <p:spTgt spid="30"/>
                                        </p:tgtEl>
                                      </p:cBhvr>
                                    </p:animEffect>
                                  </p:childTnLst>
                                </p:cTn>
                              </p:par>
                              <p:par>
                                <p:cTn id="167" presetID="6" presetClass="emph" presetSubtype="0" fill="hold" grpId="1" nodeType="withEffect" autoRev="1" repeatCount="indefinite">
                                  <p:stCondLst>
                                    <p:cond delay="9500"/>
                                  </p:stCondLst>
                                  <p:childTnLst>
                                    <p:animScale>
                                      <p:cBhvr>
                                        <p:cTn id="166" dur="1000" fill="hold"/>
                                        <p:tgtEl>
                                          <p:spTgt spid="3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1" grpId="0" animBg="1"/>
      <p:bldP spid="32" grpId="0" animBg="1"/>
      <p:bldP spid="4" grpId="0" animBg="1"/>
      <p:bldP spid="5" grpId="0" animBg="1"/>
      <p:bldP spid="6" grpId="0" animBg="1"/>
      <p:bldP spid="7" grpId="0" animBg="1"/>
      <p:bldP spid="33" grpId="0" animBg="1"/>
      <p:bldP spid="9" grpId="0" animBg="1"/>
      <p:bldP spid="10" grpId="0" animBg="1"/>
      <p:bldP spid="11" grpId="0" animBg="1"/>
      <p:bldP spid="12" grpId="0" animBg="1"/>
      <p:bldP spid="32" grpId="1" animBg="1"/>
      <p:bldP spid="14" grpId="0" animBg="1"/>
      <p:bldP spid="15" grpId="0" animBg="1"/>
      <p:bldP spid="16" grpId="0" animBg="1"/>
      <p:bldP spid="17" grpId="0" animBg="1"/>
      <p:bldP spid="3" grpId="1" animBg="1"/>
      <p:bldP spid="19" grpId="0" animBg="1"/>
      <p:bldP spid="20" grpId="0" animBg="1"/>
      <p:bldP spid="21" grpId="0" animBg="1"/>
      <p:bldP spid="22" grpId="0" animBg="1"/>
      <p:bldP spid="24" grpId="0" animBg="1"/>
      <p:bldP spid="25" grpId="0" animBg="1"/>
      <p:bldP spid="26" grpId="0" animBg="1"/>
      <p:bldP spid="27" grpId="0" animBg="1"/>
      <p:bldP spid="7" grpId="1" animBg="1"/>
      <p:bldP spid="8" grpId="0" animBg="1"/>
      <p:bldP spid="12" grpId="1" animBg="1"/>
      <p:bldP spid="13" grpId="0" animBg="1"/>
      <p:bldP spid="17" grpId="1" animBg="1"/>
      <p:bldP spid="18" grpId="0" animBg="1"/>
      <p:bldP spid="22" grpId="1" animBg="1"/>
      <p:bldP spid="23" grpId="0" animBg="1"/>
      <p:bldP spid="27" grpId="1" animBg="1"/>
      <p:bldP spid="28" grpId="0" animBg="1"/>
      <p:bldP spid="29" grpId="0" animBg="1"/>
      <p:bldP spid="30" grpId="0" animBg="1"/>
      <p:bldP spid="30"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Locked or Leaked? – Nusrat’s Night</dc:title>
  <dc:subject>PptxGenJS Presentation</dc:subject>
  <dc:creator>Ahnaf Akif</dc:creator>
  <cp:lastModifiedBy>Ahnaf Akif</cp:lastModifiedBy>
  <cp:revision>1</cp:revision>
  <dcterms:created xsi:type="dcterms:W3CDTF">2026-10-30T22:52:59Z</dcterms:created>
  <dcterms:modified xsi:type="dcterms:W3CDTF">2026-10-30T22:52:59Z</dcterms:modified>
</cp:coreProperties>
</file>