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[Start by looking around the room slowly.]
Imagine, for the next ten minutes, that you are not a student. You are a cybercriminal. You are sitting in a small room with a laptop, and every account in this room is a possible target.
Which one would you go after first? The one with the most money? The most followers? No. You would go after the easiest one.
Good morning. I am Ahnaf Akif, Roll 24, and our presentation is called "Think Like a Hacker." To understand how secure Facebook, Instagram, WhatsApp, Gmail and bKash really are, we decided to look at them the way an offender does: not "what features does this app have?", but "what stands between me and this account?"
As criminology students, we have a theory for exactly this question. Let me show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This is Routine Activity Theory, from Cohen and Felson, 1979. It says a crime happens when three things meet: [point to each corner] a motivated offender, a suitable target, and the absence of a capable guardian.
Online, the offenders are scammers, hackers and extortionists. The targets are us: around 64 million Bangladeshis on Facebook alone.
[Right side.] The numbers prove it. In the Cyber Crime Awareness Foundation's 2024 study, account hacking was the number one cybercrime, affecting 21.65 percent of victims. 78.78 percent of victims were aged 18 to 30. And only 12 percent reported it to the police.
Here is the key idea of our presentation. We cannot remove the offenders, and we cannot stop being targets. The one corner we control is the guardian: the security features on our accounts, and whether we switch them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So how does a hacker decide which account to attack? We believe they ask five questions. [Read the red questions in a hacker's voice.]
"Can I get in with just a stolen password?"
"Can the messages be read on the company's servers?"
"Will the owner be warned that I'm in?"
"Can I lock the real owner out?"
"Can I find and message the victim?"
[Point to the blue column.] Each question is answered by a guardian: login protection, encryption by default, threat alerts, recovery safety and privacy controls. We scored each guardian from 1 to 5, so the strongest possible platform scores 25.
We gathered the evidence from the security settings on our own accounts, and checked it against official help pages and recent news.
And instead of going alphabetically, we will go the way a hacker would: from the softest target to the hardest. The softest target is the one that holds your money: bKash.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[Switch into "hacker voice" for the red quote.] "I don't hack bKash. I call you, say I'm from bKash, and you read me the OTP."
[Normal voice.] Target one: bKash. Guardian strength: 15 out of 25, the softest target.
[Red screenshots, the attack.] First I use a hacked WhatsApp to ask the victim's friends for urgent bKash money. Then I call pretending to be bKash customer care and ask for the OTP. Once it is read out, I reset the PIN, and the account is mine. Recovery safety: 2 out of 5.
[Cyan screenshots, the guardians.] The guardians are real: bKash never asks for your PIN or OTP, Face ID or fingerprint login, and calling your friend back before you send money.
[Meter and radar.] Without guardians the needle hits critical; with them, bKash is still only in the risky zone.
[Guardian to add.] A separate warning for PIN-reset codes, and a short hold on transfers after a reset code is 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[Hacker voice.] "I phish the password with a fake copyright violation notice, then swap the recovery email and phone before the owner wakes up."
[Normal voice.] Target two: Facebook. Guardian strength: 16 out of 25.
Facebook's front door is well guarded: two-factor authentication through an app, SMS or a security key, login alerts, remote log-out, passkeys since June 2025, profile lock, and Messenger chats encrypted by default.
[Red weak spot.] But the back door is recovery. Once a hacker is in, they can change the recovery email and phone number within minutes, while the real owner waits days or weeks to get the account back. Recovery safety scored just 2 out of 5. [Point to the meter.]
[Blue card.] The guardian we would add: a 48-hour cool-down before recovery details can change, alerts to the old email and phone, and real human support in Bangla.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[Hacker voice.] "I get in through linked Meta accounts and read the DMs. They aren't end-to-end encrypted, so private photos become my leverage."
[Normal voice.] Target three: Instagram. Guardian strength: 16 out of 25.
That quote describes how sextortion often begins. Instagram DMs were never end-to-end encrypted by default, and on 8 May 2026 Meta removed even the optional encrypted chats. On encryption, Instagram scored just 1 out of 5. [Point to the meter.]
[Cyan screenshots.] The other guardians are decent: Meta's two-factor authentication and login alerts, Restrict and Hidden Words against harassment, private-by-default Teen Accounts, and a clever one: "Emails from Instagram", which lists every real security email from the last 14 days, so you can expose a fake one.
[Blue card.] The guardian we would add: restore encrypted DMs as the default, and blur unsolicited explicit images for every user, not just teenagers.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[Hacker voice.] "Gmail is the master key: every reset link lands here. But with a passkey, there is no password for me to phish."
[Normal voice.] Target four: Gmail. Guardian strength: 20 out of 25, joint highest.
Think about it: when you click "forgot password" on Facebook, Instagram or even bKash, where does the link go? Your email. That is why hackers want Gmail most.
[Cyan screenshots.] And that is why Google guards it so heavily: passkeys as the default sign-in since October 2023, 2-Step Verification, a Security Checkup, critical sign-in alerts, and filters that Google says block over 99.9 percent of phishing and malware.
[Red weak spot.] The weak spot is us: people who reuse passwords and never switch on 2-Step Verification. Also, personal Gmail is not end-to-end encrypted.
[Blue card.] We would add optional end-to-end encryption, and warnings for emails imitating bKash, Nagad or local banks.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[Hacker voice.] "I can't break the encryption, so I break the person: I sent my code to you by mistake, please forward it."
[Normal voice.] Target five: WhatsApp, the hardest target. Guardian strength: 20 out of 25.
Every personal chat and call on WhatsApp is end-to-end encrypted by default; not even WhatsApp can read them. It has a six-digit two-step PIN, passkeys, passkey-locked backups since October 2025, and since January 2026, Strict Account Settings, a one-tap lockdown.
[Red weak spot.] So hackers don't attack the technology. They attack the human. Many of us have seen this exact message. Without a two-step PIN, one shared code hands over the whole account.
[Blue card.] The guardian we would add: a clear Bangla warning whenever a registration code is requested, and a mandatory two-step PIN.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So, if you were the hacker, which account would you go after? [Point left to right.]
bKash is the softest target at 15. Facebook and Instagram follow at 16. Gmail and WhatsApp are the hardest, both at 20.
Our verdict: WhatsApp is the most secure platform for an individual user. Not because it has the most features, but because its strongest guardian, end-to-end encryption, is switched on from day one. You don't need to do anything. That matters, because most people never open their settings.
Gmail is the prize every hacker wants, because it is the master key to every other account. Protect it with a passkey or 2-Step Verification.
And bKash teaches us that scammers go after the person, not the app.
But notice what the hacker did on almost every slide: they didn't break the technology. They went around it, through a weak password, a shared code, or a setting that was never switched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Remember the triangle from Routine Activity Theory? Offender, target, guardian. We cannot remove the offenders. We cannot stop being targets. But each of us can become a capable guardian, tonight, in five minutes. [Go through the cards.]
One: turn on two-factor authentication or a passkey everywhere, and stolen passwords stop working.
Two: set a WhatsApp two-step PIN, and the code scam fails.
Three: never share an OTP with anyone. Not a friend, not "Facebook support", not "bKash".
Four: check your recovery email and phone, so no one can take over silently.
Five: log out of devices you don't recognise.
[Pause. Read the last line slowly.] Hackers look for the easiest target. Don't be it.
Thank you. We are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slideLayout" Target="../slideLayouts/slideLayout1.xml"/><Relationship Id="rId1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slideLayout" Target="../slideLayouts/slideLayout1.xml"/><Relationship Id="rId1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slideLayout" Target="../slideLayouts/slideLayout1.xml"/><Relationship Id="rId1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slideLayout" Target="../slideLayouts/slideLayout1.xml"/><Relationship Id="rId1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slideLayout" Target="../slideLayouts/slideLayout1.xml"/><Relationship Id="rId1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3" name="data" descr="/tmp/claude-0/-home-user-bangladesh-crime-monitor/cb82e52d-05bf-5acf-9e17-5b7416beecee/scratchpad/animppt/holo/hacker/data.png">    </p:cNvPr>
          <p:cNvPicPr>
            <a:picLocks noChangeAspect="1"/>
          </p:cNvPicPr>
          <p:nvPr/>
        </p:nvPicPr>
        <p:blipFill>
          <a:blip r:embed="rId2"/>
          <a:stretch>
            <a:fillRect/>
          </a:stretch>
        </p:blipFill>
        <p:spPr>
          <a:xfrm>
            <a:off x="9906000" y="0"/>
            <a:ext cx="2286000" cy="6858000"/>
          </a:xfrm>
          <a:prstGeom prst="rect">
            <a:avLst/>
          </a:prstGeom>
        </p:spPr>
      </p:pic>
      <p:pic>
        <p:nvPicPr>
          <p:cNvPr id="4" name="reticle" descr="Targeting reticle">    </p:cNvPr>
          <p:cNvPicPr>
            <a:picLocks noChangeAspect="1"/>
          </p:cNvPicPr>
          <p:nvPr/>
        </p:nvPicPr>
        <p:blipFill>
          <a:blip r:embed="rId3"/>
          <a:stretch>
            <a:fillRect/>
          </a:stretch>
        </p:blipFill>
        <p:spPr>
          <a:xfrm>
            <a:off x="7493000" y="1587500"/>
            <a:ext cx="3302000" cy="3302000"/>
          </a:xfrm>
          <a:prstGeom prst="rect">
            <a:avLst/>
          </a:prstGeom>
        </p:spPr>
      </p:pic>
      <p:sp>
        <p:nvSpPr>
          <p:cNvPr id="5" name="eyebrow"/>
          <p:cNvSpPr txBox="1"/>
          <p:nvPr/>
        </p:nvSpPr>
        <p:spPr>
          <a:xfrm>
            <a:off x="812800" y="1778000"/>
            <a:ext cx="6350000" cy="228600"/>
          </a:xfrm>
          <a:prstGeom prst="rect">
            <a:avLst/>
          </a:prstGeom>
          <a:noFill/>
          <a:ln/>
        </p:spPr>
        <p:txBody>
          <a:bodyPr wrap="square" lIns="0" tIns="0" rIns="0" bIns="0" rtlCol="0" anchor="t"/>
          <a:lstStyle/>
          <a:p>
            <a:pPr indent="0" marL="0">
              <a:buNone/>
            </a:pPr>
            <a:r>
              <a:rPr lang="en-US" sz="1300" b="1" spc="300" kern="0" dirty="0">
                <a:solidFill>
                  <a:srgbClr val="FF4F6E"/>
                </a:solidFill>
                <a:latin typeface="Consolas" pitchFamily="34" charset="0"/>
                <a:ea typeface="Consolas" pitchFamily="34" charset="-122"/>
                <a:cs typeface="Consolas" pitchFamily="34" charset="-120"/>
              </a:rPr>
              <a:t>MCCJ 525 / CYBERCRIMES AND SECURITY</a:t>
            </a:r>
            <a:endParaRPr lang="en-US" sz="1300" dirty="0"/>
          </a:p>
        </p:txBody>
      </p:sp>
      <p:sp>
        <p:nvSpPr>
          <p:cNvPr id="6" name="title"/>
          <p:cNvSpPr txBox="1"/>
          <p:nvPr/>
        </p:nvSpPr>
        <p:spPr>
          <a:xfrm>
            <a:off x="812800" y="2159000"/>
            <a:ext cx="6667500" cy="1524000"/>
          </a:xfrm>
          <a:prstGeom prst="rect">
            <a:avLst/>
          </a:prstGeom>
          <a:noFill/>
          <a:ln/>
        </p:spPr>
        <p:txBody>
          <a:bodyPr wrap="square" lIns="0" tIns="0" rIns="0" bIns="0" rtlCol="0" anchor="t"/>
          <a:lstStyle/>
          <a:p>
            <a:pPr indent="0" marL="0">
              <a:lnSpc>
                <a:spcPct val="90000"/>
              </a:lnSpc>
              <a:buNone/>
            </a:pPr>
            <a:r>
              <a:rPr lang="en-US" sz="5600" b="1" dirty="0">
                <a:solidFill>
                  <a:srgbClr val="E8FBFF"/>
                </a:solidFill>
                <a:effectLst>
                  <a:glow rad="101600">
                    <a:srgbClr val="FF4F6E">
                      <a:alpha val="35000"/>
                    </a:srgbClr>
                  </a:glow>
                </a:effectLst>
                <a:latin typeface="Bahnschrift" pitchFamily="34" charset="0"/>
                <a:ea typeface="Bahnschrift" pitchFamily="34" charset="-122"/>
                <a:cs typeface="Bahnschrift" pitchFamily="34" charset="-120"/>
              </a:rPr>
              <a:t>Think Like a Hacker</a:t>
            </a:r>
            <a:endParaRPr lang="en-US" sz="5600" dirty="0"/>
          </a:p>
        </p:txBody>
      </p:sp>
      <p:sp>
        <p:nvSpPr>
          <p:cNvPr id="7" name="sub"/>
          <p:cNvSpPr txBox="1"/>
          <p:nvPr/>
        </p:nvSpPr>
        <p:spPr>
          <a:xfrm>
            <a:off x="812800" y="3810000"/>
            <a:ext cx="6223000" cy="698500"/>
          </a:xfrm>
          <a:prstGeom prst="rect">
            <a:avLst/>
          </a:prstGeom>
          <a:noFill/>
          <a:ln/>
        </p:spPr>
        <p:txBody>
          <a:bodyPr wrap="square" lIns="0" tIns="0" rIns="0" bIns="0" rtlCol="0" anchor="t"/>
          <a:lstStyle/>
          <a:p>
            <a:pPr indent="0" marL="0">
              <a:buNone/>
            </a:pPr>
            <a:r>
              <a:rPr lang="en-US" sz="1900" dirty="0">
                <a:solidFill>
                  <a:srgbClr val="9FD8E8"/>
                </a:solidFill>
                <a:latin typeface="Segoe UI" pitchFamily="34" charset="0"/>
                <a:ea typeface="Segoe UI" pitchFamily="34" charset="-122"/>
                <a:cs typeface="Segoe UI" pitchFamily="34" charset="-120"/>
              </a:rPr>
              <a:t>Five platforms through the offender’s eyes, </a:t>
            </a:r>
            <a:pPr indent="0" marL="0">
              <a:buNone/>
            </a:pPr>
            <a:r>
              <a:rPr lang="en-US" sz="1900" b="1" dirty="0">
                <a:solidFill>
                  <a:srgbClr val="E8FBFF"/>
                </a:solidFill>
                <a:latin typeface="Segoe UI" pitchFamily="34" charset="0"/>
                <a:ea typeface="Segoe UI" pitchFamily="34" charset="-122"/>
                <a:cs typeface="Segoe UI" pitchFamily="34" charset="-120"/>
              </a:rPr>
              <a:t>and the guardians that stop them</a:t>
            </a:r>
            <a:endParaRPr lang="en-US" sz="1900" dirty="0"/>
          </a:p>
        </p:txBody>
      </p:sp>
      <p:sp>
        <p:nvSpPr>
          <p:cNvPr id="8" name="name"/>
          <p:cNvSpPr txBox="1"/>
          <p:nvPr/>
        </p:nvSpPr>
        <p:spPr>
          <a:xfrm>
            <a:off x="812800" y="4826000"/>
            <a:ext cx="6223000" cy="317500"/>
          </a:xfrm>
          <a:prstGeom prst="rect">
            <a:avLst/>
          </a:prstGeom>
          <a:noFill/>
          <a:ln/>
        </p:spPr>
        <p:txBody>
          <a:bodyPr wrap="square" lIns="0" tIns="0" rIns="0" bIns="0" rtlCol="0" anchor="t"/>
          <a:lstStyle/>
          <a:p>
            <a:pPr indent="0" marL="0">
              <a:buNone/>
            </a:pPr>
            <a:r>
              <a:rPr lang="en-US" sz="1500" b="1" dirty="0">
                <a:solidFill>
                  <a:srgbClr val="E8FBFF"/>
                </a:solidFill>
                <a:latin typeface="Segoe UI" pitchFamily="34" charset="0"/>
                <a:ea typeface="Segoe UI" pitchFamily="34" charset="-122"/>
                <a:cs typeface="Segoe UI" pitchFamily="34" charset="-120"/>
              </a:rPr>
              <a:t>Ahnaf Akif</a:t>
            </a:r>
            <a:pPr indent="0" marL="0">
              <a:buNone/>
            </a:pPr>
            <a:r>
              <a:rPr lang="en-US" sz="1500" dirty="0">
                <a:solidFill>
                  <a:srgbClr val="E8FBFF"/>
                </a:solidFill>
                <a:latin typeface="Segoe UI" pitchFamily="34" charset="0"/>
                <a:ea typeface="Segoe UI" pitchFamily="34" charset="-122"/>
                <a:cs typeface="Segoe UI" pitchFamily="34" charset="-120"/>
              </a:rPr>
              <a:t> · Roll 24 · MCCJ 525</a:t>
            </a:r>
            <a:endParaRPr lang="en-US" sz="1500" dirty="0"/>
          </a:p>
        </p:txBody>
      </p:sp>
      <p:sp>
        <p:nvSpPr>
          <p:cNvPr id="9" name="lock"/>
          <p:cNvSpPr txBox="1"/>
          <p:nvPr/>
        </p:nvSpPr>
        <p:spPr>
          <a:xfrm>
            <a:off x="8128000" y="5080000"/>
            <a:ext cx="2032000" cy="254000"/>
          </a:xfrm>
          <a:prstGeom prst="rect">
            <a:avLst/>
          </a:prstGeom>
          <a:noFill/>
          <a:ln/>
        </p:spPr>
        <p:txBody>
          <a:bodyPr wrap="square" lIns="0" tIns="0" rIns="0" bIns="0" rtlCol="0" anchor="t"/>
          <a:lstStyle/>
          <a:p>
            <a:pPr algn="ctr" indent="0" marL="0">
              <a:buNone/>
            </a:pPr>
            <a:r>
              <a:rPr lang="en-US" sz="1400" b="1" spc="600" kern="0" dirty="0">
                <a:solidFill>
                  <a:srgbClr val="FF4F6E"/>
                </a:solidFill>
                <a:latin typeface="Segoe UI" pitchFamily="34" charset="0"/>
                <a:ea typeface="Segoe UI" pitchFamily="34" charset="-122"/>
                <a:cs typeface="Segoe UI" pitchFamily="34" charset="-120"/>
              </a:rPr>
              <a:t>TARGET ACQUIRED</a:t>
            </a:r>
            <a:endParaRPr lang="en-US" sz="1400" dirty="0"/>
          </a:p>
        </p:txBody>
      </p:sp>
      <p:pic>
        <p:nvPicPr>
          <p:cNvPr id="10" name="hud" descr="/tmp/claude-0/-home-user-bangladesh-crime-monitor/cb82e52d-05bf-5acf-9e17-5b7416beecee/scratchpad/animppt/holo/hacker/hud.png">    </p:cNvPr>
          <p:cNvPicPr>
            <a:picLocks noChangeAspect="1"/>
          </p:cNvPicPr>
          <p:nvPr/>
        </p:nvPicPr>
        <p:blipFill>
          <a:blip r:embed="rId4"/>
          <a:stretch>
            <a:fillRect/>
          </a:stretch>
        </p:blipFill>
        <p:spPr>
          <a:xfrm>
            <a:off x="0" y="0"/>
            <a:ext cx="12191695" cy="6858000"/>
          </a:xfrm>
          <a:prstGeom prst="rect">
            <a:avLst/>
          </a:prstGeom>
        </p:spPr>
      </p:pic>
      <p:pic>
        <p:nvPicPr>
          <p:cNvPr id="11" name="hudring" descr="/tmp/claude-0/-home-user-bangladesh-crime-monitor/cb82e52d-05bf-5acf-9e17-5b7416beecee/scratchpad/animppt/holo/hacker/ring.png">    </p:cNvPr>
          <p:cNvPicPr>
            <a:picLocks noChangeAspect="1"/>
          </p:cNvPicPr>
          <p:nvPr/>
        </p:nvPicPr>
        <p:blipFill>
          <a:blip r:embed="rId5"/>
          <a:stretch>
            <a:fillRect/>
          </a:stretch>
        </p:blipFill>
        <p:spPr>
          <a:xfrm>
            <a:off x="11125200" y="152400"/>
            <a:ext cx="952500" cy="952500"/>
          </a:xfrm>
          <a:prstGeom prst="rect">
            <a:avLst/>
          </a:prstGeom>
        </p:spPr>
      </p:pic>
      <p:pic>
        <p:nvPicPr>
          <p:cNvPr id="12" name="scanbar" descr="/tmp/claude-0/-home-user-bangladesh-crime-monitor/cb82e52d-05bf-5acf-9e17-5b7416beecee/scratchpad/animppt/holo/hacker/scan.png">    </p:cNvPr>
          <p:cNvPicPr>
            <a:picLocks noChangeAspect="1"/>
          </p:cNvPicPr>
          <p:nvPr/>
        </p:nvPicPr>
        <p:blipFill>
          <a:blip r:embed="rId6"/>
          <a:stretch>
            <a:fillRect/>
          </a:stretch>
        </p:blipFill>
        <p:spPr>
          <a:xfrm>
            <a:off x="0" y="0"/>
            <a:ext cx="12191695" cy="381000"/>
          </a:xfrm>
          <a:prstGeom prst="rect">
            <a:avLst/>
          </a:prstGeom>
        </p:spPr>
      </p:pic>
    </p:spTree>
  </p:cSld>
  <p:clrMapOvr>
    <a:masterClrMapping/>
  </p:clrMapOvr>
  <p:transition spd="slow">
    <p:fade thruBlk="1"/>
  </p:transition>
  <p:timing>
    <p:tnLst>
      <p:par>
        <p:cTn id="1" dur="indefinite" restart="never" nodeType="tmRoot">
          <p:childTnLst>
            <p:seq concurrent="1" nextAc="seek">
              <p:cTn id="2" dur="indefinite" nodeType="mainSeq">
                <p:childTnLst>
                  <p:par>
                    <p:cTn id="50" fill="hold">
                      <p:stCondLst>
                        <p:cond delay="indefinite"/>
                        <p:cond evt="onBegin" delay="0">
                          <p:tn val="2"/>
                        </p:cond>
                      </p:stCondLst>
                      <p:childTnLst>
                        <p:par>
                          <p:cTn id="51" fill="hold">
                            <p:stCondLst>
                              <p:cond delay="0"/>
                            </p:stCondLst>
                            <p:childTnLst>
                              <p:par>
                                <p:cTn id="5" presetID="10"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800"/>
                                        <p:tgtEl>
                                          <p:spTgt spid="3"/>
                                        </p:tgtEl>
                                      </p:cBhvr>
                                    </p:animEffect>
                                  </p:childTnLst>
                                </p:cTn>
                              </p:par>
                              <p:par>
                                <p:cTn id="8"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6" presetID="53" presetClass="entr" presetSubtype="16" fill="hold" grpId="0" nodeType="withEffect">
                                  <p:stCondLst>
                                    <p:cond delay="30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800" fill="hold"/>
                                        <p:tgtEl>
                                          <p:spTgt spid="4"/>
                                        </p:tgtEl>
                                        <p:attrNameLst>
                                          <p:attrName>ppt_w</p:attrName>
                                        </p:attrNameLst>
                                      </p:cBhvr>
                                      <p:tavLst>
                                        <p:tav tm="0">
                                          <p:val>
                                            <p:strVal val="0"/>
                                          </p:val>
                                        </p:tav>
                                        <p:tav tm="100000">
                                          <p:val>
                                            <p:strVal val="#ppt_w"/>
                                          </p:val>
                                        </p:tav>
                                      </p:tavLst>
                                    </p:anim>
                                    <p:anim calcmode="lin" valueType="num">
                                      <p:cBhvr additive="base">
                                        <p:cTn id="14" dur="800" fill="hold"/>
                                        <p:tgtEl>
                                          <p:spTgt spid="4"/>
                                        </p:tgtEl>
                                        <p:attrNameLst>
                                          <p:attrName>ppt_h</p:attrName>
                                        </p:attrNameLst>
                                      </p:cBhvr>
                                      <p:tavLst>
                                        <p:tav tm="0">
                                          <p:val>
                                            <p:strVal val="0"/>
                                          </p:val>
                                        </p:tav>
                                        <p:tav tm="100000">
                                          <p:val>
                                            <p:strVal val="#ppt_h"/>
                                          </p:val>
                                        </p:tav>
                                      </p:tavLst>
                                    </p:anim>
                                    <p:animEffect transition="in" filter="fade">
                                      <p:cBhvr>
                                        <p:cTn id="15" dur="800"/>
                                        <p:tgtEl>
                                          <p:spTgt spid="4"/>
                                        </p:tgtEl>
                                      </p:cBhvr>
                                    </p:animEffect>
                                  </p:childTnLst>
                                </p:cTn>
                              </p:par>
                              <p:par>
                                <p:cTn id="20" presetID="22" presetClass="entr" presetSubtype="1" fill="hold" grpId="0" nodeType="withEffect">
                                  <p:stCondLst>
                                    <p:cond delay="300"/>
                                  </p:stCondLst>
                                  <p:childTnLst>
                                    <p:set>
                                      <p:cBhvr>
                                        <p:cTn id="17" dur="1" fill="hold">
                                          <p:stCondLst>
                                            <p:cond delay="0"/>
                                          </p:stCondLst>
                                        </p:cTn>
                                        <p:tgtEl>
                                          <p:spTgt spid="5"/>
                                        </p:tgtEl>
                                        <p:attrNameLst>
                                          <p:attrName>style.visibility</p:attrName>
                                        </p:attrNameLst>
                                      </p:cBhvr>
                                      <p:to>
                                        <p:strVal val="visible"/>
                                      </p:to>
                                    </p:set>
                                    <p:animEffect transition="in" filter="wipe(down)">
                                      <p:cBhvr>
                                        <p:cTn id="18" dur="500"/>
                                        <p:tgtEl>
                                          <p:spTgt spid="5"/>
                                        </p:tgtEl>
                                      </p:cBhvr>
                                    </p:animEffect>
                                    <p:animEffect transition="in" filter="fade">
                                      <p:cBhvr>
                                        <p:cTn id="19" dur="500"/>
                                        <p:tgtEl>
                                          <p:spTgt spid="5"/>
                                        </p:tgtEl>
                                      </p:cBhvr>
                                    </p:animEffect>
                                  </p:childTnLst>
                                </p:cTn>
                              </p:par>
                              <p:par>
                                <p:cTn id="22" presetID="0" presetClass="path" presetSubtype="0" fill="hold" grpId="0" nodeType="withEffect" repeatCount="indefinite">
                                  <p:stCondLst>
                                    <p:cond delay="300"/>
                                  </p:stCondLst>
                                  <p:childTnLst>
                                    <p:animMotion origin="layout" path="M 0 0 L 0 1 E" pathEditMode="relative" ptsTypes="AA">
                                      <p:cBhvr>
                                        <p:cTn id="21" dur="5200" fill="hold"/>
                                        <p:tgtEl>
                                          <p:spTgt spid="12"/>
                                        </p:tgtEl>
                                        <p:attrNameLst>
                                          <p:attrName>ppt_x</p:attrName>
                                          <p:attrName>ppt_y</p:attrName>
                                        </p:attrNameLst>
                                      </p:cBhvr>
                                    </p:animMotion>
                                  </p:childTnLst>
                                </p:cTn>
                              </p:par>
                              <p:par>
                                <p:cTn id="24" presetID="8" presetClass="emph" presetSubtype="0" fill="hold" grpId="1" nodeType="withEffect" repeatCount="indefinite">
                                  <p:stCondLst>
                                    <p:cond delay="500"/>
                                  </p:stCondLst>
                                  <p:childTnLst>
                                    <p:animRot by="21600000">
                                      <p:cBhvr>
                                        <p:cTn id="23" dur="16000" fill="hold"/>
                                        <p:tgtEl>
                                          <p:spTgt spid="11"/>
                                        </p:tgtEl>
                                        <p:attrNameLst>
                                          <p:attrName>r</p:attrName>
                                        </p:attrNameLst>
                                      </p:cBhvr>
                                    </p:animRot>
                                  </p:childTnLst>
                                </p:cTn>
                              </p:par>
                              <p:par>
                                <p:cTn id="28" presetID="22" presetClass="entr" presetSubtype="1" fill="hold" grpId="0" nodeType="withEffect">
                                  <p:stCondLst>
                                    <p:cond delay="600"/>
                                  </p:stCondLst>
                                  <p:childTnLst>
                                    <p:set>
                                      <p:cBhvr>
                                        <p:cTn id="25" dur="1" fill="hold">
                                          <p:stCondLst>
                                            <p:cond delay="0"/>
                                          </p:stCondLst>
                                        </p:cTn>
                                        <p:tgtEl>
                                          <p:spTgt spid="6"/>
                                        </p:tgtEl>
                                        <p:attrNameLst>
                                          <p:attrName>style.visibility</p:attrName>
                                        </p:attrNameLst>
                                      </p:cBhvr>
                                      <p:to>
                                        <p:strVal val="visible"/>
                                      </p:to>
                                    </p:set>
                                    <p:animEffect transition="in" filter="wipe(down)">
                                      <p:cBhvr>
                                        <p:cTn id="26" dur="800"/>
                                        <p:tgtEl>
                                          <p:spTgt spid="6"/>
                                        </p:tgtEl>
                                      </p:cBhvr>
                                    </p:animEffect>
                                    <p:animEffect transition="in" filter="fade">
                                      <p:cBhvr>
                                        <p:cTn id="27" dur="800"/>
                                        <p:tgtEl>
                                          <p:spTgt spid="6"/>
                                        </p:tgtEl>
                                      </p:cBhvr>
                                    </p:animEffect>
                                  </p:childTnLst>
                                </p:cTn>
                              </p:par>
                              <p:par>
                                <p:cTn id="30" presetID="0" presetClass="path" presetSubtype="0" fill="hold" grpId="1" nodeType="withEffect" autoRev="1" repeatCount="indefinite">
                                  <p:stCondLst>
                                    <p:cond delay="800"/>
                                  </p:stCondLst>
                                  <p:childTnLst>
                                    <p:animMotion origin="layout" path="M 0 -0.13 L 0 0.13 E" pathEditMode="relative" ptsTypes="AA">
                                      <p:cBhvr>
                                        <p:cTn id="29" dur="6000" fill="hold"/>
                                        <p:tgtEl>
                                          <p:spTgt spid="3"/>
                                        </p:tgtEl>
                                        <p:attrNameLst>
                                          <p:attrName>ppt_x</p:attrName>
                                          <p:attrName>ppt_y</p:attrName>
                                        </p:attrNameLst>
                                      </p:cBhvr>
                                    </p:animMotion>
                                  </p:childTnLst>
                                </p:cTn>
                              </p:par>
                              <p:par>
                                <p:cTn id="32" presetID="8" presetClass="emph" presetSubtype="0" fill="hold" grpId="1" nodeType="withEffect" repeatCount="indefinite">
                                  <p:stCondLst>
                                    <p:cond delay="1200"/>
                                  </p:stCondLst>
                                  <p:childTnLst>
                                    <p:animRot by="21600000">
                                      <p:cBhvr>
                                        <p:cTn id="31" dur="9000" fill="hold"/>
                                        <p:tgtEl>
                                          <p:spTgt spid="4"/>
                                        </p:tgtEl>
                                        <p:attrNameLst>
                                          <p:attrName>r</p:attrName>
                                        </p:attrNameLst>
                                      </p:cBhvr>
                                    </p:animRot>
                                  </p:childTnLst>
                                </p:cTn>
                              </p:par>
                              <p:par>
                                <p:cTn id="36" presetID="22" presetClass="entr" presetSubtype="1" fill="hold" grpId="0" nodeType="withEffect">
                                  <p:stCondLst>
                                    <p:cond delay="1300"/>
                                  </p:stCondLst>
                                  <p:childTnLst>
                                    <p:set>
                                      <p:cBhvr>
                                        <p:cTn id="33" dur="1" fill="hold">
                                          <p:stCondLst>
                                            <p:cond delay="0"/>
                                          </p:stCondLst>
                                        </p:cTn>
                                        <p:tgtEl>
                                          <p:spTgt spid="7"/>
                                        </p:tgtEl>
                                        <p:attrNameLst>
                                          <p:attrName>style.visibility</p:attrName>
                                        </p:attrNameLst>
                                      </p:cBhvr>
                                      <p:to>
                                        <p:strVal val="visible"/>
                                      </p:to>
                                    </p:set>
                                    <p:animEffect transition="in" filter="wipe(down)">
                                      <p:cBhvr>
                                        <p:cTn id="34" dur="600"/>
                                        <p:tgtEl>
                                          <p:spTgt spid="7"/>
                                        </p:tgtEl>
                                      </p:cBhvr>
                                    </p:animEffect>
                                    <p:animEffect transition="in" filter="fade">
                                      <p:cBhvr>
                                        <p:cTn id="35" dur="600"/>
                                        <p:tgtEl>
                                          <p:spTgt spid="7"/>
                                        </p:tgtEl>
                                      </p:cBhvr>
                                    </p:animEffect>
                                  </p:childTnLst>
                                </p:cTn>
                              </p:par>
                              <p:par>
                                <p:cTn id="38" presetID="0" presetClass="path" presetSubtype="0" fill="hold" grpId="1" nodeType="withEffect" autoRev="1" repeatCount="4000">
                                  <p:stCondLst>
                                    <p:cond delay="1450"/>
                                  </p:stCondLst>
                                  <p:childTnLst>
                                    <p:animMotion origin="layout" path="M 0 0 L 0.008 0 E" pathEditMode="relative" ptsTypes="AA">
                                      <p:cBhvr>
                                        <p:cTn id="37" dur="45" fill="hold"/>
                                        <p:tgtEl>
                                          <p:spTgt spid="6"/>
                                        </p:tgtEl>
                                        <p:attrNameLst>
                                          <p:attrName>ppt_x</p:attrName>
                                          <p:attrName>ppt_y</p:attrName>
                                        </p:attrNameLst>
                                      </p:cBhvr>
                                    </p:animMotion>
                                  </p:childTnLst>
                                </p:cTn>
                              </p:par>
                              <p:par>
                                <p:cTn id="42" presetID="22" presetClass="entr" presetSubtype="1" fill="hold" grpId="0" nodeType="withEffect">
                                  <p:stCondLst>
                                    <p:cond delay="1800"/>
                                  </p:stCondLst>
                                  <p:childTnLst>
                                    <p:set>
                                      <p:cBhvr>
                                        <p:cTn id="39" dur="1" fill="hold">
                                          <p:stCondLst>
                                            <p:cond delay="0"/>
                                          </p:stCondLst>
                                        </p:cTn>
                                        <p:tgtEl>
                                          <p:spTgt spid="8"/>
                                        </p:tgtEl>
                                        <p:attrNameLst>
                                          <p:attrName>style.visibility</p:attrName>
                                        </p:attrNameLst>
                                      </p:cBhvr>
                                      <p:to>
                                        <p:strVal val="visible"/>
                                      </p:to>
                                    </p:set>
                                    <p:animEffect transition="in" filter="wipe(down)">
                                      <p:cBhvr>
                                        <p:cTn id="40" dur="600"/>
                                        <p:tgtEl>
                                          <p:spTgt spid="8"/>
                                        </p:tgtEl>
                                      </p:cBhvr>
                                    </p:animEffect>
                                    <p:animEffect transition="in" filter="fade">
                                      <p:cBhvr>
                                        <p:cTn id="41" dur="600"/>
                                        <p:tgtEl>
                                          <p:spTgt spid="8"/>
                                        </p:tgtEl>
                                      </p:cBhvr>
                                    </p:animEffect>
                                  </p:childTnLst>
                                </p:cTn>
                              </p:par>
                              <p:par>
                                <p:cTn id="47" presetID="53" presetClass="entr" presetSubtype="32" fill="hold" grpId="0" nodeType="withEffect">
                                  <p:stCondLst>
                                    <p:cond delay="2400"/>
                                  </p:stCondLst>
                                  <p:childTnLst>
                                    <p:set>
                                      <p:cBhvr>
                                        <p:cTn id="43" dur="1" fill="hold">
                                          <p:stCondLst>
                                            <p:cond delay="0"/>
                                          </p:stCondLst>
                                        </p:cTn>
                                        <p:tgtEl>
                                          <p:spTgt spid="9"/>
                                        </p:tgtEl>
                                        <p:attrNameLst>
                                          <p:attrName>style.visibility</p:attrName>
                                        </p:attrNameLst>
                                      </p:cBhvr>
                                      <p:to>
                                        <p:strVal val="visible"/>
                                      </p:to>
                                    </p:set>
                                    <p:anim calcmode="lin" valueType="num">
                                      <p:cBhvr additive="base">
                                        <p:cTn id="44" dur="450" fill="hold"/>
                                        <p:tgtEl>
                                          <p:spTgt spid="9"/>
                                        </p:tgtEl>
                                        <p:attrNameLst>
                                          <p:attrName>ppt_w</p:attrName>
                                        </p:attrNameLst>
                                      </p:cBhvr>
                                      <p:tavLst>
                                        <p:tav tm="0">
                                          <p:val>
                                            <p:strVal val="#ppt_w*2.4"/>
                                          </p:val>
                                        </p:tav>
                                        <p:tav tm="100000">
                                          <p:val>
                                            <p:strVal val="#ppt_w"/>
                                          </p:val>
                                        </p:tav>
                                      </p:tavLst>
                                    </p:anim>
                                    <p:anim calcmode="lin" valueType="num">
                                      <p:cBhvr additive="base">
                                        <p:cTn id="45" dur="450" fill="hold"/>
                                        <p:tgtEl>
                                          <p:spTgt spid="9"/>
                                        </p:tgtEl>
                                        <p:attrNameLst>
                                          <p:attrName>ppt_h</p:attrName>
                                        </p:attrNameLst>
                                      </p:cBhvr>
                                      <p:tavLst>
                                        <p:tav tm="0">
                                          <p:val>
                                            <p:strVal val="#ppt_h*2.4"/>
                                          </p:val>
                                        </p:tav>
                                        <p:tav tm="100000">
                                          <p:val>
                                            <p:strVal val="#ppt_h"/>
                                          </p:val>
                                        </p:tav>
                                      </p:tavLst>
                                    </p:anim>
                                    <p:animEffect transition="in" filter="fade">
                                      <p:cBhvr>
                                        <p:cTn id="46" dur="450"/>
                                        <p:tgtEl>
                                          <p:spTgt spid="9"/>
                                        </p:tgtEl>
                                      </p:cBhvr>
                                    </p:animEffect>
                                  </p:childTnLst>
                                </p:cTn>
                              </p:par>
                              <p:par>
                                <p:cTn id="49" presetID="6" presetClass="emph" presetSubtype="0" fill="hold" grpId="1" nodeType="withEffect" autoRev="1" repeatCount="indefinite">
                                  <p:stCondLst>
                                    <p:cond delay="3000"/>
                                  </p:stCondLst>
                                  <p:childTnLst>
                                    <p:animScale>
                                      <p:cBhvr>
                                        <p:cTn id="48" dur="500" fill="hold"/>
                                        <p:tgtEl>
                                          <p:spTgt spid="9"/>
                                        </p:tgtEl>
                                      </p:cBhvr>
                                      <p:by x="106000" y="106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P spid="11" grpId="0" animBg="1"/>
      <p:bldP spid="4" grpId="0" animBg="1"/>
      <p:bldP spid="5" grpId="0" animBg="1"/>
      <p:bldP spid="12" grpId="0" animBg="1"/>
      <p:bldP spid="11" grpId="1" animBg="1"/>
      <p:bldP spid="6" grpId="0" animBg="1"/>
      <p:bldP spid="3" grpId="1" animBg="1"/>
      <p:bldP spid="4" grpId="1" animBg="1"/>
      <p:bldP spid="7" grpId="0" animBg="1"/>
      <p:bldP spid="6" grpId="1" animBg="1"/>
      <p:bldP spid="8" grpId="0" animBg="1"/>
      <p:bldP spid="9" grpId="0" animBg="1"/>
      <p:bldP spid="9"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eyebrow"/>
          <p:cNvSpPr txBox="1"/>
          <p:nvPr/>
        </p:nvSpPr>
        <p:spPr>
          <a:xfrm>
            <a:off x="812800" y="520700"/>
            <a:ext cx="9525000" cy="190500"/>
          </a:xfrm>
          <a:prstGeom prst="rect">
            <a:avLst/>
          </a:prstGeom>
          <a:noFill/>
          <a:ln/>
        </p:spPr>
        <p:txBody>
          <a:bodyPr wrap="square" lIns="0" tIns="0" rIns="0" bIns="0" rtlCol="0" anchor="t"/>
          <a:lstStyle/>
          <a:p>
            <a:pPr indent="0" marL="0">
              <a:buNone/>
            </a:pPr>
            <a:r>
              <a:rPr lang="en-US" sz="1100" b="1" spc="300" kern="0" dirty="0">
                <a:solidFill>
                  <a:srgbClr val="FF4F6E"/>
                </a:solidFill>
                <a:latin typeface="Consolas" pitchFamily="34" charset="0"/>
                <a:ea typeface="Consolas" pitchFamily="34" charset="-122"/>
                <a:cs typeface="Consolas" pitchFamily="34" charset="-120"/>
              </a:rPr>
              <a:t>01 / THE THEORY · ROUTINE ACTIVITY (COHEN &amp; FELSON, 1979)</a:t>
            </a:r>
            <a:endParaRPr lang="en-US" sz="1100" dirty="0"/>
          </a:p>
        </p:txBody>
      </p:sp>
      <p:sp>
        <p:nvSpPr>
          <p:cNvPr id="4" name="heading"/>
          <p:cNvSpPr txBox="1"/>
          <p:nvPr/>
        </p:nvSpPr>
        <p:spPr>
          <a:xfrm>
            <a:off x="812800" y="749300"/>
            <a:ext cx="10096500" cy="1016000"/>
          </a:xfrm>
          <a:prstGeom prst="rect">
            <a:avLst/>
          </a:prstGeom>
          <a:noFill/>
          <a:ln/>
        </p:spPr>
        <p:txBody>
          <a:bodyPr wrap="square" lIns="0" tIns="0" rIns="0" bIns="0" rtlCol="0" anchor="t"/>
          <a:lstStyle/>
          <a:p>
            <a:pPr indent="0" marL="0">
              <a:lnSpc>
                <a:spcPct val="95000"/>
              </a:lnSpc>
              <a:buNone/>
            </a:pPr>
            <a:r>
              <a:rPr lang="en-US" sz="3000" b="1" dirty="0">
                <a:solidFill>
                  <a:srgbClr val="E8FBFF"/>
                </a:solidFill>
                <a:effectLst>
                  <a:glow rad="101600">
                    <a:srgbClr val="FF4F6E">
                      <a:alpha val="35000"/>
                    </a:srgbClr>
                  </a:glow>
                </a:effectLst>
                <a:latin typeface="Bahnschrift" pitchFamily="34" charset="0"/>
                <a:ea typeface="Bahnschrift" pitchFamily="34" charset="-122"/>
                <a:cs typeface="Bahnschrift" pitchFamily="34" charset="-120"/>
              </a:rPr>
              <a:t>Crime happens when three things meet in the same place</a:t>
            </a:r>
            <a:endParaRPr lang="en-US" sz="3000" dirty="0"/>
          </a:p>
        </p:txBody>
      </p:sp>
      <p:sp>
        <p:nvSpPr>
          <p:cNvPr id="5" name="edge0"/>
          <p:cNvSpPr/>
          <p:nvPr/>
        </p:nvSpPr>
        <p:spPr>
          <a:xfrm flipV="1">
            <a:off x="1587500" y="2095500"/>
            <a:ext cx="1714500" cy="2730500"/>
          </a:xfrm>
          <a:prstGeom prst="line">
            <a:avLst/>
          </a:prstGeom>
          <a:noFill/>
          <a:ln w="25400">
            <a:solidFill>
              <a:srgbClr val="E8FBFF"/>
            </a:solidFill>
            <a:prstDash val="dash"/>
          </a:ln>
        </p:spPr>
      </p:sp>
      <p:sp>
        <p:nvSpPr>
          <p:cNvPr id="6" name="edge1"/>
          <p:cNvSpPr/>
          <p:nvPr/>
        </p:nvSpPr>
        <p:spPr>
          <a:xfrm>
            <a:off x="1587500" y="4826000"/>
            <a:ext cx="3429000" cy="0"/>
          </a:xfrm>
          <a:prstGeom prst="line">
            <a:avLst/>
          </a:prstGeom>
          <a:noFill/>
          <a:ln w="25400">
            <a:solidFill>
              <a:srgbClr val="E8FBFF"/>
            </a:solidFill>
            <a:prstDash val="dash"/>
          </a:ln>
        </p:spPr>
      </p:sp>
      <p:sp>
        <p:nvSpPr>
          <p:cNvPr id="7" name="edge2"/>
          <p:cNvSpPr/>
          <p:nvPr/>
        </p:nvSpPr>
        <p:spPr>
          <a:xfrm>
            <a:off x="3302000" y="2095500"/>
            <a:ext cx="1714500" cy="2730500"/>
          </a:xfrm>
          <a:prstGeom prst="line">
            <a:avLst/>
          </a:prstGeom>
          <a:noFill/>
          <a:ln w="25400">
            <a:solidFill>
              <a:srgbClr val="E8FBFF"/>
            </a:solidFill>
            <a:prstDash val="dash"/>
          </a:ln>
        </p:spPr>
      </p:sp>
      <p:pic>
        <p:nvPicPr>
          <p:cNvPr id="8" name="node0" descr="MOTIVATED OFFENDER">    </p:cNvPr>
          <p:cNvPicPr>
            <a:picLocks noChangeAspect="1"/>
          </p:cNvPicPr>
          <p:nvPr/>
        </p:nvPicPr>
        <p:blipFill>
          <a:blip r:embed="rId2"/>
          <a:stretch>
            <a:fillRect/>
          </a:stretch>
        </p:blipFill>
        <p:spPr>
          <a:xfrm>
            <a:off x="2857500" y="1651000"/>
            <a:ext cx="889000" cy="889000"/>
          </a:xfrm>
          <a:prstGeom prst="rect">
            <a:avLst/>
          </a:prstGeom>
        </p:spPr>
      </p:pic>
      <p:sp>
        <p:nvSpPr>
          <p:cNvPr id="9" name="nt0"/>
          <p:cNvSpPr txBox="1"/>
          <p:nvPr/>
        </p:nvSpPr>
        <p:spPr>
          <a:xfrm>
            <a:off x="2159000" y="2578100"/>
            <a:ext cx="2286000" cy="508000"/>
          </a:xfrm>
          <a:prstGeom prst="rect">
            <a:avLst/>
          </a:prstGeom>
          <a:noFill/>
          <a:ln/>
        </p:spPr>
        <p:txBody>
          <a:bodyPr wrap="square" lIns="0" tIns="0" rIns="0" bIns="0" rtlCol="0" anchor="t"/>
          <a:lstStyle/>
          <a:p>
            <a:pPr algn="ctr" indent="0" marL="0">
              <a:buNone/>
            </a:pPr>
            <a:r>
              <a:rPr lang="en-US" sz="1100" b="1" dirty="0">
                <a:solidFill>
                  <a:srgbClr val="FF4F6E"/>
                </a:solidFill>
                <a:latin typeface="Segoe UI" pitchFamily="34" charset="0"/>
                <a:ea typeface="Segoe UI" pitchFamily="34" charset="-122"/>
                <a:cs typeface="Segoe UI" pitchFamily="34" charset="-120"/>
              </a:rPr>
              <a:t>MOTIVATED OFFENDER</a:t>
            </a:r>
            <a:endParaRPr lang="en-US" sz="1100" dirty="0"/>
          </a:p>
          <a:p>
            <a:pPr algn="ctr" indent="0" marL="0">
              <a:buNone/>
            </a:pPr>
            <a:r>
              <a:rPr lang="en-US" sz="1100" dirty="0">
                <a:solidFill>
                  <a:srgbClr val="9FD8E8"/>
                </a:solidFill>
                <a:latin typeface="Segoe UI" pitchFamily="34" charset="0"/>
                <a:ea typeface="Segoe UI" pitchFamily="34" charset="-122"/>
                <a:cs typeface="Segoe UI" pitchFamily="34" charset="-120"/>
              </a:rPr>
              <a:t>Scammers, hackers, extortionists</a:t>
            </a:r>
            <a:endParaRPr lang="en-US" sz="1100" dirty="0"/>
          </a:p>
        </p:txBody>
      </p:sp>
      <p:pic>
        <p:nvPicPr>
          <p:cNvPr id="10" name="node1" descr="SUITABLE TARGET">    </p:cNvPr>
          <p:cNvPicPr>
            <a:picLocks noChangeAspect="1"/>
          </p:cNvPicPr>
          <p:nvPr/>
        </p:nvPicPr>
        <p:blipFill>
          <a:blip r:embed="rId3"/>
          <a:stretch>
            <a:fillRect/>
          </a:stretch>
        </p:blipFill>
        <p:spPr>
          <a:xfrm>
            <a:off x="1143000" y="4381500"/>
            <a:ext cx="889000" cy="889000"/>
          </a:xfrm>
          <a:prstGeom prst="rect">
            <a:avLst/>
          </a:prstGeom>
        </p:spPr>
      </p:pic>
      <p:sp>
        <p:nvSpPr>
          <p:cNvPr id="11" name="nt1"/>
          <p:cNvSpPr txBox="1"/>
          <p:nvPr/>
        </p:nvSpPr>
        <p:spPr>
          <a:xfrm>
            <a:off x="444500" y="5308600"/>
            <a:ext cx="2286000" cy="508000"/>
          </a:xfrm>
          <a:prstGeom prst="rect">
            <a:avLst/>
          </a:prstGeom>
          <a:noFill/>
          <a:ln/>
        </p:spPr>
        <p:txBody>
          <a:bodyPr wrap="square" lIns="0" tIns="0" rIns="0" bIns="0" rtlCol="0" anchor="t"/>
          <a:lstStyle/>
          <a:p>
            <a:pPr algn="ctr" indent="0" marL="0">
              <a:buNone/>
            </a:pPr>
            <a:r>
              <a:rPr lang="en-US" sz="1100" b="1" dirty="0">
                <a:solidFill>
                  <a:srgbClr val="FF4F6E"/>
                </a:solidFill>
                <a:latin typeface="Segoe UI" pitchFamily="34" charset="0"/>
                <a:ea typeface="Segoe UI" pitchFamily="34" charset="-122"/>
                <a:cs typeface="Segoe UI" pitchFamily="34" charset="-120"/>
              </a:rPr>
              <a:t>SUITABLE TARGET</a:t>
            </a:r>
            <a:endParaRPr lang="en-US" sz="1100" dirty="0"/>
          </a:p>
          <a:p>
            <a:pPr algn="ctr" indent="0" marL="0">
              <a:buNone/>
            </a:pPr>
            <a:r>
              <a:rPr lang="en-US" sz="1100" dirty="0">
                <a:solidFill>
                  <a:srgbClr val="9FD8E8"/>
                </a:solidFill>
                <a:latin typeface="Segoe UI" pitchFamily="34" charset="0"/>
                <a:ea typeface="Segoe UI" pitchFamily="34" charset="-122"/>
                <a:cs typeface="Segoe UI" pitchFamily="34" charset="-120"/>
              </a:rPr>
              <a:t>≈64M Facebook users in Bangladesh</a:t>
            </a:r>
            <a:endParaRPr lang="en-US" sz="1100" dirty="0"/>
          </a:p>
        </p:txBody>
      </p:sp>
      <p:pic>
        <p:nvPicPr>
          <p:cNvPr id="12" name="node2" descr="NO CAPABLE GUARDIAN">    </p:cNvPr>
          <p:cNvPicPr>
            <a:picLocks noChangeAspect="1"/>
          </p:cNvPicPr>
          <p:nvPr/>
        </p:nvPicPr>
        <p:blipFill>
          <a:blip r:embed="rId4"/>
          <a:stretch>
            <a:fillRect/>
          </a:stretch>
        </p:blipFill>
        <p:spPr>
          <a:xfrm>
            <a:off x="4572000" y="4381500"/>
            <a:ext cx="889000" cy="889000"/>
          </a:xfrm>
          <a:prstGeom prst="rect">
            <a:avLst/>
          </a:prstGeom>
        </p:spPr>
      </p:pic>
      <p:sp>
        <p:nvSpPr>
          <p:cNvPr id="13" name="nt2"/>
          <p:cNvSpPr txBox="1"/>
          <p:nvPr/>
        </p:nvSpPr>
        <p:spPr>
          <a:xfrm>
            <a:off x="3873500" y="5308600"/>
            <a:ext cx="2286000" cy="508000"/>
          </a:xfrm>
          <a:prstGeom prst="rect">
            <a:avLst/>
          </a:prstGeom>
          <a:noFill/>
          <a:ln/>
        </p:spPr>
        <p:txBody>
          <a:bodyPr wrap="square" lIns="0" tIns="0" rIns="0" bIns="0" rtlCol="0" anchor="t"/>
          <a:lstStyle/>
          <a:p>
            <a:pPr algn="ctr" indent="0" marL="0">
              <a:buNone/>
            </a:pPr>
            <a:r>
              <a:rPr lang="en-US" sz="1100" b="1" dirty="0">
                <a:solidFill>
                  <a:srgbClr val="3FF0FF"/>
                </a:solidFill>
                <a:latin typeface="Segoe UI" pitchFamily="34" charset="0"/>
                <a:ea typeface="Segoe UI" pitchFamily="34" charset="-122"/>
                <a:cs typeface="Segoe UI" pitchFamily="34" charset="-120"/>
              </a:rPr>
              <a:t>NO CAPABLE GUARDIAN</a:t>
            </a:r>
            <a:endParaRPr lang="en-US" sz="1100" dirty="0"/>
          </a:p>
          <a:p>
            <a:pPr algn="ctr" indent="0" marL="0">
              <a:buNone/>
            </a:pPr>
            <a:r>
              <a:rPr lang="en-US" sz="1100" dirty="0">
                <a:solidFill>
                  <a:srgbClr val="9FD8E8"/>
                </a:solidFill>
                <a:latin typeface="Segoe UI" pitchFamily="34" charset="0"/>
                <a:ea typeface="Segoe UI" pitchFamily="34" charset="-122"/>
                <a:cs typeface="Segoe UI" pitchFamily="34" charset="-120"/>
              </a:rPr>
              <a:t>Weak or switched-off security</a:t>
            </a:r>
            <a:endParaRPr lang="en-US" sz="1100" dirty="0"/>
          </a:p>
        </p:txBody>
      </p:sp>
      <p:sp>
        <p:nvSpPr>
          <p:cNvPr id="14" name="crime"/>
          <p:cNvSpPr txBox="1"/>
          <p:nvPr/>
        </p:nvSpPr>
        <p:spPr>
          <a:xfrm>
            <a:off x="2667000" y="3746500"/>
            <a:ext cx="1270000" cy="317500"/>
          </a:xfrm>
          <a:prstGeom prst="rect">
            <a:avLst/>
          </a:prstGeom>
          <a:noFill/>
          <a:ln/>
        </p:spPr>
        <p:txBody>
          <a:bodyPr wrap="square" lIns="0" tIns="0" rIns="0" bIns="0" rtlCol="0" anchor="t"/>
          <a:lstStyle/>
          <a:p>
            <a:pPr algn="ctr" indent="0" marL="0">
              <a:buNone/>
            </a:pPr>
            <a:r>
              <a:rPr lang="en-US" sz="2000" b="1" spc="600" kern="0" dirty="0">
                <a:solidFill>
                  <a:srgbClr val="FF4F6E"/>
                </a:solidFill>
                <a:latin typeface="Segoe UI" pitchFamily="34" charset="0"/>
                <a:ea typeface="Segoe UI" pitchFamily="34" charset="-122"/>
                <a:cs typeface="Segoe UI" pitchFamily="34" charset="-120"/>
              </a:rPr>
              <a:t>CRIME</a:t>
            </a:r>
            <a:endParaRPr lang="en-US" sz="2000" dirty="0"/>
          </a:p>
        </p:txBody>
      </p:sp>
      <p:sp>
        <p:nvSpPr>
          <p:cNvPr id="15" name="theory"/>
          <p:cNvSpPr txBox="1"/>
          <p:nvPr/>
        </p:nvSpPr>
        <p:spPr>
          <a:xfrm>
            <a:off x="6731000" y="1968500"/>
            <a:ext cx="4648200" cy="952500"/>
          </a:xfrm>
          <a:prstGeom prst="rect">
            <a:avLst/>
          </a:prstGeom>
          <a:noFill/>
          <a:ln/>
        </p:spPr>
        <p:txBody>
          <a:bodyPr wrap="square" lIns="0" tIns="0" rIns="0" bIns="0" rtlCol="0" anchor="t"/>
          <a:lstStyle/>
          <a:p>
            <a:pPr indent="0" marL="0">
              <a:buNone/>
            </a:pPr>
            <a:r>
              <a:rPr lang="en-US" sz="1600" b="1" dirty="0">
                <a:solidFill>
                  <a:srgbClr val="E8FBFF"/>
                </a:solidFill>
                <a:latin typeface="Segoe UI" pitchFamily="34" charset="0"/>
                <a:ea typeface="Segoe UI" pitchFamily="34" charset="-122"/>
                <a:cs typeface="Segoe UI" pitchFamily="34" charset="-120"/>
              </a:rPr>
              <a:t>I can’t remove the offenders, and we can’t stop being targets. The one corner we control is the guardian.</a:t>
            </a:r>
            <a:endParaRPr lang="en-US" sz="1600" dirty="0"/>
          </a:p>
        </p:txBody>
      </p:sp>
      <p:sp>
        <p:nvSpPr>
          <p:cNvPr id="16" name="st0trk"/>
          <p:cNvSpPr/>
          <p:nvPr/>
        </p:nvSpPr>
        <p:spPr>
          <a:xfrm>
            <a:off x="6816725" y="3514725"/>
            <a:ext cx="1098550" cy="1098550"/>
          </a:xfrm>
          <a:prstGeom prst="ellipse">
            <a:avLst/>
          </a:prstGeom>
          <a:ln w="53975">
            <a:solidFill>
              <a:srgbClr val="12233D"/>
            </a:solidFill>
            <a:prstDash val="solid"/>
          </a:ln>
        </p:spPr>
      </p:sp>
      <p:sp>
        <p:nvSpPr>
          <p:cNvPr id="17" name="st0arc"/>
          <p:cNvSpPr/>
          <p:nvPr/>
        </p:nvSpPr>
        <p:spPr>
          <a:xfrm>
            <a:off x="6762750" y="3460750"/>
            <a:ext cx="1206500" cy="1206500"/>
          </a:xfrm>
          <a:prstGeom prst="blockArc">
            <a:avLst>
              <a:gd name="adj1" fmla="val 16200000"/>
              <a:gd name="adj2" fmla="val 20876400"/>
              <a:gd name="adj3" fmla="val 8947"/>
            </a:avLst>
          </a:prstGeom>
          <a:solidFill>
            <a:srgbClr val="FF4F6E"/>
          </a:solidFill>
          <a:ln/>
          <a:effectLst>
            <a:outerShdw sx="100000" sy="100000" kx="0" ky="0" algn="bl" rotWithShape="0" blurRad="114300" dist="50800" dir="5400000">
              <a:srgbClr val="FF4F6E">
                <a:alpha val="60000"/>
              </a:srgbClr>
            </a:outerShdw>
          </a:effectLst>
        </p:spPr>
      </p:sp>
      <p:sp>
        <p:nvSpPr>
          <p:cNvPr id="18" name="st0big"/>
          <p:cNvSpPr txBox="1"/>
          <p:nvPr/>
        </p:nvSpPr>
        <p:spPr>
          <a:xfrm>
            <a:off x="6762750" y="3822700"/>
            <a:ext cx="1206500" cy="361950"/>
          </a:xfrm>
          <a:prstGeom prst="rect">
            <a:avLst/>
          </a:prstGeom>
          <a:noFill/>
          <a:ln/>
        </p:spPr>
        <p:txBody>
          <a:bodyPr wrap="square" lIns="0" tIns="0" rIns="0" bIns="0" rtlCol="0" anchor="ctr"/>
          <a:lstStyle/>
          <a:p>
            <a:pPr algn="ctr" indent="0" marL="0">
              <a:buNone/>
            </a:pPr>
            <a:r>
              <a:rPr lang="en-US" sz="1900" b="1" dirty="0">
                <a:solidFill>
                  <a:srgbClr val="E8FBFF"/>
                </a:solidFill>
                <a:latin typeface="Segoe UI" pitchFamily="34" charset="0"/>
                <a:ea typeface="Segoe UI" pitchFamily="34" charset="-122"/>
                <a:cs typeface="Segoe UI" pitchFamily="34" charset="-120"/>
              </a:rPr>
              <a:t>21.65%</a:t>
            </a:r>
            <a:endParaRPr lang="en-US" sz="1900" dirty="0"/>
          </a:p>
        </p:txBody>
      </p:sp>
      <p:sp>
        <p:nvSpPr>
          <p:cNvPr id="19" name="st0sub"/>
          <p:cNvSpPr txBox="1"/>
          <p:nvPr/>
        </p:nvSpPr>
        <p:spPr>
          <a:xfrm>
            <a:off x="6642100" y="4730750"/>
            <a:ext cx="1447800" cy="444500"/>
          </a:xfrm>
          <a:prstGeom prst="rect">
            <a:avLst/>
          </a:prstGeom>
          <a:noFill/>
          <a:ln/>
        </p:spPr>
        <p:txBody>
          <a:bodyPr wrap="square" lIns="0" tIns="0" rIns="0" bIns="0" rtlCol="0" anchor="t"/>
          <a:lstStyle/>
          <a:p>
            <a:pPr algn="ctr" indent="0" marL="0">
              <a:buNone/>
            </a:pPr>
            <a:r>
              <a:rPr lang="en-US" sz="1100" dirty="0">
                <a:solidFill>
                  <a:srgbClr val="9FD8E8"/>
                </a:solidFill>
                <a:latin typeface="Segoe UI" pitchFamily="34" charset="0"/>
                <a:ea typeface="Segoe UI" pitchFamily="34" charset="-122"/>
                <a:cs typeface="Segoe UI" pitchFamily="34" charset="-120"/>
              </a:rPr>
              <a:t>had an account hacked</a:t>
            </a:r>
            <a:endParaRPr lang="en-US" sz="1100" dirty="0"/>
          </a:p>
        </p:txBody>
      </p:sp>
      <p:sp>
        <p:nvSpPr>
          <p:cNvPr id="20" name="st1trk"/>
          <p:cNvSpPr/>
          <p:nvPr/>
        </p:nvSpPr>
        <p:spPr>
          <a:xfrm>
            <a:off x="8372475" y="3514725"/>
            <a:ext cx="1098550" cy="1098550"/>
          </a:xfrm>
          <a:prstGeom prst="ellipse">
            <a:avLst/>
          </a:prstGeom>
          <a:ln w="53975">
            <a:solidFill>
              <a:srgbClr val="12233D"/>
            </a:solidFill>
            <a:prstDash val="solid"/>
          </a:ln>
        </p:spPr>
      </p:sp>
      <p:sp>
        <p:nvSpPr>
          <p:cNvPr id="21" name="st1arc"/>
          <p:cNvSpPr/>
          <p:nvPr/>
        </p:nvSpPr>
        <p:spPr>
          <a:xfrm>
            <a:off x="8318500" y="3460750"/>
            <a:ext cx="1206500" cy="1206500"/>
          </a:xfrm>
          <a:prstGeom prst="blockArc">
            <a:avLst>
              <a:gd name="adj1" fmla="val 16200000"/>
              <a:gd name="adj2" fmla="val 11616480"/>
              <a:gd name="adj3" fmla="val 8947"/>
            </a:avLst>
          </a:prstGeom>
          <a:solidFill>
            <a:srgbClr val="FF4F6E"/>
          </a:solidFill>
          <a:ln/>
          <a:effectLst>
            <a:outerShdw sx="100000" sy="100000" kx="0" ky="0" algn="bl" rotWithShape="0" blurRad="114300" dist="50800" dir="5400000">
              <a:srgbClr val="FF4F6E">
                <a:alpha val="60000"/>
              </a:srgbClr>
            </a:outerShdw>
          </a:effectLst>
        </p:spPr>
      </p:sp>
      <p:sp>
        <p:nvSpPr>
          <p:cNvPr id="22" name="st1big"/>
          <p:cNvSpPr txBox="1"/>
          <p:nvPr/>
        </p:nvSpPr>
        <p:spPr>
          <a:xfrm>
            <a:off x="8318500" y="3822700"/>
            <a:ext cx="1206500" cy="361950"/>
          </a:xfrm>
          <a:prstGeom prst="rect">
            <a:avLst/>
          </a:prstGeom>
          <a:noFill/>
          <a:ln/>
        </p:spPr>
        <p:txBody>
          <a:bodyPr wrap="square" lIns="0" tIns="0" rIns="0" bIns="0" rtlCol="0" anchor="ctr"/>
          <a:lstStyle/>
          <a:p>
            <a:pPr algn="ctr" indent="0" marL="0">
              <a:buNone/>
            </a:pPr>
            <a:r>
              <a:rPr lang="en-US" sz="1900" b="1" dirty="0">
                <a:solidFill>
                  <a:srgbClr val="E8FBFF"/>
                </a:solidFill>
                <a:latin typeface="Segoe UI" pitchFamily="34" charset="0"/>
                <a:ea typeface="Segoe UI" pitchFamily="34" charset="-122"/>
                <a:cs typeface="Segoe UI" pitchFamily="34" charset="-120"/>
              </a:rPr>
              <a:t>78.78%</a:t>
            </a:r>
            <a:endParaRPr lang="en-US" sz="1900" dirty="0"/>
          </a:p>
        </p:txBody>
      </p:sp>
      <p:sp>
        <p:nvSpPr>
          <p:cNvPr id="23" name="st1sub"/>
          <p:cNvSpPr txBox="1"/>
          <p:nvPr/>
        </p:nvSpPr>
        <p:spPr>
          <a:xfrm>
            <a:off x="8197850" y="4730750"/>
            <a:ext cx="1447800" cy="444500"/>
          </a:xfrm>
          <a:prstGeom prst="rect">
            <a:avLst/>
          </a:prstGeom>
          <a:noFill/>
          <a:ln/>
        </p:spPr>
        <p:txBody>
          <a:bodyPr wrap="square" lIns="0" tIns="0" rIns="0" bIns="0" rtlCol="0" anchor="t"/>
          <a:lstStyle/>
          <a:p>
            <a:pPr algn="ctr" indent="0" marL="0">
              <a:buNone/>
            </a:pPr>
            <a:r>
              <a:rPr lang="en-US" sz="1100" dirty="0">
                <a:solidFill>
                  <a:srgbClr val="9FD8E8"/>
                </a:solidFill>
                <a:latin typeface="Segoe UI" pitchFamily="34" charset="0"/>
                <a:ea typeface="Segoe UI" pitchFamily="34" charset="-122"/>
                <a:cs typeface="Segoe UI" pitchFamily="34" charset="-120"/>
              </a:rPr>
              <a:t>are aged 18–30</a:t>
            </a:r>
            <a:endParaRPr lang="en-US" sz="1100" dirty="0"/>
          </a:p>
        </p:txBody>
      </p:sp>
      <p:sp>
        <p:nvSpPr>
          <p:cNvPr id="24" name="st2trk"/>
          <p:cNvSpPr/>
          <p:nvPr/>
        </p:nvSpPr>
        <p:spPr>
          <a:xfrm>
            <a:off x="9928225" y="3514725"/>
            <a:ext cx="1098550" cy="1098550"/>
          </a:xfrm>
          <a:prstGeom prst="ellipse">
            <a:avLst/>
          </a:prstGeom>
          <a:ln w="53975">
            <a:solidFill>
              <a:srgbClr val="12233D"/>
            </a:solidFill>
            <a:prstDash val="solid"/>
          </a:ln>
        </p:spPr>
      </p:sp>
      <p:sp>
        <p:nvSpPr>
          <p:cNvPr id="25" name="st2arc"/>
          <p:cNvSpPr/>
          <p:nvPr/>
        </p:nvSpPr>
        <p:spPr>
          <a:xfrm>
            <a:off x="9874250" y="3460750"/>
            <a:ext cx="1206500" cy="1206500"/>
          </a:xfrm>
          <a:prstGeom prst="blockArc">
            <a:avLst>
              <a:gd name="adj1" fmla="val 16200000"/>
              <a:gd name="adj2" fmla="val 18792000"/>
              <a:gd name="adj3" fmla="val 8947"/>
            </a:avLst>
          </a:prstGeom>
          <a:solidFill>
            <a:srgbClr val="3FF0FF"/>
          </a:solidFill>
          <a:ln/>
          <a:effectLst>
            <a:outerShdw sx="100000" sy="100000" kx="0" ky="0" algn="bl" rotWithShape="0" blurRad="114300" dist="50800" dir="5400000">
              <a:srgbClr val="3FF0FF">
                <a:alpha val="60000"/>
              </a:srgbClr>
            </a:outerShdw>
          </a:effectLst>
        </p:spPr>
      </p:sp>
      <p:sp>
        <p:nvSpPr>
          <p:cNvPr id="26" name="st2big"/>
          <p:cNvSpPr txBox="1"/>
          <p:nvPr/>
        </p:nvSpPr>
        <p:spPr>
          <a:xfrm>
            <a:off x="9874250" y="3822700"/>
            <a:ext cx="1206500" cy="361950"/>
          </a:xfrm>
          <a:prstGeom prst="rect">
            <a:avLst/>
          </a:prstGeom>
          <a:noFill/>
          <a:ln/>
        </p:spPr>
        <p:txBody>
          <a:bodyPr wrap="square" lIns="0" tIns="0" rIns="0" bIns="0" rtlCol="0" anchor="ctr"/>
          <a:lstStyle/>
          <a:p>
            <a:pPr algn="ctr" indent="0" marL="0">
              <a:buNone/>
            </a:pPr>
            <a:r>
              <a:rPr lang="en-US" sz="1900" b="1" dirty="0">
                <a:solidFill>
                  <a:srgbClr val="E8FBFF"/>
                </a:solidFill>
                <a:latin typeface="Segoe UI" pitchFamily="34" charset="0"/>
                <a:ea typeface="Segoe UI" pitchFamily="34" charset="-122"/>
                <a:cs typeface="Segoe UI" pitchFamily="34" charset="-120"/>
              </a:rPr>
              <a:t>12%</a:t>
            </a:r>
            <a:endParaRPr lang="en-US" sz="1900" dirty="0"/>
          </a:p>
        </p:txBody>
      </p:sp>
      <p:sp>
        <p:nvSpPr>
          <p:cNvPr id="27" name="st2sub"/>
          <p:cNvSpPr txBox="1"/>
          <p:nvPr/>
        </p:nvSpPr>
        <p:spPr>
          <a:xfrm>
            <a:off x="9753600" y="4730750"/>
            <a:ext cx="1447800" cy="444500"/>
          </a:xfrm>
          <a:prstGeom prst="rect">
            <a:avLst/>
          </a:prstGeom>
          <a:noFill/>
          <a:ln/>
        </p:spPr>
        <p:txBody>
          <a:bodyPr wrap="square" lIns="0" tIns="0" rIns="0" bIns="0" rtlCol="0" anchor="t"/>
          <a:lstStyle/>
          <a:p>
            <a:pPr algn="ctr" indent="0" marL="0">
              <a:buNone/>
            </a:pPr>
            <a:r>
              <a:rPr lang="en-US" sz="1100" dirty="0">
                <a:solidFill>
                  <a:srgbClr val="9FD8E8"/>
                </a:solidFill>
                <a:latin typeface="Segoe UI" pitchFamily="34" charset="0"/>
                <a:ea typeface="Segoe UI" pitchFamily="34" charset="-122"/>
                <a:cs typeface="Segoe UI" pitchFamily="34" charset="-120"/>
              </a:rPr>
              <a:t>reported it to police</a:t>
            </a:r>
            <a:endParaRPr lang="en-US" sz="1100" dirty="0"/>
          </a:p>
        </p:txBody>
      </p:sp>
      <p:sp>
        <p:nvSpPr>
          <p:cNvPr id="28" name="src"/>
          <p:cNvSpPr txBox="1"/>
          <p:nvPr/>
        </p:nvSpPr>
        <p:spPr>
          <a:xfrm>
            <a:off x="6731000" y="5905500"/>
            <a:ext cx="4648200" cy="317500"/>
          </a:xfrm>
          <a:prstGeom prst="rect">
            <a:avLst/>
          </a:prstGeom>
          <a:noFill/>
          <a:ln/>
        </p:spPr>
        <p:txBody>
          <a:bodyPr wrap="square" lIns="0" tIns="0" rIns="0" bIns="0" rtlCol="0" anchor="t"/>
          <a:lstStyle/>
          <a:p>
            <a:pPr indent="0" marL="0">
              <a:buNone/>
            </a:pPr>
            <a:r>
              <a:rPr lang="en-US" sz="1000" dirty="0">
                <a:solidFill>
                  <a:srgbClr val="9FD8E8"/>
                </a:solidFill>
                <a:latin typeface="Segoe UI" pitchFamily="34" charset="0"/>
                <a:ea typeface="Segoe UI" pitchFamily="34" charset="-122"/>
                <a:cs typeface="Segoe UI" pitchFamily="34" charset="-120"/>
              </a:rPr>
              <a:t>Sources: Cohen &amp; Felson (1979); Cyber Crime Awareness Foundation (2024), reported by Dhaka Tribune; Statista (2025).</a:t>
            </a:r>
            <a:endParaRPr lang="en-US" sz="1000" dirty="0"/>
          </a:p>
        </p:txBody>
      </p:sp>
      <p:pic>
        <p:nvPicPr>
          <p:cNvPr id="29" name="hud" descr="/tmp/claude-0/-home-user-bangladesh-crime-monitor/cb82e52d-05bf-5acf-9e17-5b7416beecee/scratchpad/animppt/holo/hacker/hud.png">    </p:cNvPr>
          <p:cNvPicPr>
            <a:picLocks noChangeAspect="1"/>
          </p:cNvPicPr>
          <p:nvPr/>
        </p:nvPicPr>
        <p:blipFill>
          <a:blip r:embed="rId5"/>
          <a:stretch>
            <a:fillRect/>
          </a:stretch>
        </p:blipFill>
        <p:spPr>
          <a:xfrm>
            <a:off x="0" y="0"/>
            <a:ext cx="12191695" cy="6858000"/>
          </a:xfrm>
          <a:prstGeom prst="rect">
            <a:avLst/>
          </a:prstGeom>
        </p:spPr>
      </p:pic>
      <p:pic>
        <p:nvPicPr>
          <p:cNvPr id="30" name="hudring" descr="/tmp/claude-0/-home-user-bangladesh-crime-monitor/cb82e52d-05bf-5acf-9e17-5b7416beecee/scratchpad/animppt/holo/hacker/ring.png">    </p:cNvPr>
          <p:cNvPicPr>
            <a:picLocks noChangeAspect="1"/>
          </p:cNvPicPr>
          <p:nvPr/>
        </p:nvPicPr>
        <p:blipFill>
          <a:blip r:embed="rId6"/>
          <a:stretch>
            <a:fillRect/>
          </a:stretch>
        </p:blipFill>
        <p:spPr>
          <a:xfrm>
            <a:off x="11125200" y="152400"/>
            <a:ext cx="952500" cy="952500"/>
          </a:xfrm>
          <a:prstGeom prst="rect">
            <a:avLst/>
          </a:prstGeom>
        </p:spPr>
      </p:pic>
      <p:pic>
        <p:nvPicPr>
          <p:cNvPr id="31" name="scanbar" descr="/tmp/claude-0/-home-user-bangladesh-crime-monitor/cb82e52d-05bf-5acf-9e17-5b7416beecee/scratchpad/animppt/holo/hacker/scan.png">    </p:cNvPr>
          <p:cNvPicPr>
            <a:picLocks noChangeAspect="1"/>
          </p:cNvPicPr>
          <p:nvPr/>
        </p:nvPicPr>
        <p:blipFill>
          <a:blip r:embed="rId7"/>
          <a:stretch>
            <a:fillRect/>
          </a:stretch>
        </p:blipFill>
        <p:spPr>
          <a:xfrm>
            <a:off x="0" y="0"/>
            <a:ext cx="12191695" cy="381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122" fill="hold">
                      <p:stCondLst>
                        <p:cond delay="indefinite"/>
                        <p:cond evt="onBegin" delay="0">
                          <p:tn val="2"/>
                        </p:cond>
                      </p:stCondLst>
                      <p:childTnLst>
                        <p:par>
                          <p:cTn id="123" fill="hold">
                            <p:stCondLst>
                              <p:cond delay="0"/>
                            </p:stCondLst>
                            <p:childTnLst>
                              <p:par>
                                <p:cTn id="6" presetID="22" presetClass="entr" presetSubtype="1"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wipe(down)">
                                      <p:cBhvr>
                                        <p:cTn id="4" dur="400"/>
                                        <p:tgtEl>
                                          <p:spTgt spid="3"/>
                                        </p:tgtEl>
                                      </p:cBhvr>
                                    </p:animEffect>
                                    <p:animEffect transition="in" filter="fade">
                                      <p:cBhvr>
                                        <p:cTn id="5" dur="400"/>
                                        <p:tgtEl>
                                          <p:spTgt spid="3"/>
                                        </p:tgtEl>
                                      </p:cBhvr>
                                    </p:animEffect>
                                  </p:childTnLst>
                                </p:cTn>
                              </p:par>
                              <p:par>
                                <p:cTn id="9" presetID="10" presetClass="entr" presetSubtype="0" fill="hold" grpId="0" nodeType="withEffect">
                                  <p:stCondLst>
                                    <p:cond delay="0"/>
                                  </p:stCondLst>
                                  <p:childTnLst>
                                    <p:set>
                                      <p:cBhvr>
                                        <p:cTn id="7" dur="1" fill="hold">
                                          <p:stCondLst>
                                            <p:cond delay="0"/>
                                          </p:stCondLst>
                                        </p:cTn>
                                        <p:tgtEl>
                                          <p:spTgt spid="29"/>
                                        </p:tgtEl>
                                        <p:attrNameLst>
                                          <p:attrName>style.visibility</p:attrName>
                                        </p:attrNameLst>
                                      </p:cBhvr>
                                      <p:to>
                                        <p:strVal val="visible"/>
                                      </p:to>
                                    </p:set>
                                    <p:animEffect transition="in" filter="fade">
                                      <p:cBhvr>
                                        <p:cTn id="8" dur="500"/>
                                        <p:tgtEl>
                                          <p:spTgt spid="29"/>
                                        </p:tgtEl>
                                      </p:cBhvr>
                                    </p:animEffect>
                                  </p:childTnLst>
                                </p:cTn>
                              </p:par>
                              <p:par>
                                <p:cTn id="12" presetID="10"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500"/>
                                        <p:tgtEl>
                                          <p:spTgt spid="30"/>
                                        </p:tgtEl>
                                      </p:cBhvr>
                                    </p:animEffect>
                                  </p:childTnLst>
                                </p:cTn>
                              </p:par>
                              <p:par>
                                <p:cTn id="16" presetID="22" presetClass="entr" presetSubtype="1" fill="hold" grpId="0" nodeType="withEffect">
                                  <p:stCondLst>
                                    <p:cond delay="10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600"/>
                                        <p:tgtEl>
                                          <p:spTgt spid="4"/>
                                        </p:tgtEl>
                                      </p:cBhvr>
                                    </p:animEffect>
                                    <p:animEffect transition="in" filter="fade">
                                      <p:cBhvr>
                                        <p:cTn id="15" dur="600"/>
                                        <p:tgtEl>
                                          <p:spTgt spid="4"/>
                                        </p:tgtEl>
                                      </p:cBhvr>
                                    </p:animEffect>
                                  </p:childTnLst>
                                </p:cTn>
                              </p:par>
                              <p:par>
                                <p:cTn id="18" presetID="0" presetClass="path" presetSubtype="0" fill="hold" grpId="0" nodeType="withEffect" repeatCount="indefinite">
                                  <p:stCondLst>
                                    <p:cond delay="300"/>
                                  </p:stCondLst>
                                  <p:childTnLst>
                                    <p:animMotion origin="layout" path="M 0 0 L 0 1 E" pathEditMode="relative" ptsTypes="AA">
                                      <p:cBhvr>
                                        <p:cTn id="17" dur="5200" fill="hold"/>
                                        <p:tgtEl>
                                          <p:spTgt spid="31"/>
                                        </p:tgtEl>
                                        <p:attrNameLst>
                                          <p:attrName>ppt_x</p:attrName>
                                          <p:attrName>ppt_y</p:attrName>
                                        </p:attrNameLst>
                                      </p:cBhvr>
                                    </p:animMotion>
                                  </p:childTnLst>
                                </p:cTn>
                              </p:par>
                              <p:par>
                                <p:cTn id="23" presetID="53" presetClass="entr" presetSubtype="16" fill="hold" grpId="0" nodeType="withEffect">
                                  <p:stCondLst>
                                    <p:cond delay="50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00" fill="hold"/>
                                        <p:tgtEl>
                                          <p:spTgt spid="8"/>
                                        </p:tgtEl>
                                        <p:attrNameLst>
                                          <p:attrName>ppt_w</p:attrName>
                                        </p:attrNameLst>
                                      </p:cBhvr>
                                      <p:tavLst>
                                        <p:tav tm="0">
                                          <p:val>
                                            <p:strVal val="0"/>
                                          </p:val>
                                        </p:tav>
                                        <p:tav tm="100000">
                                          <p:val>
                                            <p:strVal val="#ppt_w"/>
                                          </p:val>
                                        </p:tav>
                                      </p:tavLst>
                                    </p:anim>
                                    <p:anim calcmode="lin" valueType="num">
                                      <p:cBhvr additive="base">
                                        <p:cTn id="21" dur="500" fill="hold"/>
                                        <p:tgtEl>
                                          <p:spTgt spid="8"/>
                                        </p:tgtEl>
                                        <p:attrNameLst>
                                          <p:attrName>ppt_h</p:attrName>
                                        </p:attrNameLst>
                                      </p:cBhvr>
                                      <p:tavLst>
                                        <p:tav tm="0">
                                          <p:val>
                                            <p:strVal val="0"/>
                                          </p:val>
                                        </p:tav>
                                        <p:tav tm="100000">
                                          <p:val>
                                            <p:strVal val="#ppt_h"/>
                                          </p:val>
                                        </p:tav>
                                      </p:tavLst>
                                    </p:anim>
                                    <p:animEffect transition="in" filter="fade">
                                      <p:cBhvr>
                                        <p:cTn id="22" dur="500"/>
                                        <p:tgtEl>
                                          <p:spTgt spid="8"/>
                                        </p:tgtEl>
                                      </p:cBhvr>
                                    </p:animEffect>
                                  </p:childTnLst>
                                </p:cTn>
                              </p:par>
                              <p:par>
                                <p:cTn id="25" presetID="8" presetClass="emph" presetSubtype="0" fill="hold" grpId="1" nodeType="withEffect" repeatCount="indefinite">
                                  <p:stCondLst>
                                    <p:cond delay="500"/>
                                  </p:stCondLst>
                                  <p:childTnLst>
                                    <p:animRot by="21600000">
                                      <p:cBhvr>
                                        <p:cTn id="24" dur="16000" fill="hold"/>
                                        <p:tgtEl>
                                          <p:spTgt spid="30"/>
                                        </p:tgtEl>
                                        <p:attrNameLst>
                                          <p:attrName>r</p:attrName>
                                        </p:attrNameLst>
                                      </p:cBhvr>
                                    </p:animRot>
                                  </p:childTnLst>
                                </p:cTn>
                              </p:par>
                              <p:par>
                                <p:cTn id="29" presetID="22" presetClass="entr" presetSubtype="1" fill="hold" grpId="0" nodeType="withEffect">
                                  <p:stCondLst>
                                    <p:cond delay="700"/>
                                  </p:stCondLst>
                                  <p:childTnLst>
                                    <p:set>
                                      <p:cBhvr>
                                        <p:cTn id="26" dur="1" fill="hold">
                                          <p:stCondLst>
                                            <p:cond delay="0"/>
                                          </p:stCondLst>
                                        </p:cTn>
                                        <p:tgtEl>
                                          <p:spTgt spid="9"/>
                                        </p:tgtEl>
                                        <p:attrNameLst>
                                          <p:attrName>style.visibility</p:attrName>
                                        </p:attrNameLst>
                                      </p:cBhvr>
                                      <p:to>
                                        <p:strVal val="visible"/>
                                      </p:to>
                                    </p:set>
                                    <p:animEffect transition="in" filter="wipe(down)">
                                      <p:cBhvr>
                                        <p:cTn id="27" dur="500"/>
                                        <p:tgtEl>
                                          <p:spTgt spid="9"/>
                                        </p:tgtEl>
                                      </p:cBhvr>
                                    </p:animEffect>
                                    <p:animEffect transition="in" filter="fade">
                                      <p:cBhvr>
                                        <p:cTn id="28" dur="500"/>
                                        <p:tgtEl>
                                          <p:spTgt spid="9"/>
                                        </p:tgtEl>
                                      </p:cBhvr>
                                    </p:animEffect>
                                  </p:childTnLst>
                                </p:cTn>
                              </p:par>
                              <p:par>
                                <p:cTn id="31" presetID="0" presetClass="path" presetSubtype="0" fill="hold" grpId="1" nodeType="withEffect" autoRev="1" repeatCount="3000">
                                  <p:stCondLst>
                                    <p:cond delay="750"/>
                                  </p:stCondLst>
                                  <p:childTnLst>
                                    <p:animMotion origin="layout" path="M 0 0 L 0.008 0 E" pathEditMode="relative" ptsTypes="AA">
                                      <p:cBhvr>
                                        <p:cTn id="30" dur="45" fill="hold"/>
                                        <p:tgtEl>
                                          <p:spTgt spid="4"/>
                                        </p:tgtEl>
                                        <p:attrNameLst>
                                          <p:attrName>ppt_x</p:attrName>
                                          <p:attrName>ppt_y</p:attrName>
                                        </p:attrNameLst>
                                      </p:cBhvr>
                                    </p:animMotion>
                                  </p:childTnLst>
                                </p:cTn>
                              </p:par>
                              <p:par>
                                <p:cTn id="36" presetID="53" presetClass="entr" presetSubtype="16" fill="hold" grpId="0" nodeType="withEffect">
                                  <p:stCondLst>
                                    <p:cond delay="90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500" fill="hold"/>
                                        <p:tgtEl>
                                          <p:spTgt spid="10"/>
                                        </p:tgtEl>
                                        <p:attrNameLst>
                                          <p:attrName>ppt_w</p:attrName>
                                        </p:attrNameLst>
                                      </p:cBhvr>
                                      <p:tavLst>
                                        <p:tav tm="0">
                                          <p:val>
                                            <p:strVal val="0"/>
                                          </p:val>
                                        </p:tav>
                                        <p:tav tm="100000">
                                          <p:val>
                                            <p:strVal val="#ppt_w"/>
                                          </p:val>
                                        </p:tav>
                                      </p:tavLst>
                                    </p:anim>
                                    <p:anim calcmode="lin" valueType="num">
                                      <p:cBhvr additive="base">
                                        <p:cTn id="34" dur="500" fill="hold"/>
                                        <p:tgtEl>
                                          <p:spTgt spid="10"/>
                                        </p:tgtEl>
                                        <p:attrNameLst>
                                          <p:attrName>ppt_h</p:attrName>
                                        </p:attrNameLst>
                                      </p:cBhvr>
                                      <p:tavLst>
                                        <p:tav tm="0">
                                          <p:val>
                                            <p:strVal val="0"/>
                                          </p:val>
                                        </p:tav>
                                        <p:tav tm="100000">
                                          <p:val>
                                            <p:strVal val="#ppt_h"/>
                                          </p:val>
                                        </p:tav>
                                      </p:tavLst>
                                    </p:anim>
                                    <p:animEffect transition="in" filter="fade">
                                      <p:cBhvr>
                                        <p:cTn id="35" dur="500"/>
                                        <p:tgtEl>
                                          <p:spTgt spid="10"/>
                                        </p:tgtEl>
                                      </p:cBhvr>
                                    </p:animEffect>
                                  </p:childTnLst>
                                </p:cTn>
                              </p:par>
                              <p:par>
                                <p:cTn id="40" presetID="22" presetClass="entr" presetSubtype="1" fill="hold" grpId="0" nodeType="withEffect">
                                  <p:stCondLst>
                                    <p:cond delay="1100"/>
                                  </p:stCondLst>
                                  <p:childTnLst>
                                    <p:set>
                                      <p:cBhvr>
                                        <p:cTn id="37" dur="1" fill="hold">
                                          <p:stCondLst>
                                            <p:cond delay="0"/>
                                          </p:stCondLst>
                                        </p:cTn>
                                        <p:tgtEl>
                                          <p:spTgt spid="11"/>
                                        </p:tgtEl>
                                        <p:attrNameLst>
                                          <p:attrName>style.visibility</p:attrName>
                                        </p:attrNameLst>
                                      </p:cBhvr>
                                      <p:to>
                                        <p:strVal val="visible"/>
                                      </p:to>
                                    </p:set>
                                    <p:animEffect transition="in" filter="wipe(down)">
                                      <p:cBhvr>
                                        <p:cTn id="38" dur="500"/>
                                        <p:tgtEl>
                                          <p:spTgt spid="11"/>
                                        </p:tgtEl>
                                      </p:cBhvr>
                                    </p:animEffect>
                                    <p:animEffect transition="in" filter="fade">
                                      <p:cBhvr>
                                        <p:cTn id="39" dur="500"/>
                                        <p:tgtEl>
                                          <p:spTgt spid="11"/>
                                        </p:tgtEl>
                                      </p:cBhvr>
                                    </p:animEffect>
                                  </p:childTnLst>
                                </p:cTn>
                              </p:par>
                              <p:par>
                                <p:cTn id="45" presetID="53" presetClass="entr" presetSubtype="16" fill="hold" grpId="0" nodeType="withEffect">
                                  <p:stCondLst>
                                    <p:cond delay="130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500" fill="hold"/>
                                        <p:tgtEl>
                                          <p:spTgt spid="12"/>
                                        </p:tgtEl>
                                        <p:attrNameLst>
                                          <p:attrName>ppt_w</p:attrName>
                                        </p:attrNameLst>
                                      </p:cBhvr>
                                      <p:tavLst>
                                        <p:tav tm="0">
                                          <p:val>
                                            <p:strVal val="0"/>
                                          </p:val>
                                        </p:tav>
                                        <p:tav tm="100000">
                                          <p:val>
                                            <p:strVal val="#ppt_w"/>
                                          </p:val>
                                        </p:tav>
                                      </p:tavLst>
                                    </p:anim>
                                    <p:anim calcmode="lin" valueType="num">
                                      <p:cBhvr additive="base">
                                        <p:cTn id="43" dur="500" fill="hold"/>
                                        <p:tgtEl>
                                          <p:spTgt spid="12"/>
                                        </p:tgtEl>
                                        <p:attrNameLst>
                                          <p:attrName>ppt_h</p:attrName>
                                        </p:attrNameLst>
                                      </p:cBhvr>
                                      <p:tavLst>
                                        <p:tav tm="0">
                                          <p:val>
                                            <p:strVal val="0"/>
                                          </p:val>
                                        </p:tav>
                                        <p:tav tm="100000">
                                          <p:val>
                                            <p:strVal val="#ppt_h"/>
                                          </p:val>
                                        </p:tav>
                                      </p:tavLst>
                                    </p:anim>
                                    <p:animEffect transition="in" filter="fade">
                                      <p:cBhvr>
                                        <p:cTn id="44" dur="500"/>
                                        <p:tgtEl>
                                          <p:spTgt spid="12"/>
                                        </p:tgtEl>
                                      </p:cBhvr>
                                    </p:animEffect>
                                  </p:childTnLst>
                                </p:cTn>
                              </p:par>
                              <p:par>
                                <p:cTn id="49" presetID="22" presetClass="entr" presetSubtype="1" fill="hold" grpId="0" nodeType="withEffect">
                                  <p:stCondLst>
                                    <p:cond delay="1500"/>
                                  </p:stCondLst>
                                  <p:childTnLst>
                                    <p:set>
                                      <p:cBhvr>
                                        <p:cTn id="46" dur="1" fill="hold">
                                          <p:stCondLst>
                                            <p:cond delay="0"/>
                                          </p:stCondLst>
                                        </p:cTn>
                                        <p:tgtEl>
                                          <p:spTgt spid="13"/>
                                        </p:tgtEl>
                                        <p:attrNameLst>
                                          <p:attrName>style.visibility</p:attrName>
                                        </p:attrNameLst>
                                      </p:cBhvr>
                                      <p:to>
                                        <p:strVal val="visible"/>
                                      </p:to>
                                    </p:set>
                                    <p:animEffect transition="in" filter="wipe(down)">
                                      <p:cBhvr>
                                        <p:cTn id="47" dur="500"/>
                                        <p:tgtEl>
                                          <p:spTgt spid="13"/>
                                        </p:tgtEl>
                                      </p:cBhvr>
                                    </p:animEffect>
                                    <p:animEffect transition="in" filter="fade">
                                      <p:cBhvr>
                                        <p:cTn id="48" dur="500"/>
                                        <p:tgtEl>
                                          <p:spTgt spid="13"/>
                                        </p:tgtEl>
                                      </p:cBhvr>
                                    </p:animEffect>
                                  </p:childTnLst>
                                </p:cTn>
                              </p:par>
                              <p:par>
                                <p:cTn id="52" presetID="22" presetClass="entr" presetSubtype="8" fill="hold" grpId="0" nodeType="withEffect">
                                  <p:stCondLst>
                                    <p:cond delay="1600"/>
                                  </p:stCondLst>
                                  <p:childTnLst>
                                    <p:set>
                                      <p:cBhvr>
                                        <p:cTn id="50" dur="1" fill="hold">
                                          <p:stCondLst>
                                            <p:cond delay="0"/>
                                          </p:stCondLst>
                                        </p:cTn>
                                        <p:tgtEl>
                                          <p:spTgt spid="5"/>
                                        </p:tgtEl>
                                        <p:attrNameLst>
                                          <p:attrName>style.visibility</p:attrName>
                                        </p:attrNameLst>
                                      </p:cBhvr>
                                      <p:to>
                                        <p:strVal val="visible"/>
                                      </p:to>
                                    </p:set>
                                    <p:animEffect transition="in" filter="wipe(left)">
                                      <p:cBhvr>
                                        <p:cTn id="51" dur="700"/>
                                        <p:tgtEl>
                                          <p:spTgt spid="5"/>
                                        </p:tgtEl>
                                      </p:cBhvr>
                                    </p:animEffect>
                                  </p:childTnLst>
                                </p:cTn>
                              </p:par>
                              <p:par>
                                <p:cTn id="55" presetID="22" presetClass="entr" presetSubtype="8" fill="hold" grpId="0" nodeType="withEffect">
                                  <p:stCondLst>
                                    <p:cond delay="1900"/>
                                  </p:stCondLst>
                                  <p:childTnLst>
                                    <p:set>
                                      <p:cBhvr>
                                        <p:cTn id="53" dur="1" fill="hold">
                                          <p:stCondLst>
                                            <p:cond delay="0"/>
                                          </p:stCondLst>
                                        </p:cTn>
                                        <p:tgtEl>
                                          <p:spTgt spid="6"/>
                                        </p:tgtEl>
                                        <p:attrNameLst>
                                          <p:attrName>style.visibility</p:attrName>
                                        </p:attrNameLst>
                                      </p:cBhvr>
                                      <p:to>
                                        <p:strVal val="visible"/>
                                      </p:to>
                                    </p:set>
                                    <p:animEffect transition="in" filter="wipe(left)">
                                      <p:cBhvr>
                                        <p:cTn id="54" dur="700"/>
                                        <p:tgtEl>
                                          <p:spTgt spid="6"/>
                                        </p:tgtEl>
                                      </p:cBhvr>
                                    </p:animEffect>
                                  </p:childTnLst>
                                </p:cTn>
                              </p:par>
                              <p:par>
                                <p:cTn id="58" presetID="22" presetClass="entr" presetSubtype="8" fill="hold" grpId="0" nodeType="withEffect">
                                  <p:stCondLst>
                                    <p:cond delay="2200"/>
                                  </p:stCondLst>
                                  <p:childTnLst>
                                    <p:set>
                                      <p:cBhvr>
                                        <p:cTn id="56" dur="1" fill="hold">
                                          <p:stCondLst>
                                            <p:cond delay="0"/>
                                          </p:stCondLst>
                                        </p:cTn>
                                        <p:tgtEl>
                                          <p:spTgt spid="7"/>
                                        </p:tgtEl>
                                        <p:attrNameLst>
                                          <p:attrName>style.visibility</p:attrName>
                                        </p:attrNameLst>
                                      </p:cBhvr>
                                      <p:to>
                                        <p:strVal val="visible"/>
                                      </p:to>
                                    </p:set>
                                    <p:animEffect transition="in" filter="wipe(left)">
                                      <p:cBhvr>
                                        <p:cTn id="57" dur="700"/>
                                        <p:tgtEl>
                                          <p:spTgt spid="7"/>
                                        </p:tgtEl>
                                      </p:cBhvr>
                                    </p:animEffect>
                                  </p:childTnLst>
                                </p:cTn>
                              </p:par>
                              <p:par>
                                <p:cTn id="60" presetID="6" presetClass="emph" presetSubtype="0" fill="hold" grpId="1" nodeType="withEffect" autoRev="1" repeatCount="indefinite">
                                  <p:stCondLst>
                                    <p:cond delay="2600"/>
                                  </p:stCondLst>
                                  <p:childTnLst>
                                    <p:animScale>
                                      <p:cBhvr>
                                        <p:cTn id="59" dur="900" fill="hold"/>
                                        <p:tgtEl>
                                          <p:spTgt spid="8"/>
                                        </p:tgtEl>
                                      </p:cBhvr>
                                      <p:by x="108000" y="108000"/>
                                    </p:animScale>
                                  </p:childTnLst>
                                </p:cTn>
                              </p:par>
                              <p:par>
                                <p:cTn id="65" presetID="53" presetClass="entr" presetSubtype="32" fill="hold" grpId="0" nodeType="withEffect">
                                  <p:stCondLst>
                                    <p:cond delay="2600"/>
                                  </p:stCondLst>
                                  <p:childTnLst>
                                    <p:set>
                                      <p:cBhvr>
                                        <p:cTn id="61" dur="1" fill="hold">
                                          <p:stCondLst>
                                            <p:cond delay="0"/>
                                          </p:stCondLst>
                                        </p:cTn>
                                        <p:tgtEl>
                                          <p:spTgt spid="14"/>
                                        </p:tgtEl>
                                        <p:attrNameLst>
                                          <p:attrName>style.visibility</p:attrName>
                                        </p:attrNameLst>
                                      </p:cBhvr>
                                      <p:to>
                                        <p:strVal val="visible"/>
                                      </p:to>
                                    </p:set>
                                    <p:anim calcmode="lin" valueType="num">
                                      <p:cBhvr additive="base">
                                        <p:cTn id="62" dur="450" fill="hold"/>
                                        <p:tgtEl>
                                          <p:spTgt spid="14"/>
                                        </p:tgtEl>
                                        <p:attrNameLst>
                                          <p:attrName>ppt_w</p:attrName>
                                        </p:attrNameLst>
                                      </p:cBhvr>
                                      <p:tavLst>
                                        <p:tav tm="0">
                                          <p:val>
                                            <p:strVal val="#ppt_w*2.4"/>
                                          </p:val>
                                        </p:tav>
                                        <p:tav tm="100000">
                                          <p:val>
                                            <p:strVal val="#ppt_w"/>
                                          </p:val>
                                        </p:tav>
                                      </p:tavLst>
                                    </p:anim>
                                    <p:anim calcmode="lin" valueType="num">
                                      <p:cBhvr additive="base">
                                        <p:cTn id="63" dur="450" fill="hold"/>
                                        <p:tgtEl>
                                          <p:spTgt spid="14"/>
                                        </p:tgtEl>
                                        <p:attrNameLst>
                                          <p:attrName>ppt_h</p:attrName>
                                        </p:attrNameLst>
                                      </p:cBhvr>
                                      <p:tavLst>
                                        <p:tav tm="0">
                                          <p:val>
                                            <p:strVal val="#ppt_h*2.4"/>
                                          </p:val>
                                        </p:tav>
                                        <p:tav tm="100000">
                                          <p:val>
                                            <p:strVal val="#ppt_h"/>
                                          </p:val>
                                        </p:tav>
                                      </p:tavLst>
                                    </p:anim>
                                    <p:animEffect transition="in" filter="fade">
                                      <p:cBhvr>
                                        <p:cTn id="64" dur="450"/>
                                        <p:tgtEl>
                                          <p:spTgt spid="14"/>
                                        </p:tgtEl>
                                      </p:cBhvr>
                                    </p:animEffect>
                                  </p:childTnLst>
                                </p:cTn>
                              </p:par>
                              <p:par>
                                <p:cTn id="67" presetID="6" presetClass="emph" presetSubtype="0" fill="hold" grpId="1" nodeType="withEffect" autoRev="1" repeatCount="indefinite">
                                  <p:stCondLst>
                                    <p:cond delay="2900"/>
                                  </p:stCondLst>
                                  <p:childTnLst>
                                    <p:animScale>
                                      <p:cBhvr>
                                        <p:cTn id="66" dur="900" fill="hold"/>
                                        <p:tgtEl>
                                          <p:spTgt spid="10"/>
                                        </p:tgtEl>
                                      </p:cBhvr>
                                      <p:by x="108000" y="108000"/>
                                    </p:animScale>
                                  </p:childTnLst>
                                </p:cTn>
                              </p:par>
                              <p:par>
                                <p:cTn id="71" presetID="22" presetClass="entr" presetSubtype="1" fill="hold" grpId="0" nodeType="withEffect">
                                  <p:stCondLst>
                                    <p:cond delay="3000"/>
                                  </p:stCondLst>
                                  <p:childTnLst>
                                    <p:set>
                                      <p:cBhvr>
                                        <p:cTn id="68" dur="1" fill="hold">
                                          <p:stCondLst>
                                            <p:cond delay="0"/>
                                          </p:stCondLst>
                                        </p:cTn>
                                        <p:tgtEl>
                                          <p:spTgt spid="15"/>
                                        </p:tgtEl>
                                        <p:attrNameLst>
                                          <p:attrName>style.visibility</p:attrName>
                                        </p:attrNameLst>
                                      </p:cBhvr>
                                      <p:to>
                                        <p:strVal val="visible"/>
                                      </p:to>
                                    </p:set>
                                    <p:animEffect transition="in" filter="wipe(down)">
                                      <p:cBhvr>
                                        <p:cTn id="69" dur="700"/>
                                        <p:tgtEl>
                                          <p:spTgt spid="15"/>
                                        </p:tgtEl>
                                      </p:cBhvr>
                                    </p:animEffect>
                                    <p:animEffect transition="in" filter="fade">
                                      <p:cBhvr>
                                        <p:cTn id="70" dur="700"/>
                                        <p:tgtEl>
                                          <p:spTgt spid="15"/>
                                        </p:tgtEl>
                                      </p:cBhvr>
                                    </p:animEffect>
                                  </p:childTnLst>
                                </p:cTn>
                              </p:par>
                              <p:par>
                                <p:cTn id="73" presetID="6" presetClass="emph" presetSubtype="0" fill="hold" grpId="1" nodeType="withEffect" autoRev="1" repeatCount="indefinite">
                                  <p:stCondLst>
                                    <p:cond delay="3200"/>
                                  </p:stCondLst>
                                  <p:childTnLst>
                                    <p:animScale>
                                      <p:cBhvr>
                                        <p:cTn id="72" dur="900" fill="hold"/>
                                        <p:tgtEl>
                                          <p:spTgt spid="12"/>
                                        </p:tgtEl>
                                      </p:cBhvr>
                                      <p:by x="108000" y="108000"/>
                                    </p:animScale>
                                  </p:childTnLst>
                                </p:cTn>
                              </p:par>
                              <p:par>
                                <p:cTn id="76" presetID="10" presetClass="entr" presetSubtype="0" fill="hold" grpId="0" nodeType="withEffect">
                                  <p:stCondLst>
                                    <p:cond delay="3600"/>
                                  </p:stCondLst>
                                  <p:childTnLst>
                                    <p:set>
                                      <p:cBhvr>
                                        <p:cTn id="74" dur="1" fill="hold">
                                          <p:stCondLst>
                                            <p:cond delay="0"/>
                                          </p:stCondLst>
                                        </p:cTn>
                                        <p:tgtEl>
                                          <p:spTgt spid="16"/>
                                        </p:tgtEl>
                                        <p:attrNameLst>
                                          <p:attrName>style.visibility</p:attrName>
                                        </p:attrNameLst>
                                      </p:cBhvr>
                                      <p:to>
                                        <p:strVal val="visible"/>
                                      </p:to>
                                    </p:set>
                                    <p:animEffect transition="in" filter="fade">
                                      <p:cBhvr>
                                        <p:cTn id="75" dur="400"/>
                                        <p:tgtEl>
                                          <p:spTgt spid="16"/>
                                        </p:tgtEl>
                                      </p:cBhvr>
                                    </p:animEffect>
                                  </p:childTnLst>
                                </p:cTn>
                              </p:par>
                              <p:par>
                                <p:cTn id="79" presetID="21" presetClass="entr" presetSubtype="1" fill="hold" grpId="0" nodeType="withEffect">
                                  <p:stCondLst>
                                    <p:cond delay="3700"/>
                                  </p:stCondLst>
                                  <p:childTnLst>
                                    <p:set>
                                      <p:cBhvr>
                                        <p:cTn id="77" dur="1" fill="hold">
                                          <p:stCondLst>
                                            <p:cond delay="0"/>
                                          </p:stCondLst>
                                        </p:cTn>
                                        <p:tgtEl>
                                          <p:spTgt spid="17"/>
                                        </p:tgtEl>
                                        <p:attrNameLst>
                                          <p:attrName>style.visibility</p:attrName>
                                        </p:attrNameLst>
                                      </p:cBhvr>
                                      <p:to>
                                        <p:strVal val="visible"/>
                                      </p:to>
                                    </p:set>
                                    <p:animEffect transition="in" filter="wheel(1)">
                                      <p:cBhvr>
                                        <p:cTn id="78" dur="1300"/>
                                        <p:tgtEl>
                                          <p:spTgt spid="17"/>
                                        </p:tgtEl>
                                      </p:cBhvr>
                                    </p:animEffect>
                                  </p:childTnLst>
                                </p:cTn>
                              </p:par>
                              <p:par>
                                <p:cTn id="84" presetID="53" presetClass="entr" presetSubtype="16" fill="hold" grpId="0" nodeType="withEffect">
                                  <p:stCondLst>
                                    <p:cond delay="4100"/>
                                  </p:stCondLst>
                                  <p:childTnLst>
                                    <p:set>
                                      <p:cBhvr>
                                        <p:cTn id="80" dur="1" fill="hold">
                                          <p:stCondLst>
                                            <p:cond delay="0"/>
                                          </p:stCondLst>
                                        </p:cTn>
                                        <p:tgtEl>
                                          <p:spTgt spid="18"/>
                                        </p:tgtEl>
                                        <p:attrNameLst>
                                          <p:attrName>style.visibility</p:attrName>
                                        </p:attrNameLst>
                                      </p:cBhvr>
                                      <p:to>
                                        <p:strVal val="visible"/>
                                      </p:to>
                                    </p:set>
                                    <p:anim calcmode="lin" valueType="num">
                                      <p:cBhvr additive="base">
                                        <p:cTn id="81" dur="500" fill="hold"/>
                                        <p:tgtEl>
                                          <p:spTgt spid="18"/>
                                        </p:tgtEl>
                                        <p:attrNameLst>
                                          <p:attrName>ppt_w</p:attrName>
                                        </p:attrNameLst>
                                      </p:cBhvr>
                                      <p:tavLst>
                                        <p:tav tm="0">
                                          <p:val>
                                            <p:strVal val="0"/>
                                          </p:val>
                                        </p:tav>
                                        <p:tav tm="100000">
                                          <p:val>
                                            <p:strVal val="#ppt_w"/>
                                          </p:val>
                                        </p:tav>
                                      </p:tavLst>
                                    </p:anim>
                                    <p:anim calcmode="lin" valueType="num">
                                      <p:cBhvr additive="base">
                                        <p:cTn id="82" dur="500" fill="hold"/>
                                        <p:tgtEl>
                                          <p:spTgt spid="18"/>
                                        </p:tgtEl>
                                        <p:attrNameLst>
                                          <p:attrName>ppt_h</p:attrName>
                                        </p:attrNameLst>
                                      </p:cBhvr>
                                      <p:tavLst>
                                        <p:tav tm="0">
                                          <p:val>
                                            <p:strVal val="0"/>
                                          </p:val>
                                        </p:tav>
                                        <p:tav tm="100000">
                                          <p:val>
                                            <p:strVal val="#ppt_h"/>
                                          </p:val>
                                        </p:tav>
                                      </p:tavLst>
                                    </p:anim>
                                    <p:animEffect transition="in" filter="fade">
                                      <p:cBhvr>
                                        <p:cTn id="83" dur="500"/>
                                        <p:tgtEl>
                                          <p:spTgt spid="18"/>
                                        </p:tgtEl>
                                      </p:cBhvr>
                                    </p:animEffect>
                                  </p:childTnLst>
                                </p:cTn>
                              </p:par>
                              <p:par>
                                <p:cTn id="87" presetID="10" presetClass="entr" presetSubtype="0" fill="hold" grpId="0" nodeType="withEffect">
                                  <p:stCondLst>
                                    <p:cond delay="4100"/>
                                  </p:stCondLst>
                                  <p:childTnLst>
                                    <p:set>
                                      <p:cBhvr>
                                        <p:cTn id="85" dur="1" fill="hold">
                                          <p:stCondLst>
                                            <p:cond delay="0"/>
                                          </p:stCondLst>
                                        </p:cTn>
                                        <p:tgtEl>
                                          <p:spTgt spid="20"/>
                                        </p:tgtEl>
                                        <p:attrNameLst>
                                          <p:attrName>style.visibility</p:attrName>
                                        </p:attrNameLst>
                                      </p:cBhvr>
                                      <p:to>
                                        <p:strVal val="visible"/>
                                      </p:to>
                                    </p:set>
                                    <p:animEffect transition="in" filter="fade">
                                      <p:cBhvr>
                                        <p:cTn id="86" dur="400"/>
                                        <p:tgtEl>
                                          <p:spTgt spid="20"/>
                                        </p:tgtEl>
                                      </p:cBhvr>
                                    </p:animEffect>
                                  </p:childTnLst>
                                </p:cTn>
                              </p:par>
                              <p:par>
                                <p:cTn id="90" presetID="21" presetClass="entr" presetSubtype="1" fill="hold" grpId="0" nodeType="withEffect">
                                  <p:stCondLst>
                                    <p:cond delay="4200"/>
                                  </p:stCondLst>
                                  <p:childTnLst>
                                    <p:set>
                                      <p:cBhvr>
                                        <p:cTn id="88" dur="1" fill="hold">
                                          <p:stCondLst>
                                            <p:cond delay="0"/>
                                          </p:stCondLst>
                                        </p:cTn>
                                        <p:tgtEl>
                                          <p:spTgt spid="21"/>
                                        </p:tgtEl>
                                        <p:attrNameLst>
                                          <p:attrName>style.visibility</p:attrName>
                                        </p:attrNameLst>
                                      </p:cBhvr>
                                      <p:to>
                                        <p:strVal val="visible"/>
                                      </p:to>
                                    </p:set>
                                    <p:animEffect transition="in" filter="wheel(1)">
                                      <p:cBhvr>
                                        <p:cTn id="89" dur="1300"/>
                                        <p:tgtEl>
                                          <p:spTgt spid="21"/>
                                        </p:tgtEl>
                                      </p:cBhvr>
                                    </p:animEffect>
                                  </p:childTnLst>
                                </p:cTn>
                              </p:par>
                              <p:par>
                                <p:cTn id="94" presetID="22" presetClass="entr" presetSubtype="1" fill="hold" grpId="0" nodeType="withEffect">
                                  <p:stCondLst>
                                    <p:cond delay="4300"/>
                                  </p:stCondLst>
                                  <p:childTnLst>
                                    <p:set>
                                      <p:cBhvr>
                                        <p:cTn id="91" dur="1" fill="hold">
                                          <p:stCondLst>
                                            <p:cond delay="0"/>
                                          </p:stCondLst>
                                        </p:cTn>
                                        <p:tgtEl>
                                          <p:spTgt spid="19"/>
                                        </p:tgtEl>
                                        <p:attrNameLst>
                                          <p:attrName>style.visibility</p:attrName>
                                        </p:attrNameLst>
                                      </p:cBhvr>
                                      <p:to>
                                        <p:strVal val="visible"/>
                                      </p:to>
                                    </p:set>
                                    <p:animEffect transition="in" filter="wipe(down)">
                                      <p:cBhvr>
                                        <p:cTn id="92" dur="500"/>
                                        <p:tgtEl>
                                          <p:spTgt spid="19"/>
                                        </p:tgtEl>
                                      </p:cBhvr>
                                    </p:animEffect>
                                    <p:animEffect transition="in" filter="fade">
                                      <p:cBhvr>
                                        <p:cTn id="93" dur="500"/>
                                        <p:tgtEl>
                                          <p:spTgt spid="19"/>
                                        </p:tgtEl>
                                      </p:cBhvr>
                                    </p:animEffect>
                                  </p:childTnLst>
                                </p:cTn>
                              </p:par>
                              <p:par>
                                <p:cTn id="99" presetID="53" presetClass="entr" presetSubtype="16" fill="hold" grpId="0" nodeType="withEffect">
                                  <p:stCondLst>
                                    <p:cond delay="4600"/>
                                  </p:stCondLst>
                                  <p:childTnLst>
                                    <p:set>
                                      <p:cBhvr>
                                        <p:cTn id="95" dur="1" fill="hold">
                                          <p:stCondLst>
                                            <p:cond delay="0"/>
                                          </p:stCondLst>
                                        </p:cTn>
                                        <p:tgtEl>
                                          <p:spTgt spid="22"/>
                                        </p:tgtEl>
                                        <p:attrNameLst>
                                          <p:attrName>style.visibility</p:attrName>
                                        </p:attrNameLst>
                                      </p:cBhvr>
                                      <p:to>
                                        <p:strVal val="visible"/>
                                      </p:to>
                                    </p:set>
                                    <p:anim calcmode="lin" valueType="num">
                                      <p:cBhvr additive="base">
                                        <p:cTn id="96" dur="500" fill="hold"/>
                                        <p:tgtEl>
                                          <p:spTgt spid="22"/>
                                        </p:tgtEl>
                                        <p:attrNameLst>
                                          <p:attrName>ppt_w</p:attrName>
                                        </p:attrNameLst>
                                      </p:cBhvr>
                                      <p:tavLst>
                                        <p:tav tm="0">
                                          <p:val>
                                            <p:strVal val="0"/>
                                          </p:val>
                                        </p:tav>
                                        <p:tav tm="100000">
                                          <p:val>
                                            <p:strVal val="#ppt_w"/>
                                          </p:val>
                                        </p:tav>
                                      </p:tavLst>
                                    </p:anim>
                                    <p:anim calcmode="lin" valueType="num">
                                      <p:cBhvr additive="base">
                                        <p:cTn id="97" dur="500" fill="hold"/>
                                        <p:tgtEl>
                                          <p:spTgt spid="22"/>
                                        </p:tgtEl>
                                        <p:attrNameLst>
                                          <p:attrName>ppt_h</p:attrName>
                                        </p:attrNameLst>
                                      </p:cBhvr>
                                      <p:tavLst>
                                        <p:tav tm="0">
                                          <p:val>
                                            <p:strVal val="0"/>
                                          </p:val>
                                        </p:tav>
                                        <p:tav tm="100000">
                                          <p:val>
                                            <p:strVal val="#ppt_h"/>
                                          </p:val>
                                        </p:tav>
                                      </p:tavLst>
                                    </p:anim>
                                    <p:animEffect transition="in" filter="fade">
                                      <p:cBhvr>
                                        <p:cTn id="98" dur="500"/>
                                        <p:tgtEl>
                                          <p:spTgt spid="22"/>
                                        </p:tgtEl>
                                      </p:cBhvr>
                                    </p:animEffect>
                                  </p:childTnLst>
                                </p:cTn>
                              </p:par>
                              <p:par>
                                <p:cTn id="102" presetID="10" presetClass="entr" presetSubtype="0" fill="hold" grpId="0" nodeType="withEffect">
                                  <p:stCondLst>
                                    <p:cond delay="4600"/>
                                  </p:stCondLst>
                                  <p:childTnLst>
                                    <p:set>
                                      <p:cBhvr>
                                        <p:cTn id="100" dur="1" fill="hold">
                                          <p:stCondLst>
                                            <p:cond delay="0"/>
                                          </p:stCondLst>
                                        </p:cTn>
                                        <p:tgtEl>
                                          <p:spTgt spid="24"/>
                                        </p:tgtEl>
                                        <p:attrNameLst>
                                          <p:attrName>style.visibility</p:attrName>
                                        </p:attrNameLst>
                                      </p:cBhvr>
                                      <p:to>
                                        <p:strVal val="visible"/>
                                      </p:to>
                                    </p:set>
                                    <p:animEffect transition="in" filter="fade">
                                      <p:cBhvr>
                                        <p:cTn id="101" dur="400"/>
                                        <p:tgtEl>
                                          <p:spTgt spid="24"/>
                                        </p:tgtEl>
                                      </p:cBhvr>
                                    </p:animEffect>
                                  </p:childTnLst>
                                </p:cTn>
                              </p:par>
                              <p:par>
                                <p:cTn id="105" presetID="21" presetClass="entr" presetSubtype="1" fill="hold" grpId="0" nodeType="withEffect">
                                  <p:stCondLst>
                                    <p:cond delay="4700"/>
                                  </p:stCondLst>
                                  <p:childTnLst>
                                    <p:set>
                                      <p:cBhvr>
                                        <p:cTn id="103" dur="1" fill="hold">
                                          <p:stCondLst>
                                            <p:cond delay="0"/>
                                          </p:stCondLst>
                                        </p:cTn>
                                        <p:tgtEl>
                                          <p:spTgt spid="25"/>
                                        </p:tgtEl>
                                        <p:attrNameLst>
                                          <p:attrName>style.visibility</p:attrName>
                                        </p:attrNameLst>
                                      </p:cBhvr>
                                      <p:to>
                                        <p:strVal val="visible"/>
                                      </p:to>
                                    </p:set>
                                    <p:animEffect transition="in" filter="wheel(1)">
                                      <p:cBhvr>
                                        <p:cTn id="104" dur="1300"/>
                                        <p:tgtEl>
                                          <p:spTgt spid="25"/>
                                        </p:tgtEl>
                                      </p:cBhvr>
                                    </p:animEffect>
                                  </p:childTnLst>
                                </p:cTn>
                              </p:par>
                              <p:par>
                                <p:cTn id="109" presetID="22" presetClass="entr" presetSubtype="1" fill="hold" grpId="0" nodeType="withEffect">
                                  <p:stCondLst>
                                    <p:cond delay="4800"/>
                                  </p:stCondLst>
                                  <p:childTnLst>
                                    <p:set>
                                      <p:cBhvr>
                                        <p:cTn id="106" dur="1" fill="hold">
                                          <p:stCondLst>
                                            <p:cond delay="0"/>
                                          </p:stCondLst>
                                        </p:cTn>
                                        <p:tgtEl>
                                          <p:spTgt spid="23"/>
                                        </p:tgtEl>
                                        <p:attrNameLst>
                                          <p:attrName>style.visibility</p:attrName>
                                        </p:attrNameLst>
                                      </p:cBhvr>
                                      <p:to>
                                        <p:strVal val="visible"/>
                                      </p:to>
                                    </p:set>
                                    <p:animEffect transition="in" filter="wipe(down)">
                                      <p:cBhvr>
                                        <p:cTn id="107" dur="500"/>
                                        <p:tgtEl>
                                          <p:spTgt spid="23"/>
                                        </p:tgtEl>
                                      </p:cBhvr>
                                    </p:animEffect>
                                    <p:animEffect transition="in" filter="fade">
                                      <p:cBhvr>
                                        <p:cTn id="108" dur="500"/>
                                        <p:tgtEl>
                                          <p:spTgt spid="23"/>
                                        </p:tgtEl>
                                      </p:cBhvr>
                                    </p:animEffect>
                                  </p:childTnLst>
                                </p:cTn>
                              </p:par>
                              <p:par>
                                <p:cTn id="114" presetID="53" presetClass="entr" presetSubtype="16" fill="hold" grpId="0" nodeType="withEffect">
                                  <p:stCondLst>
                                    <p:cond delay="5100"/>
                                  </p:stCondLst>
                                  <p:childTnLst>
                                    <p:set>
                                      <p:cBhvr>
                                        <p:cTn id="110" dur="1" fill="hold">
                                          <p:stCondLst>
                                            <p:cond delay="0"/>
                                          </p:stCondLst>
                                        </p:cTn>
                                        <p:tgtEl>
                                          <p:spTgt spid="26"/>
                                        </p:tgtEl>
                                        <p:attrNameLst>
                                          <p:attrName>style.visibility</p:attrName>
                                        </p:attrNameLst>
                                      </p:cBhvr>
                                      <p:to>
                                        <p:strVal val="visible"/>
                                      </p:to>
                                    </p:set>
                                    <p:anim calcmode="lin" valueType="num">
                                      <p:cBhvr additive="base">
                                        <p:cTn id="111" dur="500" fill="hold"/>
                                        <p:tgtEl>
                                          <p:spTgt spid="26"/>
                                        </p:tgtEl>
                                        <p:attrNameLst>
                                          <p:attrName>ppt_w</p:attrName>
                                        </p:attrNameLst>
                                      </p:cBhvr>
                                      <p:tavLst>
                                        <p:tav tm="0">
                                          <p:val>
                                            <p:strVal val="0"/>
                                          </p:val>
                                        </p:tav>
                                        <p:tav tm="100000">
                                          <p:val>
                                            <p:strVal val="#ppt_w"/>
                                          </p:val>
                                        </p:tav>
                                      </p:tavLst>
                                    </p:anim>
                                    <p:anim calcmode="lin" valueType="num">
                                      <p:cBhvr additive="base">
                                        <p:cTn id="112" dur="500" fill="hold"/>
                                        <p:tgtEl>
                                          <p:spTgt spid="26"/>
                                        </p:tgtEl>
                                        <p:attrNameLst>
                                          <p:attrName>ppt_h</p:attrName>
                                        </p:attrNameLst>
                                      </p:cBhvr>
                                      <p:tavLst>
                                        <p:tav tm="0">
                                          <p:val>
                                            <p:strVal val="0"/>
                                          </p:val>
                                        </p:tav>
                                        <p:tav tm="100000">
                                          <p:val>
                                            <p:strVal val="#ppt_h"/>
                                          </p:val>
                                        </p:tav>
                                      </p:tavLst>
                                    </p:anim>
                                    <p:animEffect transition="in" filter="fade">
                                      <p:cBhvr>
                                        <p:cTn id="113" dur="500"/>
                                        <p:tgtEl>
                                          <p:spTgt spid="26"/>
                                        </p:tgtEl>
                                      </p:cBhvr>
                                    </p:animEffect>
                                  </p:childTnLst>
                                </p:cTn>
                              </p:par>
                              <p:par>
                                <p:cTn id="117" presetID="10" presetClass="entr" presetSubtype="0" fill="hold" grpId="0" nodeType="withEffect">
                                  <p:stCondLst>
                                    <p:cond delay="5200"/>
                                  </p:stCondLst>
                                  <p:childTnLst>
                                    <p:set>
                                      <p:cBhvr>
                                        <p:cTn id="115" dur="1" fill="hold">
                                          <p:stCondLst>
                                            <p:cond delay="0"/>
                                          </p:stCondLst>
                                        </p:cTn>
                                        <p:tgtEl>
                                          <p:spTgt spid="28"/>
                                        </p:tgtEl>
                                        <p:attrNameLst>
                                          <p:attrName>style.visibility</p:attrName>
                                        </p:attrNameLst>
                                      </p:cBhvr>
                                      <p:to>
                                        <p:strVal val="visible"/>
                                      </p:to>
                                    </p:set>
                                    <p:animEffect transition="in" filter="fade">
                                      <p:cBhvr>
                                        <p:cTn id="116" dur="500"/>
                                        <p:tgtEl>
                                          <p:spTgt spid="28"/>
                                        </p:tgtEl>
                                      </p:cBhvr>
                                    </p:animEffect>
                                  </p:childTnLst>
                                </p:cTn>
                              </p:par>
                              <p:par>
                                <p:cTn id="121" presetID="22" presetClass="entr" presetSubtype="1" fill="hold" grpId="0" nodeType="withEffect">
                                  <p:stCondLst>
                                    <p:cond delay="5300"/>
                                  </p:stCondLst>
                                  <p:childTnLst>
                                    <p:set>
                                      <p:cBhvr>
                                        <p:cTn id="118" dur="1" fill="hold">
                                          <p:stCondLst>
                                            <p:cond delay="0"/>
                                          </p:stCondLst>
                                        </p:cTn>
                                        <p:tgtEl>
                                          <p:spTgt spid="27"/>
                                        </p:tgtEl>
                                        <p:attrNameLst>
                                          <p:attrName>style.visibility</p:attrName>
                                        </p:attrNameLst>
                                      </p:cBhvr>
                                      <p:to>
                                        <p:strVal val="visible"/>
                                      </p:to>
                                    </p:set>
                                    <p:animEffect transition="in" filter="wipe(down)">
                                      <p:cBhvr>
                                        <p:cTn id="119" dur="500"/>
                                        <p:tgtEl>
                                          <p:spTgt spid="27"/>
                                        </p:tgtEl>
                                      </p:cBhvr>
                                    </p:animEffect>
                                    <p:animEffect transition="in" filter="fade">
                                      <p:cBhvr>
                                        <p:cTn id="12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9" grpId="0" animBg="1"/>
      <p:bldP spid="30" grpId="0" animBg="1"/>
      <p:bldP spid="4" grpId="0" animBg="1"/>
      <p:bldP spid="31" grpId="0" animBg="1"/>
      <p:bldP spid="8" grpId="0" animBg="1"/>
      <p:bldP spid="30" grpId="1" animBg="1"/>
      <p:bldP spid="9" grpId="0" animBg="1"/>
      <p:bldP spid="4" grpId="1" animBg="1"/>
      <p:bldP spid="10" grpId="0" animBg="1"/>
      <p:bldP spid="11" grpId="0" animBg="1"/>
      <p:bldP spid="12" grpId="0" animBg="1"/>
      <p:bldP spid="13" grpId="0" animBg="1"/>
      <p:bldP spid="5" grpId="0" animBg="1"/>
      <p:bldP spid="6" grpId="0" animBg="1"/>
      <p:bldP spid="7" grpId="0" animBg="1"/>
      <p:bldP spid="8" grpId="1" animBg="1"/>
      <p:bldP spid="14" grpId="0" animBg="1"/>
      <p:bldP spid="10" grpId="1" animBg="1"/>
      <p:bldP spid="15" grpId="0" animBg="1"/>
      <p:bldP spid="12" grpId="1" animBg="1"/>
      <p:bldP spid="16" grpId="0" animBg="1"/>
      <p:bldP spid="17" grpId="0" animBg="1"/>
      <p:bldP spid="18" grpId="0" animBg="1"/>
      <p:bldP spid="20" grpId="0" animBg="1"/>
      <p:bldP spid="21" grpId="0" animBg="1"/>
      <p:bldP spid="19" grpId="0" animBg="1"/>
      <p:bldP spid="22" grpId="0" animBg="1"/>
      <p:bldP spid="24" grpId="0" animBg="1"/>
      <p:bldP spid="25" grpId="0" animBg="1"/>
      <p:bldP spid="23" grpId="0" animBg="1"/>
      <p:bldP spid="26" grpId="0" animBg="1"/>
      <p:bldP spid="28" grpId="0" animBg="1"/>
      <p:bldP spid="2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eyebrow"/>
          <p:cNvSpPr txBox="1"/>
          <p:nvPr/>
        </p:nvSpPr>
        <p:spPr>
          <a:xfrm>
            <a:off x="812800" y="520700"/>
            <a:ext cx="9525000" cy="190500"/>
          </a:xfrm>
          <a:prstGeom prst="rect">
            <a:avLst/>
          </a:prstGeom>
          <a:noFill/>
          <a:ln/>
        </p:spPr>
        <p:txBody>
          <a:bodyPr wrap="square" lIns="0" tIns="0" rIns="0" bIns="0" rtlCol="0" anchor="t"/>
          <a:lstStyle/>
          <a:p>
            <a:pPr indent="0" marL="0">
              <a:buNone/>
            </a:pPr>
            <a:r>
              <a:rPr lang="en-US" sz="1100" b="1" spc="300" kern="0" dirty="0">
                <a:solidFill>
                  <a:srgbClr val="FF4F6E"/>
                </a:solidFill>
                <a:latin typeface="Consolas" pitchFamily="34" charset="0"/>
                <a:ea typeface="Consolas" pitchFamily="34" charset="-122"/>
                <a:cs typeface="Consolas" pitchFamily="34" charset="-120"/>
              </a:rPr>
              <a:t>02 / THE OFFENDER’S CHECKLIST</a:t>
            </a:r>
            <a:endParaRPr lang="en-US" sz="1100" dirty="0"/>
          </a:p>
        </p:txBody>
      </p:sp>
      <p:sp>
        <p:nvSpPr>
          <p:cNvPr id="4" name="heading"/>
          <p:cNvSpPr txBox="1"/>
          <p:nvPr/>
        </p:nvSpPr>
        <p:spPr>
          <a:xfrm>
            <a:off x="812800" y="749300"/>
            <a:ext cx="10096500" cy="1016000"/>
          </a:xfrm>
          <a:prstGeom prst="rect">
            <a:avLst/>
          </a:prstGeom>
          <a:noFill/>
          <a:ln/>
        </p:spPr>
        <p:txBody>
          <a:bodyPr wrap="square" lIns="0" tIns="0" rIns="0" bIns="0" rtlCol="0" anchor="t"/>
          <a:lstStyle/>
          <a:p>
            <a:pPr indent="0" marL="0">
              <a:lnSpc>
                <a:spcPct val="95000"/>
              </a:lnSpc>
              <a:buNone/>
            </a:pPr>
            <a:r>
              <a:rPr lang="en-US" sz="3000" b="1" dirty="0">
                <a:solidFill>
                  <a:srgbClr val="E8FBFF"/>
                </a:solidFill>
                <a:effectLst>
                  <a:glow rad="101600">
                    <a:srgbClr val="FF4F6E">
                      <a:alpha val="35000"/>
                    </a:srgbClr>
                  </a:glow>
                </a:effectLst>
                <a:latin typeface="Bahnschrift" pitchFamily="34" charset="0"/>
                <a:ea typeface="Bahnschrift" pitchFamily="34" charset="-122"/>
                <a:cs typeface="Bahnschrift" pitchFamily="34" charset="-120"/>
              </a:rPr>
              <a:t>A hacker sizes up every account with five questions</a:t>
            </a:r>
            <a:endParaRPr lang="en-US" sz="3000" dirty="0"/>
          </a:p>
        </p:txBody>
      </p:sp>
      <p:sp>
        <p:nvSpPr>
          <p:cNvPr id="5" name="qrow0"/>
          <p:cNvSpPr/>
          <p:nvPr/>
        </p:nvSpPr>
        <p:spPr>
          <a:xfrm>
            <a:off x="812800" y="1968500"/>
            <a:ext cx="6731000" cy="635000"/>
          </a:xfrm>
          <a:prstGeom prst="roundRect">
            <a:avLst>
              <a:gd name="adj" fmla="val 17280"/>
            </a:avLst>
          </a:prstGeom>
          <a:solidFill>
            <a:srgbClr val="10294A">
              <a:alpha val="70000"/>
            </a:srgbClr>
          </a:solidFill>
          <a:ln w="12700">
            <a:solidFill>
              <a:srgbClr val="FF4F6E"/>
            </a:solidFill>
            <a:prstDash val="solid"/>
          </a:ln>
          <a:effectLst>
            <a:outerShdw sx="100000" sy="100000" kx="0" ky="0" algn="bl" rotWithShape="0" blurRad="114300" dist="50800" dir="5400000">
              <a:srgbClr val="FF4F6E">
                <a:alpha val="55000"/>
              </a:srgbClr>
            </a:outerShdw>
          </a:effectLst>
        </p:spPr>
      </p:sp>
      <p:sp>
        <p:nvSpPr>
          <p:cNvPr id="6" name="qn0"/>
          <p:cNvSpPr txBox="1"/>
          <p:nvPr/>
        </p:nvSpPr>
        <p:spPr>
          <a:xfrm>
            <a:off x="952500" y="2133600"/>
            <a:ext cx="444500" cy="317500"/>
          </a:xfrm>
          <a:prstGeom prst="rect">
            <a:avLst/>
          </a:prstGeom>
          <a:noFill/>
          <a:ln/>
        </p:spPr>
        <p:txBody>
          <a:bodyPr wrap="square" lIns="0" tIns="0" rIns="0" bIns="0" rtlCol="0" anchor="t"/>
          <a:lstStyle/>
          <a:p>
            <a:pPr indent="0" marL="0">
              <a:buNone/>
            </a:pPr>
            <a:r>
              <a:rPr lang="en-US" sz="1800" b="1" dirty="0">
                <a:solidFill>
                  <a:srgbClr val="FF4F6E"/>
                </a:solidFill>
                <a:latin typeface="Consolas" pitchFamily="34" charset="0"/>
                <a:ea typeface="Consolas" pitchFamily="34" charset="-122"/>
                <a:cs typeface="Consolas" pitchFamily="34" charset="-120"/>
              </a:rPr>
              <a:t>01</a:t>
            </a:r>
            <a:endParaRPr lang="en-US" sz="1800" dirty="0"/>
          </a:p>
        </p:txBody>
      </p:sp>
      <p:sp>
        <p:nvSpPr>
          <p:cNvPr id="7" name="q0"/>
          <p:cNvSpPr txBox="1"/>
          <p:nvPr/>
        </p:nvSpPr>
        <p:spPr>
          <a:xfrm>
            <a:off x="1498600" y="2032000"/>
            <a:ext cx="3556000" cy="508000"/>
          </a:xfrm>
          <a:prstGeom prst="rect">
            <a:avLst/>
          </a:prstGeom>
          <a:noFill/>
          <a:ln/>
        </p:spPr>
        <p:txBody>
          <a:bodyPr wrap="square" lIns="0" tIns="0" rIns="0" bIns="0" rtlCol="0" anchor="ctr"/>
          <a:lstStyle/>
          <a:p>
            <a:pPr indent="0" marL="0">
              <a:buNone/>
            </a:pPr>
            <a:r>
              <a:rPr lang="en-US" sz="1300" i="1" dirty="0">
                <a:solidFill>
                  <a:srgbClr val="E8FBFF"/>
                </a:solidFill>
                <a:latin typeface="Segoe UI" pitchFamily="34" charset="0"/>
                <a:ea typeface="Segoe UI" pitchFamily="34" charset="-122"/>
                <a:cs typeface="Segoe UI" pitchFamily="34" charset="-120"/>
              </a:rPr>
              <a:t>“Can I get in with just a stolen password?”</a:t>
            </a:r>
            <a:endParaRPr lang="en-US" sz="1300" dirty="0"/>
          </a:p>
        </p:txBody>
      </p:sp>
      <p:sp>
        <p:nvSpPr>
          <p:cNvPr id="8" name="g0"/>
          <p:cNvSpPr/>
          <p:nvPr/>
        </p:nvSpPr>
        <p:spPr>
          <a:xfrm>
            <a:off x="5270500" y="2095500"/>
            <a:ext cx="2133600" cy="381000"/>
          </a:xfrm>
          <a:prstGeom prst="roundRect">
            <a:avLst>
              <a:gd name="adj" fmla="val 72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200" b="1" dirty="0">
                <a:solidFill>
                  <a:srgbClr val="06101E"/>
                </a:solidFill>
                <a:latin typeface="Segoe UI" pitchFamily="34" charset="0"/>
                <a:ea typeface="Segoe UI" pitchFamily="34" charset="-122"/>
                <a:cs typeface="Segoe UI" pitchFamily="34" charset="-120"/>
              </a:rPr>
              <a:t>Login protection</a:t>
            </a:r>
            <a:endParaRPr lang="en-US" sz="1200" dirty="0"/>
          </a:p>
        </p:txBody>
      </p:sp>
      <p:sp>
        <p:nvSpPr>
          <p:cNvPr id="9" name="qrow1"/>
          <p:cNvSpPr/>
          <p:nvPr/>
        </p:nvSpPr>
        <p:spPr>
          <a:xfrm>
            <a:off x="812800" y="2730500"/>
            <a:ext cx="6731000" cy="635000"/>
          </a:xfrm>
          <a:prstGeom prst="roundRect">
            <a:avLst>
              <a:gd name="adj" fmla="val 17280"/>
            </a:avLst>
          </a:prstGeom>
          <a:solidFill>
            <a:srgbClr val="10294A">
              <a:alpha val="70000"/>
            </a:srgbClr>
          </a:solidFill>
          <a:ln w="12700">
            <a:solidFill>
              <a:srgbClr val="FF4F6E"/>
            </a:solidFill>
            <a:prstDash val="solid"/>
          </a:ln>
          <a:effectLst>
            <a:outerShdw sx="100000" sy="100000" kx="0" ky="0" algn="bl" rotWithShape="0" blurRad="114300" dist="50800" dir="5400000">
              <a:srgbClr val="FF4F6E">
                <a:alpha val="55000"/>
              </a:srgbClr>
            </a:outerShdw>
          </a:effectLst>
        </p:spPr>
      </p:sp>
      <p:sp>
        <p:nvSpPr>
          <p:cNvPr id="10" name="qn1"/>
          <p:cNvSpPr txBox="1"/>
          <p:nvPr/>
        </p:nvSpPr>
        <p:spPr>
          <a:xfrm>
            <a:off x="952500" y="2895600"/>
            <a:ext cx="444500" cy="317500"/>
          </a:xfrm>
          <a:prstGeom prst="rect">
            <a:avLst/>
          </a:prstGeom>
          <a:noFill/>
          <a:ln/>
        </p:spPr>
        <p:txBody>
          <a:bodyPr wrap="square" lIns="0" tIns="0" rIns="0" bIns="0" rtlCol="0" anchor="t"/>
          <a:lstStyle/>
          <a:p>
            <a:pPr indent="0" marL="0">
              <a:buNone/>
            </a:pPr>
            <a:r>
              <a:rPr lang="en-US" sz="1800" b="1" dirty="0">
                <a:solidFill>
                  <a:srgbClr val="FF4F6E"/>
                </a:solidFill>
                <a:latin typeface="Consolas" pitchFamily="34" charset="0"/>
                <a:ea typeface="Consolas" pitchFamily="34" charset="-122"/>
                <a:cs typeface="Consolas" pitchFamily="34" charset="-120"/>
              </a:rPr>
              <a:t>02</a:t>
            </a:r>
            <a:endParaRPr lang="en-US" sz="1800" dirty="0"/>
          </a:p>
        </p:txBody>
      </p:sp>
      <p:sp>
        <p:nvSpPr>
          <p:cNvPr id="11" name="q1"/>
          <p:cNvSpPr txBox="1"/>
          <p:nvPr/>
        </p:nvSpPr>
        <p:spPr>
          <a:xfrm>
            <a:off x="1498600" y="2794000"/>
            <a:ext cx="3556000" cy="508000"/>
          </a:xfrm>
          <a:prstGeom prst="rect">
            <a:avLst/>
          </a:prstGeom>
          <a:noFill/>
          <a:ln/>
        </p:spPr>
        <p:txBody>
          <a:bodyPr wrap="square" lIns="0" tIns="0" rIns="0" bIns="0" rtlCol="0" anchor="ctr"/>
          <a:lstStyle/>
          <a:p>
            <a:pPr indent="0" marL="0">
              <a:buNone/>
            </a:pPr>
            <a:r>
              <a:rPr lang="en-US" sz="1300" i="1" dirty="0">
                <a:solidFill>
                  <a:srgbClr val="E8FBFF"/>
                </a:solidFill>
                <a:latin typeface="Segoe UI" pitchFamily="34" charset="0"/>
                <a:ea typeface="Segoe UI" pitchFamily="34" charset="-122"/>
                <a:cs typeface="Segoe UI" pitchFamily="34" charset="-120"/>
              </a:rPr>
              <a:t>“Can messages be read on the company’s servers?”</a:t>
            </a:r>
            <a:endParaRPr lang="en-US" sz="1300" dirty="0"/>
          </a:p>
        </p:txBody>
      </p:sp>
      <p:sp>
        <p:nvSpPr>
          <p:cNvPr id="12" name="g1"/>
          <p:cNvSpPr/>
          <p:nvPr/>
        </p:nvSpPr>
        <p:spPr>
          <a:xfrm>
            <a:off x="5270500" y="2857500"/>
            <a:ext cx="2133600" cy="381000"/>
          </a:xfrm>
          <a:prstGeom prst="roundRect">
            <a:avLst>
              <a:gd name="adj" fmla="val 72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200" b="1" dirty="0">
                <a:solidFill>
                  <a:srgbClr val="06101E"/>
                </a:solidFill>
                <a:latin typeface="Segoe UI" pitchFamily="34" charset="0"/>
                <a:ea typeface="Segoe UI" pitchFamily="34" charset="-122"/>
                <a:cs typeface="Segoe UI" pitchFamily="34" charset="-120"/>
              </a:rPr>
              <a:t>Encryption by default</a:t>
            </a:r>
            <a:endParaRPr lang="en-US" sz="1200" dirty="0"/>
          </a:p>
        </p:txBody>
      </p:sp>
      <p:sp>
        <p:nvSpPr>
          <p:cNvPr id="13" name="qrow2"/>
          <p:cNvSpPr/>
          <p:nvPr/>
        </p:nvSpPr>
        <p:spPr>
          <a:xfrm>
            <a:off x="812800" y="3492500"/>
            <a:ext cx="6731000" cy="635000"/>
          </a:xfrm>
          <a:prstGeom prst="roundRect">
            <a:avLst>
              <a:gd name="adj" fmla="val 17280"/>
            </a:avLst>
          </a:prstGeom>
          <a:solidFill>
            <a:srgbClr val="10294A">
              <a:alpha val="70000"/>
            </a:srgbClr>
          </a:solidFill>
          <a:ln w="12700">
            <a:solidFill>
              <a:srgbClr val="FF4F6E"/>
            </a:solidFill>
            <a:prstDash val="solid"/>
          </a:ln>
          <a:effectLst>
            <a:outerShdw sx="100000" sy="100000" kx="0" ky="0" algn="bl" rotWithShape="0" blurRad="114300" dist="50800" dir="5400000">
              <a:srgbClr val="FF4F6E">
                <a:alpha val="55000"/>
              </a:srgbClr>
            </a:outerShdw>
          </a:effectLst>
        </p:spPr>
      </p:sp>
      <p:sp>
        <p:nvSpPr>
          <p:cNvPr id="14" name="qn2"/>
          <p:cNvSpPr txBox="1"/>
          <p:nvPr/>
        </p:nvSpPr>
        <p:spPr>
          <a:xfrm>
            <a:off x="952500" y="3657600"/>
            <a:ext cx="444500" cy="317500"/>
          </a:xfrm>
          <a:prstGeom prst="rect">
            <a:avLst/>
          </a:prstGeom>
          <a:noFill/>
          <a:ln/>
        </p:spPr>
        <p:txBody>
          <a:bodyPr wrap="square" lIns="0" tIns="0" rIns="0" bIns="0" rtlCol="0" anchor="t"/>
          <a:lstStyle/>
          <a:p>
            <a:pPr indent="0" marL="0">
              <a:buNone/>
            </a:pPr>
            <a:r>
              <a:rPr lang="en-US" sz="1800" b="1" dirty="0">
                <a:solidFill>
                  <a:srgbClr val="FF4F6E"/>
                </a:solidFill>
                <a:latin typeface="Consolas" pitchFamily="34" charset="0"/>
                <a:ea typeface="Consolas" pitchFamily="34" charset="-122"/>
                <a:cs typeface="Consolas" pitchFamily="34" charset="-120"/>
              </a:rPr>
              <a:t>03</a:t>
            </a:r>
            <a:endParaRPr lang="en-US" sz="1800" dirty="0"/>
          </a:p>
        </p:txBody>
      </p:sp>
      <p:sp>
        <p:nvSpPr>
          <p:cNvPr id="15" name="q2"/>
          <p:cNvSpPr txBox="1"/>
          <p:nvPr/>
        </p:nvSpPr>
        <p:spPr>
          <a:xfrm>
            <a:off x="1498600" y="3556000"/>
            <a:ext cx="3556000" cy="508000"/>
          </a:xfrm>
          <a:prstGeom prst="rect">
            <a:avLst/>
          </a:prstGeom>
          <a:noFill/>
          <a:ln/>
        </p:spPr>
        <p:txBody>
          <a:bodyPr wrap="square" lIns="0" tIns="0" rIns="0" bIns="0" rtlCol="0" anchor="ctr"/>
          <a:lstStyle/>
          <a:p>
            <a:pPr indent="0" marL="0">
              <a:buNone/>
            </a:pPr>
            <a:r>
              <a:rPr lang="en-US" sz="1300" i="1" dirty="0">
                <a:solidFill>
                  <a:srgbClr val="E8FBFF"/>
                </a:solidFill>
                <a:latin typeface="Segoe UI" pitchFamily="34" charset="0"/>
                <a:ea typeface="Segoe UI" pitchFamily="34" charset="-122"/>
                <a:cs typeface="Segoe UI" pitchFamily="34" charset="-120"/>
              </a:rPr>
              <a:t>“Will the owner be warned that I’m in?”</a:t>
            </a:r>
            <a:endParaRPr lang="en-US" sz="1300" dirty="0"/>
          </a:p>
        </p:txBody>
      </p:sp>
      <p:sp>
        <p:nvSpPr>
          <p:cNvPr id="16" name="g2"/>
          <p:cNvSpPr/>
          <p:nvPr/>
        </p:nvSpPr>
        <p:spPr>
          <a:xfrm>
            <a:off x="5270500" y="3619500"/>
            <a:ext cx="2133600" cy="381000"/>
          </a:xfrm>
          <a:prstGeom prst="roundRect">
            <a:avLst>
              <a:gd name="adj" fmla="val 72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200" b="1" dirty="0">
                <a:solidFill>
                  <a:srgbClr val="06101E"/>
                </a:solidFill>
                <a:latin typeface="Segoe UI" pitchFamily="34" charset="0"/>
                <a:ea typeface="Segoe UI" pitchFamily="34" charset="-122"/>
                <a:cs typeface="Segoe UI" pitchFamily="34" charset="-120"/>
              </a:rPr>
              <a:t>Threat alerts</a:t>
            </a:r>
            <a:endParaRPr lang="en-US" sz="1200" dirty="0"/>
          </a:p>
        </p:txBody>
      </p:sp>
      <p:sp>
        <p:nvSpPr>
          <p:cNvPr id="17" name="qrow3"/>
          <p:cNvSpPr/>
          <p:nvPr/>
        </p:nvSpPr>
        <p:spPr>
          <a:xfrm>
            <a:off x="812800" y="4254500"/>
            <a:ext cx="6731000" cy="635000"/>
          </a:xfrm>
          <a:prstGeom prst="roundRect">
            <a:avLst>
              <a:gd name="adj" fmla="val 17280"/>
            </a:avLst>
          </a:prstGeom>
          <a:solidFill>
            <a:srgbClr val="10294A">
              <a:alpha val="70000"/>
            </a:srgbClr>
          </a:solidFill>
          <a:ln w="12700">
            <a:solidFill>
              <a:srgbClr val="FF4F6E"/>
            </a:solidFill>
            <a:prstDash val="solid"/>
          </a:ln>
          <a:effectLst>
            <a:outerShdw sx="100000" sy="100000" kx="0" ky="0" algn="bl" rotWithShape="0" blurRad="114300" dist="50800" dir="5400000">
              <a:srgbClr val="FF4F6E">
                <a:alpha val="55000"/>
              </a:srgbClr>
            </a:outerShdw>
          </a:effectLst>
        </p:spPr>
      </p:sp>
      <p:sp>
        <p:nvSpPr>
          <p:cNvPr id="18" name="qn3"/>
          <p:cNvSpPr txBox="1"/>
          <p:nvPr/>
        </p:nvSpPr>
        <p:spPr>
          <a:xfrm>
            <a:off x="952500" y="4419600"/>
            <a:ext cx="444500" cy="317500"/>
          </a:xfrm>
          <a:prstGeom prst="rect">
            <a:avLst/>
          </a:prstGeom>
          <a:noFill/>
          <a:ln/>
        </p:spPr>
        <p:txBody>
          <a:bodyPr wrap="square" lIns="0" tIns="0" rIns="0" bIns="0" rtlCol="0" anchor="t"/>
          <a:lstStyle/>
          <a:p>
            <a:pPr indent="0" marL="0">
              <a:buNone/>
            </a:pPr>
            <a:r>
              <a:rPr lang="en-US" sz="1800" b="1" dirty="0">
                <a:solidFill>
                  <a:srgbClr val="FF4F6E"/>
                </a:solidFill>
                <a:latin typeface="Consolas" pitchFamily="34" charset="0"/>
                <a:ea typeface="Consolas" pitchFamily="34" charset="-122"/>
                <a:cs typeface="Consolas" pitchFamily="34" charset="-120"/>
              </a:rPr>
              <a:t>04</a:t>
            </a:r>
            <a:endParaRPr lang="en-US" sz="1800" dirty="0"/>
          </a:p>
        </p:txBody>
      </p:sp>
      <p:sp>
        <p:nvSpPr>
          <p:cNvPr id="19" name="q3"/>
          <p:cNvSpPr txBox="1"/>
          <p:nvPr/>
        </p:nvSpPr>
        <p:spPr>
          <a:xfrm>
            <a:off x="1498600" y="4318000"/>
            <a:ext cx="3556000" cy="508000"/>
          </a:xfrm>
          <a:prstGeom prst="rect">
            <a:avLst/>
          </a:prstGeom>
          <a:noFill/>
          <a:ln/>
        </p:spPr>
        <p:txBody>
          <a:bodyPr wrap="square" lIns="0" tIns="0" rIns="0" bIns="0" rtlCol="0" anchor="ctr"/>
          <a:lstStyle/>
          <a:p>
            <a:pPr indent="0" marL="0">
              <a:buNone/>
            </a:pPr>
            <a:r>
              <a:rPr lang="en-US" sz="1300" i="1" dirty="0">
                <a:solidFill>
                  <a:srgbClr val="E8FBFF"/>
                </a:solidFill>
                <a:latin typeface="Segoe UI" pitchFamily="34" charset="0"/>
                <a:ea typeface="Segoe UI" pitchFamily="34" charset="-122"/>
                <a:cs typeface="Segoe UI" pitchFamily="34" charset="-120"/>
              </a:rPr>
              <a:t>“Can I lock the real owner out?”</a:t>
            </a:r>
            <a:endParaRPr lang="en-US" sz="1300" dirty="0"/>
          </a:p>
        </p:txBody>
      </p:sp>
      <p:sp>
        <p:nvSpPr>
          <p:cNvPr id="20" name="g3"/>
          <p:cNvSpPr/>
          <p:nvPr/>
        </p:nvSpPr>
        <p:spPr>
          <a:xfrm>
            <a:off x="5270500" y="4381500"/>
            <a:ext cx="2133600" cy="381000"/>
          </a:xfrm>
          <a:prstGeom prst="roundRect">
            <a:avLst>
              <a:gd name="adj" fmla="val 72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200" b="1" dirty="0">
                <a:solidFill>
                  <a:srgbClr val="06101E"/>
                </a:solidFill>
                <a:latin typeface="Segoe UI" pitchFamily="34" charset="0"/>
                <a:ea typeface="Segoe UI" pitchFamily="34" charset="-122"/>
                <a:cs typeface="Segoe UI" pitchFamily="34" charset="-120"/>
              </a:rPr>
              <a:t>Recovery safety</a:t>
            </a:r>
            <a:endParaRPr lang="en-US" sz="1200" dirty="0"/>
          </a:p>
        </p:txBody>
      </p:sp>
      <p:sp>
        <p:nvSpPr>
          <p:cNvPr id="21" name="qrow4"/>
          <p:cNvSpPr/>
          <p:nvPr/>
        </p:nvSpPr>
        <p:spPr>
          <a:xfrm>
            <a:off x="812800" y="5016500"/>
            <a:ext cx="6731000" cy="635000"/>
          </a:xfrm>
          <a:prstGeom prst="roundRect">
            <a:avLst>
              <a:gd name="adj" fmla="val 17280"/>
            </a:avLst>
          </a:prstGeom>
          <a:solidFill>
            <a:srgbClr val="10294A">
              <a:alpha val="70000"/>
            </a:srgbClr>
          </a:solidFill>
          <a:ln w="12700">
            <a:solidFill>
              <a:srgbClr val="FF4F6E"/>
            </a:solidFill>
            <a:prstDash val="solid"/>
          </a:ln>
          <a:effectLst>
            <a:outerShdw sx="100000" sy="100000" kx="0" ky="0" algn="bl" rotWithShape="0" blurRad="114300" dist="50800" dir="5400000">
              <a:srgbClr val="FF4F6E">
                <a:alpha val="55000"/>
              </a:srgbClr>
            </a:outerShdw>
          </a:effectLst>
        </p:spPr>
      </p:sp>
      <p:sp>
        <p:nvSpPr>
          <p:cNvPr id="22" name="qn4"/>
          <p:cNvSpPr txBox="1"/>
          <p:nvPr/>
        </p:nvSpPr>
        <p:spPr>
          <a:xfrm>
            <a:off x="952500" y="5181600"/>
            <a:ext cx="444500" cy="317500"/>
          </a:xfrm>
          <a:prstGeom prst="rect">
            <a:avLst/>
          </a:prstGeom>
          <a:noFill/>
          <a:ln/>
        </p:spPr>
        <p:txBody>
          <a:bodyPr wrap="square" lIns="0" tIns="0" rIns="0" bIns="0" rtlCol="0" anchor="t"/>
          <a:lstStyle/>
          <a:p>
            <a:pPr indent="0" marL="0">
              <a:buNone/>
            </a:pPr>
            <a:r>
              <a:rPr lang="en-US" sz="1800" b="1" dirty="0">
                <a:solidFill>
                  <a:srgbClr val="FF4F6E"/>
                </a:solidFill>
                <a:latin typeface="Consolas" pitchFamily="34" charset="0"/>
                <a:ea typeface="Consolas" pitchFamily="34" charset="-122"/>
                <a:cs typeface="Consolas" pitchFamily="34" charset="-120"/>
              </a:rPr>
              <a:t>05</a:t>
            </a:r>
            <a:endParaRPr lang="en-US" sz="1800" dirty="0"/>
          </a:p>
        </p:txBody>
      </p:sp>
      <p:sp>
        <p:nvSpPr>
          <p:cNvPr id="23" name="q4"/>
          <p:cNvSpPr txBox="1"/>
          <p:nvPr/>
        </p:nvSpPr>
        <p:spPr>
          <a:xfrm>
            <a:off x="1498600" y="5080000"/>
            <a:ext cx="3556000" cy="508000"/>
          </a:xfrm>
          <a:prstGeom prst="rect">
            <a:avLst/>
          </a:prstGeom>
          <a:noFill/>
          <a:ln/>
        </p:spPr>
        <p:txBody>
          <a:bodyPr wrap="square" lIns="0" tIns="0" rIns="0" bIns="0" rtlCol="0" anchor="ctr"/>
          <a:lstStyle/>
          <a:p>
            <a:pPr indent="0" marL="0">
              <a:buNone/>
            </a:pPr>
            <a:r>
              <a:rPr lang="en-US" sz="1300" i="1" dirty="0">
                <a:solidFill>
                  <a:srgbClr val="E8FBFF"/>
                </a:solidFill>
                <a:latin typeface="Segoe UI" pitchFamily="34" charset="0"/>
                <a:ea typeface="Segoe UI" pitchFamily="34" charset="-122"/>
                <a:cs typeface="Segoe UI" pitchFamily="34" charset="-120"/>
              </a:rPr>
              <a:t>“Can I find and message the victim?”</a:t>
            </a:r>
            <a:endParaRPr lang="en-US" sz="1300" dirty="0"/>
          </a:p>
        </p:txBody>
      </p:sp>
      <p:sp>
        <p:nvSpPr>
          <p:cNvPr id="24" name="g4"/>
          <p:cNvSpPr/>
          <p:nvPr/>
        </p:nvSpPr>
        <p:spPr>
          <a:xfrm>
            <a:off x="5270500" y="5143500"/>
            <a:ext cx="2133600" cy="381000"/>
          </a:xfrm>
          <a:prstGeom prst="roundRect">
            <a:avLst>
              <a:gd name="adj" fmla="val 72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200" b="1" dirty="0">
                <a:solidFill>
                  <a:srgbClr val="06101E"/>
                </a:solidFill>
                <a:latin typeface="Segoe UI" pitchFamily="34" charset="0"/>
                <a:ea typeface="Segoe UI" pitchFamily="34" charset="-122"/>
                <a:cs typeface="Segoe UI" pitchFamily="34" charset="-120"/>
              </a:rPr>
              <a:t>Privacy controls</a:t>
            </a:r>
            <a:endParaRPr lang="en-US" sz="1200" dirty="0"/>
          </a:p>
        </p:txBody>
      </p:sp>
      <p:sp>
        <p:nvSpPr>
          <p:cNvPr id="25" name="keylab"/>
          <p:cNvSpPr txBox="1"/>
          <p:nvPr/>
        </p:nvSpPr>
        <p:spPr>
          <a:xfrm>
            <a:off x="7810500" y="1968500"/>
            <a:ext cx="3568700" cy="190500"/>
          </a:xfrm>
          <a:prstGeom prst="rect">
            <a:avLst/>
          </a:prstGeom>
          <a:noFill/>
          <a:ln/>
        </p:spPr>
        <p:txBody>
          <a:bodyPr wrap="square" lIns="0" tIns="0" rIns="0" bIns="0" rtlCol="0" anchor="t"/>
          <a:lstStyle/>
          <a:p>
            <a:pPr algn="ctr" indent="0" marL="0">
              <a:buNone/>
            </a:pPr>
            <a:r>
              <a:rPr lang="en-US" sz="1150" b="1" spc="300" kern="0" dirty="0">
                <a:solidFill>
                  <a:srgbClr val="FF4F6E"/>
                </a:solidFill>
                <a:latin typeface="Consolas" pitchFamily="34" charset="0"/>
                <a:ea typeface="Consolas" pitchFamily="34" charset="-122"/>
                <a:cs typeface="Consolas" pitchFamily="34" charset="-120"/>
              </a:rPr>
              <a:t>SCORED 1–5 · MAX 25</a:t>
            </a:r>
            <a:endParaRPr lang="en-US" sz="1150" dirty="0"/>
          </a:p>
        </p:txBody>
      </p:sp>
      <p:pic>
        <p:nvPicPr>
          <p:cNvPr id="26" name="rkey" descr="Guardian radar: five guardians scored 1 to 5">    </p:cNvPr>
          <p:cNvPicPr>
            <a:picLocks noChangeAspect="1"/>
          </p:cNvPicPr>
          <p:nvPr/>
        </p:nvPicPr>
        <p:blipFill>
          <a:blip r:embed="rId2"/>
          <a:stretch>
            <a:fillRect/>
          </a:stretch>
        </p:blipFill>
        <p:spPr>
          <a:xfrm>
            <a:off x="7874000" y="2286000"/>
            <a:ext cx="3505200" cy="2921000"/>
          </a:xfrm>
          <a:prstGeom prst="rect">
            <a:avLst/>
          </a:prstGeom>
        </p:spPr>
      </p:pic>
      <p:sp>
        <p:nvSpPr>
          <p:cNvPr id="27" name="order"/>
          <p:cNvSpPr txBox="1"/>
          <p:nvPr/>
        </p:nvSpPr>
        <p:spPr>
          <a:xfrm>
            <a:off x="7810500" y="5397500"/>
            <a:ext cx="3568700" cy="508000"/>
          </a:xfrm>
          <a:prstGeom prst="rect">
            <a:avLst/>
          </a:prstGeom>
          <a:noFill/>
          <a:ln/>
        </p:spPr>
        <p:txBody>
          <a:bodyPr wrap="square" lIns="0" tIns="0" rIns="0" bIns="0" rtlCol="0" anchor="t"/>
          <a:lstStyle/>
          <a:p>
            <a:pPr algn="ctr" indent="0" marL="0">
              <a:buNone/>
            </a:pPr>
            <a:r>
              <a:rPr lang="en-US" sz="1300" b="1" dirty="0">
                <a:solidFill>
                  <a:srgbClr val="FF4F6E"/>
                </a:solidFill>
                <a:latin typeface="Segoe UI" pitchFamily="34" charset="0"/>
                <a:ea typeface="Segoe UI" pitchFamily="34" charset="-122"/>
                <a:cs typeface="Segoe UI" pitchFamily="34" charset="-120"/>
              </a:rPr>
              <a:t>Targets ranked the way a hacker would: softest first.</a:t>
            </a:r>
            <a:endParaRPr lang="en-US" sz="1300" dirty="0"/>
          </a:p>
        </p:txBody>
      </p:sp>
      <p:pic>
        <p:nvPicPr>
          <p:cNvPr id="28" name="hud" descr="/tmp/claude-0/-home-user-bangladesh-crime-monitor/cb82e52d-05bf-5acf-9e17-5b7416beecee/scratchpad/animppt/holo/hacker/hud.png">    </p:cNvPr>
          <p:cNvPicPr>
            <a:picLocks noChangeAspect="1"/>
          </p:cNvPicPr>
          <p:nvPr/>
        </p:nvPicPr>
        <p:blipFill>
          <a:blip r:embed="rId3"/>
          <a:stretch>
            <a:fillRect/>
          </a:stretch>
        </p:blipFill>
        <p:spPr>
          <a:xfrm>
            <a:off x="0" y="0"/>
            <a:ext cx="12191695" cy="6858000"/>
          </a:xfrm>
          <a:prstGeom prst="rect">
            <a:avLst/>
          </a:prstGeom>
        </p:spPr>
      </p:pic>
      <p:pic>
        <p:nvPicPr>
          <p:cNvPr id="29" name="hudring" descr="/tmp/claude-0/-home-user-bangladesh-crime-monitor/cb82e52d-05bf-5acf-9e17-5b7416beecee/scratchpad/animppt/holo/hacker/ring.png">    </p:cNvPr>
          <p:cNvPicPr>
            <a:picLocks noChangeAspect="1"/>
          </p:cNvPicPr>
          <p:nvPr/>
        </p:nvPicPr>
        <p:blipFill>
          <a:blip r:embed="rId4"/>
          <a:stretch>
            <a:fillRect/>
          </a:stretch>
        </p:blipFill>
        <p:spPr>
          <a:xfrm>
            <a:off x="11125200" y="152400"/>
            <a:ext cx="952500" cy="952500"/>
          </a:xfrm>
          <a:prstGeom prst="rect">
            <a:avLst/>
          </a:prstGeom>
        </p:spPr>
      </p:pic>
      <p:pic>
        <p:nvPicPr>
          <p:cNvPr id="30" name="scanbar" descr="/tmp/claude-0/-home-user-bangladesh-crime-monitor/cb82e52d-05bf-5acf-9e17-5b7416beecee/scratchpad/animppt/holo/hacker/scan.png">    </p:cNvPr>
          <p:cNvPicPr>
            <a:picLocks noChangeAspect="1"/>
          </p:cNvPicPr>
          <p:nvPr/>
        </p:nvPicPr>
        <p:blipFill>
          <a:blip r:embed="rId5"/>
          <a:stretch>
            <a:fillRect/>
          </a:stretch>
        </p:blipFill>
        <p:spPr>
          <a:xfrm>
            <a:off x="0" y="0"/>
            <a:ext cx="12191695" cy="381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127" fill="hold">
                      <p:stCondLst>
                        <p:cond delay="indefinite"/>
                        <p:cond evt="onBegin" delay="0">
                          <p:tn val="2"/>
                        </p:cond>
                      </p:stCondLst>
                      <p:childTnLst>
                        <p:par>
                          <p:cTn id="128" fill="hold">
                            <p:stCondLst>
                              <p:cond delay="0"/>
                            </p:stCondLst>
                            <p:childTnLst>
                              <p:par>
                                <p:cTn id="6" presetID="22" presetClass="entr" presetSubtype="1"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wipe(down)">
                                      <p:cBhvr>
                                        <p:cTn id="4" dur="400"/>
                                        <p:tgtEl>
                                          <p:spTgt spid="3"/>
                                        </p:tgtEl>
                                      </p:cBhvr>
                                    </p:animEffect>
                                    <p:animEffect transition="in" filter="fade">
                                      <p:cBhvr>
                                        <p:cTn id="5" dur="400"/>
                                        <p:tgtEl>
                                          <p:spTgt spid="3"/>
                                        </p:tgtEl>
                                      </p:cBhvr>
                                    </p:animEffect>
                                  </p:childTnLst>
                                </p:cTn>
                              </p:par>
                              <p:par>
                                <p:cTn id="9" presetID="10" presetClass="entr" presetSubtype="0" fill="hold" grpId="0" nodeType="withEffect">
                                  <p:stCondLst>
                                    <p:cond delay="0"/>
                                  </p:stCondLst>
                                  <p:childTnLst>
                                    <p:set>
                                      <p:cBhvr>
                                        <p:cTn id="7" dur="1" fill="hold">
                                          <p:stCondLst>
                                            <p:cond delay="0"/>
                                          </p:stCondLst>
                                        </p:cTn>
                                        <p:tgtEl>
                                          <p:spTgt spid="28"/>
                                        </p:tgtEl>
                                        <p:attrNameLst>
                                          <p:attrName>style.visibility</p:attrName>
                                        </p:attrNameLst>
                                      </p:cBhvr>
                                      <p:to>
                                        <p:strVal val="visible"/>
                                      </p:to>
                                    </p:set>
                                    <p:animEffect transition="in" filter="fade">
                                      <p:cBhvr>
                                        <p:cTn id="8" dur="500"/>
                                        <p:tgtEl>
                                          <p:spTgt spid="28"/>
                                        </p:tgtEl>
                                      </p:cBhvr>
                                    </p:animEffect>
                                  </p:childTnLst>
                                </p:cTn>
                              </p:par>
                              <p:par>
                                <p:cTn id="12" presetID="10" presetClass="entr" presetSubtype="0" fill="hold" grpId="0" nodeType="with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fade">
                                      <p:cBhvr>
                                        <p:cTn id="11" dur="500"/>
                                        <p:tgtEl>
                                          <p:spTgt spid="29"/>
                                        </p:tgtEl>
                                      </p:cBhvr>
                                    </p:animEffect>
                                  </p:childTnLst>
                                </p:cTn>
                              </p:par>
                              <p:par>
                                <p:cTn id="16" presetID="22" presetClass="entr" presetSubtype="1" fill="hold" grpId="0" nodeType="withEffect">
                                  <p:stCondLst>
                                    <p:cond delay="10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600"/>
                                        <p:tgtEl>
                                          <p:spTgt spid="4"/>
                                        </p:tgtEl>
                                      </p:cBhvr>
                                    </p:animEffect>
                                    <p:animEffect transition="in" filter="fade">
                                      <p:cBhvr>
                                        <p:cTn id="15" dur="600"/>
                                        <p:tgtEl>
                                          <p:spTgt spid="4"/>
                                        </p:tgtEl>
                                      </p:cBhvr>
                                    </p:animEffect>
                                  </p:childTnLst>
                                </p:cTn>
                              </p:par>
                              <p:par>
                                <p:cTn id="18" presetID="0" presetClass="path" presetSubtype="0" fill="hold" grpId="0" nodeType="withEffect" repeatCount="indefinite">
                                  <p:stCondLst>
                                    <p:cond delay="300"/>
                                  </p:stCondLst>
                                  <p:childTnLst>
                                    <p:animMotion origin="layout" path="M 0 0 L 0 1 E" pathEditMode="relative" ptsTypes="AA">
                                      <p:cBhvr>
                                        <p:cTn id="17" dur="5200" fill="hold"/>
                                        <p:tgtEl>
                                          <p:spTgt spid="30"/>
                                        </p:tgtEl>
                                        <p:attrNameLst>
                                          <p:attrName>ppt_x</p:attrName>
                                          <p:attrName>ppt_y</p:attrName>
                                        </p:attrNameLst>
                                      </p:cBhvr>
                                    </p:animMotion>
                                  </p:childTnLst>
                                </p:cTn>
                              </p:par>
                              <p:par>
                                <p:cTn id="20" presetID="8" presetClass="emph" presetSubtype="0" fill="hold" grpId="1" nodeType="withEffect" repeatCount="indefinite">
                                  <p:stCondLst>
                                    <p:cond delay="500"/>
                                  </p:stCondLst>
                                  <p:childTnLst>
                                    <p:animRot by="21600000">
                                      <p:cBhvr>
                                        <p:cTn id="19" dur="16000" fill="hold"/>
                                        <p:tgtEl>
                                          <p:spTgt spid="29"/>
                                        </p:tgtEl>
                                        <p:attrNameLst>
                                          <p:attrName>r</p:attrName>
                                        </p:attrNameLst>
                                      </p:cBhvr>
                                    </p:animRot>
                                  </p:childTnLst>
                                </p:cTn>
                              </p:par>
                              <p:par>
                                <p:cTn id="24" presetID="22" presetClass="entr" presetSubtype="1" fill="hold" grpId="0" nodeType="withEffect">
                                  <p:stCondLst>
                                    <p:cond delay="70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450"/>
                                        <p:tgtEl>
                                          <p:spTgt spid="5"/>
                                        </p:tgtEl>
                                      </p:cBhvr>
                                    </p:animEffect>
                                    <p:animEffect transition="in" filter="fade">
                                      <p:cBhvr>
                                        <p:cTn id="23" dur="450"/>
                                        <p:tgtEl>
                                          <p:spTgt spid="5"/>
                                        </p:tgtEl>
                                      </p:cBhvr>
                                    </p:animEffect>
                                  </p:childTnLst>
                                </p:cTn>
                              </p:par>
                              <p:par>
                                <p:cTn id="26" presetID="0" presetClass="path" presetSubtype="0" fill="hold" grpId="1" nodeType="withEffect" autoRev="1" repeatCount="3000">
                                  <p:stCondLst>
                                    <p:cond delay="750"/>
                                  </p:stCondLst>
                                  <p:childTnLst>
                                    <p:animMotion origin="layout" path="M 0 0 L 0.008 0 E" pathEditMode="relative" ptsTypes="AA">
                                      <p:cBhvr>
                                        <p:cTn id="25" dur="45" fill="hold"/>
                                        <p:tgtEl>
                                          <p:spTgt spid="4"/>
                                        </p:tgtEl>
                                        <p:attrNameLst>
                                          <p:attrName>ppt_x</p:attrName>
                                          <p:attrName>ppt_y</p:attrName>
                                        </p:attrNameLst>
                                      </p:cBhvr>
                                    </p:animMotion>
                                  </p:childTnLst>
                                </p:cTn>
                              </p:par>
                              <p:par>
                                <p:cTn id="31" presetID="53" presetClass="entr" presetSubtype="16" fill="hold" grpId="0" nodeType="withEffect">
                                  <p:stCondLst>
                                    <p:cond delay="800"/>
                                  </p:stCondLst>
                                  <p:childTnLst>
                                    <p:set>
                                      <p:cBhvr>
                                        <p:cTn id="27" dur="1" fill="hold">
                                          <p:stCondLst>
                                            <p:cond delay="0"/>
                                          </p:stCondLst>
                                        </p:cTn>
                                        <p:tgtEl>
                                          <p:spTgt spid="6"/>
                                        </p:tgtEl>
                                        <p:attrNameLst>
                                          <p:attrName>style.visibility</p:attrName>
                                        </p:attrNameLst>
                                      </p:cBhvr>
                                      <p:to>
                                        <p:strVal val="visible"/>
                                      </p:to>
                                    </p:set>
                                    <p:anim calcmode="lin" valueType="num">
                                      <p:cBhvr additive="base">
                                        <p:cTn id="28" dur="350" fill="hold"/>
                                        <p:tgtEl>
                                          <p:spTgt spid="6"/>
                                        </p:tgtEl>
                                        <p:attrNameLst>
                                          <p:attrName>ppt_w</p:attrName>
                                        </p:attrNameLst>
                                      </p:cBhvr>
                                      <p:tavLst>
                                        <p:tav tm="0">
                                          <p:val>
                                            <p:strVal val="0"/>
                                          </p:val>
                                        </p:tav>
                                        <p:tav tm="100000">
                                          <p:val>
                                            <p:strVal val="#ppt_w"/>
                                          </p:val>
                                        </p:tav>
                                      </p:tavLst>
                                    </p:anim>
                                    <p:anim calcmode="lin" valueType="num">
                                      <p:cBhvr additive="base">
                                        <p:cTn id="29" dur="350" fill="hold"/>
                                        <p:tgtEl>
                                          <p:spTgt spid="6"/>
                                        </p:tgtEl>
                                        <p:attrNameLst>
                                          <p:attrName>ppt_h</p:attrName>
                                        </p:attrNameLst>
                                      </p:cBhvr>
                                      <p:tavLst>
                                        <p:tav tm="0">
                                          <p:val>
                                            <p:strVal val="0"/>
                                          </p:val>
                                        </p:tav>
                                        <p:tav tm="100000">
                                          <p:val>
                                            <p:strVal val="#ppt_h"/>
                                          </p:val>
                                        </p:tav>
                                      </p:tavLst>
                                    </p:anim>
                                    <p:animEffect transition="in" filter="fade">
                                      <p:cBhvr>
                                        <p:cTn id="30" dur="350"/>
                                        <p:tgtEl>
                                          <p:spTgt spid="6"/>
                                        </p:tgtEl>
                                      </p:cBhvr>
                                    </p:animEffect>
                                  </p:childTnLst>
                                </p:cTn>
                              </p:par>
                              <p:par>
                                <p:cTn id="35" presetID="22" presetClass="entr" presetSubtype="1" fill="hold" grpId="0" nodeType="withEffect">
                                  <p:stCondLst>
                                    <p:cond delay="850"/>
                                  </p:stCondLst>
                                  <p:childTnLst>
                                    <p:set>
                                      <p:cBhvr>
                                        <p:cTn id="32" dur="1" fill="hold">
                                          <p:stCondLst>
                                            <p:cond delay="0"/>
                                          </p:stCondLst>
                                        </p:cTn>
                                        <p:tgtEl>
                                          <p:spTgt spid="7"/>
                                        </p:tgtEl>
                                        <p:attrNameLst>
                                          <p:attrName>style.visibility</p:attrName>
                                        </p:attrNameLst>
                                      </p:cBhvr>
                                      <p:to>
                                        <p:strVal val="visible"/>
                                      </p:to>
                                    </p:set>
                                    <p:animEffect transition="in" filter="wipe(down)">
                                      <p:cBhvr>
                                        <p:cTn id="33" dur="450"/>
                                        <p:tgtEl>
                                          <p:spTgt spid="7"/>
                                        </p:tgtEl>
                                      </p:cBhvr>
                                    </p:animEffect>
                                    <p:animEffect transition="in" filter="fade">
                                      <p:cBhvr>
                                        <p:cTn id="34" dur="450"/>
                                        <p:tgtEl>
                                          <p:spTgt spid="7"/>
                                        </p:tgtEl>
                                      </p:cBhvr>
                                    </p:animEffect>
                                  </p:childTnLst>
                                </p:cTn>
                              </p:par>
                              <p:par>
                                <p:cTn id="40" presetID="53" presetClass="entr" presetSubtype="32" fill="hold" grpId="0" nodeType="withEffect">
                                  <p:stCondLst>
                                    <p:cond delay="115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400" fill="hold"/>
                                        <p:tgtEl>
                                          <p:spTgt spid="8"/>
                                        </p:tgtEl>
                                        <p:attrNameLst>
                                          <p:attrName>ppt_w</p:attrName>
                                        </p:attrNameLst>
                                      </p:cBhvr>
                                      <p:tavLst>
                                        <p:tav tm="0">
                                          <p:val>
                                            <p:strVal val="#ppt_w*2.4"/>
                                          </p:val>
                                        </p:tav>
                                        <p:tav tm="100000">
                                          <p:val>
                                            <p:strVal val="#ppt_w"/>
                                          </p:val>
                                        </p:tav>
                                      </p:tavLst>
                                    </p:anim>
                                    <p:anim calcmode="lin" valueType="num">
                                      <p:cBhvr additive="base">
                                        <p:cTn id="38" dur="400" fill="hold"/>
                                        <p:tgtEl>
                                          <p:spTgt spid="8"/>
                                        </p:tgtEl>
                                        <p:attrNameLst>
                                          <p:attrName>ppt_h</p:attrName>
                                        </p:attrNameLst>
                                      </p:cBhvr>
                                      <p:tavLst>
                                        <p:tav tm="0">
                                          <p:val>
                                            <p:strVal val="#ppt_h*2.4"/>
                                          </p:val>
                                        </p:tav>
                                        <p:tav tm="100000">
                                          <p:val>
                                            <p:strVal val="#ppt_h"/>
                                          </p:val>
                                        </p:tav>
                                      </p:tavLst>
                                    </p:anim>
                                    <p:animEffect transition="in" filter="fade">
                                      <p:cBhvr>
                                        <p:cTn id="39" dur="400"/>
                                        <p:tgtEl>
                                          <p:spTgt spid="8"/>
                                        </p:tgtEl>
                                      </p:cBhvr>
                                    </p:animEffect>
                                  </p:childTnLst>
                                </p:cTn>
                              </p:par>
                              <p:par>
                                <p:cTn id="44" presetID="22" presetClass="entr" presetSubtype="1" fill="hold" grpId="0" nodeType="withEffect">
                                  <p:stCondLst>
                                    <p:cond delay="1400"/>
                                  </p:stCondLst>
                                  <p:childTnLst>
                                    <p:set>
                                      <p:cBhvr>
                                        <p:cTn id="41" dur="1" fill="hold">
                                          <p:stCondLst>
                                            <p:cond delay="0"/>
                                          </p:stCondLst>
                                        </p:cTn>
                                        <p:tgtEl>
                                          <p:spTgt spid="9"/>
                                        </p:tgtEl>
                                        <p:attrNameLst>
                                          <p:attrName>style.visibility</p:attrName>
                                        </p:attrNameLst>
                                      </p:cBhvr>
                                      <p:to>
                                        <p:strVal val="visible"/>
                                      </p:to>
                                    </p:set>
                                    <p:animEffect transition="in" filter="wipe(down)">
                                      <p:cBhvr>
                                        <p:cTn id="42" dur="450"/>
                                        <p:tgtEl>
                                          <p:spTgt spid="9"/>
                                        </p:tgtEl>
                                      </p:cBhvr>
                                    </p:animEffect>
                                    <p:animEffect transition="in" filter="fade">
                                      <p:cBhvr>
                                        <p:cTn id="43" dur="450"/>
                                        <p:tgtEl>
                                          <p:spTgt spid="9"/>
                                        </p:tgtEl>
                                      </p:cBhvr>
                                    </p:animEffect>
                                  </p:childTnLst>
                                </p:cTn>
                              </p:par>
                              <p:par>
                                <p:cTn id="49" presetID="53" presetClass="entr" presetSubtype="16" fill="hold" grpId="0" nodeType="withEffect">
                                  <p:stCondLst>
                                    <p:cond delay="1500"/>
                                  </p:stCondLst>
                                  <p:childTnLst>
                                    <p:set>
                                      <p:cBhvr>
                                        <p:cTn id="45" dur="1" fill="hold">
                                          <p:stCondLst>
                                            <p:cond delay="0"/>
                                          </p:stCondLst>
                                        </p:cTn>
                                        <p:tgtEl>
                                          <p:spTgt spid="10"/>
                                        </p:tgtEl>
                                        <p:attrNameLst>
                                          <p:attrName>style.visibility</p:attrName>
                                        </p:attrNameLst>
                                      </p:cBhvr>
                                      <p:to>
                                        <p:strVal val="visible"/>
                                      </p:to>
                                    </p:set>
                                    <p:anim calcmode="lin" valueType="num">
                                      <p:cBhvr additive="base">
                                        <p:cTn id="46" dur="350" fill="hold"/>
                                        <p:tgtEl>
                                          <p:spTgt spid="10"/>
                                        </p:tgtEl>
                                        <p:attrNameLst>
                                          <p:attrName>ppt_w</p:attrName>
                                        </p:attrNameLst>
                                      </p:cBhvr>
                                      <p:tavLst>
                                        <p:tav tm="0">
                                          <p:val>
                                            <p:strVal val="0"/>
                                          </p:val>
                                        </p:tav>
                                        <p:tav tm="100000">
                                          <p:val>
                                            <p:strVal val="#ppt_w"/>
                                          </p:val>
                                        </p:tav>
                                      </p:tavLst>
                                    </p:anim>
                                    <p:anim calcmode="lin" valueType="num">
                                      <p:cBhvr additive="base">
                                        <p:cTn id="47" dur="350" fill="hold"/>
                                        <p:tgtEl>
                                          <p:spTgt spid="10"/>
                                        </p:tgtEl>
                                        <p:attrNameLst>
                                          <p:attrName>ppt_h</p:attrName>
                                        </p:attrNameLst>
                                      </p:cBhvr>
                                      <p:tavLst>
                                        <p:tav tm="0">
                                          <p:val>
                                            <p:strVal val="0"/>
                                          </p:val>
                                        </p:tav>
                                        <p:tav tm="100000">
                                          <p:val>
                                            <p:strVal val="#ppt_h"/>
                                          </p:val>
                                        </p:tav>
                                      </p:tavLst>
                                    </p:anim>
                                    <p:animEffect transition="in" filter="fade">
                                      <p:cBhvr>
                                        <p:cTn id="48" dur="350"/>
                                        <p:tgtEl>
                                          <p:spTgt spid="10"/>
                                        </p:tgtEl>
                                      </p:cBhvr>
                                    </p:animEffect>
                                  </p:childTnLst>
                                </p:cTn>
                              </p:par>
                              <p:par>
                                <p:cTn id="53" presetID="22" presetClass="entr" presetSubtype="1" fill="hold" grpId="0" nodeType="withEffect">
                                  <p:stCondLst>
                                    <p:cond delay="1550"/>
                                  </p:stCondLst>
                                  <p:childTnLst>
                                    <p:set>
                                      <p:cBhvr>
                                        <p:cTn id="50" dur="1" fill="hold">
                                          <p:stCondLst>
                                            <p:cond delay="0"/>
                                          </p:stCondLst>
                                        </p:cTn>
                                        <p:tgtEl>
                                          <p:spTgt spid="11"/>
                                        </p:tgtEl>
                                        <p:attrNameLst>
                                          <p:attrName>style.visibility</p:attrName>
                                        </p:attrNameLst>
                                      </p:cBhvr>
                                      <p:to>
                                        <p:strVal val="visible"/>
                                      </p:to>
                                    </p:set>
                                    <p:animEffect transition="in" filter="wipe(down)">
                                      <p:cBhvr>
                                        <p:cTn id="51" dur="450"/>
                                        <p:tgtEl>
                                          <p:spTgt spid="11"/>
                                        </p:tgtEl>
                                      </p:cBhvr>
                                    </p:animEffect>
                                    <p:animEffect transition="in" filter="fade">
                                      <p:cBhvr>
                                        <p:cTn id="52" dur="450"/>
                                        <p:tgtEl>
                                          <p:spTgt spid="11"/>
                                        </p:tgtEl>
                                      </p:cBhvr>
                                    </p:animEffect>
                                  </p:childTnLst>
                                </p:cTn>
                              </p:par>
                              <p:par>
                                <p:cTn id="58" presetID="53" presetClass="entr" presetSubtype="32" fill="hold" grpId="0" nodeType="withEffect">
                                  <p:stCondLst>
                                    <p:cond delay="1850"/>
                                  </p:stCondLst>
                                  <p:childTnLst>
                                    <p:set>
                                      <p:cBhvr>
                                        <p:cTn id="54" dur="1" fill="hold">
                                          <p:stCondLst>
                                            <p:cond delay="0"/>
                                          </p:stCondLst>
                                        </p:cTn>
                                        <p:tgtEl>
                                          <p:spTgt spid="12"/>
                                        </p:tgtEl>
                                        <p:attrNameLst>
                                          <p:attrName>style.visibility</p:attrName>
                                        </p:attrNameLst>
                                      </p:cBhvr>
                                      <p:to>
                                        <p:strVal val="visible"/>
                                      </p:to>
                                    </p:set>
                                    <p:anim calcmode="lin" valueType="num">
                                      <p:cBhvr additive="base">
                                        <p:cTn id="55" dur="400" fill="hold"/>
                                        <p:tgtEl>
                                          <p:spTgt spid="12"/>
                                        </p:tgtEl>
                                        <p:attrNameLst>
                                          <p:attrName>ppt_w</p:attrName>
                                        </p:attrNameLst>
                                      </p:cBhvr>
                                      <p:tavLst>
                                        <p:tav tm="0">
                                          <p:val>
                                            <p:strVal val="#ppt_w*2.4"/>
                                          </p:val>
                                        </p:tav>
                                        <p:tav tm="100000">
                                          <p:val>
                                            <p:strVal val="#ppt_w"/>
                                          </p:val>
                                        </p:tav>
                                      </p:tavLst>
                                    </p:anim>
                                    <p:anim calcmode="lin" valueType="num">
                                      <p:cBhvr additive="base">
                                        <p:cTn id="56" dur="400" fill="hold"/>
                                        <p:tgtEl>
                                          <p:spTgt spid="12"/>
                                        </p:tgtEl>
                                        <p:attrNameLst>
                                          <p:attrName>ppt_h</p:attrName>
                                        </p:attrNameLst>
                                      </p:cBhvr>
                                      <p:tavLst>
                                        <p:tav tm="0">
                                          <p:val>
                                            <p:strVal val="#ppt_h*2.4"/>
                                          </p:val>
                                        </p:tav>
                                        <p:tav tm="100000">
                                          <p:val>
                                            <p:strVal val="#ppt_h"/>
                                          </p:val>
                                        </p:tav>
                                      </p:tavLst>
                                    </p:anim>
                                    <p:animEffect transition="in" filter="fade">
                                      <p:cBhvr>
                                        <p:cTn id="57" dur="400"/>
                                        <p:tgtEl>
                                          <p:spTgt spid="12"/>
                                        </p:tgtEl>
                                      </p:cBhvr>
                                    </p:animEffect>
                                  </p:childTnLst>
                                </p:cTn>
                              </p:par>
                              <p:par>
                                <p:cTn id="62" presetID="22" presetClass="entr" presetSubtype="1" fill="hold" grpId="0" nodeType="withEffect">
                                  <p:stCondLst>
                                    <p:cond delay="2100"/>
                                  </p:stCondLst>
                                  <p:childTnLst>
                                    <p:set>
                                      <p:cBhvr>
                                        <p:cTn id="59" dur="1" fill="hold">
                                          <p:stCondLst>
                                            <p:cond delay="0"/>
                                          </p:stCondLst>
                                        </p:cTn>
                                        <p:tgtEl>
                                          <p:spTgt spid="13"/>
                                        </p:tgtEl>
                                        <p:attrNameLst>
                                          <p:attrName>style.visibility</p:attrName>
                                        </p:attrNameLst>
                                      </p:cBhvr>
                                      <p:to>
                                        <p:strVal val="visible"/>
                                      </p:to>
                                    </p:set>
                                    <p:animEffect transition="in" filter="wipe(down)">
                                      <p:cBhvr>
                                        <p:cTn id="60" dur="450"/>
                                        <p:tgtEl>
                                          <p:spTgt spid="13"/>
                                        </p:tgtEl>
                                      </p:cBhvr>
                                    </p:animEffect>
                                    <p:animEffect transition="in" filter="fade">
                                      <p:cBhvr>
                                        <p:cTn id="61" dur="450"/>
                                        <p:tgtEl>
                                          <p:spTgt spid="13"/>
                                        </p:tgtEl>
                                      </p:cBhvr>
                                    </p:animEffect>
                                  </p:childTnLst>
                                </p:cTn>
                              </p:par>
                              <p:par>
                                <p:cTn id="67" presetID="53" presetClass="entr" presetSubtype="16" fill="hold" grpId="0" nodeType="withEffect">
                                  <p:stCondLst>
                                    <p:cond delay="2200"/>
                                  </p:stCondLst>
                                  <p:childTnLst>
                                    <p:set>
                                      <p:cBhvr>
                                        <p:cTn id="63" dur="1" fill="hold">
                                          <p:stCondLst>
                                            <p:cond delay="0"/>
                                          </p:stCondLst>
                                        </p:cTn>
                                        <p:tgtEl>
                                          <p:spTgt spid="14"/>
                                        </p:tgtEl>
                                        <p:attrNameLst>
                                          <p:attrName>style.visibility</p:attrName>
                                        </p:attrNameLst>
                                      </p:cBhvr>
                                      <p:to>
                                        <p:strVal val="visible"/>
                                      </p:to>
                                    </p:set>
                                    <p:anim calcmode="lin" valueType="num">
                                      <p:cBhvr additive="base">
                                        <p:cTn id="64" dur="350" fill="hold"/>
                                        <p:tgtEl>
                                          <p:spTgt spid="14"/>
                                        </p:tgtEl>
                                        <p:attrNameLst>
                                          <p:attrName>ppt_w</p:attrName>
                                        </p:attrNameLst>
                                      </p:cBhvr>
                                      <p:tavLst>
                                        <p:tav tm="0">
                                          <p:val>
                                            <p:strVal val="0"/>
                                          </p:val>
                                        </p:tav>
                                        <p:tav tm="100000">
                                          <p:val>
                                            <p:strVal val="#ppt_w"/>
                                          </p:val>
                                        </p:tav>
                                      </p:tavLst>
                                    </p:anim>
                                    <p:anim calcmode="lin" valueType="num">
                                      <p:cBhvr additive="base">
                                        <p:cTn id="65" dur="350" fill="hold"/>
                                        <p:tgtEl>
                                          <p:spTgt spid="14"/>
                                        </p:tgtEl>
                                        <p:attrNameLst>
                                          <p:attrName>ppt_h</p:attrName>
                                        </p:attrNameLst>
                                      </p:cBhvr>
                                      <p:tavLst>
                                        <p:tav tm="0">
                                          <p:val>
                                            <p:strVal val="0"/>
                                          </p:val>
                                        </p:tav>
                                        <p:tav tm="100000">
                                          <p:val>
                                            <p:strVal val="#ppt_h"/>
                                          </p:val>
                                        </p:tav>
                                      </p:tavLst>
                                    </p:anim>
                                    <p:animEffect transition="in" filter="fade">
                                      <p:cBhvr>
                                        <p:cTn id="66" dur="350"/>
                                        <p:tgtEl>
                                          <p:spTgt spid="14"/>
                                        </p:tgtEl>
                                      </p:cBhvr>
                                    </p:animEffect>
                                  </p:childTnLst>
                                </p:cTn>
                              </p:par>
                              <p:par>
                                <p:cTn id="71" presetID="22" presetClass="entr" presetSubtype="1" fill="hold" grpId="0" nodeType="withEffect">
                                  <p:stCondLst>
                                    <p:cond delay="2250"/>
                                  </p:stCondLst>
                                  <p:childTnLst>
                                    <p:set>
                                      <p:cBhvr>
                                        <p:cTn id="68" dur="1" fill="hold">
                                          <p:stCondLst>
                                            <p:cond delay="0"/>
                                          </p:stCondLst>
                                        </p:cTn>
                                        <p:tgtEl>
                                          <p:spTgt spid="15"/>
                                        </p:tgtEl>
                                        <p:attrNameLst>
                                          <p:attrName>style.visibility</p:attrName>
                                        </p:attrNameLst>
                                      </p:cBhvr>
                                      <p:to>
                                        <p:strVal val="visible"/>
                                      </p:to>
                                    </p:set>
                                    <p:animEffect transition="in" filter="wipe(down)">
                                      <p:cBhvr>
                                        <p:cTn id="69" dur="450"/>
                                        <p:tgtEl>
                                          <p:spTgt spid="15"/>
                                        </p:tgtEl>
                                      </p:cBhvr>
                                    </p:animEffect>
                                    <p:animEffect transition="in" filter="fade">
                                      <p:cBhvr>
                                        <p:cTn id="70" dur="450"/>
                                        <p:tgtEl>
                                          <p:spTgt spid="15"/>
                                        </p:tgtEl>
                                      </p:cBhvr>
                                    </p:animEffect>
                                  </p:childTnLst>
                                </p:cTn>
                              </p:par>
                              <p:par>
                                <p:cTn id="76" presetID="53" presetClass="entr" presetSubtype="32" fill="hold" grpId="0" nodeType="withEffect">
                                  <p:stCondLst>
                                    <p:cond delay="2550"/>
                                  </p:stCondLst>
                                  <p:childTnLst>
                                    <p:set>
                                      <p:cBhvr>
                                        <p:cTn id="72" dur="1" fill="hold">
                                          <p:stCondLst>
                                            <p:cond delay="0"/>
                                          </p:stCondLst>
                                        </p:cTn>
                                        <p:tgtEl>
                                          <p:spTgt spid="16"/>
                                        </p:tgtEl>
                                        <p:attrNameLst>
                                          <p:attrName>style.visibility</p:attrName>
                                        </p:attrNameLst>
                                      </p:cBhvr>
                                      <p:to>
                                        <p:strVal val="visible"/>
                                      </p:to>
                                    </p:set>
                                    <p:anim calcmode="lin" valueType="num">
                                      <p:cBhvr additive="base">
                                        <p:cTn id="73" dur="400" fill="hold"/>
                                        <p:tgtEl>
                                          <p:spTgt spid="16"/>
                                        </p:tgtEl>
                                        <p:attrNameLst>
                                          <p:attrName>ppt_w</p:attrName>
                                        </p:attrNameLst>
                                      </p:cBhvr>
                                      <p:tavLst>
                                        <p:tav tm="0">
                                          <p:val>
                                            <p:strVal val="#ppt_w*2.4"/>
                                          </p:val>
                                        </p:tav>
                                        <p:tav tm="100000">
                                          <p:val>
                                            <p:strVal val="#ppt_w"/>
                                          </p:val>
                                        </p:tav>
                                      </p:tavLst>
                                    </p:anim>
                                    <p:anim calcmode="lin" valueType="num">
                                      <p:cBhvr additive="base">
                                        <p:cTn id="74" dur="400" fill="hold"/>
                                        <p:tgtEl>
                                          <p:spTgt spid="16"/>
                                        </p:tgtEl>
                                        <p:attrNameLst>
                                          <p:attrName>ppt_h</p:attrName>
                                        </p:attrNameLst>
                                      </p:cBhvr>
                                      <p:tavLst>
                                        <p:tav tm="0">
                                          <p:val>
                                            <p:strVal val="#ppt_h*2.4"/>
                                          </p:val>
                                        </p:tav>
                                        <p:tav tm="100000">
                                          <p:val>
                                            <p:strVal val="#ppt_h"/>
                                          </p:val>
                                        </p:tav>
                                      </p:tavLst>
                                    </p:anim>
                                    <p:animEffect transition="in" filter="fade">
                                      <p:cBhvr>
                                        <p:cTn id="75" dur="400"/>
                                        <p:tgtEl>
                                          <p:spTgt spid="16"/>
                                        </p:tgtEl>
                                      </p:cBhvr>
                                    </p:animEffect>
                                  </p:childTnLst>
                                </p:cTn>
                              </p:par>
                              <p:par>
                                <p:cTn id="80" presetID="22" presetClass="entr" presetSubtype="1" fill="hold" grpId="0" nodeType="withEffect">
                                  <p:stCondLst>
                                    <p:cond delay="2800"/>
                                  </p:stCondLst>
                                  <p:childTnLst>
                                    <p:set>
                                      <p:cBhvr>
                                        <p:cTn id="77" dur="1" fill="hold">
                                          <p:stCondLst>
                                            <p:cond delay="0"/>
                                          </p:stCondLst>
                                        </p:cTn>
                                        <p:tgtEl>
                                          <p:spTgt spid="17"/>
                                        </p:tgtEl>
                                        <p:attrNameLst>
                                          <p:attrName>style.visibility</p:attrName>
                                        </p:attrNameLst>
                                      </p:cBhvr>
                                      <p:to>
                                        <p:strVal val="visible"/>
                                      </p:to>
                                    </p:set>
                                    <p:animEffect transition="in" filter="wipe(down)">
                                      <p:cBhvr>
                                        <p:cTn id="78" dur="450"/>
                                        <p:tgtEl>
                                          <p:spTgt spid="17"/>
                                        </p:tgtEl>
                                      </p:cBhvr>
                                    </p:animEffect>
                                    <p:animEffect transition="in" filter="fade">
                                      <p:cBhvr>
                                        <p:cTn id="79" dur="450"/>
                                        <p:tgtEl>
                                          <p:spTgt spid="17"/>
                                        </p:tgtEl>
                                      </p:cBhvr>
                                    </p:animEffect>
                                  </p:childTnLst>
                                </p:cTn>
                              </p:par>
                              <p:par>
                                <p:cTn id="85" presetID="53" presetClass="entr" presetSubtype="16" fill="hold" grpId="0" nodeType="withEffect">
                                  <p:stCondLst>
                                    <p:cond delay="2900"/>
                                  </p:stCondLst>
                                  <p:childTnLst>
                                    <p:set>
                                      <p:cBhvr>
                                        <p:cTn id="81" dur="1" fill="hold">
                                          <p:stCondLst>
                                            <p:cond delay="0"/>
                                          </p:stCondLst>
                                        </p:cTn>
                                        <p:tgtEl>
                                          <p:spTgt spid="18"/>
                                        </p:tgtEl>
                                        <p:attrNameLst>
                                          <p:attrName>style.visibility</p:attrName>
                                        </p:attrNameLst>
                                      </p:cBhvr>
                                      <p:to>
                                        <p:strVal val="visible"/>
                                      </p:to>
                                    </p:set>
                                    <p:anim calcmode="lin" valueType="num">
                                      <p:cBhvr additive="base">
                                        <p:cTn id="82" dur="350" fill="hold"/>
                                        <p:tgtEl>
                                          <p:spTgt spid="18"/>
                                        </p:tgtEl>
                                        <p:attrNameLst>
                                          <p:attrName>ppt_w</p:attrName>
                                        </p:attrNameLst>
                                      </p:cBhvr>
                                      <p:tavLst>
                                        <p:tav tm="0">
                                          <p:val>
                                            <p:strVal val="0"/>
                                          </p:val>
                                        </p:tav>
                                        <p:tav tm="100000">
                                          <p:val>
                                            <p:strVal val="#ppt_w"/>
                                          </p:val>
                                        </p:tav>
                                      </p:tavLst>
                                    </p:anim>
                                    <p:anim calcmode="lin" valueType="num">
                                      <p:cBhvr additive="base">
                                        <p:cTn id="83" dur="350" fill="hold"/>
                                        <p:tgtEl>
                                          <p:spTgt spid="18"/>
                                        </p:tgtEl>
                                        <p:attrNameLst>
                                          <p:attrName>ppt_h</p:attrName>
                                        </p:attrNameLst>
                                      </p:cBhvr>
                                      <p:tavLst>
                                        <p:tav tm="0">
                                          <p:val>
                                            <p:strVal val="0"/>
                                          </p:val>
                                        </p:tav>
                                        <p:tav tm="100000">
                                          <p:val>
                                            <p:strVal val="#ppt_h"/>
                                          </p:val>
                                        </p:tav>
                                      </p:tavLst>
                                    </p:anim>
                                    <p:animEffect transition="in" filter="fade">
                                      <p:cBhvr>
                                        <p:cTn id="84" dur="350"/>
                                        <p:tgtEl>
                                          <p:spTgt spid="18"/>
                                        </p:tgtEl>
                                      </p:cBhvr>
                                    </p:animEffect>
                                  </p:childTnLst>
                                </p:cTn>
                              </p:par>
                              <p:par>
                                <p:cTn id="89" presetID="22" presetClass="entr" presetSubtype="1" fill="hold" grpId="0" nodeType="withEffect">
                                  <p:stCondLst>
                                    <p:cond delay="2950"/>
                                  </p:stCondLst>
                                  <p:childTnLst>
                                    <p:set>
                                      <p:cBhvr>
                                        <p:cTn id="86" dur="1" fill="hold">
                                          <p:stCondLst>
                                            <p:cond delay="0"/>
                                          </p:stCondLst>
                                        </p:cTn>
                                        <p:tgtEl>
                                          <p:spTgt spid="19"/>
                                        </p:tgtEl>
                                        <p:attrNameLst>
                                          <p:attrName>style.visibility</p:attrName>
                                        </p:attrNameLst>
                                      </p:cBhvr>
                                      <p:to>
                                        <p:strVal val="visible"/>
                                      </p:to>
                                    </p:set>
                                    <p:animEffect transition="in" filter="wipe(down)">
                                      <p:cBhvr>
                                        <p:cTn id="87" dur="450"/>
                                        <p:tgtEl>
                                          <p:spTgt spid="19"/>
                                        </p:tgtEl>
                                      </p:cBhvr>
                                    </p:animEffect>
                                    <p:animEffect transition="in" filter="fade">
                                      <p:cBhvr>
                                        <p:cTn id="88" dur="450"/>
                                        <p:tgtEl>
                                          <p:spTgt spid="19"/>
                                        </p:tgtEl>
                                      </p:cBhvr>
                                    </p:animEffect>
                                  </p:childTnLst>
                                </p:cTn>
                              </p:par>
                              <p:par>
                                <p:cTn id="94" presetID="53" presetClass="entr" presetSubtype="32" fill="hold" grpId="0" nodeType="withEffect">
                                  <p:stCondLst>
                                    <p:cond delay="3250"/>
                                  </p:stCondLst>
                                  <p:childTnLst>
                                    <p:set>
                                      <p:cBhvr>
                                        <p:cTn id="90" dur="1" fill="hold">
                                          <p:stCondLst>
                                            <p:cond delay="0"/>
                                          </p:stCondLst>
                                        </p:cTn>
                                        <p:tgtEl>
                                          <p:spTgt spid="20"/>
                                        </p:tgtEl>
                                        <p:attrNameLst>
                                          <p:attrName>style.visibility</p:attrName>
                                        </p:attrNameLst>
                                      </p:cBhvr>
                                      <p:to>
                                        <p:strVal val="visible"/>
                                      </p:to>
                                    </p:set>
                                    <p:anim calcmode="lin" valueType="num">
                                      <p:cBhvr additive="base">
                                        <p:cTn id="91" dur="400" fill="hold"/>
                                        <p:tgtEl>
                                          <p:spTgt spid="20"/>
                                        </p:tgtEl>
                                        <p:attrNameLst>
                                          <p:attrName>ppt_w</p:attrName>
                                        </p:attrNameLst>
                                      </p:cBhvr>
                                      <p:tavLst>
                                        <p:tav tm="0">
                                          <p:val>
                                            <p:strVal val="#ppt_w*2.4"/>
                                          </p:val>
                                        </p:tav>
                                        <p:tav tm="100000">
                                          <p:val>
                                            <p:strVal val="#ppt_w"/>
                                          </p:val>
                                        </p:tav>
                                      </p:tavLst>
                                    </p:anim>
                                    <p:anim calcmode="lin" valueType="num">
                                      <p:cBhvr additive="base">
                                        <p:cTn id="92" dur="400" fill="hold"/>
                                        <p:tgtEl>
                                          <p:spTgt spid="20"/>
                                        </p:tgtEl>
                                        <p:attrNameLst>
                                          <p:attrName>ppt_h</p:attrName>
                                        </p:attrNameLst>
                                      </p:cBhvr>
                                      <p:tavLst>
                                        <p:tav tm="0">
                                          <p:val>
                                            <p:strVal val="#ppt_h*2.4"/>
                                          </p:val>
                                        </p:tav>
                                        <p:tav tm="100000">
                                          <p:val>
                                            <p:strVal val="#ppt_h"/>
                                          </p:val>
                                        </p:tav>
                                      </p:tavLst>
                                    </p:anim>
                                    <p:animEffect transition="in" filter="fade">
                                      <p:cBhvr>
                                        <p:cTn id="93" dur="400"/>
                                        <p:tgtEl>
                                          <p:spTgt spid="20"/>
                                        </p:tgtEl>
                                      </p:cBhvr>
                                    </p:animEffect>
                                  </p:childTnLst>
                                </p:cTn>
                              </p:par>
                              <p:par>
                                <p:cTn id="98" presetID="22" presetClass="entr" presetSubtype="1" fill="hold" grpId="0" nodeType="withEffect">
                                  <p:stCondLst>
                                    <p:cond delay="3500"/>
                                  </p:stCondLst>
                                  <p:childTnLst>
                                    <p:set>
                                      <p:cBhvr>
                                        <p:cTn id="95" dur="1" fill="hold">
                                          <p:stCondLst>
                                            <p:cond delay="0"/>
                                          </p:stCondLst>
                                        </p:cTn>
                                        <p:tgtEl>
                                          <p:spTgt spid="21"/>
                                        </p:tgtEl>
                                        <p:attrNameLst>
                                          <p:attrName>style.visibility</p:attrName>
                                        </p:attrNameLst>
                                      </p:cBhvr>
                                      <p:to>
                                        <p:strVal val="visible"/>
                                      </p:to>
                                    </p:set>
                                    <p:animEffect transition="in" filter="wipe(down)">
                                      <p:cBhvr>
                                        <p:cTn id="96" dur="450"/>
                                        <p:tgtEl>
                                          <p:spTgt spid="21"/>
                                        </p:tgtEl>
                                      </p:cBhvr>
                                    </p:animEffect>
                                    <p:animEffect transition="in" filter="fade">
                                      <p:cBhvr>
                                        <p:cTn id="97" dur="450"/>
                                        <p:tgtEl>
                                          <p:spTgt spid="21"/>
                                        </p:tgtEl>
                                      </p:cBhvr>
                                    </p:animEffect>
                                  </p:childTnLst>
                                </p:cTn>
                              </p:par>
                              <p:par>
                                <p:cTn id="103" presetID="53" presetClass="entr" presetSubtype="16" fill="hold" grpId="0" nodeType="withEffect">
                                  <p:stCondLst>
                                    <p:cond delay="3600"/>
                                  </p:stCondLst>
                                  <p:childTnLst>
                                    <p:set>
                                      <p:cBhvr>
                                        <p:cTn id="99" dur="1" fill="hold">
                                          <p:stCondLst>
                                            <p:cond delay="0"/>
                                          </p:stCondLst>
                                        </p:cTn>
                                        <p:tgtEl>
                                          <p:spTgt spid="22"/>
                                        </p:tgtEl>
                                        <p:attrNameLst>
                                          <p:attrName>style.visibility</p:attrName>
                                        </p:attrNameLst>
                                      </p:cBhvr>
                                      <p:to>
                                        <p:strVal val="visible"/>
                                      </p:to>
                                    </p:set>
                                    <p:anim calcmode="lin" valueType="num">
                                      <p:cBhvr additive="base">
                                        <p:cTn id="100" dur="350" fill="hold"/>
                                        <p:tgtEl>
                                          <p:spTgt spid="22"/>
                                        </p:tgtEl>
                                        <p:attrNameLst>
                                          <p:attrName>ppt_w</p:attrName>
                                        </p:attrNameLst>
                                      </p:cBhvr>
                                      <p:tavLst>
                                        <p:tav tm="0">
                                          <p:val>
                                            <p:strVal val="0"/>
                                          </p:val>
                                        </p:tav>
                                        <p:tav tm="100000">
                                          <p:val>
                                            <p:strVal val="#ppt_w"/>
                                          </p:val>
                                        </p:tav>
                                      </p:tavLst>
                                    </p:anim>
                                    <p:anim calcmode="lin" valueType="num">
                                      <p:cBhvr additive="base">
                                        <p:cTn id="101" dur="350" fill="hold"/>
                                        <p:tgtEl>
                                          <p:spTgt spid="22"/>
                                        </p:tgtEl>
                                        <p:attrNameLst>
                                          <p:attrName>ppt_h</p:attrName>
                                        </p:attrNameLst>
                                      </p:cBhvr>
                                      <p:tavLst>
                                        <p:tav tm="0">
                                          <p:val>
                                            <p:strVal val="0"/>
                                          </p:val>
                                        </p:tav>
                                        <p:tav tm="100000">
                                          <p:val>
                                            <p:strVal val="#ppt_h"/>
                                          </p:val>
                                        </p:tav>
                                      </p:tavLst>
                                    </p:anim>
                                    <p:animEffect transition="in" filter="fade">
                                      <p:cBhvr>
                                        <p:cTn id="102" dur="350"/>
                                        <p:tgtEl>
                                          <p:spTgt spid="22"/>
                                        </p:tgtEl>
                                      </p:cBhvr>
                                    </p:animEffect>
                                  </p:childTnLst>
                                </p:cTn>
                              </p:par>
                              <p:par>
                                <p:cTn id="107" presetID="22" presetClass="entr" presetSubtype="1" fill="hold" grpId="0" nodeType="withEffect">
                                  <p:stCondLst>
                                    <p:cond delay="3650"/>
                                  </p:stCondLst>
                                  <p:childTnLst>
                                    <p:set>
                                      <p:cBhvr>
                                        <p:cTn id="104" dur="1" fill="hold">
                                          <p:stCondLst>
                                            <p:cond delay="0"/>
                                          </p:stCondLst>
                                        </p:cTn>
                                        <p:tgtEl>
                                          <p:spTgt spid="23"/>
                                        </p:tgtEl>
                                        <p:attrNameLst>
                                          <p:attrName>style.visibility</p:attrName>
                                        </p:attrNameLst>
                                      </p:cBhvr>
                                      <p:to>
                                        <p:strVal val="visible"/>
                                      </p:to>
                                    </p:set>
                                    <p:animEffect transition="in" filter="wipe(down)">
                                      <p:cBhvr>
                                        <p:cTn id="105" dur="450"/>
                                        <p:tgtEl>
                                          <p:spTgt spid="23"/>
                                        </p:tgtEl>
                                      </p:cBhvr>
                                    </p:animEffect>
                                    <p:animEffect transition="in" filter="fade">
                                      <p:cBhvr>
                                        <p:cTn id="106" dur="450"/>
                                        <p:tgtEl>
                                          <p:spTgt spid="23"/>
                                        </p:tgtEl>
                                      </p:cBhvr>
                                    </p:animEffect>
                                  </p:childTnLst>
                                </p:cTn>
                              </p:par>
                              <p:par>
                                <p:cTn id="112" presetID="53" presetClass="entr" presetSubtype="32" fill="hold" grpId="0" nodeType="withEffect">
                                  <p:stCondLst>
                                    <p:cond delay="3950"/>
                                  </p:stCondLst>
                                  <p:childTnLst>
                                    <p:set>
                                      <p:cBhvr>
                                        <p:cTn id="108" dur="1" fill="hold">
                                          <p:stCondLst>
                                            <p:cond delay="0"/>
                                          </p:stCondLst>
                                        </p:cTn>
                                        <p:tgtEl>
                                          <p:spTgt spid="24"/>
                                        </p:tgtEl>
                                        <p:attrNameLst>
                                          <p:attrName>style.visibility</p:attrName>
                                        </p:attrNameLst>
                                      </p:cBhvr>
                                      <p:to>
                                        <p:strVal val="visible"/>
                                      </p:to>
                                    </p:set>
                                    <p:anim calcmode="lin" valueType="num">
                                      <p:cBhvr additive="base">
                                        <p:cTn id="109" dur="400" fill="hold"/>
                                        <p:tgtEl>
                                          <p:spTgt spid="24"/>
                                        </p:tgtEl>
                                        <p:attrNameLst>
                                          <p:attrName>ppt_w</p:attrName>
                                        </p:attrNameLst>
                                      </p:cBhvr>
                                      <p:tavLst>
                                        <p:tav tm="0">
                                          <p:val>
                                            <p:strVal val="#ppt_w*2.4"/>
                                          </p:val>
                                        </p:tav>
                                        <p:tav tm="100000">
                                          <p:val>
                                            <p:strVal val="#ppt_w"/>
                                          </p:val>
                                        </p:tav>
                                      </p:tavLst>
                                    </p:anim>
                                    <p:anim calcmode="lin" valueType="num">
                                      <p:cBhvr additive="base">
                                        <p:cTn id="110" dur="400" fill="hold"/>
                                        <p:tgtEl>
                                          <p:spTgt spid="24"/>
                                        </p:tgtEl>
                                        <p:attrNameLst>
                                          <p:attrName>ppt_h</p:attrName>
                                        </p:attrNameLst>
                                      </p:cBhvr>
                                      <p:tavLst>
                                        <p:tav tm="0">
                                          <p:val>
                                            <p:strVal val="#ppt_h*2.4"/>
                                          </p:val>
                                        </p:tav>
                                        <p:tav tm="100000">
                                          <p:val>
                                            <p:strVal val="#ppt_h"/>
                                          </p:val>
                                        </p:tav>
                                      </p:tavLst>
                                    </p:anim>
                                    <p:animEffect transition="in" filter="fade">
                                      <p:cBhvr>
                                        <p:cTn id="111" dur="400"/>
                                        <p:tgtEl>
                                          <p:spTgt spid="24"/>
                                        </p:tgtEl>
                                      </p:cBhvr>
                                    </p:animEffect>
                                  </p:childTnLst>
                                </p:cTn>
                              </p:par>
                              <p:par>
                                <p:cTn id="116" presetID="22" presetClass="entr" presetSubtype="1" fill="hold" grpId="0" nodeType="withEffect">
                                  <p:stCondLst>
                                    <p:cond delay="4300"/>
                                  </p:stCondLst>
                                  <p:childTnLst>
                                    <p:set>
                                      <p:cBhvr>
                                        <p:cTn id="113" dur="1" fill="hold">
                                          <p:stCondLst>
                                            <p:cond delay="0"/>
                                          </p:stCondLst>
                                        </p:cTn>
                                        <p:tgtEl>
                                          <p:spTgt spid="25"/>
                                        </p:tgtEl>
                                        <p:attrNameLst>
                                          <p:attrName>style.visibility</p:attrName>
                                        </p:attrNameLst>
                                      </p:cBhvr>
                                      <p:to>
                                        <p:strVal val="visible"/>
                                      </p:to>
                                    </p:set>
                                    <p:animEffect transition="in" filter="wipe(down)">
                                      <p:cBhvr>
                                        <p:cTn id="114" dur="450"/>
                                        <p:tgtEl>
                                          <p:spTgt spid="25"/>
                                        </p:tgtEl>
                                      </p:cBhvr>
                                    </p:animEffect>
                                    <p:animEffect transition="in" filter="fade">
                                      <p:cBhvr>
                                        <p:cTn id="115" dur="450"/>
                                        <p:tgtEl>
                                          <p:spTgt spid="25"/>
                                        </p:tgtEl>
                                      </p:cBhvr>
                                    </p:animEffect>
                                  </p:childTnLst>
                                </p:cTn>
                              </p:par>
                              <p:par>
                                <p:cTn id="120" presetID="22" presetClass="entr" presetSubtype="1" fill="hold" grpId="0" nodeType="withEffect">
                                  <p:stCondLst>
                                    <p:cond delay="4500"/>
                                  </p:stCondLst>
                                  <p:childTnLst>
                                    <p:set>
                                      <p:cBhvr>
                                        <p:cTn id="117" dur="1" fill="hold">
                                          <p:stCondLst>
                                            <p:cond delay="0"/>
                                          </p:stCondLst>
                                        </p:cTn>
                                        <p:tgtEl>
                                          <p:spTgt spid="26"/>
                                        </p:tgtEl>
                                        <p:attrNameLst>
                                          <p:attrName>style.visibility</p:attrName>
                                        </p:attrNameLst>
                                      </p:cBhvr>
                                      <p:to>
                                        <p:strVal val="visible"/>
                                      </p:to>
                                    </p:set>
                                    <p:animEffect transition="in" filter="wipe(down)">
                                      <p:cBhvr>
                                        <p:cTn id="118" dur="900"/>
                                        <p:tgtEl>
                                          <p:spTgt spid="26"/>
                                        </p:tgtEl>
                                      </p:cBhvr>
                                    </p:animEffect>
                                    <p:animEffect transition="in" filter="fade">
                                      <p:cBhvr>
                                        <p:cTn id="119" dur="900"/>
                                        <p:tgtEl>
                                          <p:spTgt spid="26"/>
                                        </p:tgtEl>
                                      </p:cBhvr>
                                    </p:animEffect>
                                  </p:childTnLst>
                                </p:cTn>
                              </p:par>
                              <p:par>
                                <p:cTn id="124" presetID="22" presetClass="entr" presetSubtype="1" fill="hold" grpId="0" nodeType="withEffect">
                                  <p:stCondLst>
                                    <p:cond delay="5400"/>
                                  </p:stCondLst>
                                  <p:childTnLst>
                                    <p:set>
                                      <p:cBhvr>
                                        <p:cTn id="121" dur="1" fill="hold">
                                          <p:stCondLst>
                                            <p:cond delay="0"/>
                                          </p:stCondLst>
                                        </p:cTn>
                                        <p:tgtEl>
                                          <p:spTgt spid="27"/>
                                        </p:tgtEl>
                                        <p:attrNameLst>
                                          <p:attrName>style.visibility</p:attrName>
                                        </p:attrNameLst>
                                      </p:cBhvr>
                                      <p:to>
                                        <p:strVal val="visible"/>
                                      </p:to>
                                    </p:set>
                                    <p:animEffect transition="in" filter="wipe(down)">
                                      <p:cBhvr>
                                        <p:cTn id="122" dur="600"/>
                                        <p:tgtEl>
                                          <p:spTgt spid="27"/>
                                        </p:tgtEl>
                                      </p:cBhvr>
                                    </p:animEffect>
                                    <p:animEffect transition="in" filter="fade">
                                      <p:cBhvr>
                                        <p:cTn id="123" dur="600"/>
                                        <p:tgtEl>
                                          <p:spTgt spid="27"/>
                                        </p:tgtEl>
                                      </p:cBhvr>
                                    </p:animEffect>
                                  </p:childTnLst>
                                </p:cTn>
                              </p:par>
                              <p:par>
                                <p:cTn id="126" presetID="6" presetClass="emph" presetSubtype="0" fill="hold" grpId="1" nodeType="withEffect" autoRev="1" repeatCount="indefinite">
                                  <p:stCondLst>
                                    <p:cond delay="5600"/>
                                  </p:stCondLst>
                                  <p:childTnLst>
                                    <p:animScale>
                                      <p:cBhvr>
                                        <p:cTn id="125" dur="1200" fill="hold"/>
                                        <p:tgtEl>
                                          <p:spTgt spid="26"/>
                                        </p:tgtEl>
                                      </p:cBhvr>
                                      <p:by x="102000" y="10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8" grpId="0" animBg="1"/>
      <p:bldP spid="29" grpId="0" animBg="1"/>
      <p:bldP spid="4" grpId="0" animBg="1"/>
      <p:bldP spid="30" grpId="0" animBg="1"/>
      <p:bldP spid="29" grpId="1" animBg="1"/>
      <p:bldP spid="5" grpId="0" animBg="1"/>
      <p:bldP spid="4" grpId="1"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6"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eyebrow"/>
          <p:cNvSpPr txBox="1"/>
          <p:nvPr/>
        </p:nvSpPr>
        <p:spPr>
          <a:xfrm>
            <a:off x="812800" y="520700"/>
            <a:ext cx="9525000" cy="190500"/>
          </a:xfrm>
          <a:prstGeom prst="rect">
            <a:avLst/>
          </a:prstGeom>
          <a:noFill/>
          <a:ln/>
        </p:spPr>
        <p:txBody>
          <a:bodyPr wrap="square" lIns="0" tIns="0" rIns="0" bIns="0" rtlCol="0" anchor="t"/>
          <a:lstStyle/>
          <a:p>
            <a:pPr indent="0" marL="0">
              <a:buNone/>
            </a:pPr>
            <a:r>
              <a:rPr lang="en-US" sz="1100" b="1" spc="300" kern="0" dirty="0">
                <a:solidFill>
                  <a:srgbClr val="FF4F6E"/>
                </a:solidFill>
                <a:latin typeface="Consolas" pitchFamily="34" charset="0"/>
                <a:ea typeface="Consolas" pitchFamily="34" charset="-122"/>
                <a:cs typeface="Consolas" pitchFamily="34" charset="-120"/>
              </a:rPr>
              <a:t>03 / SOFTEST TARGET / BKASH</a:t>
            </a:r>
            <a:endParaRPr lang="en-US" sz="1100" dirty="0"/>
          </a:p>
        </p:txBody>
      </p:sp>
      <p:sp>
        <p:nvSpPr>
          <p:cNvPr id="4" name="heading"/>
          <p:cNvSpPr txBox="1"/>
          <p:nvPr/>
        </p:nvSpPr>
        <p:spPr>
          <a:xfrm>
            <a:off x="812800" y="749300"/>
            <a:ext cx="10096500" cy="1016000"/>
          </a:xfrm>
          <a:prstGeom prst="rect">
            <a:avLst/>
          </a:prstGeom>
          <a:noFill/>
          <a:ln/>
        </p:spPr>
        <p:txBody>
          <a:bodyPr wrap="square" lIns="0" tIns="0" rIns="0" bIns="0" rtlCol="0" anchor="t"/>
          <a:lstStyle/>
          <a:p>
            <a:pPr indent="0" marL="0">
              <a:lnSpc>
                <a:spcPct val="95000"/>
              </a:lnSpc>
              <a:buNone/>
            </a:pPr>
            <a:r>
              <a:rPr lang="en-US" sz="3000" b="1" dirty="0">
                <a:solidFill>
                  <a:srgbClr val="E8FBFF"/>
                </a:solidFill>
                <a:effectLst>
                  <a:glow rad="101600">
                    <a:srgbClr val="FF4F6E">
                      <a:alpha val="35000"/>
                    </a:srgbClr>
                  </a:glow>
                </a:effectLst>
                <a:latin typeface="Bahnschrift" pitchFamily="34" charset="0"/>
                <a:ea typeface="Bahnschrift" pitchFamily="34" charset="-122"/>
                <a:cs typeface="Bahnschrift" pitchFamily="34" charset="-120"/>
              </a:rPr>
              <a:t>Target 1 – bKash: the softest target, because I ask you for the key</a:t>
            </a:r>
            <a:endParaRPr lang="en-US" sz="3000" dirty="0"/>
          </a:p>
        </p:txBody>
      </p:sp>
      <p:sp>
        <p:nvSpPr>
          <p:cNvPr id="5" name="plan"/>
          <p:cNvSpPr/>
          <p:nvPr/>
        </p:nvSpPr>
        <p:spPr>
          <a:xfrm>
            <a:off x="812800" y="1841500"/>
            <a:ext cx="6413500" cy="444500"/>
          </a:xfrm>
          <a:prstGeom prst="roundRect">
            <a:avLst>
              <a:gd name="adj" fmla="val 24686"/>
            </a:avLst>
          </a:prstGeom>
          <a:solidFill>
            <a:srgbClr val="10294A">
              <a:alpha val="70000"/>
            </a:srgbClr>
          </a:solidFill>
          <a:ln w="19050">
            <a:solidFill>
              <a:srgbClr val="FF4F6E"/>
            </a:solidFill>
          </a:ln>
          <a:effectLst>
            <a:outerShdw sx="100000" sy="100000" kx="0" ky="0" algn="bl" rotWithShape="0" blurRad="114300" dist="50800" dir="5400000">
              <a:srgbClr val="FF4F6E">
                <a:alpha val="55000"/>
              </a:srgbClr>
            </a:outerShdw>
          </a:effectLst>
        </p:spPr>
        <p:txBody>
          <a:bodyPr wrap="square" lIns="76200" tIns="76200" rIns="76200" bIns="76200" rtlCol="0" anchor="ctr"/>
          <a:lstStyle/>
          <a:p>
            <a:pPr algn="l" indent="0" marL="0">
              <a:buNone/>
            </a:pPr>
            <a:r>
              <a:rPr lang="en-US" sz="1100" b="1" dirty="0">
                <a:solidFill>
                  <a:srgbClr val="FF4F6E"/>
                </a:solidFill>
                <a:latin typeface="Consolas" pitchFamily="34" charset="0"/>
                <a:ea typeface="Consolas" pitchFamily="34" charset="-122"/>
                <a:cs typeface="Consolas" pitchFamily="34" charset="-120"/>
              </a:rPr>
              <a:t>THE HACKER’S PLAN  </a:t>
            </a:r>
            <a:pPr algn="l" indent="0" marL="0">
              <a:buNone/>
            </a:pPr>
            <a:r>
              <a:rPr lang="en-US" sz="1100" i="1" dirty="0">
                <a:solidFill>
                  <a:srgbClr val="E8FBFF"/>
                </a:solidFill>
                <a:latin typeface="Segoe UI" pitchFamily="34" charset="0"/>
                <a:ea typeface="Segoe UI" pitchFamily="34" charset="-122"/>
                <a:cs typeface="Segoe UI" pitchFamily="34" charset="-120"/>
              </a:rPr>
              <a:t>“I don’t hack bKash. I call you, say I’m from bKash, and you read me the OTP.”</a:t>
            </a:r>
            <a:endParaRPr lang="en-US" sz="1100" dirty="0"/>
          </a:p>
        </p:txBody>
      </p:sp>
      <p:sp>
        <p:nvSpPr>
          <p:cNvPr id="6" name="alab"/>
          <p:cNvSpPr txBox="1"/>
          <p:nvPr/>
        </p:nvSpPr>
        <p:spPr>
          <a:xfrm>
            <a:off x="812800" y="2362200"/>
            <a:ext cx="6413500" cy="190500"/>
          </a:xfrm>
          <a:prstGeom prst="rect">
            <a:avLst/>
          </a:prstGeom>
          <a:noFill/>
          <a:ln/>
        </p:spPr>
        <p:txBody>
          <a:bodyPr wrap="square" lIns="0" tIns="0" rIns="0" bIns="0" rtlCol="0" anchor="t"/>
          <a:lstStyle/>
          <a:p>
            <a:pPr algn="l" indent="0" marL="0">
              <a:buNone/>
            </a:pPr>
            <a:r>
              <a:rPr lang="en-US" sz="1150" b="1" spc="300" kern="0" dirty="0">
                <a:solidFill>
                  <a:srgbClr val="FF4F6E"/>
                </a:solidFill>
                <a:latin typeface="Consolas" pitchFamily="34" charset="0"/>
                <a:ea typeface="Consolas" pitchFamily="34" charset="-122"/>
                <a:cs typeface="Consolas" pitchFamily="34" charset="-120"/>
              </a:rPr>
              <a:t>THE ATTACK · HOW I GET IN</a:t>
            </a:r>
            <a:endParaRPr lang="en-US" sz="1150" dirty="0"/>
          </a:p>
        </p:txBody>
      </p:sp>
      <p:sp>
        <p:nvSpPr>
          <p:cNvPr id="7" name="abox0"/>
          <p:cNvSpPr/>
          <p:nvPr/>
        </p:nvSpPr>
        <p:spPr>
          <a:xfrm>
            <a:off x="812800" y="2590800"/>
            <a:ext cx="1968500" cy="1663700"/>
          </a:xfrm>
          <a:prstGeom prst="roundRect">
            <a:avLst>
              <a:gd name="adj" fmla="val 3298"/>
            </a:avLst>
          </a:prstGeom>
          <a:solidFill>
            <a:srgbClr val="10294A">
              <a:alpha val="70000"/>
            </a:srgbClr>
          </a:solidFill>
          <a:ln w="19050">
            <a:solidFill>
              <a:srgbClr val="FF4F6E"/>
            </a:solidFill>
            <a:prstDash val="solid"/>
          </a:ln>
          <a:effectLst>
            <a:outerShdw sx="100000" sy="100000" kx="0" ky="0" algn="bl" rotWithShape="0" blurRad="114300" dist="50800" dir="5400000">
              <a:srgbClr val="FF4F6E">
                <a:alpha val="55000"/>
              </a:srgbClr>
            </a:outerShdw>
          </a:effectLst>
        </p:spPr>
      </p:sp>
      <p:pic>
        <p:nvPicPr>
          <p:cNvPr id="8" name="ashot0" descr="Hacked WhatsApp asks friends for bKash money">    </p:cNvPr>
          <p:cNvPicPr>
            <a:picLocks noChangeAspect="1"/>
          </p:cNvPicPr>
          <p:nvPr/>
        </p:nvPicPr>
        <p:blipFill>
          <a:blip r:embed="rId2"/>
          <a:stretch>
            <a:fillRect/>
          </a:stretch>
        </p:blipFill>
        <p:spPr>
          <a:xfrm>
            <a:off x="1289175" y="2641600"/>
            <a:ext cx="1015751" cy="1231900"/>
          </a:xfrm>
          <a:prstGeom prst="rect">
            <a:avLst/>
          </a:prstGeom>
        </p:spPr>
      </p:pic>
      <p:sp>
        <p:nvSpPr>
          <p:cNvPr id="9" name="acap0"/>
          <p:cNvSpPr txBox="1"/>
          <p:nvPr/>
        </p:nvSpPr>
        <p:spPr>
          <a:xfrm>
            <a:off x="876300" y="38989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Hacked WhatsApp asks friends for bKash money</a:t>
            </a:r>
            <a:endParaRPr lang="en-US" sz="1100" dirty="0"/>
          </a:p>
        </p:txBody>
      </p:sp>
      <p:sp>
        <p:nvSpPr>
          <p:cNvPr id="10" name="anum0"/>
          <p:cNvSpPr/>
          <p:nvPr/>
        </p:nvSpPr>
        <p:spPr>
          <a:xfrm>
            <a:off x="863600" y="2641600"/>
            <a:ext cx="254000" cy="254000"/>
          </a:xfrm>
          <a:prstGeom prst="roundRect">
            <a:avLst>
              <a:gd name="adj" fmla="val 180000"/>
            </a:avLst>
          </a:prstGeom>
          <a:solidFill>
            <a:srgbClr val="FF4F6E"/>
          </a:solidFill>
          <a:ln/>
          <a:effectLst>
            <a:outerShdw sx="100000" sy="100000" kx="0" ky="0" algn="bl" rotWithShape="0" blurRad="114300" dist="50800" dir="5400000">
              <a:srgbClr val="FF4F6E">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01</a:t>
            </a:r>
            <a:endParaRPr lang="en-US" sz="1100" dirty="0"/>
          </a:p>
        </p:txBody>
      </p:sp>
      <p:sp>
        <p:nvSpPr>
          <p:cNvPr id="11" name="aarr0"/>
          <p:cNvSpPr/>
          <p:nvPr/>
        </p:nvSpPr>
        <p:spPr>
          <a:xfrm>
            <a:off x="2806700" y="3327400"/>
            <a:ext cx="203200" cy="190500"/>
          </a:xfrm>
          <a:prstGeom prst="rightArrow">
            <a:avLst/>
          </a:prstGeom>
          <a:solidFill>
            <a:srgbClr val="FF4F6E"/>
          </a:solidFill>
          <a:ln/>
          <a:effectLst>
            <a:outerShdw sx="100000" sy="100000" kx="0" ky="0" algn="bl" rotWithShape="0" blurRad="114300" dist="50800" dir="5400000">
              <a:srgbClr val="FF4F6E">
                <a:alpha val="60000"/>
              </a:srgbClr>
            </a:outerShdw>
          </a:effectLst>
        </p:spPr>
      </p:sp>
      <p:sp>
        <p:nvSpPr>
          <p:cNvPr id="12" name="abox1"/>
          <p:cNvSpPr/>
          <p:nvPr/>
        </p:nvSpPr>
        <p:spPr>
          <a:xfrm>
            <a:off x="3035300" y="2590800"/>
            <a:ext cx="1968500" cy="1663700"/>
          </a:xfrm>
          <a:prstGeom prst="roundRect">
            <a:avLst>
              <a:gd name="adj" fmla="val 3298"/>
            </a:avLst>
          </a:prstGeom>
          <a:solidFill>
            <a:srgbClr val="10294A">
              <a:alpha val="70000"/>
            </a:srgbClr>
          </a:solidFill>
          <a:ln w="19050">
            <a:solidFill>
              <a:srgbClr val="FF4F6E"/>
            </a:solidFill>
            <a:prstDash val="solid"/>
          </a:ln>
          <a:effectLst>
            <a:outerShdw sx="100000" sy="100000" kx="0" ky="0" algn="bl" rotWithShape="0" blurRad="114300" dist="50800" dir="5400000">
              <a:srgbClr val="FF4F6E">
                <a:alpha val="55000"/>
              </a:srgbClr>
            </a:outerShdw>
          </a:effectLst>
        </p:spPr>
      </p:sp>
      <p:pic>
        <p:nvPicPr>
          <p:cNvPr id="13" name="ashot1" descr="A call “from bKash” asks for the OTP">    </p:cNvPr>
          <p:cNvPicPr>
            <a:picLocks noChangeAspect="1"/>
          </p:cNvPicPr>
          <p:nvPr/>
        </p:nvPicPr>
        <p:blipFill>
          <a:blip r:embed="rId3"/>
          <a:stretch>
            <a:fillRect/>
          </a:stretch>
        </p:blipFill>
        <p:spPr>
          <a:xfrm>
            <a:off x="3542135" y="2641600"/>
            <a:ext cx="954829" cy="1231900"/>
          </a:xfrm>
          <a:prstGeom prst="rect">
            <a:avLst/>
          </a:prstGeom>
        </p:spPr>
      </p:pic>
      <p:sp>
        <p:nvSpPr>
          <p:cNvPr id="14" name="acap1"/>
          <p:cNvSpPr txBox="1"/>
          <p:nvPr/>
        </p:nvSpPr>
        <p:spPr>
          <a:xfrm>
            <a:off x="3098800" y="38989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A call “from bKash” asks for the OTP</a:t>
            </a:r>
            <a:endParaRPr lang="en-US" sz="1100" dirty="0"/>
          </a:p>
        </p:txBody>
      </p:sp>
      <p:sp>
        <p:nvSpPr>
          <p:cNvPr id="15" name="anum1"/>
          <p:cNvSpPr/>
          <p:nvPr/>
        </p:nvSpPr>
        <p:spPr>
          <a:xfrm>
            <a:off x="3086100" y="2641600"/>
            <a:ext cx="254000" cy="254000"/>
          </a:xfrm>
          <a:prstGeom prst="roundRect">
            <a:avLst>
              <a:gd name="adj" fmla="val 180000"/>
            </a:avLst>
          </a:prstGeom>
          <a:solidFill>
            <a:srgbClr val="FF4F6E"/>
          </a:solidFill>
          <a:ln/>
          <a:effectLst>
            <a:outerShdw sx="100000" sy="100000" kx="0" ky="0" algn="bl" rotWithShape="0" blurRad="114300" dist="50800" dir="5400000">
              <a:srgbClr val="FF4F6E">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02</a:t>
            </a:r>
            <a:endParaRPr lang="en-US" sz="1100" dirty="0"/>
          </a:p>
        </p:txBody>
      </p:sp>
      <p:sp>
        <p:nvSpPr>
          <p:cNvPr id="16" name="aarr1"/>
          <p:cNvSpPr/>
          <p:nvPr/>
        </p:nvSpPr>
        <p:spPr>
          <a:xfrm>
            <a:off x="5029200" y="3327400"/>
            <a:ext cx="203200" cy="190500"/>
          </a:xfrm>
          <a:prstGeom prst="rightArrow">
            <a:avLst/>
          </a:prstGeom>
          <a:solidFill>
            <a:srgbClr val="FF4F6E"/>
          </a:solidFill>
          <a:ln/>
          <a:effectLst>
            <a:outerShdw sx="100000" sy="100000" kx="0" ky="0" algn="bl" rotWithShape="0" blurRad="114300" dist="50800" dir="5400000">
              <a:srgbClr val="FF4F6E">
                <a:alpha val="60000"/>
              </a:srgbClr>
            </a:outerShdw>
          </a:effectLst>
        </p:spPr>
      </p:sp>
      <p:sp>
        <p:nvSpPr>
          <p:cNvPr id="17" name="abox2"/>
          <p:cNvSpPr/>
          <p:nvPr/>
        </p:nvSpPr>
        <p:spPr>
          <a:xfrm>
            <a:off x="5257800" y="2590800"/>
            <a:ext cx="1968500" cy="1663700"/>
          </a:xfrm>
          <a:prstGeom prst="roundRect">
            <a:avLst>
              <a:gd name="adj" fmla="val 3298"/>
            </a:avLst>
          </a:prstGeom>
          <a:solidFill>
            <a:srgbClr val="10294A">
              <a:alpha val="70000"/>
            </a:srgbClr>
          </a:solidFill>
          <a:ln w="19050">
            <a:solidFill>
              <a:srgbClr val="FF4F6E"/>
            </a:solidFill>
            <a:prstDash val="solid"/>
          </a:ln>
          <a:effectLst>
            <a:outerShdw sx="100000" sy="100000" kx="0" ky="0" algn="bl" rotWithShape="0" blurRad="114300" dist="50800" dir="5400000">
              <a:srgbClr val="FF4F6E">
                <a:alpha val="55000"/>
              </a:srgbClr>
            </a:outerShdw>
          </a:effectLst>
        </p:spPr>
      </p:sp>
      <p:pic>
        <p:nvPicPr>
          <p:cNvPr id="18" name="ashot2" descr="Reading out the OTP lets him reset the PIN">    </p:cNvPr>
          <p:cNvPicPr>
            <a:picLocks noChangeAspect="1"/>
          </p:cNvPicPr>
          <p:nvPr/>
        </p:nvPicPr>
        <p:blipFill>
          <a:blip r:embed="rId4"/>
          <a:stretch>
            <a:fillRect/>
          </a:stretch>
        </p:blipFill>
        <p:spPr>
          <a:xfrm>
            <a:off x="5806805" y="2641600"/>
            <a:ext cx="870491" cy="1231900"/>
          </a:xfrm>
          <a:prstGeom prst="rect">
            <a:avLst/>
          </a:prstGeom>
        </p:spPr>
      </p:pic>
      <p:sp>
        <p:nvSpPr>
          <p:cNvPr id="19" name="acap2"/>
          <p:cNvSpPr txBox="1"/>
          <p:nvPr/>
        </p:nvSpPr>
        <p:spPr>
          <a:xfrm>
            <a:off x="5321300" y="38989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Reading out the OTP lets him reset the PIN</a:t>
            </a:r>
            <a:endParaRPr lang="en-US" sz="1100" dirty="0"/>
          </a:p>
        </p:txBody>
      </p:sp>
      <p:sp>
        <p:nvSpPr>
          <p:cNvPr id="20" name="anum2"/>
          <p:cNvSpPr/>
          <p:nvPr/>
        </p:nvSpPr>
        <p:spPr>
          <a:xfrm>
            <a:off x="5308600" y="2641600"/>
            <a:ext cx="254000" cy="254000"/>
          </a:xfrm>
          <a:prstGeom prst="roundRect">
            <a:avLst>
              <a:gd name="adj" fmla="val 180000"/>
            </a:avLst>
          </a:prstGeom>
          <a:solidFill>
            <a:srgbClr val="FF4F6E"/>
          </a:solidFill>
          <a:ln/>
          <a:effectLst>
            <a:outerShdw sx="100000" sy="100000" kx="0" ky="0" algn="bl" rotWithShape="0" blurRad="114300" dist="50800" dir="5400000">
              <a:srgbClr val="FF4F6E">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03</a:t>
            </a:r>
            <a:endParaRPr lang="en-US" sz="1100" dirty="0"/>
          </a:p>
        </p:txBody>
      </p:sp>
      <p:sp>
        <p:nvSpPr>
          <p:cNvPr id="21" name="slab"/>
          <p:cNvSpPr txBox="1"/>
          <p:nvPr/>
        </p:nvSpPr>
        <p:spPr>
          <a:xfrm>
            <a:off x="812800" y="4356100"/>
            <a:ext cx="6413500" cy="190500"/>
          </a:xfrm>
          <a:prstGeom prst="rect">
            <a:avLst/>
          </a:prstGeom>
          <a:noFill/>
          <a:ln/>
        </p:spPr>
        <p:txBody>
          <a:bodyPr wrap="square" lIns="0" tIns="0" rIns="0" bIns="0" rtlCol="0" anchor="t"/>
          <a:lstStyle/>
          <a:p>
            <a:pPr algn="l" indent="0" marL="0">
              <a:buNone/>
            </a:pPr>
            <a:r>
              <a:rPr lang="en-US" sz="1150" b="1" spc="300" kern="0" dirty="0">
                <a:solidFill>
                  <a:srgbClr val="3FF0FF"/>
                </a:solidFill>
                <a:latin typeface="Consolas" pitchFamily="34" charset="0"/>
                <a:ea typeface="Consolas" pitchFamily="34" charset="-122"/>
                <a:cs typeface="Consolas" pitchFamily="34" charset="-120"/>
              </a:rPr>
              <a:t>GUARDIANS IN THE WAY · WHAT STOPS ME</a:t>
            </a:r>
            <a:endParaRPr lang="en-US" sz="1150" dirty="0"/>
          </a:p>
        </p:txBody>
      </p:sp>
      <p:sp>
        <p:nvSpPr>
          <p:cNvPr id="22" name="sbox0"/>
          <p:cNvSpPr/>
          <p:nvPr/>
        </p:nvSpPr>
        <p:spPr>
          <a:xfrm>
            <a:off x="812800" y="4584700"/>
            <a:ext cx="1968500" cy="1663700"/>
          </a:xfrm>
          <a:prstGeom prst="roundRect">
            <a:avLst>
              <a:gd name="adj" fmla="val 3298"/>
            </a:avLst>
          </a:prstGeom>
          <a:solidFill>
            <a:srgbClr val="0A1A2E">
              <a:alpha val="70000"/>
            </a:srgbClr>
          </a:solidFill>
          <a:ln w="19050">
            <a:solidFill>
              <a:srgbClr val="3FF0FF"/>
            </a:solidFill>
            <a:prstDash val="solid"/>
          </a:ln>
          <a:effectLst>
            <a:outerShdw sx="100000" sy="100000" kx="0" ky="0" algn="bl" rotWithShape="0" blurRad="114300" dist="50800" dir="5400000">
              <a:srgbClr val="FF4F6E">
                <a:alpha val="55000"/>
              </a:srgbClr>
            </a:outerShdw>
          </a:effectLst>
        </p:spPr>
      </p:sp>
      <p:pic>
        <p:nvPicPr>
          <p:cNvPr id="23" name="sshot0" descr="Never share an OTP or PIN: bKash never asks">    </p:cNvPr>
          <p:cNvPicPr>
            <a:picLocks noChangeAspect="1"/>
          </p:cNvPicPr>
          <p:nvPr/>
        </p:nvPicPr>
        <p:blipFill>
          <a:blip r:embed="rId5"/>
          <a:stretch>
            <a:fillRect/>
          </a:stretch>
        </p:blipFill>
        <p:spPr>
          <a:xfrm>
            <a:off x="1356242" y="4635500"/>
            <a:ext cx="881615" cy="1231900"/>
          </a:xfrm>
          <a:prstGeom prst="rect">
            <a:avLst/>
          </a:prstGeom>
        </p:spPr>
      </p:pic>
      <p:sp>
        <p:nvSpPr>
          <p:cNvPr id="24" name="scap0"/>
          <p:cNvSpPr txBox="1"/>
          <p:nvPr/>
        </p:nvSpPr>
        <p:spPr>
          <a:xfrm>
            <a:off x="876300" y="58928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Never share an OTP or PIN: bKash never asks</a:t>
            </a:r>
            <a:endParaRPr lang="en-US" sz="1100" dirty="0"/>
          </a:p>
        </p:txBody>
      </p:sp>
      <p:sp>
        <p:nvSpPr>
          <p:cNvPr id="25" name="snum0"/>
          <p:cNvSpPr/>
          <p:nvPr/>
        </p:nvSpPr>
        <p:spPr>
          <a:xfrm>
            <a:off x="863600" y="4635500"/>
            <a:ext cx="254000" cy="254000"/>
          </a:xfrm>
          <a:prstGeom prst="roundRect">
            <a:avLst>
              <a:gd name="adj" fmla="val 180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01</a:t>
            </a:r>
            <a:endParaRPr lang="en-US" sz="1100" dirty="0"/>
          </a:p>
        </p:txBody>
      </p:sp>
      <p:sp>
        <p:nvSpPr>
          <p:cNvPr id="26" name="sarr0"/>
          <p:cNvSpPr/>
          <p:nvPr/>
        </p:nvSpPr>
        <p:spPr>
          <a:xfrm>
            <a:off x="2806700" y="5321300"/>
            <a:ext cx="203200" cy="190500"/>
          </a:xfrm>
          <a:prstGeom prst="rightArrow">
            <a:avLst/>
          </a:prstGeom>
          <a:solidFill>
            <a:srgbClr val="3FF0FF"/>
          </a:solidFill>
          <a:ln/>
          <a:effectLst>
            <a:outerShdw sx="100000" sy="100000" kx="0" ky="0" algn="bl" rotWithShape="0" blurRad="114300" dist="50800" dir="5400000">
              <a:srgbClr val="3FF0FF">
                <a:alpha val="60000"/>
              </a:srgbClr>
            </a:outerShdw>
          </a:effectLst>
        </p:spPr>
      </p:sp>
      <p:sp>
        <p:nvSpPr>
          <p:cNvPr id="27" name="sbox1"/>
          <p:cNvSpPr/>
          <p:nvPr/>
        </p:nvSpPr>
        <p:spPr>
          <a:xfrm>
            <a:off x="3035300" y="4584700"/>
            <a:ext cx="1968500" cy="1663700"/>
          </a:xfrm>
          <a:prstGeom prst="roundRect">
            <a:avLst>
              <a:gd name="adj" fmla="val 3298"/>
            </a:avLst>
          </a:prstGeom>
          <a:solidFill>
            <a:srgbClr val="0A1A2E">
              <a:alpha val="70000"/>
            </a:srgbClr>
          </a:solidFill>
          <a:ln w="19050">
            <a:solidFill>
              <a:srgbClr val="3FF0FF"/>
            </a:solidFill>
            <a:prstDash val="solid"/>
          </a:ln>
          <a:effectLst>
            <a:outerShdw sx="100000" sy="100000" kx="0" ky="0" algn="bl" rotWithShape="0" blurRad="114300" dist="50800" dir="5400000">
              <a:srgbClr val="FF4F6E">
                <a:alpha val="55000"/>
              </a:srgbClr>
            </a:outerShdw>
          </a:effectLst>
        </p:spPr>
      </p:sp>
      <p:pic>
        <p:nvPicPr>
          <p:cNvPr id="28" name="sshot1" descr="Log in with Face ID or fingerprint">    </p:cNvPr>
          <p:cNvPicPr>
            <a:picLocks noChangeAspect="1"/>
          </p:cNvPicPr>
          <p:nvPr/>
        </p:nvPicPr>
        <p:blipFill>
          <a:blip r:embed="rId6"/>
          <a:stretch>
            <a:fillRect/>
          </a:stretch>
        </p:blipFill>
        <p:spPr>
          <a:xfrm>
            <a:off x="3504085" y="4635500"/>
            <a:ext cx="1030930" cy="1231900"/>
          </a:xfrm>
          <a:prstGeom prst="rect">
            <a:avLst/>
          </a:prstGeom>
        </p:spPr>
      </p:pic>
      <p:sp>
        <p:nvSpPr>
          <p:cNvPr id="29" name="scap1"/>
          <p:cNvSpPr txBox="1"/>
          <p:nvPr/>
        </p:nvSpPr>
        <p:spPr>
          <a:xfrm>
            <a:off x="3098800" y="58928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Log in with Face ID or fingerprint</a:t>
            </a:r>
            <a:endParaRPr lang="en-US" sz="1100" dirty="0"/>
          </a:p>
        </p:txBody>
      </p:sp>
      <p:sp>
        <p:nvSpPr>
          <p:cNvPr id="30" name="snum1"/>
          <p:cNvSpPr/>
          <p:nvPr/>
        </p:nvSpPr>
        <p:spPr>
          <a:xfrm>
            <a:off x="3086100" y="4635500"/>
            <a:ext cx="254000" cy="254000"/>
          </a:xfrm>
          <a:prstGeom prst="roundRect">
            <a:avLst>
              <a:gd name="adj" fmla="val 180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02</a:t>
            </a:r>
            <a:endParaRPr lang="en-US" sz="1100" dirty="0"/>
          </a:p>
        </p:txBody>
      </p:sp>
      <p:sp>
        <p:nvSpPr>
          <p:cNvPr id="31" name="sarr1"/>
          <p:cNvSpPr/>
          <p:nvPr/>
        </p:nvSpPr>
        <p:spPr>
          <a:xfrm>
            <a:off x="5029200" y="5321300"/>
            <a:ext cx="203200" cy="190500"/>
          </a:xfrm>
          <a:prstGeom prst="rightArrow">
            <a:avLst/>
          </a:prstGeom>
          <a:solidFill>
            <a:srgbClr val="3FF0FF"/>
          </a:solidFill>
          <a:ln/>
          <a:effectLst>
            <a:outerShdw sx="100000" sy="100000" kx="0" ky="0" algn="bl" rotWithShape="0" blurRad="114300" dist="50800" dir="5400000">
              <a:srgbClr val="3FF0FF">
                <a:alpha val="60000"/>
              </a:srgbClr>
            </a:outerShdw>
          </a:effectLst>
        </p:spPr>
      </p:sp>
      <p:sp>
        <p:nvSpPr>
          <p:cNvPr id="32" name="sbox2"/>
          <p:cNvSpPr/>
          <p:nvPr/>
        </p:nvSpPr>
        <p:spPr>
          <a:xfrm>
            <a:off x="5257800" y="4584700"/>
            <a:ext cx="1968500" cy="1663700"/>
          </a:xfrm>
          <a:prstGeom prst="roundRect">
            <a:avLst>
              <a:gd name="adj" fmla="val 3298"/>
            </a:avLst>
          </a:prstGeom>
          <a:solidFill>
            <a:srgbClr val="0A1A2E">
              <a:alpha val="70000"/>
            </a:srgbClr>
          </a:solidFill>
          <a:ln w="19050">
            <a:solidFill>
              <a:srgbClr val="3FF0FF"/>
            </a:solidFill>
            <a:prstDash val="solid"/>
          </a:ln>
          <a:effectLst>
            <a:outerShdw sx="100000" sy="100000" kx="0" ky="0" algn="bl" rotWithShape="0" blurRad="114300" dist="50800" dir="5400000">
              <a:srgbClr val="FF4F6E">
                <a:alpha val="55000"/>
              </a:srgbClr>
            </a:outerShdw>
          </a:effectLst>
        </p:spPr>
      </p:sp>
      <p:pic>
        <p:nvPicPr>
          <p:cNvPr id="33" name="sshot2" descr="Call friends back before sending money">    </p:cNvPr>
          <p:cNvPicPr>
            <a:picLocks noChangeAspect="1"/>
          </p:cNvPicPr>
          <p:nvPr/>
        </p:nvPicPr>
        <p:blipFill>
          <a:blip r:embed="rId7"/>
          <a:stretch>
            <a:fillRect/>
          </a:stretch>
        </p:blipFill>
        <p:spPr>
          <a:xfrm>
            <a:off x="5731670" y="4635500"/>
            <a:ext cx="1020761" cy="1231900"/>
          </a:xfrm>
          <a:prstGeom prst="rect">
            <a:avLst/>
          </a:prstGeom>
        </p:spPr>
      </p:pic>
      <p:sp>
        <p:nvSpPr>
          <p:cNvPr id="34" name="scap2"/>
          <p:cNvSpPr txBox="1"/>
          <p:nvPr/>
        </p:nvSpPr>
        <p:spPr>
          <a:xfrm>
            <a:off x="5321300" y="58928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Call friends back before sending money</a:t>
            </a:r>
            <a:endParaRPr lang="en-US" sz="1100" dirty="0"/>
          </a:p>
        </p:txBody>
      </p:sp>
      <p:sp>
        <p:nvSpPr>
          <p:cNvPr id="35" name="snum2"/>
          <p:cNvSpPr/>
          <p:nvPr/>
        </p:nvSpPr>
        <p:spPr>
          <a:xfrm>
            <a:off x="5308600" y="4635500"/>
            <a:ext cx="254000" cy="254000"/>
          </a:xfrm>
          <a:prstGeom prst="roundRect">
            <a:avLst>
              <a:gd name="adj" fmla="val 180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03</a:t>
            </a:r>
            <a:endParaRPr lang="en-US" sz="1100" dirty="0"/>
          </a:p>
        </p:txBody>
      </p:sp>
      <p:sp>
        <p:nvSpPr>
          <p:cNvPr id="36" name="tmlab"/>
          <p:cNvSpPr txBox="1"/>
          <p:nvPr/>
        </p:nvSpPr>
        <p:spPr>
          <a:xfrm>
            <a:off x="7734300" y="1892300"/>
            <a:ext cx="3644900" cy="190500"/>
          </a:xfrm>
          <a:prstGeom prst="rect">
            <a:avLst/>
          </a:prstGeom>
          <a:noFill/>
          <a:ln/>
        </p:spPr>
        <p:txBody>
          <a:bodyPr wrap="square" lIns="0" tIns="0" rIns="0" bIns="0" rtlCol="0" anchor="t"/>
          <a:lstStyle/>
          <a:p>
            <a:pPr algn="ctr" indent="0" marL="0">
              <a:buNone/>
            </a:pPr>
            <a:r>
              <a:rPr lang="en-US" sz="1150" b="1" spc="300" kern="0" dirty="0">
                <a:solidFill>
                  <a:srgbClr val="FF4F6E"/>
                </a:solidFill>
                <a:latin typeface="Consolas" pitchFamily="34" charset="0"/>
                <a:ea typeface="Consolas" pitchFamily="34" charset="-122"/>
                <a:cs typeface="Consolas" pitchFamily="34" charset="-120"/>
              </a:rPr>
              <a:t>THREAT LEVEL</a:t>
            </a:r>
            <a:endParaRPr lang="en-US" sz="1150" dirty="0"/>
          </a:p>
        </p:txBody>
      </p:sp>
      <p:pic>
        <p:nvPicPr>
          <p:cNvPr id="37" name="gauge" descr="Threat level gauge">    </p:cNvPr>
          <p:cNvPicPr>
            <a:picLocks noChangeAspect="1"/>
          </p:cNvPicPr>
          <p:nvPr/>
        </p:nvPicPr>
        <p:blipFill>
          <a:blip r:embed="rId8"/>
          <a:stretch>
            <a:fillRect/>
          </a:stretch>
        </p:blipFill>
        <p:spPr>
          <a:xfrm>
            <a:off x="8350250" y="2133600"/>
            <a:ext cx="2413000" cy="1397000"/>
          </a:xfrm>
          <a:prstGeom prst="rect">
            <a:avLst/>
          </a:prstGeom>
        </p:spPr>
      </p:pic>
      <p:pic>
        <p:nvPicPr>
          <p:cNvPr id="38" name="needle" descr="/tmp/claude-0/-home-user-bangladesh-crime-monitor/cb82e52d-05bf-5acf-9e17-5b7416beecee/scratchpad/animppt/holo/needle.png">    </p:cNvPr>
          <p:cNvPicPr>
            <a:picLocks noChangeAspect="1"/>
          </p:cNvPicPr>
          <p:nvPr/>
        </p:nvPicPr>
        <p:blipFill>
          <a:blip r:embed="rId9"/>
          <a:stretch>
            <a:fillRect/>
          </a:stretch>
        </p:blipFill>
        <p:spPr>
          <a:xfrm>
            <a:off x="8477250" y="2324100"/>
            <a:ext cx="2159000" cy="2159000"/>
          </a:xfrm>
          <a:prstGeom prst="rect">
            <a:avLst/>
          </a:prstGeom>
        </p:spPr>
      </p:pic>
      <p:sp>
        <p:nvSpPr>
          <p:cNvPr id="39" name="tmBad"/>
          <p:cNvSpPr txBox="1"/>
          <p:nvPr/>
        </p:nvSpPr>
        <p:spPr>
          <a:xfrm>
            <a:off x="7734300" y="3556000"/>
            <a:ext cx="3644900" cy="254000"/>
          </a:xfrm>
          <a:prstGeom prst="rect">
            <a:avLst/>
          </a:prstGeom>
          <a:noFill/>
          <a:ln/>
        </p:spPr>
        <p:txBody>
          <a:bodyPr wrap="square" lIns="0" tIns="0" rIns="0" bIns="0" rtlCol="0" anchor="t"/>
          <a:lstStyle/>
          <a:p>
            <a:pPr algn="ctr" indent="0" marL="0">
              <a:buNone/>
            </a:pPr>
            <a:r>
              <a:rPr lang="en-US" sz="1300" b="1" dirty="0">
                <a:solidFill>
                  <a:srgbClr val="FF4F6E"/>
                </a:solidFill>
                <a:latin typeface="Segoe UI" pitchFamily="34" charset="0"/>
                <a:ea typeface="Segoe UI" pitchFamily="34" charset="-122"/>
                <a:cs typeface="Segoe UI" pitchFamily="34" charset="-120"/>
              </a:rPr>
              <a:t>NO GUARDIANS: CRITICAL</a:t>
            </a:r>
            <a:endParaRPr lang="en-US" sz="1300" dirty="0"/>
          </a:p>
        </p:txBody>
      </p:sp>
      <p:sp>
        <p:nvSpPr>
          <p:cNvPr id="40" name="tmGood"/>
          <p:cNvSpPr txBox="1"/>
          <p:nvPr/>
        </p:nvSpPr>
        <p:spPr>
          <a:xfrm>
            <a:off x="7734300" y="3556000"/>
            <a:ext cx="3644900" cy="254000"/>
          </a:xfrm>
          <a:prstGeom prst="rect">
            <a:avLst/>
          </a:prstGeom>
          <a:noFill/>
          <a:ln/>
        </p:spPr>
        <p:txBody>
          <a:bodyPr wrap="square" lIns="0" tIns="0" rIns="0" bIns="0" rtlCol="0" anchor="t"/>
          <a:lstStyle/>
          <a:p>
            <a:pPr algn="ctr" indent="0" marL="0">
              <a:buNone/>
            </a:pPr>
            <a:r>
              <a:rPr lang="en-US" sz="1300" b="1" dirty="0">
                <a:solidFill>
                  <a:srgbClr val="FF4F6E"/>
                </a:solidFill>
                <a:latin typeface="Segoe UI" pitchFamily="34" charset="0"/>
                <a:ea typeface="Segoe UI" pitchFamily="34" charset="-122"/>
                <a:cs typeface="Segoe UI" pitchFamily="34" charset="-120"/>
              </a:rPr>
              <a:t>WITH GUARDIANS: 15/25 · SOFT TARGET</a:t>
            </a:r>
            <a:endParaRPr lang="en-US" sz="1300" dirty="0"/>
          </a:p>
        </p:txBody>
      </p:sp>
      <p:sp>
        <p:nvSpPr>
          <p:cNvPr id="41" name="rdlab"/>
          <p:cNvSpPr txBox="1"/>
          <p:nvPr/>
        </p:nvSpPr>
        <p:spPr>
          <a:xfrm>
            <a:off x="7734300" y="3873500"/>
            <a:ext cx="3644900" cy="190500"/>
          </a:xfrm>
          <a:prstGeom prst="rect">
            <a:avLst/>
          </a:prstGeom>
          <a:noFill/>
          <a:ln/>
        </p:spPr>
        <p:txBody>
          <a:bodyPr wrap="square" lIns="0" tIns="0" rIns="0" bIns="0" rtlCol="0" anchor="t"/>
          <a:lstStyle/>
          <a:p>
            <a:pPr algn="ctr" indent="0" marL="0">
              <a:buNone/>
            </a:pPr>
            <a:r>
              <a:rPr lang="en-US" sz="1150" b="1" spc="300" kern="0" dirty="0">
                <a:solidFill>
                  <a:srgbClr val="FF4F6E"/>
                </a:solidFill>
                <a:latin typeface="Consolas" pitchFamily="34" charset="0"/>
                <a:ea typeface="Consolas" pitchFamily="34" charset="-122"/>
                <a:cs typeface="Consolas" pitchFamily="34" charset="-120"/>
              </a:rPr>
              <a:t>GUARDIAN RADAR · 15 / 25</a:t>
            </a:r>
            <a:endParaRPr lang="en-US" sz="1150" dirty="0"/>
          </a:p>
        </p:txBody>
      </p:sp>
      <p:pic>
        <p:nvPicPr>
          <p:cNvPr id="42" name="rgrid" descr="Security radar">    </p:cNvPr>
          <p:cNvPicPr>
            <a:picLocks noChangeAspect="1"/>
          </p:cNvPicPr>
          <p:nvPr/>
        </p:nvPicPr>
        <p:blipFill>
          <a:blip r:embed="rId10"/>
          <a:stretch>
            <a:fillRect/>
          </a:stretch>
        </p:blipFill>
        <p:spPr>
          <a:xfrm>
            <a:off x="8413750" y="4064000"/>
            <a:ext cx="2286000" cy="1778000"/>
          </a:xfrm>
          <a:prstGeom prst="rect">
            <a:avLst/>
          </a:prstGeom>
        </p:spPr>
      </p:pic>
      <p:pic>
        <p:nvPicPr>
          <p:cNvPr id="43" name="rshape" descr="/tmp/claude-0/-home-user-bangladesh-crime-monitor/cb82e52d-05bf-5acf-9e17-5b7416beecee/scratchpad/animppt/holo/radar_shape_door-bk.png">    </p:cNvPr>
          <p:cNvPicPr>
            <a:picLocks noChangeAspect="1"/>
          </p:cNvPicPr>
          <p:nvPr/>
        </p:nvPicPr>
        <p:blipFill>
          <a:blip r:embed="rId11"/>
          <a:stretch>
            <a:fillRect/>
          </a:stretch>
        </p:blipFill>
        <p:spPr>
          <a:xfrm>
            <a:off x="8413750" y="4064000"/>
            <a:ext cx="2286000" cy="1778000"/>
          </a:xfrm>
          <a:prstGeom prst="rect">
            <a:avLst/>
          </a:prstGeom>
        </p:spPr>
      </p:pic>
      <p:sp>
        <p:nvSpPr>
          <p:cNvPr id="44" name="fix"/>
          <p:cNvSpPr/>
          <p:nvPr/>
        </p:nvSpPr>
        <p:spPr>
          <a:xfrm>
            <a:off x="7734300" y="5816600"/>
            <a:ext cx="3644900" cy="520700"/>
          </a:xfrm>
          <a:prstGeom prst="roundRect">
            <a:avLst>
              <a:gd name="adj" fmla="val 21073"/>
            </a:avLst>
          </a:prstGeom>
          <a:solidFill>
            <a:srgbClr val="3FF0FF"/>
          </a:solidFill>
          <a:ln/>
          <a:effectLst>
            <a:outerShdw sx="100000" sy="100000" kx="0" ky="0" algn="bl" rotWithShape="0" blurRad="114300" dist="50800" dir="5400000">
              <a:srgbClr val="3FF0FF">
                <a:alpha val="45000"/>
              </a:srgbClr>
            </a:outerShdw>
          </a:effectLst>
        </p:spPr>
        <p:txBody>
          <a:bodyPr wrap="square" lIns="63500" tIns="63500" rIns="63500" bIns="63500" rtlCol="0" anchor="ctr"/>
          <a:lstStyle/>
          <a:p>
            <a:pPr algn="l" indent="0" marL="0">
              <a:buNone/>
            </a:pPr>
            <a:r>
              <a:rPr lang="en-US" sz="1100" b="1" dirty="0">
                <a:solidFill>
                  <a:srgbClr val="06101E"/>
                </a:solidFill>
                <a:latin typeface="Segoe UI" pitchFamily="34" charset="0"/>
                <a:ea typeface="Segoe UI" pitchFamily="34" charset="-122"/>
                <a:cs typeface="Segoe UI" pitchFamily="34" charset="-120"/>
              </a:rPr>
              <a:t>Guardian to add: </a:t>
            </a:r>
            <a:pPr algn="l" indent="0" marL="0">
              <a:buNone/>
            </a:pPr>
            <a:r>
              <a:rPr lang="en-US" sz="1100" dirty="0">
                <a:solidFill>
                  <a:srgbClr val="06101E"/>
                </a:solidFill>
                <a:latin typeface="Segoe UI" pitchFamily="34" charset="0"/>
                <a:ea typeface="Segoe UI" pitchFamily="34" charset="-122"/>
                <a:cs typeface="Segoe UI" pitchFamily="34" charset="-120"/>
              </a:rPr>
              <a:t>a separate warning for PIN-reset codes, and a short hold on transfers after a reset code is sent</a:t>
            </a:r>
            <a:endParaRPr lang="en-US" sz="1100" dirty="0"/>
          </a:p>
        </p:txBody>
      </p:sp>
      <p:pic>
        <p:nvPicPr>
          <p:cNvPr id="45" name="hud" descr="/tmp/claude-0/-home-user-bangladesh-crime-monitor/cb82e52d-05bf-5acf-9e17-5b7416beecee/scratchpad/animppt/holo/hacker/hud.png">    </p:cNvPr>
          <p:cNvPicPr>
            <a:picLocks noChangeAspect="1"/>
          </p:cNvPicPr>
          <p:nvPr/>
        </p:nvPicPr>
        <p:blipFill>
          <a:blip r:embed="rId12"/>
          <a:stretch>
            <a:fillRect/>
          </a:stretch>
        </p:blipFill>
        <p:spPr>
          <a:xfrm>
            <a:off x="0" y="0"/>
            <a:ext cx="12191695" cy="6858000"/>
          </a:xfrm>
          <a:prstGeom prst="rect">
            <a:avLst/>
          </a:prstGeom>
        </p:spPr>
      </p:pic>
      <p:pic>
        <p:nvPicPr>
          <p:cNvPr id="46" name="hudring" descr="/tmp/claude-0/-home-user-bangladesh-crime-monitor/cb82e52d-05bf-5acf-9e17-5b7416beecee/scratchpad/animppt/holo/hacker/ring.png">    </p:cNvPr>
          <p:cNvPicPr>
            <a:picLocks noChangeAspect="1"/>
          </p:cNvPicPr>
          <p:nvPr/>
        </p:nvPicPr>
        <p:blipFill>
          <a:blip r:embed="rId13"/>
          <a:stretch>
            <a:fillRect/>
          </a:stretch>
        </p:blipFill>
        <p:spPr>
          <a:xfrm>
            <a:off x="11125200" y="152400"/>
            <a:ext cx="952500" cy="952500"/>
          </a:xfrm>
          <a:prstGeom prst="rect">
            <a:avLst/>
          </a:prstGeom>
        </p:spPr>
      </p:pic>
      <p:pic>
        <p:nvPicPr>
          <p:cNvPr id="47" name="scanbar" descr="/tmp/claude-0/-home-user-bangladesh-crime-monitor/cb82e52d-05bf-5acf-9e17-5b7416beecee/scratchpad/animppt/holo/hacker/scan.png">    </p:cNvPr>
          <p:cNvPicPr>
            <a:picLocks noChangeAspect="1"/>
          </p:cNvPicPr>
          <p:nvPr/>
        </p:nvPicPr>
        <p:blipFill>
          <a:blip r:embed="rId14"/>
          <a:stretch>
            <a:fillRect/>
          </a:stretch>
        </p:blipFill>
        <p:spPr>
          <a:xfrm>
            <a:off x="0" y="0"/>
            <a:ext cx="12191695" cy="381000"/>
          </a:xfrm>
          <a:prstGeom prst="rect">
            <a:avLst/>
          </a:prstGeom>
        </p:spPr>
      </p:pic>
    </p:spTree>
  </p:cSld>
  <p:clrMapOvr>
    <a:masterClrMapping/>
  </p:clrMapOvr>
  <p:transition spd="med">
    <p:push dir="u"/>
  </p:transition>
  <p:timing>
    <p:tnLst>
      <p:par>
        <p:cTn id="1" dur="indefinite" restart="never" nodeType="tmRoot">
          <p:childTnLst>
            <p:seq concurrent="1" nextAc="seek">
              <p:cTn id="2" dur="indefinite" nodeType="mainSeq">
                <p:childTnLst>
                  <p:par>
                    <p:cTn id="215" fill="hold">
                      <p:stCondLst>
                        <p:cond delay="indefinite"/>
                        <p:cond evt="onBegin" delay="0">
                          <p:tn val="2"/>
                        </p:cond>
                      </p:stCondLst>
                      <p:childTnLst>
                        <p:par>
                          <p:cTn id="216" fill="hold">
                            <p:stCondLst>
                              <p:cond delay="0"/>
                            </p:stCondLst>
                            <p:childTnLst>
                              <p:par>
                                <p:cTn id="6" presetID="22" presetClass="entr" presetSubtype="1"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wipe(down)">
                                      <p:cBhvr>
                                        <p:cTn id="4" dur="400"/>
                                        <p:tgtEl>
                                          <p:spTgt spid="3"/>
                                        </p:tgtEl>
                                      </p:cBhvr>
                                    </p:animEffect>
                                    <p:animEffect transition="in" filter="fade">
                                      <p:cBhvr>
                                        <p:cTn id="5" dur="400"/>
                                        <p:tgtEl>
                                          <p:spTgt spid="3"/>
                                        </p:tgtEl>
                                      </p:cBhvr>
                                    </p:animEffect>
                                  </p:childTnLst>
                                </p:cTn>
                              </p:par>
                              <p:par>
                                <p:cTn id="9" presetID="10" presetClass="entr" presetSubtype="0" fill="hold" grpId="0" nodeType="withEffect">
                                  <p:stCondLst>
                                    <p:cond delay="0"/>
                                  </p:stCondLst>
                                  <p:childTnLst>
                                    <p:set>
                                      <p:cBhvr>
                                        <p:cTn id="7" dur="1" fill="hold">
                                          <p:stCondLst>
                                            <p:cond delay="0"/>
                                          </p:stCondLst>
                                        </p:cTn>
                                        <p:tgtEl>
                                          <p:spTgt spid="45"/>
                                        </p:tgtEl>
                                        <p:attrNameLst>
                                          <p:attrName>style.visibility</p:attrName>
                                        </p:attrNameLst>
                                      </p:cBhvr>
                                      <p:to>
                                        <p:strVal val="visible"/>
                                      </p:to>
                                    </p:set>
                                    <p:animEffect transition="in" filter="fade">
                                      <p:cBhvr>
                                        <p:cTn id="8" dur="500"/>
                                        <p:tgtEl>
                                          <p:spTgt spid="45"/>
                                        </p:tgtEl>
                                      </p:cBhvr>
                                    </p:animEffect>
                                  </p:childTnLst>
                                </p:cTn>
                              </p:par>
                              <p:par>
                                <p:cTn id="12" presetID="10" presetClass="entr" presetSubtype="0" fill="hold" grpId="0" nodeType="with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fade">
                                      <p:cBhvr>
                                        <p:cTn id="11" dur="500"/>
                                        <p:tgtEl>
                                          <p:spTgt spid="46"/>
                                        </p:tgtEl>
                                      </p:cBhvr>
                                    </p:animEffect>
                                  </p:childTnLst>
                                </p:cTn>
                              </p:par>
                              <p:par>
                                <p:cTn id="16" presetID="22" presetClass="entr" presetSubtype="1" fill="hold" grpId="0" nodeType="withEffect">
                                  <p:stCondLst>
                                    <p:cond delay="10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600"/>
                                        <p:tgtEl>
                                          <p:spTgt spid="4"/>
                                        </p:tgtEl>
                                      </p:cBhvr>
                                    </p:animEffect>
                                    <p:animEffect transition="in" filter="fade">
                                      <p:cBhvr>
                                        <p:cTn id="15" dur="600"/>
                                        <p:tgtEl>
                                          <p:spTgt spid="4"/>
                                        </p:tgtEl>
                                      </p:cBhvr>
                                    </p:animEffect>
                                  </p:childTnLst>
                                </p:cTn>
                              </p:par>
                              <p:par>
                                <p:cTn id="18" presetID="0" presetClass="path" presetSubtype="0" fill="hold" grpId="0" nodeType="withEffect" repeatCount="indefinite">
                                  <p:stCondLst>
                                    <p:cond delay="300"/>
                                  </p:stCondLst>
                                  <p:childTnLst>
                                    <p:animMotion origin="layout" path="M 0 0 L 0 1 E" pathEditMode="relative" ptsTypes="AA">
                                      <p:cBhvr>
                                        <p:cTn id="17" dur="5200" fill="hold"/>
                                        <p:tgtEl>
                                          <p:spTgt spid="47"/>
                                        </p:tgtEl>
                                        <p:attrNameLst>
                                          <p:attrName>ppt_x</p:attrName>
                                          <p:attrName>ppt_y</p:attrName>
                                        </p:attrNameLst>
                                      </p:cBhvr>
                                    </p:animMotion>
                                  </p:childTnLst>
                                </p:cTn>
                              </p:par>
                              <p:par>
                                <p:cTn id="22" presetID="22" presetClass="entr" presetSubtype="1" fill="hold" grpId="0" nodeType="withEffect">
                                  <p:stCondLst>
                                    <p:cond delay="500"/>
                                  </p:stCondLst>
                                  <p:childTnLst>
                                    <p:set>
                                      <p:cBhvr>
                                        <p:cTn id="19" dur="1" fill="hold">
                                          <p:stCondLst>
                                            <p:cond delay="0"/>
                                          </p:stCondLst>
                                        </p:cTn>
                                        <p:tgtEl>
                                          <p:spTgt spid="5"/>
                                        </p:tgtEl>
                                        <p:attrNameLst>
                                          <p:attrName>style.visibility</p:attrName>
                                        </p:attrNameLst>
                                      </p:cBhvr>
                                      <p:to>
                                        <p:strVal val="visible"/>
                                      </p:to>
                                    </p:set>
                                    <p:animEffect transition="in" filter="wipe(down)">
                                      <p:cBhvr>
                                        <p:cTn id="20" dur="500"/>
                                        <p:tgtEl>
                                          <p:spTgt spid="5"/>
                                        </p:tgtEl>
                                      </p:cBhvr>
                                    </p:animEffect>
                                    <p:animEffect transition="in" filter="fade">
                                      <p:cBhvr>
                                        <p:cTn id="21" dur="500"/>
                                        <p:tgtEl>
                                          <p:spTgt spid="5"/>
                                        </p:tgtEl>
                                      </p:cBhvr>
                                    </p:animEffect>
                                  </p:childTnLst>
                                </p:cTn>
                              </p:par>
                              <p:par>
                                <p:cTn id="24" presetID="8" presetClass="emph" presetSubtype="0" fill="hold" grpId="1" nodeType="withEffect" repeatCount="indefinite">
                                  <p:stCondLst>
                                    <p:cond delay="500"/>
                                  </p:stCondLst>
                                  <p:childTnLst>
                                    <p:animRot by="21600000">
                                      <p:cBhvr>
                                        <p:cTn id="23" dur="16000" fill="hold"/>
                                        <p:tgtEl>
                                          <p:spTgt spid="46"/>
                                        </p:tgtEl>
                                        <p:attrNameLst>
                                          <p:attrName>r</p:attrName>
                                        </p:attrNameLst>
                                      </p:cBhvr>
                                    </p:animRot>
                                  </p:childTnLst>
                                </p:cTn>
                              </p:par>
                              <p:par>
                                <p:cTn id="28" presetID="22" presetClass="entr" presetSubtype="1" fill="hold" grpId="0" nodeType="withEffect">
                                  <p:stCondLst>
                                    <p:cond delay="600"/>
                                  </p:stCondLst>
                                  <p:childTnLst>
                                    <p:set>
                                      <p:cBhvr>
                                        <p:cTn id="25" dur="1" fill="hold">
                                          <p:stCondLst>
                                            <p:cond delay="0"/>
                                          </p:stCondLst>
                                        </p:cTn>
                                        <p:tgtEl>
                                          <p:spTgt spid="36"/>
                                        </p:tgtEl>
                                        <p:attrNameLst>
                                          <p:attrName>style.visibility</p:attrName>
                                        </p:attrNameLst>
                                      </p:cBhvr>
                                      <p:to>
                                        <p:strVal val="visible"/>
                                      </p:to>
                                    </p:set>
                                    <p:animEffect transition="in" filter="wipe(down)">
                                      <p:cBhvr>
                                        <p:cTn id="26" dur="450"/>
                                        <p:tgtEl>
                                          <p:spTgt spid="36"/>
                                        </p:tgtEl>
                                      </p:cBhvr>
                                    </p:animEffect>
                                    <p:animEffect transition="in" filter="fade">
                                      <p:cBhvr>
                                        <p:cTn id="27" dur="450"/>
                                        <p:tgtEl>
                                          <p:spTgt spid="36"/>
                                        </p:tgtEl>
                                      </p:cBhvr>
                                    </p:animEffect>
                                  </p:childTnLst>
                                </p:cTn>
                              </p:par>
                              <p:par>
                                <p:cTn id="32" presetID="22" presetClass="entr" presetSubtype="1" fill="hold" grpId="0" nodeType="withEffect">
                                  <p:stCondLst>
                                    <p:cond delay="700"/>
                                  </p:stCondLst>
                                  <p:childTnLst>
                                    <p:set>
                                      <p:cBhvr>
                                        <p:cTn id="29" dur="1" fill="hold">
                                          <p:stCondLst>
                                            <p:cond delay="0"/>
                                          </p:stCondLst>
                                        </p:cTn>
                                        <p:tgtEl>
                                          <p:spTgt spid="37"/>
                                        </p:tgtEl>
                                        <p:attrNameLst>
                                          <p:attrName>style.visibility</p:attrName>
                                        </p:attrNameLst>
                                      </p:cBhvr>
                                      <p:to>
                                        <p:strVal val="visible"/>
                                      </p:to>
                                    </p:set>
                                    <p:animEffect transition="in" filter="wipe(down)">
                                      <p:cBhvr>
                                        <p:cTn id="30" dur="600"/>
                                        <p:tgtEl>
                                          <p:spTgt spid="37"/>
                                        </p:tgtEl>
                                      </p:cBhvr>
                                    </p:animEffect>
                                    <p:animEffect transition="in" filter="fade">
                                      <p:cBhvr>
                                        <p:cTn id="31" dur="600"/>
                                        <p:tgtEl>
                                          <p:spTgt spid="37"/>
                                        </p:tgtEl>
                                      </p:cBhvr>
                                    </p:animEffect>
                                  </p:childTnLst>
                                </p:cTn>
                              </p:par>
                              <p:par>
                                <p:cTn id="34" presetID="0" presetClass="path" presetSubtype="0" fill="hold" grpId="1" nodeType="withEffect" autoRev="1" repeatCount="3000">
                                  <p:stCondLst>
                                    <p:cond delay="750"/>
                                  </p:stCondLst>
                                  <p:childTnLst>
                                    <p:animMotion origin="layout" path="M 0 0 L 0.008 0 E" pathEditMode="relative" ptsTypes="AA">
                                      <p:cBhvr>
                                        <p:cTn id="33" dur="45" fill="hold"/>
                                        <p:tgtEl>
                                          <p:spTgt spid="4"/>
                                        </p:tgtEl>
                                        <p:attrNameLst>
                                          <p:attrName>ppt_x</p:attrName>
                                          <p:attrName>ppt_y</p:attrName>
                                        </p:attrNameLst>
                                      </p:cBhvr>
                                    </p:animMotion>
                                  </p:childTnLst>
                                </p:cTn>
                              </p:par>
                              <p:par>
                                <p:cTn id="38" presetID="22" presetClass="entr" presetSubtype="1" fill="hold" grpId="0" nodeType="withEffect">
                                  <p:stCondLst>
                                    <p:cond delay="1000"/>
                                  </p:stCondLst>
                                  <p:childTnLst>
                                    <p:set>
                                      <p:cBhvr>
                                        <p:cTn id="35" dur="1" fill="hold">
                                          <p:stCondLst>
                                            <p:cond delay="0"/>
                                          </p:stCondLst>
                                        </p:cTn>
                                        <p:tgtEl>
                                          <p:spTgt spid="6"/>
                                        </p:tgtEl>
                                        <p:attrNameLst>
                                          <p:attrName>style.visibility</p:attrName>
                                        </p:attrNameLst>
                                      </p:cBhvr>
                                      <p:to>
                                        <p:strVal val="visible"/>
                                      </p:to>
                                    </p:set>
                                    <p:animEffect transition="in" filter="wipe(down)">
                                      <p:cBhvr>
                                        <p:cTn id="36" dur="450"/>
                                        <p:tgtEl>
                                          <p:spTgt spid="6"/>
                                        </p:tgtEl>
                                      </p:cBhvr>
                                    </p:animEffect>
                                    <p:animEffect transition="in" filter="fade">
                                      <p:cBhvr>
                                        <p:cTn id="37" dur="450"/>
                                        <p:tgtEl>
                                          <p:spTgt spid="6"/>
                                        </p:tgtEl>
                                      </p:cBhvr>
                                    </p:animEffect>
                                  </p:childTnLst>
                                </p:cTn>
                              </p:par>
                              <p:par>
                                <p:cTn id="43" presetID="53" presetClass="entr" presetSubtype="16" fill="hold" grpId="0" nodeType="withEffect">
                                  <p:stCondLst>
                                    <p:cond delay="1000"/>
                                  </p:stCondLst>
                                  <p:childTnLst>
                                    <p:set>
                                      <p:cBhvr>
                                        <p:cTn id="39" dur="1" fill="hold">
                                          <p:stCondLst>
                                            <p:cond delay="0"/>
                                          </p:stCondLst>
                                        </p:cTn>
                                        <p:tgtEl>
                                          <p:spTgt spid="38"/>
                                        </p:tgtEl>
                                        <p:attrNameLst>
                                          <p:attrName>style.visibility</p:attrName>
                                        </p:attrNameLst>
                                      </p:cBhvr>
                                      <p:to>
                                        <p:strVal val="visible"/>
                                      </p:to>
                                    </p:set>
                                    <p:anim calcmode="lin" valueType="num">
                                      <p:cBhvr additive="base">
                                        <p:cTn id="40" dur="400" fill="hold"/>
                                        <p:tgtEl>
                                          <p:spTgt spid="38"/>
                                        </p:tgtEl>
                                        <p:attrNameLst>
                                          <p:attrName>ppt_w</p:attrName>
                                        </p:attrNameLst>
                                      </p:cBhvr>
                                      <p:tavLst>
                                        <p:tav tm="0">
                                          <p:val>
                                            <p:strVal val="0"/>
                                          </p:val>
                                        </p:tav>
                                        <p:tav tm="100000">
                                          <p:val>
                                            <p:strVal val="#ppt_w"/>
                                          </p:val>
                                        </p:tav>
                                      </p:tavLst>
                                    </p:anim>
                                    <p:anim calcmode="lin" valueType="num">
                                      <p:cBhvr additive="base">
                                        <p:cTn id="41" dur="400" fill="hold"/>
                                        <p:tgtEl>
                                          <p:spTgt spid="38"/>
                                        </p:tgtEl>
                                        <p:attrNameLst>
                                          <p:attrName>ppt_h</p:attrName>
                                        </p:attrNameLst>
                                      </p:cBhvr>
                                      <p:tavLst>
                                        <p:tav tm="0">
                                          <p:val>
                                            <p:strVal val="0"/>
                                          </p:val>
                                        </p:tav>
                                        <p:tav tm="100000">
                                          <p:val>
                                            <p:strVal val="#ppt_h"/>
                                          </p:val>
                                        </p:tav>
                                      </p:tavLst>
                                    </p:anim>
                                    <p:animEffect transition="in" filter="fade">
                                      <p:cBhvr>
                                        <p:cTn id="42" dur="400"/>
                                        <p:tgtEl>
                                          <p:spTgt spid="38"/>
                                        </p:tgtEl>
                                      </p:cBhvr>
                                    </p:animEffect>
                                  </p:childTnLst>
                                </p:cTn>
                              </p:par>
                              <p:par>
                                <p:cTn id="45" presetID="0" presetClass="path" presetSubtype="0" fill="hold" grpId="1" nodeType="withEffect" autoRev="1" repeatCount="3000">
                                  <p:stCondLst>
                                    <p:cond delay="1050"/>
                                  </p:stCondLst>
                                  <p:childTnLst>
                                    <p:animMotion origin="layout" path="M 0 0 L 0.008 0 E" pathEditMode="relative" ptsTypes="AA">
                                      <p:cBhvr>
                                        <p:cTn id="44" dur="40" fill="hold"/>
                                        <p:tgtEl>
                                          <p:spTgt spid="5"/>
                                        </p:tgtEl>
                                        <p:attrNameLst>
                                          <p:attrName>ppt_x</p:attrName>
                                          <p:attrName>ppt_y</p:attrName>
                                        </p:attrNameLst>
                                      </p:cBhvr>
                                    </p:animMotion>
                                  </p:childTnLst>
                                </p:cTn>
                              </p:par>
                              <p:par>
                                <p:cTn id="49" presetID="22" presetClass="entr" presetSubtype="1" fill="hold" grpId="0" nodeType="withEffect">
                                  <p:stCondLst>
                                    <p:cond delay="1200"/>
                                  </p:stCondLst>
                                  <p:childTnLst>
                                    <p:set>
                                      <p:cBhvr>
                                        <p:cTn id="46" dur="1" fill="hold">
                                          <p:stCondLst>
                                            <p:cond delay="0"/>
                                          </p:stCondLst>
                                        </p:cTn>
                                        <p:tgtEl>
                                          <p:spTgt spid="41"/>
                                        </p:tgtEl>
                                        <p:attrNameLst>
                                          <p:attrName>style.visibility</p:attrName>
                                        </p:attrNameLst>
                                      </p:cBhvr>
                                      <p:to>
                                        <p:strVal val="visible"/>
                                      </p:to>
                                    </p:set>
                                    <p:animEffect transition="in" filter="wipe(down)">
                                      <p:cBhvr>
                                        <p:cTn id="47" dur="450"/>
                                        <p:tgtEl>
                                          <p:spTgt spid="41"/>
                                        </p:tgtEl>
                                      </p:cBhvr>
                                    </p:animEffect>
                                    <p:animEffect transition="in" filter="fade">
                                      <p:cBhvr>
                                        <p:cTn id="48" dur="450"/>
                                        <p:tgtEl>
                                          <p:spTgt spid="41"/>
                                        </p:tgtEl>
                                      </p:cBhvr>
                                    </p:animEffect>
                                  </p:childTnLst>
                                </p:cTn>
                              </p:par>
                              <p:par>
                                <p:cTn id="53" presetID="22" presetClass="entr" presetSubtype="1" fill="hold" grpId="0" nodeType="withEffect">
                                  <p:stCondLst>
                                    <p:cond delay="1300"/>
                                  </p:stCondLst>
                                  <p:childTnLst>
                                    <p:set>
                                      <p:cBhvr>
                                        <p:cTn id="50" dur="1" fill="hold">
                                          <p:stCondLst>
                                            <p:cond delay="0"/>
                                          </p:stCondLst>
                                        </p:cTn>
                                        <p:tgtEl>
                                          <p:spTgt spid="7"/>
                                        </p:tgtEl>
                                        <p:attrNameLst>
                                          <p:attrName>style.visibility</p:attrName>
                                        </p:attrNameLst>
                                      </p:cBhvr>
                                      <p:to>
                                        <p:strVal val="visible"/>
                                      </p:to>
                                    </p:set>
                                    <p:animEffect transition="in" filter="wipe(down)">
                                      <p:cBhvr>
                                        <p:cTn id="51" dur="450"/>
                                        <p:tgtEl>
                                          <p:spTgt spid="7"/>
                                        </p:tgtEl>
                                      </p:cBhvr>
                                    </p:animEffect>
                                    <p:animEffect transition="in" filter="fade">
                                      <p:cBhvr>
                                        <p:cTn id="52" dur="450"/>
                                        <p:tgtEl>
                                          <p:spTgt spid="7"/>
                                        </p:tgtEl>
                                      </p:cBhvr>
                                    </p:animEffect>
                                  </p:childTnLst>
                                </p:cTn>
                              </p:par>
                              <p:par>
                                <p:cTn id="57" presetID="22" presetClass="entr" presetSubtype="1" fill="hold" grpId="0" nodeType="withEffect">
                                  <p:stCondLst>
                                    <p:cond delay="1300"/>
                                  </p:stCondLst>
                                  <p:childTnLst>
                                    <p:set>
                                      <p:cBhvr>
                                        <p:cTn id="54" dur="1" fill="hold">
                                          <p:stCondLst>
                                            <p:cond delay="0"/>
                                          </p:stCondLst>
                                        </p:cTn>
                                        <p:tgtEl>
                                          <p:spTgt spid="42"/>
                                        </p:tgtEl>
                                        <p:attrNameLst>
                                          <p:attrName>style.visibility</p:attrName>
                                        </p:attrNameLst>
                                      </p:cBhvr>
                                      <p:to>
                                        <p:strVal val="visible"/>
                                      </p:to>
                                    </p:set>
                                    <p:animEffect transition="in" filter="wipe(down)">
                                      <p:cBhvr>
                                        <p:cTn id="55" dur="600"/>
                                        <p:tgtEl>
                                          <p:spTgt spid="42"/>
                                        </p:tgtEl>
                                      </p:cBhvr>
                                    </p:animEffect>
                                    <p:animEffect transition="in" filter="fade">
                                      <p:cBhvr>
                                        <p:cTn id="56" dur="600"/>
                                        <p:tgtEl>
                                          <p:spTgt spid="42"/>
                                        </p:tgtEl>
                                      </p:cBhvr>
                                    </p:animEffect>
                                  </p:childTnLst>
                                </p:cTn>
                              </p:par>
                              <p:par>
                                <p:cTn id="62" presetID="53" presetClass="entr" presetSubtype="16" fill="hold" grpId="0" nodeType="withEffect">
                                  <p:stCondLst>
                                    <p:cond delay="1400"/>
                                  </p:stCondLst>
                                  <p:childTnLst>
                                    <p:set>
                                      <p:cBhvr>
                                        <p:cTn id="58" dur="1" fill="hold">
                                          <p:stCondLst>
                                            <p:cond delay="0"/>
                                          </p:stCondLst>
                                        </p:cTn>
                                        <p:tgtEl>
                                          <p:spTgt spid="10"/>
                                        </p:tgtEl>
                                        <p:attrNameLst>
                                          <p:attrName>style.visibility</p:attrName>
                                        </p:attrNameLst>
                                      </p:cBhvr>
                                      <p:to>
                                        <p:strVal val="visible"/>
                                      </p:to>
                                    </p:set>
                                    <p:anim calcmode="lin" valueType="num">
                                      <p:cBhvr additive="base">
                                        <p:cTn id="59" dur="350" fill="hold"/>
                                        <p:tgtEl>
                                          <p:spTgt spid="10"/>
                                        </p:tgtEl>
                                        <p:attrNameLst>
                                          <p:attrName>ppt_w</p:attrName>
                                        </p:attrNameLst>
                                      </p:cBhvr>
                                      <p:tavLst>
                                        <p:tav tm="0">
                                          <p:val>
                                            <p:strVal val="0"/>
                                          </p:val>
                                        </p:tav>
                                        <p:tav tm="100000">
                                          <p:val>
                                            <p:strVal val="#ppt_w"/>
                                          </p:val>
                                        </p:tav>
                                      </p:tavLst>
                                    </p:anim>
                                    <p:anim calcmode="lin" valueType="num">
                                      <p:cBhvr additive="base">
                                        <p:cTn id="60" dur="350" fill="hold"/>
                                        <p:tgtEl>
                                          <p:spTgt spid="10"/>
                                        </p:tgtEl>
                                        <p:attrNameLst>
                                          <p:attrName>ppt_h</p:attrName>
                                        </p:attrNameLst>
                                      </p:cBhvr>
                                      <p:tavLst>
                                        <p:tav tm="0">
                                          <p:val>
                                            <p:strVal val="0"/>
                                          </p:val>
                                        </p:tav>
                                        <p:tav tm="100000">
                                          <p:val>
                                            <p:strVal val="#ppt_h"/>
                                          </p:val>
                                        </p:tav>
                                      </p:tavLst>
                                    </p:anim>
                                    <p:animEffect transition="in" filter="fade">
                                      <p:cBhvr>
                                        <p:cTn id="61" dur="350"/>
                                        <p:tgtEl>
                                          <p:spTgt spid="10"/>
                                        </p:tgtEl>
                                      </p:cBhvr>
                                    </p:animEffect>
                                  </p:childTnLst>
                                </p:cTn>
                              </p:par>
                              <p:par>
                                <p:cTn id="66" presetID="22" presetClass="entr" presetSubtype="1" fill="hold" grpId="0" nodeType="withEffect">
                                  <p:stCondLst>
                                    <p:cond delay="1450"/>
                                  </p:stCondLst>
                                  <p:childTnLst>
                                    <p:set>
                                      <p:cBhvr>
                                        <p:cTn id="63" dur="1" fill="hold">
                                          <p:stCondLst>
                                            <p:cond delay="0"/>
                                          </p:stCondLst>
                                        </p:cTn>
                                        <p:tgtEl>
                                          <p:spTgt spid="8"/>
                                        </p:tgtEl>
                                        <p:attrNameLst>
                                          <p:attrName>style.visibility</p:attrName>
                                        </p:attrNameLst>
                                      </p:cBhvr>
                                      <p:to>
                                        <p:strVal val="visible"/>
                                      </p:to>
                                    </p:set>
                                    <p:animEffect transition="in" filter="wipe(down)">
                                      <p:cBhvr>
                                        <p:cTn id="64" dur="600"/>
                                        <p:tgtEl>
                                          <p:spTgt spid="8"/>
                                        </p:tgtEl>
                                      </p:cBhvr>
                                    </p:animEffect>
                                    <p:animEffect transition="in" filter="fade">
                                      <p:cBhvr>
                                        <p:cTn id="65" dur="600"/>
                                        <p:tgtEl>
                                          <p:spTgt spid="8"/>
                                        </p:tgtEl>
                                      </p:cBhvr>
                                    </p:animEffect>
                                  </p:childTnLst>
                                </p:cTn>
                              </p:par>
                              <p:par>
                                <p:cTn id="70" presetID="22" presetClass="entr" presetSubtype="1" fill="hold" grpId="0" nodeType="withEffect">
                                  <p:stCondLst>
                                    <p:cond delay="1500"/>
                                  </p:stCondLst>
                                  <p:childTnLst>
                                    <p:set>
                                      <p:cBhvr>
                                        <p:cTn id="67" dur="1" fill="hold">
                                          <p:stCondLst>
                                            <p:cond delay="0"/>
                                          </p:stCondLst>
                                        </p:cTn>
                                        <p:tgtEl>
                                          <p:spTgt spid="9"/>
                                        </p:tgtEl>
                                        <p:attrNameLst>
                                          <p:attrName>style.visibility</p:attrName>
                                        </p:attrNameLst>
                                      </p:cBhvr>
                                      <p:to>
                                        <p:strVal val="visible"/>
                                      </p:to>
                                    </p:set>
                                    <p:animEffect transition="in" filter="wipe(down)">
                                      <p:cBhvr>
                                        <p:cTn id="68" dur="450"/>
                                        <p:tgtEl>
                                          <p:spTgt spid="9"/>
                                        </p:tgtEl>
                                      </p:cBhvr>
                                    </p:animEffect>
                                    <p:animEffect transition="in" filter="fade">
                                      <p:cBhvr>
                                        <p:cTn id="69" dur="450"/>
                                        <p:tgtEl>
                                          <p:spTgt spid="9"/>
                                        </p:tgtEl>
                                      </p:cBhvr>
                                    </p:animEffect>
                                  </p:childTnLst>
                                </p:cTn>
                              </p:par>
                              <p:par>
                                <p:cTn id="75" presetID="53" presetClass="entr" presetSubtype="16" fill="hold" grpId="0" nodeType="withEffect">
                                  <p:stCondLst>
                                    <p:cond delay="1800"/>
                                  </p:stCondLst>
                                  <p:childTnLst>
                                    <p:set>
                                      <p:cBhvr>
                                        <p:cTn id="71" dur="1" fill="hold">
                                          <p:stCondLst>
                                            <p:cond delay="0"/>
                                          </p:stCondLst>
                                        </p:cTn>
                                        <p:tgtEl>
                                          <p:spTgt spid="43"/>
                                        </p:tgtEl>
                                        <p:attrNameLst>
                                          <p:attrName>style.visibility</p:attrName>
                                        </p:attrNameLst>
                                      </p:cBhvr>
                                      <p:to>
                                        <p:strVal val="visible"/>
                                      </p:to>
                                    </p:set>
                                    <p:anim calcmode="lin" valueType="num">
                                      <p:cBhvr additive="base">
                                        <p:cTn id="72" dur="900" fill="hold"/>
                                        <p:tgtEl>
                                          <p:spTgt spid="43"/>
                                        </p:tgtEl>
                                        <p:attrNameLst>
                                          <p:attrName>ppt_w</p:attrName>
                                        </p:attrNameLst>
                                      </p:cBhvr>
                                      <p:tavLst>
                                        <p:tav tm="0">
                                          <p:val>
                                            <p:strVal val="0"/>
                                          </p:val>
                                        </p:tav>
                                        <p:tav tm="100000">
                                          <p:val>
                                            <p:strVal val="#ppt_w"/>
                                          </p:val>
                                        </p:tav>
                                      </p:tavLst>
                                    </p:anim>
                                    <p:anim calcmode="lin" valueType="num">
                                      <p:cBhvr additive="base">
                                        <p:cTn id="73" dur="900" fill="hold"/>
                                        <p:tgtEl>
                                          <p:spTgt spid="43"/>
                                        </p:tgtEl>
                                        <p:attrNameLst>
                                          <p:attrName>ppt_h</p:attrName>
                                        </p:attrNameLst>
                                      </p:cBhvr>
                                      <p:tavLst>
                                        <p:tav tm="0">
                                          <p:val>
                                            <p:strVal val="0"/>
                                          </p:val>
                                        </p:tav>
                                        <p:tav tm="100000">
                                          <p:val>
                                            <p:strVal val="#ppt_h"/>
                                          </p:val>
                                        </p:tav>
                                      </p:tavLst>
                                    </p:anim>
                                    <p:animEffect transition="in" filter="fade">
                                      <p:cBhvr>
                                        <p:cTn id="74" dur="900"/>
                                        <p:tgtEl>
                                          <p:spTgt spid="43"/>
                                        </p:tgtEl>
                                      </p:cBhvr>
                                    </p:animEffect>
                                  </p:childTnLst>
                                </p:cTn>
                              </p:par>
                              <p:par>
                                <p:cTn id="77" presetID="0" presetClass="path" presetSubtype="0" fill="hold" grpId="1" nodeType="withEffect" autoRev="1" repeatCount="4000">
                                  <p:stCondLst>
                                    <p:cond delay="2080"/>
                                  </p:stCondLst>
                                  <p:childTnLst>
                                    <p:animMotion origin="layout" path="M 0 0 L 0.008 0 E" pathEditMode="relative" ptsTypes="AA">
                                      <p:cBhvr>
                                        <p:cTn id="76" dur="40" fill="hold"/>
                                        <p:tgtEl>
                                          <p:spTgt spid="8"/>
                                        </p:tgtEl>
                                        <p:attrNameLst>
                                          <p:attrName>ppt_x</p:attrName>
                                          <p:attrName>ppt_y</p:attrName>
                                        </p:attrNameLst>
                                      </p:cBhvr>
                                    </p:animMotion>
                                  </p:childTnLst>
                                </p:cTn>
                              </p:par>
                              <p:par>
                                <p:cTn id="80" presetID="22" presetClass="entr" presetSubtype="8" fill="hold" grpId="0" nodeType="withEffect">
                                  <p:stCondLst>
                                    <p:cond delay="2500"/>
                                  </p:stCondLst>
                                  <p:childTnLst>
                                    <p:set>
                                      <p:cBhvr>
                                        <p:cTn id="78" dur="1" fill="hold">
                                          <p:stCondLst>
                                            <p:cond delay="0"/>
                                          </p:stCondLst>
                                        </p:cTn>
                                        <p:tgtEl>
                                          <p:spTgt spid="11"/>
                                        </p:tgtEl>
                                        <p:attrNameLst>
                                          <p:attrName>style.visibility</p:attrName>
                                        </p:attrNameLst>
                                      </p:cBhvr>
                                      <p:to>
                                        <p:strVal val="visible"/>
                                      </p:to>
                                    </p:set>
                                    <p:animEffect transition="in" filter="wipe(left)">
                                      <p:cBhvr>
                                        <p:cTn id="79" dur="300"/>
                                        <p:tgtEl>
                                          <p:spTgt spid="11"/>
                                        </p:tgtEl>
                                      </p:cBhvr>
                                    </p:animEffect>
                                  </p:childTnLst>
                                </p:cTn>
                              </p:par>
                              <p:par>
                                <p:cTn id="84" presetID="22" presetClass="entr" presetSubtype="1" fill="hold" grpId="0" nodeType="withEffect">
                                  <p:stCondLst>
                                    <p:cond delay="3100"/>
                                  </p:stCondLst>
                                  <p:childTnLst>
                                    <p:set>
                                      <p:cBhvr>
                                        <p:cTn id="81" dur="1" fill="hold">
                                          <p:stCondLst>
                                            <p:cond delay="0"/>
                                          </p:stCondLst>
                                        </p:cTn>
                                        <p:tgtEl>
                                          <p:spTgt spid="12"/>
                                        </p:tgtEl>
                                        <p:attrNameLst>
                                          <p:attrName>style.visibility</p:attrName>
                                        </p:attrNameLst>
                                      </p:cBhvr>
                                      <p:to>
                                        <p:strVal val="visible"/>
                                      </p:to>
                                    </p:set>
                                    <p:animEffect transition="in" filter="wipe(down)">
                                      <p:cBhvr>
                                        <p:cTn id="82" dur="450"/>
                                        <p:tgtEl>
                                          <p:spTgt spid="12"/>
                                        </p:tgtEl>
                                      </p:cBhvr>
                                    </p:animEffect>
                                    <p:animEffect transition="in" filter="fade">
                                      <p:cBhvr>
                                        <p:cTn id="83" dur="450"/>
                                        <p:tgtEl>
                                          <p:spTgt spid="12"/>
                                        </p:tgtEl>
                                      </p:cBhvr>
                                    </p:animEffect>
                                  </p:childTnLst>
                                </p:cTn>
                              </p:par>
                              <p:par>
                                <p:cTn id="89" presetID="53" presetClass="entr" presetSubtype="16" fill="hold" grpId="0" nodeType="withEffect">
                                  <p:stCondLst>
                                    <p:cond delay="3200"/>
                                  </p:stCondLst>
                                  <p:childTnLst>
                                    <p:set>
                                      <p:cBhvr>
                                        <p:cTn id="85" dur="1" fill="hold">
                                          <p:stCondLst>
                                            <p:cond delay="0"/>
                                          </p:stCondLst>
                                        </p:cTn>
                                        <p:tgtEl>
                                          <p:spTgt spid="15"/>
                                        </p:tgtEl>
                                        <p:attrNameLst>
                                          <p:attrName>style.visibility</p:attrName>
                                        </p:attrNameLst>
                                      </p:cBhvr>
                                      <p:to>
                                        <p:strVal val="visible"/>
                                      </p:to>
                                    </p:set>
                                    <p:anim calcmode="lin" valueType="num">
                                      <p:cBhvr additive="base">
                                        <p:cTn id="86" dur="350" fill="hold"/>
                                        <p:tgtEl>
                                          <p:spTgt spid="15"/>
                                        </p:tgtEl>
                                        <p:attrNameLst>
                                          <p:attrName>ppt_w</p:attrName>
                                        </p:attrNameLst>
                                      </p:cBhvr>
                                      <p:tavLst>
                                        <p:tav tm="0">
                                          <p:val>
                                            <p:strVal val="0"/>
                                          </p:val>
                                        </p:tav>
                                        <p:tav tm="100000">
                                          <p:val>
                                            <p:strVal val="#ppt_w"/>
                                          </p:val>
                                        </p:tav>
                                      </p:tavLst>
                                    </p:anim>
                                    <p:anim calcmode="lin" valueType="num">
                                      <p:cBhvr additive="base">
                                        <p:cTn id="87" dur="350" fill="hold"/>
                                        <p:tgtEl>
                                          <p:spTgt spid="15"/>
                                        </p:tgtEl>
                                        <p:attrNameLst>
                                          <p:attrName>ppt_h</p:attrName>
                                        </p:attrNameLst>
                                      </p:cBhvr>
                                      <p:tavLst>
                                        <p:tav tm="0">
                                          <p:val>
                                            <p:strVal val="0"/>
                                          </p:val>
                                        </p:tav>
                                        <p:tav tm="100000">
                                          <p:val>
                                            <p:strVal val="#ppt_h"/>
                                          </p:val>
                                        </p:tav>
                                      </p:tavLst>
                                    </p:anim>
                                    <p:animEffect transition="in" filter="fade">
                                      <p:cBhvr>
                                        <p:cTn id="88" dur="350"/>
                                        <p:tgtEl>
                                          <p:spTgt spid="15"/>
                                        </p:tgtEl>
                                      </p:cBhvr>
                                    </p:animEffect>
                                  </p:childTnLst>
                                </p:cTn>
                              </p:par>
                              <p:par>
                                <p:cTn id="93" presetID="22" presetClass="entr" presetSubtype="1" fill="hold" grpId="0" nodeType="withEffect">
                                  <p:stCondLst>
                                    <p:cond delay="3250"/>
                                  </p:stCondLst>
                                  <p:childTnLst>
                                    <p:set>
                                      <p:cBhvr>
                                        <p:cTn id="90" dur="1" fill="hold">
                                          <p:stCondLst>
                                            <p:cond delay="0"/>
                                          </p:stCondLst>
                                        </p:cTn>
                                        <p:tgtEl>
                                          <p:spTgt spid="13"/>
                                        </p:tgtEl>
                                        <p:attrNameLst>
                                          <p:attrName>style.visibility</p:attrName>
                                        </p:attrNameLst>
                                      </p:cBhvr>
                                      <p:to>
                                        <p:strVal val="visible"/>
                                      </p:to>
                                    </p:set>
                                    <p:animEffect transition="in" filter="wipe(down)">
                                      <p:cBhvr>
                                        <p:cTn id="91" dur="600"/>
                                        <p:tgtEl>
                                          <p:spTgt spid="13"/>
                                        </p:tgtEl>
                                      </p:cBhvr>
                                    </p:animEffect>
                                    <p:animEffect transition="in" filter="fade">
                                      <p:cBhvr>
                                        <p:cTn id="92" dur="600"/>
                                        <p:tgtEl>
                                          <p:spTgt spid="13"/>
                                        </p:tgtEl>
                                      </p:cBhvr>
                                    </p:animEffect>
                                  </p:childTnLst>
                                </p:cTn>
                              </p:par>
                              <p:par>
                                <p:cTn id="97" presetID="22" presetClass="entr" presetSubtype="1" fill="hold" grpId="0" nodeType="withEffect">
                                  <p:stCondLst>
                                    <p:cond delay="3300"/>
                                  </p:stCondLst>
                                  <p:childTnLst>
                                    <p:set>
                                      <p:cBhvr>
                                        <p:cTn id="94" dur="1" fill="hold">
                                          <p:stCondLst>
                                            <p:cond delay="0"/>
                                          </p:stCondLst>
                                        </p:cTn>
                                        <p:tgtEl>
                                          <p:spTgt spid="14"/>
                                        </p:tgtEl>
                                        <p:attrNameLst>
                                          <p:attrName>style.visibility</p:attrName>
                                        </p:attrNameLst>
                                      </p:cBhvr>
                                      <p:to>
                                        <p:strVal val="visible"/>
                                      </p:to>
                                    </p:set>
                                    <p:animEffect transition="in" filter="wipe(down)">
                                      <p:cBhvr>
                                        <p:cTn id="95" dur="450"/>
                                        <p:tgtEl>
                                          <p:spTgt spid="14"/>
                                        </p:tgtEl>
                                      </p:cBhvr>
                                    </p:animEffect>
                                    <p:animEffect transition="in" filter="fade">
                                      <p:cBhvr>
                                        <p:cTn id="96" dur="450"/>
                                        <p:tgtEl>
                                          <p:spTgt spid="14"/>
                                        </p:tgtEl>
                                      </p:cBhvr>
                                    </p:animEffect>
                                  </p:childTnLst>
                                </p:cTn>
                              </p:par>
                              <p:par>
                                <p:cTn id="99" presetID="0" presetClass="path" presetSubtype="0" fill="hold" grpId="1" nodeType="withEffect" autoRev="1" repeatCount="4000">
                                  <p:stCondLst>
                                    <p:cond delay="3880"/>
                                  </p:stCondLst>
                                  <p:childTnLst>
                                    <p:animMotion origin="layout" path="M 0 0 L 0.008 0 E" pathEditMode="relative" ptsTypes="AA">
                                      <p:cBhvr>
                                        <p:cTn id="98" dur="40" fill="hold"/>
                                        <p:tgtEl>
                                          <p:spTgt spid="13"/>
                                        </p:tgtEl>
                                        <p:attrNameLst>
                                          <p:attrName>ppt_x</p:attrName>
                                          <p:attrName>ppt_y</p:attrName>
                                        </p:attrNameLst>
                                      </p:cBhvr>
                                    </p:animMotion>
                                  </p:childTnLst>
                                </p:cTn>
                              </p:par>
                              <p:par>
                                <p:cTn id="102" presetID="22" presetClass="entr" presetSubtype="8" fill="hold" grpId="0" nodeType="withEffect">
                                  <p:stCondLst>
                                    <p:cond delay="4300"/>
                                  </p:stCondLst>
                                  <p:childTnLst>
                                    <p:set>
                                      <p:cBhvr>
                                        <p:cTn id="100" dur="1" fill="hold">
                                          <p:stCondLst>
                                            <p:cond delay="0"/>
                                          </p:stCondLst>
                                        </p:cTn>
                                        <p:tgtEl>
                                          <p:spTgt spid="16"/>
                                        </p:tgtEl>
                                        <p:attrNameLst>
                                          <p:attrName>style.visibility</p:attrName>
                                        </p:attrNameLst>
                                      </p:cBhvr>
                                      <p:to>
                                        <p:strVal val="visible"/>
                                      </p:to>
                                    </p:set>
                                    <p:animEffect transition="in" filter="wipe(left)">
                                      <p:cBhvr>
                                        <p:cTn id="101" dur="300"/>
                                        <p:tgtEl>
                                          <p:spTgt spid="16"/>
                                        </p:tgtEl>
                                      </p:cBhvr>
                                    </p:animEffect>
                                  </p:childTnLst>
                                </p:cTn>
                              </p:par>
                              <p:par>
                                <p:cTn id="104" presetID="8" presetClass="emph" presetSubtype="0" fill="hold" grpId="1" nodeType="withEffect">
                                  <p:stCondLst>
                                    <p:cond delay="4500"/>
                                  </p:stCondLst>
                                  <p:childTnLst>
                                    <p:animRot by="9000000">
                                      <p:cBhvr>
                                        <p:cTn id="103" dur="1300" fill="hold"/>
                                        <p:tgtEl>
                                          <p:spTgt spid="38"/>
                                        </p:tgtEl>
                                        <p:attrNameLst>
                                          <p:attrName>r</p:attrName>
                                        </p:attrNameLst>
                                      </p:cBhvr>
                                    </p:animRot>
                                  </p:childTnLst>
                                </p:cTn>
                              </p:par>
                              <p:par>
                                <p:cTn id="108" presetID="22" presetClass="entr" presetSubtype="1" fill="hold" grpId="0" nodeType="withEffect">
                                  <p:stCondLst>
                                    <p:cond delay="4900"/>
                                  </p:stCondLst>
                                  <p:childTnLst>
                                    <p:set>
                                      <p:cBhvr>
                                        <p:cTn id="105" dur="1" fill="hold">
                                          <p:stCondLst>
                                            <p:cond delay="0"/>
                                          </p:stCondLst>
                                        </p:cTn>
                                        <p:tgtEl>
                                          <p:spTgt spid="17"/>
                                        </p:tgtEl>
                                        <p:attrNameLst>
                                          <p:attrName>style.visibility</p:attrName>
                                        </p:attrNameLst>
                                      </p:cBhvr>
                                      <p:to>
                                        <p:strVal val="visible"/>
                                      </p:to>
                                    </p:set>
                                    <p:animEffect transition="in" filter="wipe(down)">
                                      <p:cBhvr>
                                        <p:cTn id="106" dur="450"/>
                                        <p:tgtEl>
                                          <p:spTgt spid="17"/>
                                        </p:tgtEl>
                                      </p:cBhvr>
                                    </p:animEffect>
                                    <p:animEffect transition="in" filter="fade">
                                      <p:cBhvr>
                                        <p:cTn id="107" dur="450"/>
                                        <p:tgtEl>
                                          <p:spTgt spid="17"/>
                                        </p:tgtEl>
                                      </p:cBhvr>
                                    </p:animEffect>
                                  </p:childTnLst>
                                </p:cTn>
                              </p:par>
                              <p:par>
                                <p:cTn id="113" presetID="53" presetClass="entr" presetSubtype="16" fill="hold" grpId="0" nodeType="withEffect">
                                  <p:stCondLst>
                                    <p:cond delay="5000"/>
                                  </p:stCondLst>
                                  <p:childTnLst>
                                    <p:set>
                                      <p:cBhvr>
                                        <p:cTn id="109" dur="1" fill="hold">
                                          <p:stCondLst>
                                            <p:cond delay="0"/>
                                          </p:stCondLst>
                                        </p:cTn>
                                        <p:tgtEl>
                                          <p:spTgt spid="20"/>
                                        </p:tgtEl>
                                        <p:attrNameLst>
                                          <p:attrName>style.visibility</p:attrName>
                                        </p:attrNameLst>
                                      </p:cBhvr>
                                      <p:to>
                                        <p:strVal val="visible"/>
                                      </p:to>
                                    </p:set>
                                    <p:anim calcmode="lin" valueType="num">
                                      <p:cBhvr additive="base">
                                        <p:cTn id="110" dur="350" fill="hold"/>
                                        <p:tgtEl>
                                          <p:spTgt spid="20"/>
                                        </p:tgtEl>
                                        <p:attrNameLst>
                                          <p:attrName>ppt_w</p:attrName>
                                        </p:attrNameLst>
                                      </p:cBhvr>
                                      <p:tavLst>
                                        <p:tav tm="0">
                                          <p:val>
                                            <p:strVal val="0"/>
                                          </p:val>
                                        </p:tav>
                                        <p:tav tm="100000">
                                          <p:val>
                                            <p:strVal val="#ppt_w"/>
                                          </p:val>
                                        </p:tav>
                                      </p:tavLst>
                                    </p:anim>
                                    <p:anim calcmode="lin" valueType="num">
                                      <p:cBhvr additive="base">
                                        <p:cTn id="111" dur="350" fill="hold"/>
                                        <p:tgtEl>
                                          <p:spTgt spid="20"/>
                                        </p:tgtEl>
                                        <p:attrNameLst>
                                          <p:attrName>ppt_h</p:attrName>
                                        </p:attrNameLst>
                                      </p:cBhvr>
                                      <p:tavLst>
                                        <p:tav tm="0">
                                          <p:val>
                                            <p:strVal val="0"/>
                                          </p:val>
                                        </p:tav>
                                        <p:tav tm="100000">
                                          <p:val>
                                            <p:strVal val="#ppt_h"/>
                                          </p:val>
                                        </p:tav>
                                      </p:tavLst>
                                    </p:anim>
                                    <p:animEffect transition="in" filter="fade">
                                      <p:cBhvr>
                                        <p:cTn id="112" dur="350"/>
                                        <p:tgtEl>
                                          <p:spTgt spid="20"/>
                                        </p:tgtEl>
                                      </p:cBhvr>
                                    </p:animEffect>
                                  </p:childTnLst>
                                </p:cTn>
                              </p:par>
                              <p:par>
                                <p:cTn id="117" presetID="22" presetClass="entr" presetSubtype="1" fill="hold" grpId="0" nodeType="withEffect">
                                  <p:stCondLst>
                                    <p:cond delay="5050"/>
                                  </p:stCondLst>
                                  <p:childTnLst>
                                    <p:set>
                                      <p:cBhvr>
                                        <p:cTn id="114" dur="1" fill="hold">
                                          <p:stCondLst>
                                            <p:cond delay="0"/>
                                          </p:stCondLst>
                                        </p:cTn>
                                        <p:tgtEl>
                                          <p:spTgt spid="18"/>
                                        </p:tgtEl>
                                        <p:attrNameLst>
                                          <p:attrName>style.visibility</p:attrName>
                                        </p:attrNameLst>
                                      </p:cBhvr>
                                      <p:to>
                                        <p:strVal val="visible"/>
                                      </p:to>
                                    </p:set>
                                    <p:animEffect transition="in" filter="wipe(down)">
                                      <p:cBhvr>
                                        <p:cTn id="115" dur="600"/>
                                        <p:tgtEl>
                                          <p:spTgt spid="18"/>
                                        </p:tgtEl>
                                      </p:cBhvr>
                                    </p:animEffect>
                                    <p:animEffect transition="in" filter="fade">
                                      <p:cBhvr>
                                        <p:cTn id="116" dur="600"/>
                                        <p:tgtEl>
                                          <p:spTgt spid="18"/>
                                        </p:tgtEl>
                                      </p:cBhvr>
                                    </p:animEffect>
                                  </p:childTnLst>
                                </p:cTn>
                              </p:par>
                              <p:par>
                                <p:cTn id="121" presetID="22" presetClass="entr" presetSubtype="1" fill="hold" grpId="0" nodeType="withEffect">
                                  <p:stCondLst>
                                    <p:cond delay="5100"/>
                                  </p:stCondLst>
                                  <p:childTnLst>
                                    <p:set>
                                      <p:cBhvr>
                                        <p:cTn id="118" dur="1" fill="hold">
                                          <p:stCondLst>
                                            <p:cond delay="0"/>
                                          </p:stCondLst>
                                        </p:cTn>
                                        <p:tgtEl>
                                          <p:spTgt spid="19"/>
                                        </p:tgtEl>
                                        <p:attrNameLst>
                                          <p:attrName>style.visibility</p:attrName>
                                        </p:attrNameLst>
                                      </p:cBhvr>
                                      <p:to>
                                        <p:strVal val="visible"/>
                                      </p:to>
                                    </p:set>
                                    <p:animEffect transition="in" filter="wipe(down)">
                                      <p:cBhvr>
                                        <p:cTn id="119" dur="450"/>
                                        <p:tgtEl>
                                          <p:spTgt spid="19"/>
                                        </p:tgtEl>
                                      </p:cBhvr>
                                    </p:animEffect>
                                    <p:animEffect transition="in" filter="fade">
                                      <p:cBhvr>
                                        <p:cTn id="120" dur="450"/>
                                        <p:tgtEl>
                                          <p:spTgt spid="19"/>
                                        </p:tgtEl>
                                      </p:cBhvr>
                                    </p:animEffect>
                                  </p:childTnLst>
                                </p:cTn>
                              </p:par>
                              <p:par>
                                <p:cTn id="123" presetID="6" presetClass="emph" presetSubtype="0" fill="hold" grpId="1" nodeType="withEffect" autoRev="1" repeatCount="indefinite">
                                  <p:stCondLst>
                                    <p:cond delay="5600"/>
                                  </p:stCondLst>
                                  <p:childTnLst>
                                    <p:animScale>
                                      <p:cBhvr>
                                        <p:cTn id="122" dur="500" fill="hold"/>
                                        <p:tgtEl>
                                          <p:spTgt spid="18"/>
                                        </p:tgtEl>
                                      </p:cBhvr>
                                      <p:by x="103000" y="103000"/>
                                    </p:animScale>
                                  </p:childTnLst>
                                </p:cTn>
                              </p:par>
                              <p:par>
                                <p:cTn id="128" presetID="53" presetClass="entr" presetSubtype="32" fill="hold" grpId="0" nodeType="withEffect">
                                  <p:stCondLst>
                                    <p:cond delay="5600"/>
                                  </p:stCondLst>
                                  <p:childTnLst>
                                    <p:set>
                                      <p:cBhvr>
                                        <p:cTn id="124" dur="1" fill="hold">
                                          <p:stCondLst>
                                            <p:cond delay="0"/>
                                          </p:stCondLst>
                                        </p:cTn>
                                        <p:tgtEl>
                                          <p:spTgt spid="39"/>
                                        </p:tgtEl>
                                        <p:attrNameLst>
                                          <p:attrName>style.visibility</p:attrName>
                                        </p:attrNameLst>
                                      </p:cBhvr>
                                      <p:to>
                                        <p:strVal val="visible"/>
                                      </p:to>
                                    </p:set>
                                    <p:anim calcmode="lin" valueType="num">
                                      <p:cBhvr additive="base">
                                        <p:cTn id="125" dur="450" fill="hold"/>
                                        <p:tgtEl>
                                          <p:spTgt spid="39"/>
                                        </p:tgtEl>
                                        <p:attrNameLst>
                                          <p:attrName>ppt_w</p:attrName>
                                        </p:attrNameLst>
                                      </p:cBhvr>
                                      <p:tavLst>
                                        <p:tav tm="0">
                                          <p:val>
                                            <p:strVal val="#ppt_w*2.4"/>
                                          </p:val>
                                        </p:tav>
                                        <p:tav tm="100000">
                                          <p:val>
                                            <p:strVal val="#ppt_w"/>
                                          </p:val>
                                        </p:tav>
                                      </p:tavLst>
                                    </p:anim>
                                    <p:anim calcmode="lin" valueType="num">
                                      <p:cBhvr additive="base">
                                        <p:cTn id="126" dur="450" fill="hold"/>
                                        <p:tgtEl>
                                          <p:spTgt spid="39"/>
                                        </p:tgtEl>
                                        <p:attrNameLst>
                                          <p:attrName>ppt_h</p:attrName>
                                        </p:attrNameLst>
                                      </p:cBhvr>
                                      <p:tavLst>
                                        <p:tav tm="0">
                                          <p:val>
                                            <p:strVal val="#ppt_h*2.4"/>
                                          </p:val>
                                        </p:tav>
                                        <p:tav tm="100000">
                                          <p:val>
                                            <p:strVal val="#ppt_h"/>
                                          </p:val>
                                        </p:tav>
                                      </p:tavLst>
                                    </p:anim>
                                    <p:animEffect transition="in" filter="fade">
                                      <p:cBhvr>
                                        <p:cTn id="127" dur="450"/>
                                        <p:tgtEl>
                                          <p:spTgt spid="39"/>
                                        </p:tgtEl>
                                      </p:cBhvr>
                                    </p:animEffect>
                                  </p:childTnLst>
                                </p:cTn>
                              </p:par>
                              <p:par>
                                <p:cTn id="130" presetID="0" presetClass="path" presetSubtype="0" fill="hold" grpId="2" nodeType="withEffect" autoRev="1" repeatCount="4000">
                                  <p:stCondLst>
                                    <p:cond delay="5680"/>
                                  </p:stCondLst>
                                  <p:childTnLst>
                                    <p:animMotion origin="layout" path="M 0 0 L 0.008 0 E" pathEditMode="relative" ptsTypes="AA">
                                      <p:cBhvr>
                                        <p:cTn id="129" dur="40" fill="hold"/>
                                        <p:tgtEl>
                                          <p:spTgt spid="18"/>
                                        </p:tgtEl>
                                        <p:attrNameLst>
                                          <p:attrName>ppt_x</p:attrName>
                                          <p:attrName>ppt_y</p:attrName>
                                        </p:attrNameLst>
                                      </p:cBhvr>
                                    </p:animMotion>
                                  </p:childTnLst>
                                </p:cTn>
                              </p:par>
                              <p:par>
                                <p:cTn id="132" presetID="0" presetClass="path" presetSubtype="0" fill="hold" grpId="2" nodeType="withEffect" autoRev="1" repeatCount="6000">
                                  <p:stCondLst>
                                    <p:cond delay="5850"/>
                                  </p:stCondLst>
                                  <p:childTnLst>
                                    <p:animMotion origin="layout" path="M 0 0 L 0.008 0 E" pathEditMode="relative" ptsTypes="AA">
                                      <p:cBhvr>
                                        <p:cTn id="131" dur="40" fill="hold"/>
                                        <p:tgtEl>
                                          <p:spTgt spid="38"/>
                                        </p:tgtEl>
                                        <p:attrNameLst>
                                          <p:attrName>ppt_x</p:attrName>
                                          <p:attrName>ppt_y</p:attrName>
                                        </p:attrNameLst>
                                      </p:cBhvr>
                                    </p:animMotion>
                                  </p:childTnLst>
                                </p:cTn>
                              </p:par>
                              <p:par>
                                <p:cTn id="134" presetID="6" presetClass="emph" presetSubtype="0" fill="hold" grpId="1" nodeType="withEffect" autoRev="1" repeatCount="indefinite">
                                  <p:stCondLst>
                                    <p:cond delay="6000"/>
                                  </p:stCondLst>
                                  <p:childTnLst>
                                    <p:animScale>
                                      <p:cBhvr>
                                        <p:cTn id="133" dur="700" fill="hold"/>
                                        <p:tgtEl>
                                          <p:spTgt spid="43"/>
                                        </p:tgtEl>
                                      </p:cBhvr>
                                      <p:by x="104000" y="104000"/>
                                    </p:animScale>
                                  </p:childTnLst>
                                </p:cTn>
                              </p:par>
                              <p:par>
                                <p:cTn id="138" presetID="22" presetClass="entr" presetSubtype="1" fill="hold" grpId="0" nodeType="withEffect">
                                  <p:stCondLst>
                                    <p:cond delay="7300"/>
                                  </p:stCondLst>
                                  <p:childTnLst>
                                    <p:set>
                                      <p:cBhvr>
                                        <p:cTn id="135" dur="1" fill="hold">
                                          <p:stCondLst>
                                            <p:cond delay="0"/>
                                          </p:stCondLst>
                                        </p:cTn>
                                        <p:tgtEl>
                                          <p:spTgt spid="21"/>
                                        </p:tgtEl>
                                        <p:attrNameLst>
                                          <p:attrName>style.visibility</p:attrName>
                                        </p:attrNameLst>
                                      </p:cBhvr>
                                      <p:to>
                                        <p:strVal val="visible"/>
                                      </p:to>
                                    </p:set>
                                    <p:animEffect transition="in" filter="wipe(down)">
                                      <p:cBhvr>
                                        <p:cTn id="136" dur="450"/>
                                        <p:tgtEl>
                                          <p:spTgt spid="21"/>
                                        </p:tgtEl>
                                      </p:cBhvr>
                                    </p:animEffect>
                                    <p:animEffect transition="in" filter="fade">
                                      <p:cBhvr>
                                        <p:cTn id="137" dur="450"/>
                                        <p:tgtEl>
                                          <p:spTgt spid="21"/>
                                        </p:tgtEl>
                                      </p:cBhvr>
                                    </p:animEffect>
                                  </p:childTnLst>
                                </p:cTn>
                              </p:par>
                              <p:par>
                                <p:cTn id="142" presetID="22" presetClass="entr" presetSubtype="1" fill="hold" grpId="0" nodeType="withEffect">
                                  <p:stCondLst>
                                    <p:cond delay="7600"/>
                                  </p:stCondLst>
                                  <p:childTnLst>
                                    <p:set>
                                      <p:cBhvr>
                                        <p:cTn id="139" dur="1" fill="hold">
                                          <p:stCondLst>
                                            <p:cond delay="0"/>
                                          </p:stCondLst>
                                        </p:cTn>
                                        <p:tgtEl>
                                          <p:spTgt spid="22"/>
                                        </p:tgtEl>
                                        <p:attrNameLst>
                                          <p:attrName>style.visibility</p:attrName>
                                        </p:attrNameLst>
                                      </p:cBhvr>
                                      <p:to>
                                        <p:strVal val="visible"/>
                                      </p:to>
                                    </p:set>
                                    <p:animEffect transition="in" filter="wipe(down)">
                                      <p:cBhvr>
                                        <p:cTn id="140" dur="450"/>
                                        <p:tgtEl>
                                          <p:spTgt spid="22"/>
                                        </p:tgtEl>
                                      </p:cBhvr>
                                    </p:animEffect>
                                    <p:animEffect transition="in" filter="fade">
                                      <p:cBhvr>
                                        <p:cTn id="141" dur="450"/>
                                        <p:tgtEl>
                                          <p:spTgt spid="22"/>
                                        </p:tgtEl>
                                      </p:cBhvr>
                                    </p:animEffect>
                                  </p:childTnLst>
                                </p:cTn>
                              </p:par>
                              <p:par>
                                <p:cTn id="147" presetID="53" presetClass="entr" presetSubtype="16" fill="hold" grpId="0" nodeType="withEffect">
                                  <p:stCondLst>
                                    <p:cond delay="7700"/>
                                  </p:stCondLst>
                                  <p:childTnLst>
                                    <p:set>
                                      <p:cBhvr>
                                        <p:cTn id="143" dur="1" fill="hold">
                                          <p:stCondLst>
                                            <p:cond delay="0"/>
                                          </p:stCondLst>
                                        </p:cTn>
                                        <p:tgtEl>
                                          <p:spTgt spid="25"/>
                                        </p:tgtEl>
                                        <p:attrNameLst>
                                          <p:attrName>style.visibility</p:attrName>
                                        </p:attrNameLst>
                                      </p:cBhvr>
                                      <p:to>
                                        <p:strVal val="visible"/>
                                      </p:to>
                                    </p:set>
                                    <p:anim calcmode="lin" valueType="num">
                                      <p:cBhvr additive="base">
                                        <p:cTn id="144" dur="350" fill="hold"/>
                                        <p:tgtEl>
                                          <p:spTgt spid="25"/>
                                        </p:tgtEl>
                                        <p:attrNameLst>
                                          <p:attrName>ppt_w</p:attrName>
                                        </p:attrNameLst>
                                      </p:cBhvr>
                                      <p:tavLst>
                                        <p:tav tm="0">
                                          <p:val>
                                            <p:strVal val="0"/>
                                          </p:val>
                                        </p:tav>
                                        <p:tav tm="100000">
                                          <p:val>
                                            <p:strVal val="#ppt_w"/>
                                          </p:val>
                                        </p:tav>
                                      </p:tavLst>
                                    </p:anim>
                                    <p:anim calcmode="lin" valueType="num">
                                      <p:cBhvr additive="base">
                                        <p:cTn id="145" dur="350" fill="hold"/>
                                        <p:tgtEl>
                                          <p:spTgt spid="25"/>
                                        </p:tgtEl>
                                        <p:attrNameLst>
                                          <p:attrName>ppt_h</p:attrName>
                                        </p:attrNameLst>
                                      </p:cBhvr>
                                      <p:tavLst>
                                        <p:tav tm="0">
                                          <p:val>
                                            <p:strVal val="0"/>
                                          </p:val>
                                        </p:tav>
                                        <p:tav tm="100000">
                                          <p:val>
                                            <p:strVal val="#ppt_h"/>
                                          </p:val>
                                        </p:tav>
                                      </p:tavLst>
                                    </p:anim>
                                    <p:animEffect transition="in" filter="fade">
                                      <p:cBhvr>
                                        <p:cTn id="146" dur="350"/>
                                        <p:tgtEl>
                                          <p:spTgt spid="25"/>
                                        </p:tgtEl>
                                      </p:cBhvr>
                                    </p:animEffect>
                                  </p:childTnLst>
                                </p:cTn>
                              </p:par>
                              <p:par>
                                <p:cTn id="151" presetID="22" presetClass="entr" presetSubtype="1" fill="hold" grpId="0" nodeType="withEffect">
                                  <p:stCondLst>
                                    <p:cond delay="7750"/>
                                  </p:stCondLst>
                                  <p:childTnLst>
                                    <p:set>
                                      <p:cBhvr>
                                        <p:cTn id="148" dur="1" fill="hold">
                                          <p:stCondLst>
                                            <p:cond delay="0"/>
                                          </p:stCondLst>
                                        </p:cTn>
                                        <p:tgtEl>
                                          <p:spTgt spid="23"/>
                                        </p:tgtEl>
                                        <p:attrNameLst>
                                          <p:attrName>style.visibility</p:attrName>
                                        </p:attrNameLst>
                                      </p:cBhvr>
                                      <p:to>
                                        <p:strVal val="visible"/>
                                      </p:to>
                                    </p:set>
                                    <p:animEffect transition="in" filter="wipe(down)">
                                      <p:cBhvr>
                                        <p:cTn id="149" dur="600"/>
                                        <p:tgtEl>
                                          <p:spTgt spid="23"/>
                                        </p:tgtEl>
                                      </p:cBhvr>
                                    </p:animEffect>
                                    <p:animEffect transition="in" filter="fade">
                                      <p:cBhvr>
                                        <p:cTn id="150" dur="600"/>
                                        <p:tgtEl>
                                          <p:spTgt spid="23"/>
                                        </p:tgtEl>
                                      </p:cBhvr>
                                    </p:animEffect>
                                  </p:childTnLst>
                                </p:cTn>
                              </p:par>
                              <p:par>
                                <p:cTn id="155" presetID="22" presetClass="entr" presetSubtype="1" fill="hold" grpId="0" nodeType="withEffect">
                                  <p:stCondLst>
                                    <p:cond delay="7800"/>
                                  </p:stCondLst>
                                  <p:childTnLst>
                                    <p:set>
                                      <p:cBhvr>
                                        <p:cTn id="152" dur="1" fill="hold">
                                          <p:stCondLst>
                                            <p:cond delay="0"/>
                                          </p:stCondLst>
                                        </p:cTn>
                                        <p:tgtEl>
                                          <p:spTgt spid="24"/>
                                        </p:tgtEl>
                                        <p:attrNameLst>
                                          <p:attrName>style.visibility</p:attrName>
                                        </p:attrNameLst>
                                      </p:cBhvr>
                                      <p:to>
                                        <p:strVal val="visible"/>
                                      </p:to>
                                    </p:set>
                                    <p:animEffect transition="in" filter="wipe(down)">
                                      <p:cBhvr>
                                        <p:cTn id="153" dur="450"/>
                                        <p:tgtEl>
                                          <p:spTgt spid="24"/>
                                        </p:tgtEl>
                                      </p:cBhvr>
                                    </p:animEffect>
                                    <p:animEffect transition="in" filter="fade">
                                      <p:cBhvr>
                                        <p:cTn id="154" dur="450"/>
                                        <p:tgtEl>
                                          <p:spTgt spid="24"/>
                                        </p:tgtEl>
                                      </p:cBhvr>
                                    </p:animEffect>
                                  </p:childTnLst>
                                </p:cTn>
                              </p:par>
                              <p:par>
                                <p:cTn id="157" presetID="0" presetClass="path" presetSubtype="0" fill="hold" grpId="1" nodeType="withEffect" autoRev="1" repeatCount="4000">
                                  <p:stCondLst>
                                    <p:cond delay="8380"/>
                                  </p:stCondLst>
                                  <p:childTnLst>
                                    <p:animMotion origin="layout" path="M 0 0 L 0.008 0 E" pathEditMode="relative" ptsTypes="AA">
                                      <p:cBhvr>
                                        <p:cTn id="156" dur="40" fill="hold"/>
                                        <p:tgtEl>
                                          <p:spTgt spid="23"/>
                                        </p:tgtEl>
                                        <p:attrNameLst>
                                          <p:attrName>ppt_x</p:attrName>
                                          <p:attrName>ppt_y</p:attrName>
                                        </p:attrNameLst>
                                      </p:cBhvr>
                                    </p:animMotion>
                                  </p:childTnLst>
                                </p:cTn>
                              </p:par>
                              <p:par>
                                <p:cTn id="160" presetID="22" presetClass="entr" presetSubtype="8" fill="hold" grpId="0" nodeType="withEffect">
                                  <p:stCondLst>
                                    <p:cond delay="8800"/>
                                  </p:stCondLst>
                                  <p:childTnLst>
                                    <p:set>
                                      <p:cBhvr>
                                        <p:cTn id="158" dur="1" fill="hold">
                                          <p:stCondLst>
                                            <p:cond delay="0"/>
                                          </p:stCondLst>
                                        </p:cTn>
                                        <p:tgtEl>
                                          <p:spTgt spid="26"/>
                                        </p:tgtEl>
                                        <p:attrNameLst>
                                          <p:attrName>style.visibility</p:attrName>
                                        </p:attrNameLst>
                                      </p:cBhvr>
                                      <p:to>
                                        <p:strVal val="visible"/>
                                      </p:to>
                                    </p:set>
                                    <p:animEffect transition="in" filter="wipe(left)">
                                      <p:cBhvr>
                                        <p:cTn id="159" dur="300"/>
                                        <p:tgtEl>
                                          <p:spTgt spid="26"/>
                                        </p:tgtEl>
                                      </p:cBhvr>
                                    </p:animEffect>
                                  </p:childTnLst>
                                </p:cTn>
                              </p:par>
                              <p:par>
                                <p:cTn id="164" presetID="22" presetClass="entr" presetSubtype="1" fill="hold" grpId="0" nodeType="withEffect">
                                  <p:stCondLst>
                                    <p:cond delay="9400"/>
                                  </p:stCondLst>
                                  <p:childTnLst>
                                    <p:set>
                                      <p:cBhvr>
                                        <p:cTn id="161" dur="1" fill="hold">
                                          <p:stCondLst>
                                            <p:cond delay="0"/>
                                          </p:stCondLst>
                                        </p:cTn>
                                        <p:tgtEl>
                                          <p:spTgt spid="27"/>
                                        </p:tgtEl>
                                        <p:attrNameLst>
                                          <p:attrName>style.visibility</p:attrName>
                                        </p:attrNameLst>
                                      </p:cBhvr>
                                      <p:to>
                                        <p:strVal val="visible"/>
                                      </p:to>
                                    </p:set>
                                    <p:animEffect transition="in" filter="wipe(down)">
                                      <p:cBhvr>
                                        <p:cTn id="162" dur="450"/>
                                        <p:tgtEl>
                                          <p:spTgt spid="27"/>
                                        </p:tgtEl>
                                      </p:cBhvr>
                                    </p:animEffect>
                                    <p:animEffect transition="in" filter="fade">
                                      <p:cBhvr>
                                        <p:cTn id="163" dur="450"/>
                                        <p:tgtEl>
                                          <p:spTgt spid="27"/>
                                        </p:tgtEl>
                                      </p:cBhvr>
                                    </p:animEffect>
                                  </p:childTnLst>
                                </p:cTn>
                              </p:par>
                              <p:par>
                                <p:cTn id="169" presetID="53" presetClass="entr" presetSubtype="16" fill="hold" grpId="0" nodeType="withEffect">
                                  <p:stCondLst>
                                    <p:cond delay="9500"/>
                                  </p:stCondLst>
                                  <p:childTnLst>
                                    <p:set>
                                      <p:cBhvr>
                                        <p:cTn id="165" dur="1" fill="hold">
                                          <p:stCondLst>
                                            <p:cond delay="0"/>
                                          </p:stCondLst>
                                        </p:cTn>
                                        <p:tgtEl>
                                          <p:spTgt spid="30"/>
                                        </p:tgtEl>
                                        <p:attrNameLst>
                                          <p:attrName>style.visibility</p:attrName>
                                        </p:attrNameLst>
                                      </p:cBhvr>
                                      <p:to>
                                        <p:strVal val="visible"/>
                                      </p:to>
                                    </p:set>
                                    <p:anim calcmode="lin" valueType="num">
                                      <p:cBhvr additive="base">
                                        <p:cTn id="166" dur="350" fill="hold"/>
                                        <p:tgtEl>
                                          <p:spTgt spid="30"/>
                                        </p:tgtEl>
                                        <p:attrNameLst>
                                          <p:attrName>ppt_w</p:attrName>
                                        </p:attrNameLst>
                                      </p:cBhvr>
                                      <p:tavLst>
                                        <p:tav tm="0">
                                          <p:val>
                                            <p:strVal val="0"/>
                                          </p:val>
                                        </p:tav>
                                        <p:tav tm="100000">
                                          <p:val>
                                            <p:strVal val="#ppt_w"/>
                                          </p:val>
                                        </p:tav>
                                      </p:tavLst>
                                    </p:anim>
                                    <p:anim calcmode="lin" valueType="num">
                                      <p:cBhvr additive="base">
                                        <p:cTn id="167" dur="350" fill="hold"/>
                                        <p:tgtEl>
                                          <p:spTgt spid="30"/>
                                        </p:tgtEl>
                                        <p:attrNameLst>
                                          <p:attrName>ppt_h</p:attrName>
                                        </p:attrNameLst>
                                      </p:cBhvr>
                                      <p:tavLst>
                                        <p:tav tm="0">
                                          <p:val>
                                            <p:strVal val="0"/>
                                          </p:val>
                                        </p:tav>
                                        <p:tav tm="100000">
                                          <p:val>
                                            <p:strVal val="#ppt_h"/>
                                          </p:val>
                                        </p:tav>
                                      </p:tavLst>
                                    </p:anim>
                                    <p:animEffect transition="in" filter="fade">
                                      <p:cBhvr>
                                        <p:cTn id="168" dur="350"/>
                                        <p:tgtEl>
                                          <p:spTgt spid="30"/>
                                        </p:tgtEl>
                                      </p:cBhvr>
                                    </p:animEffect>
                                  </p:childTnLst>
                                </p:cTn>
                              </p:par>
                              <p:par>
                                <p:cTn id="173" presetID="22" presetClass="entr" presetSubtype="1" fill="hold" grpId="0" nodeType="withEffect">
                                  <p:stCondLst>
                                    <p:cond delay="9550"/>
                                  </p:stCondLst>
                                  <p:childTnLst>
                                    <p:set>
                                      <p:cBhvr>
                                        <p:cTn id="170" dur="1" fill="hold">
                                          <p:stCondLst>
                                            <p:cond delay="0"/>
                                          </p:stCondLst>
                                        </p:cTn>
                                        <p:tgtEl>
                                          <p:spTgt spid="28"/>
                                        </p:tgtEl>
                                        <p:attrNameLst>
                                          <p:attrName>style.visibility</p:attrName>
                                        </p:attrNameLst>
                                      </p:cBhvr>
                                      <p:to>
                                        <p:strVal val="visible"/>
                                      </p:to>
                                    </p:set>
                                    <p:animEffect transition="in" filter="wipe(down)">
                                      <p:cBhvr>
                                        <p:cTn id="171" dur="600"/>
                                        <p:tgtEl>
                                          <p:spTgt spid="28"/>
                                        </p:tgtEl>
                                      </p:cBhvr>
                                    </p:animEffect>
                                    <p:animEffect transition="in" filter="fade">
                                      <p:cBhvr>
                                        <p:cTn id="172" dur="600"/>
                                        <p:tgtEl>
                                          <p:spTgt spid="28"/>
                                        </p:tgtEl>
                                      </p:cBhvr>
                                    </p:animEffect>
                                  </p:childTnLst>
                                </p:cTn>
                              </p:par>
                              <p:par>
                                <p:cTn id="177" presetID="22" presetClass="entr" presetSubtype="1" fill="hold" grpId="0" nodeType="withEffect">
                                  <p:stCondLst>
                                    <p:cond delay="9600"/>
                                  </p:stCondLst>
                                  <p:childTnLst>
                                    <p:set>
                                      <p:cBhvr>
                                        <p:cTn id="174" dur="1" fill="hold">
                                          <p:stCondLst>
                                            <p:cond delay="0"/>
                                          </p:stCondLst>
                                        </p:cTn>
                                        <p:tgtEl>
                                          <p:spTgt spid="29"/>
                                        </p:tgtEl>
                                        <p:attrNameLst>
                                          <p:attrName>style.visibility</p:attrName>
                                        </p:attrNameLst>
                                      </p:cBhvr>
                                      <p:to>
                                        <p:strVal val="visible"/>
                                      </p:to>
                                    </p:set>
                                    <p:animEffect transition="in" filter="wipe(down)">
                                      <p:cBhvr>
                                        <p:cTn id="175" dur="450"/>
                                        <p:tgtEl>
                                          <p:spTgt spid="29"/>
                                        </p:tgtEl>
                                      </p:cBhvr>
                                    </p:animEffect>
                                    <p:animEffect transition="in" filter="fade">
                                      <p:cBhvr>
                                        <p:cTn id="176" dur="450"/>
                                        <p:tgtEl>
                                          <p:spTgt spid="29"/>
                                        </p:tgtEl>
                                      </p:cBhvr>
                                    </p:animEffect>
                                  </p:childTnLst>
                                </p:cTn>
                              </p:par>
                              <p:par>
                                <p:cTn id="179" presetID="0" presetClass="path" presetSubtype="0" fill="hold" grpId="1" nodeType="withEffect" autoRev="1" repeatCount="4000">
                                  <p:stCondLst>
                                    <p:cond delay="10180"/>
                                  </p:stCondLst>
                                  <p:childTnLst>
                                    <p:animMotion origin="layout" path="M 0 0 L 0.008 0 E" pathEditMode="relative" ptsTypes="AA">
                                      <p:cBhvr>
                                        <p:cTn id="178" dur="40" fill="hold"/>
                                        <p:tgtEl>
                                          <p:spTgt spid="28"/>
                                        </p:tgtEl>
                                        <p:attrNameLst>
                                          <p:attrName>ppt_x</p:attrName>
                                          <p:attrName>ppt_y</p:attrName>
                                        </p:attrNameLst>
                                      </p:cBhvr>
                                    </p:animMotion>
                                  </p:childTnLst>
                                </p:cTn>
                              </p:par>
                              <p:par>
                                <p:cTn id="182" presetID="22" presetClass="entr" presetSubtype="8" fill="hold" grpId="0" nodeType="withEffect">
                                  <p:stCondLst>
                                    <p:cond delay="10600"/>
                                  </p:stCondLst>
                                  <p:childTnLst>
                                    <p:set>
                                      <p:cBhvr>
                                        <p:cTn id="180" dur="1" fill="hold">
                                          <p:stCondLst>
                                            <p:cond delay="0"/>
                                          </p:stCondLst>
                                        </p:cTn>
                                        <p:tgtEl>
                                          <p:spTgt spid="31"/>
                                        </p:tgtEl>
                                        <p:attrNameLst>
                                          <p:attrName>style.visibility</p:attrName>
                                        </p:attrNameLst>
                                      </p:cBhvr>
                                      <p:to>
                                        <p:strVal val="visible"/>
                                      </p:to>
                                    </p:set>
                                    <p:animEffect transition="in" filter="wipe(left)">
                                      <p:cBhvr>
                                        <p:cTn id="181" dur="300"/>
                                        <p:tgtEl>
                                          <p:spTgt spid="31"/>
                                        </p:tgtEl>
                                      </p:cBhvr>
                                    </p:animEffect>
                                  </p:childTnLst>
                                </p:cTn>
                              </p:par>
                              <p:par>
                                <p:cTn id="186" presetID="22" presetClass="entr" presetSubtype="1" fill="hold" grpId="0" nodeType="withEffect">
                                  <p:stCondLst>
                                    <p:cond delay="11200"/>
                                  </p:stCondLst>
                                  <p:childTnLst>
                                    <p:set>
                                      <p:cBhvr>
                                        <p:cTn id="183" dur="1" fill="hold">
                                          <p:stCondLst>
                                            <p:cond delay="0"/>
                                          </p:stCondLst>
                                        </p:cTn>
                                        <p:tgtEl>
                                          <p:spTgt spid="32"/>
                                        </p:tgtEl>
                                        <p:attrNameLst>
                                          <p:attrName>style.visibility</p:attrName>
                                        </p:attrNameLst>
                                      </p:cBhvr>
                                      <p:to>
                                        <p:strVal val="visible"/>
                                      </p:to>
                                    </p:set>
                                    <p:animEffect transition="in" filter="wipe(down)">
                                      <p:cBhvr>
                                        <p:cTn id="184" dur="450"/>
                                        <p:tgtEl>
                                          <p:spTgt spid="32"/>
                                        </p:tgtEl>
                                      </p:cBhvr>
                                    </p:animEffect>
                                    <p:animEffect transition="in" filter="fade">
                                      <p:cBhvr>
                                        <p:cTn id="185" dur="450"/>
                                        <p:tgtEl>
                                          <p:spTgt spid="32"/>
                                        </p:tgtEl>
                                      </p:cBhvr>
                                    </p:animEffect>
                                  </p:childTnLst>
                                </p:cTn>
                              </p:par>
                              <p:par>
                                <p:cTn id="191" presetID="53" presetClass="entr" presetSubtype="16" fill="hold" grpId="0" nodeType="withEffect">
                                  <p:stCondLst>
                                    <p:cond delay="11300"/>
                                  </p:stCondLst>
                                  <p:childTnLst>
                                    <p:set>
                                      <p:cBhvr>
                                        <p:cTn id="187" dur="1" fill="hold">
                                          <p:stCondLst>
                                            <p:cond delay="0"/>
                                          </p:stCondLst>
                                        </p:cTn>
                                        <p:tgtEl>
                                          <p:spTgt spid="35"/>
                                        </p:tgtEl>
                                        <p:attrNameLst>
                                          <p:attrName>style.visibility</p:attrName>
                                        </p:attrNameLst>
                                      </p:cBhvr>
                                      <p:to>
                                        <p:strVal val="visible"/>
                                      </p:to>
                                    </p:set>
                                    <p:anim calcmode="lin" valueType="num">
                                      <p:cBhvr additive="base">
                                        <p:cTn id="188" dur="350" fill="hold"/>
                                        <p:tgtEl>
                                          <p:spTgt spid="35"/>
                                        </p:tgtEl>
                                        <p:attrNameLst>
                                          <p:attrName>ppt_w</p:attrName>
                                        </p:attrNameLst>
                                      </p:cBhvr>
                                      <p:tavLst>
                                        <p:tav tm="0">
                                          <p:val>
                                            <p:strVal val="0"/>
                                          </p:val>
                                        </p:tav>
                                        <p:tav tm="100000">
                                          <p:val>
                                            <p:strVal val="#ppt_w"/>
                                          </p:val>
                                        </p:tav>
                                      </p:tavLst>
                                    </p:anim>
                                    <p:anim calcmode="lin" valueType="num">
                                      <p:cBhvr additive="base">
                                        <p:cTn id="189" dur="350" fill="hold"/>
                                        <p:tgtEl>
                                          <p:spTgt spid="35"/>
                                        </p:tgtEl>
                                        <p:attrNameLst>
                                          <p:attrName>ppt_h</p:attrName>
                                        </p:attrNameLst>
                                      </p:cBhvr>
                                      <p:tavLst>
                                        <p:tav tm="0">
                                          <p:val>
                                            <p:strVal val="0"/>
                                          </p:val>
                                        </p:tav>
                                        <p:tav tm="100000">
                                          <p:val>
                                            <p:strVal val="#ppt_h"/>
                                          </p:val>
                                        </p:tav>
                                      </p:tavLst>
                                    </p:anim>
                                    <p:animEffect transition="in" filter="fade">
                                      <p:cBhvr>
                                        <p:cTn id="190" dur="350"/>
                                        <p:tgtEl>
                                          <p:spTgt spid="35"/>
                                        </p:tgtEl>
                                      </p:cBhvr>
                                    </p:animEffect>
                                  </p:childTnLst>
                                </p:cTn>
                              </p:par>
                              <p:par>
                                <p:cTn id="195" presetID="22" presetClass="entr" presetSubtype="1" fill="hold" grpId="0" nodeType="withEffect">
                                  <p:stCondLst>
                                    <p:cond delay="11350"/>
                                  </p:stCondLst>
                                  <p:childTnLst>
                                    <p:set>
                                      <p:cBhvr>
                                        <p:cTn id="192" dur="1" fill="hold">
                                          <p:stCondLst>
                                            <p:cond delay="0"/>
                                          </p:stCondLst>
                                        </p:cTn>
                                        <p:tgtEl>
                                          <p:spTgt spid="33"/>
                                        </p:tgtEl>
                                        <p:attrNameLst>
                                          <p:attrName>style.visibility</p:attrName>
                                        </p:attrNameLst>
                                      </p:cBhvr>
                                      <p:to>
                                        <p:strVal val="visible"/>
                                      </p:to>
                                    </p:set>
                                    <p:animEffect transition="in" filter="wipe(down)">
                                      <p:cBhvr>
                                        <p:cTn id="193" dur="600"/>
                                        <p:tgtEl>
                                          <p:spTgt spid="33"/>
                                        </p:tgtEl>
                                      </p:cBhvr>
                                    </p:animEffect>
                                    <p:animEffect transition="in" filter="fade">
                                      <p:cBhvr>
                                        <p:cTn id="194" dur="600"/>
                                        <p:tgtEl>
                                          <p:spTgt spid="33"/>
                                        </p:tgtEl>
                                      </p:cBhvr>
                                    </p:animEffect>
                                  </p:childTnLst>
                                </p:cTn>
                              </p:par>
                              <p:par>
                                <p:cTn id="199" presetID="22" presetClass="entr" presetSubtype="1" fill="hold" grpId="0" nodeType="withEffect">
                                  <p:stCondLst>
                                    <p:cond delay="11400"/>
                                  </p:stCondLst>
                                  <p:childTnLst>
                                    <p:set>
                                      <p:cBhvr>
                                        <p:cTn id="196" dur="1" fill="hold">
                                          <p:stCondLst>
                                            <p:cond delay="0"/>
                                          </p:stCondLst>
                                        </p:cTn>
                                        <p:tgtEl>
                                          <p:spTgt spid="34"/>
                                        </p:tgtEl>
                                        <p:attrNameLst>
                                          <p:attrName>style.visibility</p:attrName>
                                        </p:attrNameLst>
                                      </p:cBhvr>
                                      <p:to>
                                        <p:strVal val="visible"/>
                                      </p:to>
                                    </p:set>
                                    <p:animEffect transition="in" filter="wipe(down)">
                                      <p:cBhvr>
                                        <p:cTn id="197" dur="450"/>
                                        <p:tgtEl>
                                          <p:spTgt spid="34"/>
                                        </p:tgtEl>
                                      </p:cBhvr>
                                    </p:animEffect>
                                    <p:animEffect transition="in" filter="fade">
                                      <p:cBhvr>
                                        <p:cTn id="198" dur="450"/>
                                        <p:tgtEl>
                                          <p:spTgt spid="34"/>
                                        </p:tgtEl>
                                      </p:cBhvr>
                                    </p:animEffect>
                                  </p:childTnLst>
                                </p:cTn>
                              </p:par>
                              <p:par>
                                <p:cTn id="202" presetID="10" presetClass="exit" presetSubtype="0" fill="hold" grpId="1" nodeType="withEffect">
                                  <p:stCondLst>
                                    <p:cond delay="11400"/>
                                  </p:stCondLst>
                                  <p:childTnLst>
                                    <p:animEffect transition="out" filter="fade">
                                      <p:cBhvr>
                                        <p:cTn id="200" dur="300"/>
                                        <p:tgtEl>
                                          <p:spTgt spid="39"/>
                                        </p:tgtEl>
                                      </p:cBhvr>
                                    </p:animEffect>
                                    <p:set>
                                      <p:cBhvr>
                                        <p:cTn id="201" dur="1" fill="hold">
                                          <p:stCondLst>
                                            <p:cond delay="299"/>
                                          </p:stCondLst>
                                        </p:cTn>
                                        <p:tgtEl>
                                          <p:spTgt spid="39"/>
                                        </p:tgtEl>
                                        <p:attrNameLst>
                                          <p:attrName>style.visibility</p:attrName>
                                        </p:attrNameLst>
                                      </p:cBhvr>
                                      <p:to>
                                        <p:strVal val="hidden"/>
                                      </p:to>
                                    </p:set>
                                  </p:childTnLst>
                                </p:cTn>
                              </p:par>
                              <p:par>
                                <p:cTn id="204" presetID="8" presetClass="emph" presetSubtype="0" fill="hold" grpId="3" nodeType="withEffect">
                                  <p:stCondLst>
                                    <p:cond delay="11400"/>
                                  </p:stCondLst>
                                  <p:childTnLst>
                                    <p:animRot by="-4680000">
                                      <p:cBhvr>
                                        <p:cTn id="203" dur="1300" fill="hold"/>
                                        <p:tgtEl>
                                          <p:spTgt spid="38"/>
                                        </p:tgtEl>
                                        <p:attrNameLst>
                                          <p:attrName>r</p:attrName>
                                        </p:attrNameLst>
                                      </p:cBhvr>
                                    </p:animRot>
                                  </p:childTnLst>
                                </p:cTn>
                              </p:par>
                              <p:par>
                                <p:cTn id="206" presetID="0" presetClass="path" presetSubtype="0" fill="hold" grpId="1" nodeType="withEffect" autoRev="1" repeatCount="4000">
                                  <p:stCondLst>
                                    <p:cond delay="11980"/>
                                  </p:stCondLst>
                                  <p:childTnLst>
                                    <p:animMotion origin="layout" path="M 0 0 L 0.008 0 E" pathEditMode="relative" ptsTypes="AA">
                                      <p:cBhvr>
                                        <p:cTn id="205" dur="40" fill="hold"/>
                                        <p:tgtEl>
                                          <p:spTgt spid="33"/>
                                        </p:tgtEl>
                                        <p:attrNameLst>
                                          <p:attrName>ppt_x</p:attrName>
                                          <p:attrName>ppt_y</p:attrName>
                                        </p:attrNameLst>
                                      </p:cBhvr>
                                    </p:animMotion>
                                  </p:childTnLst>
                                </p:cTn>
                              </p:par>
                              <p:par>
                                <p:cTn id="211" presetID="53" presetClass="entr" presetSubtype="32" fill="hold" grpId="0" nodeType="withEffect">
                                  <p:stCondLst>
                                    <p:cond delay="12500"/>
                                  </p:stCondLst>
                                  <p:childTnLst>
                                    <p:set>
                                      <p:cBhvr>
                                        <p:cTn id="207" dur="1" fill="hold">
                                          <p:stCondLst>
                                            <p:cond delay="0"/>
                                          </p:stCondLst>
                                        </p:cTn>
                                        <p:tgtEl>
                                          <p:spTgt spid="40"/>
                                        </p:tgtEl>
                                        <p:attrNameLst>
                                          <p:attrName>style.visibility</p:attrName>
                                        </p:attrNameLst>
                                      </p:cBhvr>
                                      <p:to>
                                        <p:strVal val="visible"/>
                                      </p:to>
                                    </p:set>
                                    <p:anim calcmode="lin" valueType="num">
                                      <p:cBhvr additive="base">
                                        <p:cTn id="208" dur="450" fill="hold"/>
                                        <p:tgtEl>
                                          <p:spTgt spid="40"/>
                                        </p:tgtEl>
                                        <p:attrNameLst>
                                          <p:attrName>ppt_w</p:attrName>
                                        </p:attrNameLst>
                                      </p:cBhvr>
                                      <p:tavLst>
                                        <p:tav tm="0">
                                          <p:val>
                                            <p:strVal val="#ppt_w*2.4"/>
                                          </p:val>
                                        </p:tav>
                                        <p:tav tm="100000">
                                          <p:val>
                                            <p:strVal val="#ppt_w"/>
                                          </p:val>
                                        </p:tav>
                                      </p:tavLst>
                                    </p:anim>
                                    <p:anim calcmode="lin" valueType="num">
                                      <p:cBhvr additive="base">
                                        <p:cTn id="209" dur="450" fill="hold"/>
                                        <p:tgtEl>
                                          <p:spTgt spid="40"/>
                                        </p:tgtEl>
                                        <p:attrNameLst>
                                          <p:attrName>ppt_h</p:attrName>
                                        </p:attrNameLst>
                                      </p:cBhvr>
                                      <p:tavLst>
                                        <p:tav tm="0">
                                          <p:val>
                                            <p:strVal val="#ppt_h*2.4"/>
                                          </p:val>
                                        </p:tav>
                                        <p:tav tm="100000">
                                          <p:val>
                                            <p:strVal val="#ppt_h"/>
                                          </p:val>
                                        </p:tav>
                                      </p:tavLst>
                                    </p:anim>
                                    <p:animEffect transition="in" filter="fade">
                                      <p:cBhvr>
                                        <p:cTn id="210" dur="450"/>
                                        <p:tgtEl>
                                          <p:spTgt spid="40"/>
                                        </p:tgtEl>
                                      </p:cBhvr>
                                    </p:animEffect>
                                  </p:childTnLst>
                                </p:cTn>
                              </p:par>
                              <p:par>
                                <p:cTn id="214" presetID="22" presetClass="entr" presetSubtype="8" fill="hold" grpId="0" nodeType="withEffect">
                                  <p:stCondLst>
                                    <p:cond delay="13400"/>
                                  </p:stCondLst>
                                  <p:childTnLst>
                                    <p:set>
                                      <p:cBhvr>
                                        <p:cTn id="212" dur="1" fill="hold">
                                          <p:stCondLst>
                                            <p:cond delay="0"/>
                                          </p:stCondLst>
                                        </p:cTn>
                                        <p:tgtEl>
                                          <p:spTgt spid="44"/>
                                        </p:tgtEl>
                                        <p:attrNameLst>
                                          <p:attrName>style.visibility</p:attrName>
                                        </p:attrNameLst>
                                      </p:cBhvr>
                                      <p:to>
                                        <p:strVal val="visible"/>
                                      </p:to>
                                    </p:set>
                                    <p:animEffect transition="in" filter="wipe(left)">
                                      <p:cBhvr>
                                        <p:cTn id="213" dur="8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5" grpId="0" animBg="1"/>
      <p:bldP spid="46" grpId="0" animBg="1"/>
      <p:bldP spid="4" grpId="0" animBg="1"/>
      <p:bldP spid="47" grpId="0" animBg="1"/>
      <p:bldP spid="5" grpId="0" animBg="1"/>
      <p:bldP spid="46" grpId="1" animBg="1"/>
      <p:bldP spid="36" grpId="0" animBg="1"/>
      <p:bldP spid="37" grpId="0" animBg="1"/>
      <p:bldP spid="4" grpId="1" animBg="1"/>
      <p:bldP spid="6" grpId="0" animBg="1"/>
      <p:bldP spid="38" grpId="0" animBg="1"/>
      <p:bldP spid="5" grpId="1" animBg="1"/>
      <p:bldP spid="41" grpId="0" animBg="1"/>
      <p:bldP spid="7" grpId="0" animBg="1"/>
      <p:bldP spid="42" grpId="0" animBg="1"/>
      <p:bldP spid="10" grpId="0" animBg="1"/>
      <p:bldP spid="8" grpId="0" animBg="1"/>
      <p:bldP spid="9" grpId="0" animBg="1"/>
      <p:bldP spid="43" grpId="0" animBg="1"/>
      <p:bldP spid="8" grpId="1" animBg="1"/>
      <p:bldP spid="11" grpId="0" animBg="1"/>
      <p:bldP spid="12" grpId="0" animBg="1"/>
      <p:bldP spid="15" grpId="0" animBg="1"/>
      <p:bldP spid="13" grpId="0" animBg="1"/>
      <p:bldP spid="14" grpId="0" animBg="1"/>
      <p:bldP spid="13" grpId="1" animBg="1"/>
      <p:bldP spid="16" grpId="0" animBg="1"/>
      <p:bldP spid="38" grpId="1" animBg="1"/>
      <p:bldP spid="17" grpId="0" animBg="1"/>
      <p:bldP spid="20" grpId="0" animBg="1"/>
      <p:bldP spid="18" grpId="0" animBg="1"/>
      <p:bldP spid="19" grpId="0" animBg="1"/>
      <p:bldP spid="18" grpId="1" animBg="1"/>
      <p:bldP spid="39" grpId="0" animBg="1"/>
      <p:bldP spid="18" grpId="2" animBg="1"/>
      <p:bldP spid="38" grpId="2" animBg="1"/>
      <p:bldP spid="43" grpId="1" animBg="1"/>
      <p:bldP spid="21" grpId="0" animBg="1"/>
      <p:bldP spid="22" grpId="0" animBg="1"/>
      <p:bldP spid="25" grpId="0" animBg="1"/>
      <p:bldP spid="23" grpId="0" animBg="1"/>
      <p:bldP spid="24" grpId="0" animBg="1"/>
      <p:bldP spid="23" grpId="1" animBg="1"/>
      <p:bldP spid="26" grpId="0" animBg="1"/>
      <p:bldP spid="27" grpId="0" animBg="1"/>
      <p:bldP spid="30" grpId="0" animBg="1"/>
      <p:bldP spid="28" grpId="0" animBg="1"/>
      <p:bldP spid="29" grpId="0" animBg="1"/>
      <p:bldP spid="28" grpId="1" animBg="1"/>
      <p:bldP spid="31" grpId="0" animBg="1"/>
      <p:bldP spid="32" grpId="0" animBg="1"/>
      <p:bldP spid="35" grpId="0" animBg="1"/>
      <p:bldP spid="33" grpId="0" animBg="1"/>
      <p:bldP spid="34" grpId="0" animBg="1"/>
      <p:bldP spid="39" grpId="1" animBg="1"/>
      <p:bldP spid="38" grpId="3" animBg="1"/>
      <p:bldP spid="33" grpId="1" animBg="1"/>
      <p:bldP spid="40" grpId="0" animBg="1"/>
      <p:bldP spid="4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eyebrow"/>
          <p:cNvSpPr txBox="1"/>
          <p:nvPr/>
        </p:nvSpPr>
        <p:spPr>
          <a:xfrm>
            <a:off x="812800" y="520700"/>
            <a:ext cx="9525000" cy="190500"/>
          </a:xfrm>
          <a:prstGeom prst="rect">
            <a:avLst/>
          </a:prstGeom>
          <a:noFill/>
          <a:ln/>
        </p:spPr>
        <p:txBody>
          <a:bodyPr wrap="square" lIns="0" tIns="0" rIns="0" bIns="0" rtlCol="0" anchor="t"/>
          <a:lstStyle/>
          <a:p>
            <a:pPr indent="0" marL="0">
              <a:buNone/>
            </a:pPr>
            <a:r>
              <a:rPr lang="en-US" sz="1100" b="1" spc="300" kern="0" dirty="0">
                <a:solidFill>
                  <a:srgbClr val="FF4F6E"/>
                </a:solidFill>
                <a:latin typeface="Consolas" pitchFamily="34" charset="0"/>
                <a:ea typeface="Consolas" pitchFamily="34" charset="-122"/>
                <a:cs typeface="Consolas" pitchFamily="34" charset="-120"/>
              </a:rPr>
              <a:t>04 / TARGET 2 / FACEBOOK</a:t>
            </a:r>
            <a:endParaRPr lang="en-US" sz="1100" dirty="0"/>
          </a:p>
        </p:txBody>
      </p:sp>
      <p:sp>
        <p:nvSpPr>
          <p:cNvPr id="4" name="heading"/>
          <p:cNvSpPr txBox="1"/>
          <p:nvPr/>
        </p:nvSpPr>
        <p:spPr>
          <a:xfrm>
            <a:off x="812800" y="749300"/>
            <a:ext cx="10096500" cy="1016000"/>
          </a:xfrm>
          <a:prstGeom prst="rect">
            <a:avLst/>
          </a:prstGeom>
          <a:noFill/>
          <a:ln/>
        </p:spPr>
        <p:txBody>
          <a:bodyPr wrap="square" lIns="0" tIns="0" rIns="0" bIns="0" rtlCol="0" anchor="t"/>
          <a:lstStyle/>
          <a:p>
            <a:pPr indent="0" marL="0">
              <a:lnSpc>
                <a:spcPct val="95000"/>
              </a:lnSpc>
              <a:buNone/>
            </a:pPr>
            <a:r>
              <a:rPr lang="en-US" sz="3000" b="1" dirty="0">
                <a:solidFill>
                  <a:srgbClr val="E8FBFF"/>
                </a:solidFill>
                <a:effectLst>
                  <a:glow rad="101600">
                    <a:srgbClr val="FF4F6E">
                      <a:alpha val="35000"/>
                    </a:srgbClr>
                  </a:glow>
                </a:effectLst>
                <a:latin typeface="Bahnschrift" pitchFamily="34" charset="0"/>
                <a:ea typeface="Bahnschrift" pitchFamily="34" charset="-122"/>
                <a:cs typeface="Bahnschrift" pitchFamily="34" charset="-120"/>
              </a:rPr>
              <a:t>Target 2 – Facebook: strong locks, but the back door is recovery</a:t>
            </a:r>
            <a:endParaRPr lang="en-US" sz="3000" dirty="0"/>
          </a:p>
        </p:txBody>
      </p:sp>
      <p:sp>
        <p:nvSpPr>
          <p:cNvPr id="5" name="plan"/>
          <p:cNvSpPr/>
          <p:nvPr/>
        </p:nvSpPr>
        <p:spPr>
          <a:xfrm>
            <a:off x="812800" y="1841500"/>
            <a:ext cx="6413500" cy="444500"/>
          </a:xfrm>
          <a:prstGeom prst="roundRect">
            <a:avLst>
              <a:gd name="adj" fmla="val 24686"/>
            </a:avLst>
          </a:prstGeom>
          <a:solidFill>
            <a:srgbClr val="10294A">
              <a:alpha val="70000"/>
            </a:srgbClr>
          </a:solidFill>
          <a:ln w="19050">
            <a:solidFill>
              <a:srgbClr val="FF4F6E"/>
            </a:solidFill>
          </a:ln>
          <a:effectLst>
            <a:outerShdw sx="100000" sy="100000" kx="0" ky="0" algn="bl" rotWithShape="0" blurRad="114300" dist="50800" dir="5400000">
              <a:srgbClr val="FF4F6E">
                <a:alpha val="55000"/>
              </a:srgbClr>
            </a:outerShdw>
          </a:effectLst>
        </p:spPr>
        <p:txBody>
          <a:bodyPr wrap="square" lIns="76200" tIns="76200" rIns="76200" bIns="76200" rtlCol="0" anchor="ctr"/>
          <a:lstStyle/>
          <a:p>
            <a:pPr algn="l" indent="0" marL="0">
              <a:buNone/>
            </a:pPr>
            <a:r>
              <a:rPr lang="en-US" sz="1100" b="1" dirty="0">
                <a:solidFill>
                  <a:srgbClr val="FF4F6E"/>
                </a:solidFill>
                <a:latin typeface="Consolas" pitchFamily="34" charset="0"/>
                <a:ea typeface="Consolas" pitchFamily="34" charset="-122"/>
                <a:cs typeface="Consolas" pitchFamily="34" charset="-120"/>
              </a:rPr>
              <a:t>THE HACKER’S PLAN  </a:t>
            </a:r>
            <a:pPr algn="l" indent="0" marL="0">
              <a:buNone/>
            </a:pPr>
            <a:r>
              <a:rPr lang="en-US" sz="1100" i="1" dirty="0">
                <a:solidFill>
                  <a:srgbClr val="E8FBFF"/>
                </a:solidFill>
                <a:latin typeface="Segoe UI" pitchFamily="34" charset="0"/>
                <a:ea typeface="Segoe UI" pitchFamily="34" charset="-122"/>
                <a:cs typeface="Segoe UI" pitchFamily="34" charset="-120"/>
              </a:rPr>
              <a:t>“I phish the password with a fake ‘copyright violation’ notice, then swap the recovery email and phone before the owner wakes up.”</a:t>
            </a:r>
            <a:endParaRPr lang="en-US" sz="1100" dirty="0"/>
          </a:p>
        </p:txBody>
      </p:sp>
      <p:sp>
        <p:nvSpPr>
          <p:cNvPr id="6" name="alab"/>
          <p:cNvSpPr txBox="1"/>
          <p:nvPr/>
        </p:nvSpPr>
        <p:spPr>
          <a:xfrm>
            <a:off x="812800" y="2362200"/>
            <a:ext cx="6413500" cy="190500"/>
          </a:xfrm>
          <a:prstGeom prst="rect">
            <a:avLst/>
          </a:prstGeom>
          <a:noFill/>
          <a:ln/>
        </p:spPr>
        <p:txBody>
          <a:bodyPr wrap="square" lIns="0" tIns="0" rIns="0" bIns="0" rtlCol="0" anchor="t"/>
          <a:lstStyle/>
          <a:p>
            <a:pPr algn="l" indent="0" marL="0">
              <a:buNone/>
            </a:pPr>
            <a:r>
              <a:rPr lang="en-US" sz="1150" b="1" spc="300" kern="0" dirty="0">
                <a:solidFill>
                  <a:srgbClr val="FF4F6E"/>
                </a:solidFill>
                <a:latin typeface="Consolas" pitchFamily="34" charset="0"/>
                <a:ea typeface="Consolas" pitchFamily="34" charset="-122"/>
                <a:cs typeface="Consolas" pitchFamily="34" charset="-120"/>
              </a:rPr>
              <a:t>THE ATTACK · HOW I GET IN</a:t>
            </a:r>
            <a:endParaRPr lang="en-US" sz="1150" dirty="0"/>
          </a:p>
        </p:txBody>
      </p:sp>
      <p:sp>
        <p:nvSpPr>
          <p:cNvPr id="7" name="abox0"/>
          <p:cNvSpPr/>
          <p:nvPr/>
        </p:nvSpPr>
        <p:spPr>
          <a:xfrm>
            <a:off x="812800" y="2590800"/>
            <a:ext cx="1968500" cy="1663700"/>
          </a:xfrm>
          <a:prstGeom prst="roundRect">
            <a:avLst>
              <a:gd name="adj" fmla="val 3298"/>
            </a:avLst>
          </a:prstGeom>
          <a:solidFill>
            <a:srgbClr val="10294A">
              <a:alpha val="70000"/>
            </a:srgbClr>
          </a:solidFill>
          <a:ln w="19050">
            <a:solidFill>
              <a:srgbClr val="FF4F6E"/>
            </a:solidFill>
            <a:prstDash val="solid"/>
          </a:ln>
          <a:effectLst>
            <a:outerShdw sx="100000" sy="100000" kx="0" ky="0" algn="bl" rotWithShape="0" blurRad="114300" dist="50800" dir="5400000">
              <a:srgbClr val="FF4F6E">
                <a:alpha val="55000"/>
              </a:srgbClr>
            </a:outerShdw>
          </a:effectLst>
        </p:spPr>
      </p:sp>
      <p:pic>
        <p:nvPicPr>
          <p:cNvPr id="8" name="ashot0" descr="“Forgot password” link goes to hacked Gmail">    </p:cNvPr>
          <p:cNvPicPr>
            <a:picLocks noChangeAspect="1"/>
          </p:cNvPicPr>
          <p:nvPr/>
        </p:nvPicPr>
        <p:blipFill>
          <a:blip r:embed="rId2"/>
          <a:stretch>
            <a:fillRect/>
          </a:stretch>
        </p:blipFill>
        <p:spPr>
          <a:xfrm>
            <a:off x="1110618" y="2641600"/>
            <a:ext cx="1372864" cy="1231900"/>
          </a:xfrm>
          <a:prstGeom prst="rect">
            <a:avLst/>
          </a:prstGeom>
        </p:spPr>
      </p:pic>
      <p:sp>
        <p:nvSpPr>
          <p:cNvPr id="9" name="acap0"/>
          <p:cNvSpPr txBox="1"/>
          <p:nvPr/>
        </p:nvSpPr>
        <p:spPr>
          <a:xfrm>
            <a:off x="876300" y="38989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“Forgot password” link goes to hacked Gmail</a:t>
            </a:r>
            <a:endParaRPr lang="en-US" sz="1100" dirty="0"/>
          </a:p>
        </p:txBody>
      </p:sp>
      <p:sp>
        <p:nvSpPr>
          <p:cNvPr id="10" name="anum0"/>
          <p:cNvSpPr/>
          <p:nvPr/>
        </p:nvSpPr>
        <p:spPr>
          <a:xfrm>
            <a:off x="863600" y="2641600"/>
            <a:ext cx="254000" cy="254000"/>
          </a:xfrm>
          <a:prstGeom prst="roundRect">
            <a:avLst>
              <a:gd name="adj" fmla="val 180000"/>
            </a:avLst>
          </a:prstGeom>
          <a:solidFill>
            <a:srgbClr val="FF4F6E"/>
          </a:solidFill>
          <a:ln/>
          <a:effectLst>
            <a:outerShdw sx="100000" sy="100000" kx="0" ky="0" algn="bl" rotWithShape="0" blurRad="114300" dist="50800" dir="5400000">
              <a:srgbClr val="FF4F6E">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01</a:t>
            </a:r>
            <a:endParaRPr lang="en-US" sz="1100" dirty="0"/>
          </a:p>
        </p:txBody>
      </p:sp>
      <p:sp>
        <p:nvSpPr>
          <p:cNvPr id="11" name="aarr0"/>
          <p:cNvSpPr/>
          <p:nvPr/>
        </p:nvSpPr>
        <p:spPr>
          <a:xfrm>
            <a:off x="2806700" y="3327400"/>
            <a:ext cx="203200" cy="190500"/>
          </a:xfrm>
          <a:prstGeom prst="rightArrow">
            <a:avLst/>
          </a:prstGeom>
          <a:solidFill>
            <a:srgbClr val="FF4F6E"/>
          </a:solidFill>
          <a:ln/>
          <a:effectLst>
            <a:outerShdw sx="100000" sy="100000" kx="0" ky="0" algn="bl" rotWithShape="0" blurRad="114300" dist="50800" dir="5400000">
              <a:srgbClr val="FF4F6E">
                <a:alpha val="60000"/>
              </a:srgbClr>
            </a:outerShdw>
          </a:effectLst>
        </p:spPr>
      </p:sp>
      <p:sp>
        <p:nvSpPr>
          <p:cNvPr id="12" name="abox1"/>
          <p:cNvSpPr/>
          <p:nvPr/>
        </p:nvSpPr>
        <p:spPr>
          <a:xfrm>
            <a:off x="3035300" y="2590800"/>
            <a:ext cx="1968500" cy="1663700"/>
          </a:xfrm>
          <a:prstGeom prst="roundRect">
            <a:avLst>
              <a:gd name="adj" fmla="val 3298"/>
            </a:avLst>
          </a:prstGeom>
          <a:solidFill>
            <a:srgbClr val="10294A">
              <a:alpha val="70000"/>
            </a:srgbClr>
          </a:solidFill>
          <a:ln w="19050">
            <a:solidFill>
              <a:srgbClr val="FF4F6E"/>
            </a:solidFill>
            <a:prstDash val="solid"/>
          </a:ln>
          <a:effectLst>
            <a:outerShdw sx="100000" sy="100000" kx="0" ky="0" algn="bl" rotWithShape="0" blurRad="114300" dist="50800" dir="5400000">
              <a:srgbClr val="FF4F6E">
                <a:alpha val="55000"/>
              </a:srgbClr>
            </a:outerShdw>
          </a:effectLst>
        </p:spPr>
      </p:sp>
      <p:pic>
        <p:nvPicPr>
          <p:cNvPr id="13" name="ashot1" descr="He resets the Facebook password">    </p:cNvPr>
          <p:cNvPicPr>
            <a:picLocks noChangeAspect="1"/>
          </p:cNvPicPr>
          <p:nvPr/>
        </p:nvPicPr>
        <p:blipFill>
          <a:blip r:embed="rId3"/>
          <a:stretch>
            <a:fillRect/>
          </a:stretch>
        </p:blipFill>
        <p:spPr>
          <a:xfrm>
            <a:off x="3409950" y="2641600"/>
            <a:ext cx="1219200" cy="1231900"/>
          </a:xfrm>
          <a:prstGeom prst="rect">
            <a:avLst/>
          </a:prstGeom>
        </p:spPr>
      </p:pic>
      <p:sp>
        <p:nvSpPr>
          <p:cNvPr id="14" name="acap1"/>
          <p:cNvSpPr txBox="1"/>
          <p:nvPr/>
        </p:nvSpPr>
        <p:spPr>
          <a:xfrm>
            <a:off x="3098800" y="38989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He resets the Facebook password</a:t>
            </a:r>
            <a:endParaRPr lang="en-US" sz="1100" dirty="0"/>
          </a:p>
        </p:txBody>
      </p:sp>
      <p:sp>
        <p:nvSpPr>
          <p:cNvPr id="15" name="anum1"/>
          <p:cNvSpPr/>
          <p:nvPr/>
        </p:nvSpPr>
        <p:spPr>
          <a:xfrm>
            <a:off x="3086100" y="2641600"/>
            <a:ext cx="254000" cy="254000"/>
          </a:xfrm>
          <a:prstGeom prst="roundRect">
            <a:avLst>
              <a:gd name="adj" fmla="val 180000"/>
            </a:avLst>
          </a:prstGeom>
          <a:solidFill>
            <a:srgbClr val="FF4F6E"/>
          </a:solidFill>
          <a:ln/>
          <a:effectLst>
            <a:outerShdw sx="100000" sy="100000" kx="0" ky="0" algn="bl" rotWithShape="0" blurRad="114300" dist="50800" dir="5400000">
              <a:srgbClr val="FF4F6E">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02</a:t>
            </a:r>
            <a:endParaRPr lang="en-US" sz="1100" dirty="0"/>
          </a:p>
        </p:txBody>
      </p:sp>
      <p:sp>
        <p:nvSpPr>
          <p:cNvPr id="16" name="aarr1"/>
          <p:cNvSpPr/>
          <p:nvPr/>
        </p:nvSpPr>
        <p:spPr>
          <a:xfrm>
            <a:off x="5029200" y="3327400"/>
            <a:ext cx="203200" cy="190500"/>
          </a:xfrm>
          <a:prstGeom prst="rightArrow">
            <a:avLst/>
          </a:prstGeom>
          <a:solidFill>
            <a:srgbClr val="FF4F6E"/>
          </a:solidFill>
          <a:ln/>
          <a:effectLst>
            <a:outerShdw sx="100000" sy="100000" kx="0" ky="0" algn="bl" rotWithShape="0" blurRad="114300" dist="50800" dir="5400000">
              <a:srgbClr val="FF4F6E">
                <a:alpha val="60000"/>
              </a:srgbClr>
            </a:outerShdw>
          </a:effectLst>
        </p:spPr>
      </p:sp>
      <p:sp>
        <p:nvSpPr>
          <p:cNvPr id="17" name="abox2"/>
          <p:cNvSpPr/>
          <p:nvPr/>
        </p:nvSpPr>
        <p:spPr>
          <a:xfrm>
            <a:off x="5257800" y="2590800"/>
            <a:ext cx="1968500" cy="1663700"/>
          </a:xfrm>
          <a:prstGeom prst="roundRect">
            <a:avLst>
              <a:gd name="adj" fmla="val 3298"/>
            </a:avLst>
          </a:prstGeom>
          <a:solidFill>
            <a:srgbClr val="10294A">
              <a:alpha val="70000"/>
            </a:srgbClr>
          </a:solidFill>
          <a:ln w="19050">
            <a:solidFill>
              <a:srgbClr val="FF4F6E"/>
            </a:solidFill>
            <a:prstDash val="solid"/>
          </a:ln>
          <a:effectLst>
            <a:outerShdw sx="100000" sy="100000" kx="0" ky="0" algn="bl" rotWithShape="0" blurRad="114300" dist="50800" dir="5400000">
              <a:srgbClr val="FF4F6E">
                <a:alpha val="55000"/>
              </a:srgbClr>
            </a:outerShdw>
          </a:effectLst>
        </p:spPr>
      </p:sp>
      <p:pic>
        <p:nvPicPr>
          <p:cNvPr id="18" name="ashot2" descr="Recovery email and phone are swapped">    </p:cNvPr>
          <p:cNvPicPr>
            <a:picLocks noChangeAspect="1"/>
          </p:cNvPicPr>
          <p:nvPr/>
        </p:nvPicPr>
        <p:blipFill>
          <a:blip r:embed="rId4"/>
          <a:stretch>
            <a:fillRect/>
          </a:stretch>
        </p:blipFill>
        <p:spPr>
          <a:xfrm>
            <a:off x="5636020" y="2641600"/>
            <a:ext cx="1212060" cy="1231900"/>
          </a:xfrm>
          <a:prstGeom prst="rect">
            <a:avLst/>
          </a:prstGeom>
        </p:spPr>
      </p:pic>
      <p:sp>
        <p:nvSpPr>
          <p:cNvPr id="19" name="acap2"/>
          <p:cNvSpPr txBox="1"/>
          <p:nvPr/>
        </p:nvSpPr>
        <p:spPr>
          <a:xfrm>
            <a:off x="5321300" y="38989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Recovery email and phone are swapped</a:t>
            </a:r>
            <a:endParaRPr lang="en-US" sz="1100" dirty="0"/>
          </a:p>
        </p:txBody>
      </p:sp>
      <p:sp>
        <p:nvSpPr>
          <p:cNvPr id="20" name="anum2"/>
          <p:cNvSpPr/>
          <p:nvPr/>
        </p:nvSpPr>
        <p:spPr>
          <a:xfrm>
            <a:off x="5308600" y="2641600"/>
            <a:ext cx="254000" cy="254000"/>
          </a:xfrm>
          <a:prstGeom prst="roundRect">
            <a:avLst>
              <a:gd name="adj" fmla="val 180000"/>
            </a:avLst>
          </a:prstGeom>
          <a:solidFill>
            <a:srgbClr val="FF4F6E"/>
          </a:solidFill>
          <a:ln/>
          <a:effectLst>
            <a:outerShdw sx="100000" sy="100000" kx="0" ky="0" algn="bl" rotWithShape="0" blurRad="114300" dist="50800" dir="5400000">
              <a:srgbClr val="FF4F6E">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03</a:t>
            </a:r>
            <a:endParaRPr lang="en-US" sz="1100" dirty="0"/>
          </a:p>
        </p:txBody>
      </p:sp>
      <p:sp>
        <p:nvSpPr>
          <p:cNvPr id="21" name="slab"/>
          <p:cNvSpPr txBox="1"/>
          <p:nvPr/>
        </p:nvSpPr>
        <p:spPr>
          <a:xfrm>
            <a:off x="812800" y="4356100"/>
            <a:ext cx="6413500" cy="190500"/>
          </a:xfrm>
          <a:prstGeom prst="rect">
            <a:avLst/>
          </a:prstGeom>
          <a:noFill/>
          <a:ln/>
        </p:spPr>
        <p:txBody>
          <a:bodyPr wrap="square" lIns="0" tIns="0" rIns="0" bIns="0" rtlCol="0" anchor="t"/>
          <a:lstStyle/>
          <a:p>
            <a:pPr algn="l" indent="0" marL="0">
              <a:buNone/>
            </a:pPr>
            <a:r>
              <a:rPr lang="en-US" sz="1150" b="1" spc="300" kern="0" dirty="0">
                <a:solidFill>
                  <a:srgbClr val="3FF0FF"/>
                </a:solidFill>
                <a:latin typeface="Consolas" pitchFamily="34" charset="0"/>
                <a:ea typeface="Consolas" pitchFamily="34" charset="-122"/>
                <a:cs typeface="Consolas" pitchFamily="34" charset="-120"/>
              </a:rPr>
              <a:t>GUARDIANS IN THE WAY · WHAT STOPS ME</a:t>
            </a:r>
            <a:endParaRPr lang="en-US" sz="1150" dirty="0"/>
          </a:p>
        </p:txBody>
      </p:sp>
      <p:sp>
        <p:nvSpPr>
          <p:cNvPr id="22" name="sbox0"/>
          <p:cNvSpPr/>
          <p:nvPr/>
        </p:nvSpPr>
        <p:spPr>
          <a:xfrm>
            <a:off x="812800" y="4584700"/>
            <a:ext cx="1968500" cy="1663700"/>
          </a:xfrm>
          <a:prstGeom prst="roundRect">
            <a:avLst>
              <a:gd name="adj" fmla="val 3298"/>
            </a:avLst>
          </a:prstGeom>
          <a:solidFill>
            <a:srgbClr val="0A1A2E">
              <a:alpha val="70000"/>
            </a:srgbClr>
          </a:solidFill>
          <a:ln w="19050">
            <a:solidFill>
              <a:srgbClr val="3FF0FF"/>
            </a:solidFill>
            <a:prstDash val="solid"/>
          </a:ln>
          <a:effectLst>
            <a:outerShdw sx="100000" sy="100000" kx="0" ky="0" algn="bl" rotWithShape="0" blurRad="114300" dist="50800" dir="5400000">
              <a:srgbClr val="FF4F6E">
                <a:alpha val="55000"/>
              </a:srgbClr>
            </a:outerShdw>
          </a:effectLst>
        </p:spPr>
      </p:sp>
      <p:pic>
        <p:nvPicPr>
          <p:cNvPr id="23" name="sshot0" descr="2FA with an app or a security key">    </p:cNvPr>
          <p:cNvPicPr>
            <a:picLocks noChangeAspect="1"/>
          </p:cNvPicPr>
          <p:nvPr/>
        </p:nvPicPr>
        <p:blipFill>
          <a:blip r:embed="rId5"/>
          <a:stretch>
            <a:fillRect/>
          </a:stretch>
        </p:blipFill>
        <p:spPr>
          <a:xfrm>
            <a:off x="1224549" y="4635500"/>
            <a:ext cx="1145002" cy="1231900"/>
          </a:xfrm>
          <a:prstGeom prst="rect">
            <a:avLst/>
          </a:prstGeom>
        </p:spPr>
      </p:pic>
      <p:sp>
        <p:nvSpPr>
          <p:cNvPr id="24" name="scap0"/>
          <p:cNvSpPr txBox="1"/>
          <p:nvPr/>
        </p:nvSpPr>
        <p:spPr>
          <a:xfrm>
            <a:off x="876300" y="58928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2FA with an app or a security key</a:t>
            </a:r>
            <a:endParaRPr lang="en-US" sz="1100" dirty="0"/>
          </a:p>
        </p:txBody>
      </p:sp>
      <p:sp>
        <p:nvSpPr>
          <p:cNvPr id="25" name="snum0"/>
          <p:cNvSpPr/>
          <p:nvPr/>
        </p:nvSpPr>
        <p:spPr>
          <a:xfrm>
            <a:off x="863600" y="4635500"/>
            <a:ext cx="254000" cy="254000"/>
          </a:xfrm>
          <a:prstGeom prst="roundRect">
            <a:avLst>
              <a:gd name="adj" fmla="val 180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01</a:t>
            </a:r>
            <a:endParaRPr lang="en-US" sz="1100" dirty="0"/>
          </a:p>
        </p:txBody>
      </p:sp>
      <p:sp>
        <p:nvSpPr>
          <p:cNvPr id="26" name="sarr0"/>
          <p:cNvSpPr/>
          <p:nvPr/>
        </p:nvSpPr>
        <p:spPr>
          <a:xfrm>
            <a:off x="2806700" y="5321300"/>
            <a:ext cx="203200" cy="190500"/>
          </a:xfrm>
          <a:prstGeom prst="rightArrow">
            <a:avLst/>
          </a:prstGeom>
          <a:solidFill>
            <a:srgbClr val="3FF0FF"/>
          </a:solidFill>
          <a:ln/>
          <a:effectLst>
            <a:outerShdw sx="100000" sy="100000" kx="0" ky="0" algn="bl" rotWithShape="0" blurRad="114300" dist="50800" dir="5400000">
              <a:srgbClr val="3FF0FF">
                <a:alpha val="60000"/>
              </a:srgbClr>
            </a:outerShdw>
          </a:effectLst>
        </p:spPr>
      </p:sp>
      <p:sp>
        <p:nvSpPr>
          <p:cNvPr id="27" name="sbox1"/>
          <p:cNvSpPr/>
          <p:nvPr/>
        </p:nvSpPr>
        <p:spPr>
          <a:xfrm>
            <a:off x="3035300" y="4584700"/>
            <a:ext cx="1968500" cy="1663700"/>
          </a:xfrm>
          <a:prstGeom prst="roundRect">
            <a:avLst>
              <a:gd name="adj" fmla="val 3298"/>
            </a:avLst>
          </a:prstGeom>
          <a:solidFill>
            <a:srgbClr val="0A1A2E">
              <a:alpha val="70000"/>
            </a:srgbClr>
          </a:solidFill>
          <a:ln w="19050">
            <a:solidFill>
              <a:srgbClr val="3FF0FF"/>
            </a:solidFill>
            <a:prstDash val="solid"/>
          </a:ln>
          <a:effectLst>
            <a:outerShdw sx="100000" sy="100000" kx="0" ky="0" algn="bl" rotWithShape="0" blurRad="114300" dist="50800" dir="5400000">
              <a:srgbClr val="FF4F6E">
                <a:alpha val="55000"/>
              </a:srgbClr>
            </a:outerShdw>
          </a:effectLst>
        </p:spPr>
      </p:sp>
      <p:pic>
        <p:nvPicPr>
          <p:cNvPr id="28" name="sshot1" descr="Login alerts + “Where you’re logged in”">    </p:cNvPr>
          <p:cNvPicPr>
            <a:picLocks noChangeAspect="1"/>
          </p:cNvPicPr>
          <p:nvPr/>
        </p:nvPicPr>
        <p:blipFill>
          <a:blip r:embed="rId6"/>
          <a:stretch>
            <a:fillRect/>
          </a:stretch>
        </p:blipFill>
        <p:spPr>
          <a:xfrm>
            <a:off x="3440643" y="4635500"/>
            <a:ext cx="1157814" cy="1231900"/>
          </a:xfrm>
          <a:prstGeom prst="rect">
            <a:avLst/>
          </a:prstGeom>
        </p:spPr>
      </p:pic>
      <p:sp>
        <p:nvSpPr>
          <p:cNvPr id="29" name="scap1"/>
          <p:cNvSpPr txBox="1"/>
          <p:nvPr/>
        </p:nvSpPr>
        <p:spPr>
          <a:xfrm>
            <a:off x="3098800" y="58928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Login alerts + “Where you’re logged in”</a:t>
            </a:r>
            <a:endParaRPr lang="en-US" sz="1100" dirty="0"/>
          </a:p>
        </p:txBody>
      </p:sp>
      <p:sp>
        <p:nvSpPr>
          <p:cNvPr id="30" name="snum1"/>
          <p:cNvSpPr/>
          <p:nvPr/>
        </p:nvSpPr>
        <p:spPr>
          <a:xfrm>
            <a:off x="3086100" y="4635500"/>
            <a:ext cx="254000" cy="254000"/>
          </a:xfrm>
          <a:prstGeom prst="roundRect">
            <a:avLst>
              <a:gd name="adj" fmla="val 180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02</a:t>
            </a:r>
            <a:endParaRPr lang="en-US" sz="1100" dirty="0"/>
          </a:p>
        </p:txBody>
      </p:sp>
      <p:sp>
        <p:nvSpPr>
          <p:cNvPr id="31" name="sarr1"/>
          <p:cNvSpPr/>
          <p:nvPr/>
        </p:nvSpPr>
        <p:spPr>
          <a:xfrm>
            <a:off x="5029200" y="5321300"/>
            <a:ext cx="203200" cy="190500"/>
          </a:xfrm>
          <a:prstGeom prst="rightArrow">
            <a:avLst/>
          </a:prstGeom>
          <a:solidFill>
            <a:srgbClr val="3FF0FF"/>
          </a:solidFill>
          <a:ln/>
          <a:effectLst>
            <a:outerShdw sx="100000" sy="100000" kx="0" ky="0" algn="bl" rotWithShape="0" blurRad="114300" dist="50800" dir="5400000">
              <a:srgbClr val="3FF0FF">
                <a:alpha val="60000"/>
              </a:srgbClr>
            </a:outerShdw>
          </a:effectLst>
        </p:spPr>
      </p:sp>
      <p:sp>
        <p:nvSpPr>
          <p:cNvPr id="32" name="sbox2"/>
          <p:cNvSpPr/>
          <p:nvPr/>
        </p:nvSpPr>
        <p:spPr>
          <a:xfrm>
            <a:off x="5257800" y="4584700"/>
            <a:ext cx="1968500" cy="1663700"/>
          </a:xfrm>
          <a:prstGeom prst="roundRect">
            <a:avLst>
              <a:gd name="adj" fmla="val 3298"/>
            </a:avLst>
          </a:prstGeom>
          <a:solidFill>
            <a:srgbClr val="0A1A2E">
              <a:alpha val="70000"/>
            </a:srgbClr>
          </a:solidFill>
          <a:ln w="19050">
            <a:solidFill>
              <a:srgbClr val="3FF0FF"/>
            </a:solidFill>
            <a:prstDash val="solid"/>
          </a:ln>
          <a:effectLst>
            <a:outerShdw sx="100000" sy="100000" kx="0" ky="0" algn="bl" rotWithShape="0" blurRad="114300" dist="50800" dir="5400000">
              <a:srgbClr val="FF4F6E">
                <a:alpha val="55000"/>
              </a:srgbClr>
            </a:outerShdw>
          </a:effectLst>
        </p:spPr>
      </p:sp>
      <p:pic>
        <p:nvPicPr>
          <p:cNvPr id="33" name="sshot2" descr="Keep recovery email and phone up to date">    </p:cNvPr>
          <p:cNvPicPr>
            <a:picLocks noChangeAspect="1"/>
          </p:cNvPicPr>
          <p:nvPr/>
        </p:nvPicPr>
        <p:blipFill>
          <a:blip r:embed="rId7"/>
          <a:stretch>
            <a:fillRect/>
          </a:stretch>
        </p:blipFill>
        <p:spPr>
          <a:xfrm>
            <a:off x="5666364" y="4635500"/>
            <a:ext cx="1151372" cy="1231900"/>
          </a:xfrm>
          <a:prstGeom prst="rect">
            <a:avLst/>
          </a:prstGeom>
        </p:spPr>
      </p:pic>
      <p:sp>
        <p:nvSpPr>
          <p:cNvPr id="34" name="scap2"/>
          <p:cNvSpPr txBox="1"/>
          <p:nvPr/>
        </p:nvSpPr>
        <p:spPr>
          <a:xfrm>
            <a:off x="5321300" y="58928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Keep recovery email and phone up to date</a:t>
            </a:r>
            <a:endParaRPr lang="en-US" sz="1100" dirty="0"/>
          </a:p>
        </p:txBody>
      </p:sp>
      <p:sp>
        <p:nvSpPr>
          <p:cNvPr id="35" name="snum2"/>
          <p:cNvSpPr/>
          <p:nvPr/>
        </p:nvSpPr>
        <p:spPr>
          <a:xfrm>
            <a:off x="5308600" y="4635500"/>
            <a:ext cx="254000" cy="254000"/>
          </a:xfrm>
          <a:prstGeom prst="roundRect">
            <a:avLst>
              <a:gd name="adj" fmla="val 180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03</a:t>
            </a:r>
            <a:endParaRPr lang="en-US" sz="1100" dirty="0"/>
          </a:p>
        </p:txBody>
      </p:sp>
      <p:sp>
        <p:nvSpPr>
          <p:cNvPr id="36" name="tmlab"/>
          <p:cNvSpPr txBox="1"/>
          <p:nvPr/>
        </p:nvSpPr>
        <p:spPr>
          <a:xfrm>
            <a:off x="7734300" y="1892300"/>
            <a:ext cx="3644900" cy="190500"/>
          </a:xfrm>
          <a:prstGeom prst="rect">
            <a:avLst/>
          </a:prstGeom>
          <a:noFill/>
          <a:ln/>
        </p:spPr>
        <p:txBody>
          <a:bodyPr wrap="square" lIns="0" tIns="0" rIns="0" bIns="0" rtlCol="0" anchor="t"/>
          <a:lstStyle/>
          <a:p>
            <a:pPr algn="ctr" indent="0" marL="0">
              <a:buNone/>
            </a:pPr>
            <a:r>
              <a:rPr lang="en-US" sz="1150" b="1" spc="300" kern="0" dirty="0">
                <a:solidFill>
                  <a:srgbClr val="FF4F6E"/>
                </a:solidFill>
                <a:latin typeface="Consolas" pitchFamily="34" charset="0"/>
                <a:ea typeface="Consolas" pitchFamily="34" charset="-122"/>
                <a:cs typeface="Consolas" pitchFamily="34" charset="-120"/>
              </a:rPr>
              <a:t>THREAT LEVEL</a:t>
            </a:r>
            <a:endParaRPr lang="en-US" sz="1150" dirty="0"/>
          </a:p>
        </p:txBody>
      </p:sp>
      <p:pic>
        <p:nvPicPr>
          <p:cNvPr id="37" name="gauge" descr="Threat level gauge">    </p:cNvPr>
          <p:cNvPicPr>
            <a:picLocks noChangeAspect="1"/>
          </p:cNvPicPr>
          <p:nvPr/>
        </p:nvPicPr>
        <p:blipFill>
          <a:blip r:embed="rId8"/>
          <a:stretch>
            <a:fillRect/>
          </a:stretch>
        </p:blipFill>
        <p:spPr>
          <a:xfrm>
            <a:off x="8350250" y="2133600"/>
            <a:ext cx="2413000" cy="1397000"/>
          </a:xfrm>
          <a:prstGeom prst="rect">
            <a:avLst/>
          </a:prstGeom>
        </p:spPr>
      </p:pic>
      <p:pic>
        <p:nvPicPr>
          <p:cNvPr id="38" name="needle" descr="/tmp/claude-0/-home-user-bangladesh-crime-monitor/cb82e52d-05bf-5acf-9e17-5b7416beecee/scratchpad/animppt/holo/needle.png">    </p:cNvPr>
          <p:cNvPicPr>
            <a:picLocks noChangeAspect="1"/>
          </p:cNvPicPr>
          <p:nvPr/>
        </p:nvPicPr>
        <p:blipFill>
          <a:blip r:embed="rId9"/>
          <a:stretch>
            <a:fillRect/>
          </a:stretch>
        </p:blipFill>
        <p:spPr>
          <a:xfrm>
            <a:off x="8477250" y="2324100"/>
            <a:ext cx="2159000" cy="2159000"/>
          </a:xfrm>
          <a:prstGeom prst="rect">
            <a:avLst/>
          </a:prstGeom>
        </p:spPr>
      </p:pic>
      <p:sp>
        <p:nvSpPr>
          <p:cNvPr id="39" name="tmBad"/>
          <p:cNvSpPr txBox="1"/>
          <p:nvPr/>
        </p:nvSpPr>
        <p:spPr>
          <a:xfrm>
            <a:off x="7734300" y="3556000"/>
            <a:ext cx="3644900" cy="254000"/>
          </a:xfrm>
          <a:prstGeom prst="rect">
            <a:avLst/>
          </a:prstGeom>
          <a:noFill/>
          <a:ln/>
        </p:spPr>
        <p:txBody>
          <a:bodyPr wrap="square" lIns="0" tIns="0" rIns="0" bIns="0" rtlCol="0" anchor="t"/>
          <a:lstStyle/>
          <a:p>
            <a:pPr algn="ctr" indent="0" marL="0">
              <a:buNone/>
            </a:pPr>
            <a:r>
              <a:rPr lang="en-US" sz="1300" b="1" dirty="0">
                <a:solidFill>
                  <a:srgbClr val="FF4F6E"/>
                </a:solidFill>
                <a:latin typeface="Segoe UI" pitchFamily="34" charset="0"/>
                <a:ea typeface="Segoe UI" pitchFamily="34" charset="-122"/>
                <a:cs typeface="Segoe UI" pitchFamily="34" charset="-120"/>
              </a:rPr>
              <a:t>NO GUARDIANS: CRITICAL</a:t>
            </a:r>
            <a:endParaRPr lang="en-US" sz="1300" dirty="0"/>
          </a:p>
        </p:txBody>
      </p:sp>
      <p:sp>
        <p:nvSpPr>
          <p:cNvPr id="40" name="tmGood"/>
          <p:cNvSpPr txBox="1"/>
          <p:nvPr/>
        </p:nvSpPr>
        <p:spPr>
          <a:xfrm>
            <a:off x="7734300" y="3556000"/>
            <a:ext cx="3644900" cy="254000"/>
          </a:xfrm>
          <a:prstGeom prst="rect">
            <a:avLst/>
          </a:prstGeom>
          <a:noFill/>
          <a:ln/>
        </p:spPr>
        <p:txBody>
          <a:bodyPr wrap="square" lIns="0" tIns="0" rIns="0" bIns="0" rtlCol="0" anchor="t"/>
          <a:lstStyle/>
          <a:p>
            <a:pPr algn="ctr" indent="0" marL="0">
              <a:buNone/>
            </a:pPr>
            <a:r>
              <a:rPr lang="en-US" sz="1300" b="1" dirty="0">
                <a:solidFill>
                  <a:srgbClr val="FF4F6E"/>
                </a:solidFill>
                <a:latin typeface="Segoe UI" pitchFamily="34" charset="0"/>
                <a:ea typeface="Segoe UI" pitchFamily="34" charset="-122"/>
                <a:cs typeface="Segoe UI" pitchFamily="34" charset="-120"/>
              </a:rPr>
              <a:t>WITH GUARDIANS: 16/25 · SOFT TARGET</a:t>
            </a:r>
            <a:endParaRPr lang="en-US" sz="1300" dirty="0"/>
          </a:p>
        </p:txBody>
      </p:sp>
      <p:sp>
        <p:nvSpPr>
          <p:cNvPr id="41" name="rdlab"/>
          <p:cNvSpPr txBox="1"/>
          <p:nvPr/>
        </p:nvSpPr>
        <p:spPr>
          <a:xfrm>
            <a:off x="7734300" y="3873500"/>
            <a:ext cx="3644900" cy="190500"/>
          </a:xfrm>
          <a:prstGeom prst="rect">
            <a:avLst/>
          </a:prstGeom>
          <a:noFill/>
          <a:ln/>
        </p:spPr>
        <p:txBody>
          <a:bodyPr wrap="square" lIns="0" tIns="0" rIns="0" bIns="0" rtlCol="0" anchor="t"/>
          <a:lstStyle/>
          <a:p>
            <a:pPr algn="ctr" indent="0" marL="0">
              <a:buNone/>
            </a:pPr>
            <a:r>
              <a:rPr lang="en-US" sz="1150" b="1" spc="300" kern="0" dirty="0">
                <a:solidFill>
                  <a:srgbClr val="FF4F6E"/>
                </a:solidFill>
                <a:latin typeface="Consolas" pitchFamily="34" charset="0"/>
                <a:ea typeface="Consolas" pitchFamily="34" charset="-122"/>
                <a:cs typeface="Consolas" pitchFamily="34" charset="-120"/>
              </a:rPr>
              <a:t>GUARDIAN RADAR · 16 / 25</a:t>
            </a:r>
            <a:endParaRPr lang="en-US" sz="1150" dirty="0"/>
          </a:p>
        </p:txBody>
      </p:sp>
      <p:pic>
        <p:nvPicPr>
          <p:cNvPr id="42" name="rgrid" descr="Security radar">    </p:cNvPr>
          <p:cNvPicPr>
            <a:picLocks noChangeAspect="1"/>
          </p:cNvPicPr>
          <p:nvPr/>
        </p:nvPicPr>
        <p:blipFill>
          <a:blip r:embed="rId10"/>
          <a:stretch>
            <a:fillRect/>
          </a:stretch>
        </p:blipFill>
        <p:spPr>
          <a:xfrm>
            <a:off x="8413750" y="4064000"/>
            <a:ext cx="2286000" cy="1778000"/>
          </a:xfrm>
          <a:prstGeom prst="rect">
            <a:avLst/>
          </a:prstGeom>
        </p:spPr>
      </p:pic>
      <p:pic>
        <p:nvPicPr>
          <p:cNvPr id="43" name="rshape" descr="/tmp/claude-0/-home-user-bangladesh-crime-monitor/cb82e52d-05bf-5acf-9e17-5b7416beecee/scratchpad/animppt/holo/radar_shape_door-fb.png">    </p:cNvPr>
          <p:cNvPicPr>
            <a:picLocks noChangeAspect="1"/>
          </p:cNvPicPr>
          <p:nvPr/>
        </p:nvPicPr>
        <p:blipFill>
          <a:blip r:embed="rId11"/>
          <a:stretch>
            <a:fillRect/>
          </a:stretch>
        </p:blipFill>
        <p:spPr>
          <a:xfrm>
            <a:off x="8413750" y="4064000"/>
            <a:ext cx="2286000" cy="1778000"/>
          </a:xfrm>
          <a:prstGeom prst="rect">
            <a:avLst/>
          </a:prstGeom>
        </p:spPr>
      </p:pic>
      <p:sp>
        <p:nvSpPr>
          <p:cNvPr id="44" name="fix"/>
          <p:cNvSpPr/>
          <p:nvPr/>
        </p:nvSpPr>
        <p:spPr>
          <a:xfrm>
            <a:off x="7734300" y="5816600"/>
            <a:ext cx="3644900" cy="520700"/>
          </a:xfrm>
          <a:prstGeom prst="roundRect">
            <a:avLst>
              <a:gd name="adj" fmla="val 21073"/>
            </a:avLst>
          </a:prstGeom>
          <a:solidFill>
            <a:srgbClr val="3FF0FF"/>
          </a:solidFill>
          <a:ln/>
          <a:effectLst>
            <a:outerShdw sx="100000" sy="100000" kx="0" ky="0" algn="bl" rotWithShape="0" blurRad="114300" dist="50800" dir="5400000">
              <a:srgbClr val="3FF0FF">
                <a:alpha val="45000"/>
              </a:srgbClr>
            </a:outerShdw>
          </a:effectLst>
        </p:spPr>
        <p:txBody>
          <a:bodyPr wrap="square" lIns="63500" tIns="63500" rIns="63500" bIns="63500" rtlCol="0" anchor="ctr"/>
          <a:lstStyle/>
          <a:p>
            <a:pPr algn="l" indent="0" marL="0">
              <a:buNone/>
            </a:pPr>
            <a:r>
              <a:rPr lang="en-US" sz="1100" b="1" dirty="0">
                <a:solidFill>
                  <a:srgbClr val="06101E"/>
                </a:solidFill>
                <a:latin typeface="Segoe UI" pitchFamily="34" charset="0"/>
                <a:ea typeface="Segoe UI" pitchFamily="34" charset="-122"/>
                <a:cs typeface="Segoe UI" pitchFamily="34" charset="-120"/>
              </a:rPr>
              <a:t>Guardian to add: </a:t>
            </a:r>
            <a:pPr algn="l" indent="0" marL="0">
              <a:buNone/>
            </a:pPr>
            <a:r>
              <a:rPr lang="en-US" sz="1100" dirty="0">
                <a:solidFill>
                  <a:srgbClr val="06101E"/>
                </a:solidFill>
                <a:latin typeface="Segoe UI" pitchFamily="34" charset="0"/>
                <a:ea typeface="Segoe UI" pitchFamily="34" charset="-122"/>
                <a:cs typeface="Segoe UI" pitchFamily="34" charset="-120"/>
              </a:rPr>
              <a:t>a 48-hour wait before a new email, phone number or 2FA change takes effect</a:t>
            </a:r>
            <a:endParaRPr lang="en-US" sz="1100" dirty="0"/>
          </a:p>
        </p:txBody>
      </p:sp>
      <p:pic>
        <p:nvPicPr>
          <p:cNvPr id="45" name="hud" descr="/tmp/claude-0/-home-user-bangladesh-crime-monitor/cb82e52d-05bf-5acf-9e17-5b7416beecee/scratchpad/animppt/holo/hacker/hud.png">    </p:cNvPr>
          <p:cNvPicPr>
            <a:picLocks noChangeAspect="1"/>
          </p:cNvPicPr>
          <p:nvPr/>
        </p:nvPicPr>
        <p:blipFill>
          <a:blip r:embed="rId12"/>
          <a:stretch>
            <a:fillRect/>
          </a:stretch>
        </p:blipFill>
        <p:spPr>
          <a:xfrm>
            <a:off x="0" y="0"/>
            <a:ext cx="12191695" cy="6858000"/>
          </a:xfrm>
          <a:prstGeom prst="rect">
            <a:avLst/>
          </a:prstGeom>
        </p:spPr>
      </p:pic>
      <p:pic>
        <p:nvPicPr>
          <p:cNvPr id="46" name="hudring" descr="/tmp/claude-0/-home-user-bangladesh-crime-monitor/cb82e52d-05bf-5acf-9e17-5b7416beecee/scratchpad/animppt/holo/hacker/ring.png">    </p:cNvPr>
          <p:cNvPicPr>
            <a:picLocks noChangeAspect="1"/>
          </p:cNvPicPr>
          <p:nvPr/>
        </p:nvPicPr>
        <p:blipFill>
          <a:blip r:embed="rId13"/>
          <a:stretch>
            <a:fillRect/>
          </a:stretch>
        </p:blipFill>
        <p:spPr>
          <a:xfrm>
            <a:off x="11125200" y="152400"/>
            <a:ext cx="952500" cy="952500"/>
          </a:xfrm>
          <a:prstGeom prst="rect">
            <a:avLst/>
          </a:prstGeom>
        </p:spPr>
      </p:pic>
      <p:pic>
        <p:nvPicPr>
          <p:cNvPr id="47" name="scanbar" descr="/tmp/claude-0/-home-user-bangladesh-crime-monitor/cb82e52d-05bf-5acf-9e17-5b7416beecee/scratchpad/animppt/holo/hacker/scan.png">    </p:cNvPr>
          <p:cNvPicPr>
            <a:picLocks noChangeAspect="1"/>
          </p:cNvPicPr>
          <p:nvPr/>
        </p:nvPicPr>
        <p:blipFill>
          <a:blip r:embed="rId14"/>
          <a:stretch>
            <a:fillRect/>
          </a:stretch>
        </p:blipFill>
        <p:spPr>
          <a:xfrm>
            <a:off x="0" y="0"/>
            <a:ext cx="12191695" cy="381000"/>
          </a:xfrm>
          <a:prstGeom prst="rect">
            <a:avLst/>
          </a:prstGeom>
        </p:spPr>
      </p:pic>
    </p:spTree>
  </p:cSld>
  <p:clrMapOvr>
    <a:masterClrMapping/>
  </p:clrMapOvr>
  <p:transition spd="med">
    <p:push dir="u"/>
  </p:transition>
  <p:timing>
    <p:tnLst>
      <p:par>
        <p:cTn id="1" dur="indefinite" restart="never" nodeType="tmRoot">
          <p:childTnLst>
            <p:seq concurrent="1" nextAc="seek">
              <p:cTn id="2" dur="indefinite" nodeType="mainSeq">
                <p:childTnLst>
                  <p:par>
                    <p:cTn id="215" fill="hold">
                      <p:stCondLst>
                        <p:cond delay="indefinite"/>
                        <p:cond evt="onBegin" delay="0">
                          <p:tn val="2"/>
                        </p:cond>
                      </p:stCondLst>
                      <p:childTnLst>
                        <p:par>
                          <p:cTn id="216" fill="hold">
                            <p:stCondLst>
                              <p:cond delay="0"/>
                            </p:stCondLst>
                            <p:childTnLst>
                              <p:par>
                                <p:cTn id="6" presetID="22" presetClass="entr" presetSubtype="1"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wipe(down)">
                                      <p:cBhvr>
                                        <p:cTn id="4" dur="400"/>
                                        <p:tgtEl>
                                          <p:spTgt spid="3"/>
                                        </p:tgtEl>
                                      </p:cBhvr>
                                    </p:animEffect>
                                    <p:animEffect transition="in" filter="fade">
                                      <p:cBhvr>
                                        <p:cTn id="5" dur="400"/>
                                        <p:tgtEl>
                                          <p:spTgt spid="3"/>
                                        </p:tgtEl>
                                      </p:cBhvr>
                                    </p:animEffect>
                                  </p:childTnLst>
                                </p:cTn>
                              </p:par>
                              <p:par>
                                <p:cTn id="9" presetID="10" presetClass="entr" presetSubtype="0" fill="hold" grpId="0" nodeType="withEffect">
                                  <p:stCondLst>
                                    <p:cond delay="0"/>
                                  </p:stCondLst>
                                  <p:childTnLst>
                                    <p:set>
                                      <p:cBhvr>
                                        <p:cTn id="7" dur="1" fill="hold">
                                          <p:stCondLst>
                                            <p:cond delay="0"/>
                                          </p:stCondLst>
                                        </p:cTn>
                                        <p:tgtEl>
                                          <p:spTgt spid="45"/>
                                        </p:tgtEl>
                                        <p:attrNameLst>
                                          <p:attrName>style.visibility</p:attrName>
                                        </p:attrNameLst>
                                      </p:cBhvr>
                                      <p:to>
                                        <p:strVal val="visible"/>
                                      </p:to>
                                    </p:set>
                                    <p:animEffect transition="in" filter="fade">
                                      <p:cBhvr>
                                        <p:cTn id="8" dur="500"/>
                                        <p:tgtEl>
                                          <p:spTgt spid="45"/>
                                        </p:tgtEl>
                                      </p:cBhvr>
                                    </p:animEffect>
                                  </p:childTnLst>
                                </p:cTn>
                              </p:par>
                              <p:par>
                                <p:cTn id="12" presetID="10" presetClass="entr" presetSubtype="0" fill="hold" grpId="0" nodeType="with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fade">
                                      <p:cBhvr>
                                        <p:cTn id="11" dur="500"/>
                                        <p:tgtEl>
                                          <p:spTgt spid="46"/>
                                        </p:tgtEl>
                                      </p:cBhvr>
                                    </p:animEffect>
                                  </p:childTnLst>
                                </p:cTn>
                              </p:par>
                              <p:par>
                                <p:cTn id="16" presetID="22" presetClass="entr" presetSubtype="1" fill="hold" grpId="0" nodeType="withEffect">
                                  <p:stCondLst>
                                    <p:cond delay="10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600"/>
                                        <p:tgtEl>
                                          <p:spTgt spid="4"/>
                                        </p:tgtEl>
                                      </p:cBhvr>
                                    </p:animEffect>
                                    <p:animEffect transition="in" filter="fade">
                                      <p:cBhvr>
                                        <p:cTn id="15" dur="600"/>
                                        <p:tgtEl>
                                          <p:spTgt spid="4"/>
                                        </p:tgtEl>
                                      </p:cBhvr>
                                    </p:animEffect>
                                  </p:childTnLst>
                                </p:cTn>
                              </p:par>
                              <p:par>
                                <p:cTn id="18" presetID="0" presetClass="path" presetSubtype="0" fill="hold" grpId="0" nodeType="withEffect" repeatCount="indefinite">
                                  <p:stCondLst>
                                    <p:cond delay="300"/>
                                  </p:stCondLst>
                                  <p:childTnLst>
                                    <p:animMotion origin="layout" path="M 0 0 L 0 1 E" pathEditMode="relative" ptsTypes="AA">
                                      <p:cBhvr>
                                        <p:cTn id="17" dur="5200" fill="hold"/>
                                        <p:tgtEl>
                                          <p:spTgt spid="47"/>
                                        </p:tgtEl>
                                        <p:attrNameLst>
                                          <p:attrName>ppt_x</p:attrName>
                                          <p:attrName>ppt_y</p:attrName>
                                        </p:attrNameLst>
                                      </p:cBhvr>
                                    </p:animMotion>
                                  </p:childTnLst>
                                </p:cTn>
                              </p:par>
                              <p:par>
                                <p:cTn id="22" presetID="22" presetClass="entr" presetSubtype="1" fill="hold" grpId="0" nodeType="withEffect">
                                  <p:stCondLst>
                                    <p:cond delay="500"/>
                                  </p:stCondLst>
                                  <p:childTnLst>
                                    <p:set>
                                      <p:cBhvr>
                                        <p:cTn id="19" dur="1" fill="hold">
                                          <p:stCondLst>
                                            <p:cond delay="0"/>
                                          </p:stCondLst>
                                        </p:cTn>
                                        <p:tgtEl>
                                          <p:spTgt spid="5"/>
                                        </p:tgtEl>
                                        <p:attrNameLst>
                                          <p:attrName>style.visibility</p:attrName>
                                        </p:attrNameLst>
                                      </p:cBhvr>
                                      <p:to>
                                        <p:strVal val="visible"/>
                                      </p:to>
                                    </p:set>
                                    <p:animEffect transition="in" filter="wipe(down)">
                                      <p:cBhvr>
                                        <p:cTn id="20" dur="500"/>
                                        <p:tgtEl>
                                          <p:spTgt spid="5"/>
                                        </p:tgtEl>
                                      </p:cBhvr>
                                    </p:animEffect>
                                    <p:animEffect transition="in" filter="fade">
                                      <p:cBhvr>
                                        <p:cTn id="21" dur="500"/>
                                        <p:tgtEl>
                                          <p:spTgt spid="5"/>
                                        </p:tgtEl>
                                      </p:cBhvr>
                                    </p:animEffect>
                                  </p:childTnLst>
                                </p:cTn>
                              </p:par>
                              <p:par>
                                <p:cTn id="24" presetID="8" presetClass="emph" presetSubtype="0" fill="hold" grpId="1" nodeType="withEffect" repeatCount="indefinite">
                                  <p:stCondLst>
                                    <p:cond delay="500"/>
                                  </p:stCondLst>
                                  <p:childTnLst>
                                    <p:animRot by="21600000">
                                      <p:cBhvr>
                                        <p:cTn id="23" dur="16000" fill="hold"/>
                                        <p:tgtEl>
                                          <p:spTgt spid="46"/>
                                        </p:tgtEl>
                                        <p:attrNameLst>
                                          <p:attrName>r</p:attrName>
                                        </p:attrNameLst>
                                      </p:cBhvr>
                                    </p:animRot>
                                  </p:childTnLst>
                                </p:cTn>
                              </p:par>
                              <p:par>
                                <p:cTn id="28" presetID="22" presetClass="entr" presetSubtype="1" fill="hold" grpId="0" nodeType="withEffect">
                                  <p:stCondLst>
                                    <p:cond delay="600"/>
                                  </p:stCondLst>
                                  <p:childTnLst>
                                    <p:set>
                                      <p:cBhvr>
                                        <p:cTn id="25" dur="1" fill="hold">
                                          <p:stCondLst>
                                            <p:cond delay="0"/>
                                          </p:stCondLst>
                                        </p:cTn>
                                        <p:tgtEl>
                                          <p:spTgt spid="36"/>
                                        </p:tgtEl>
                                        <p:attrNameLst>
                                          <p:attrName>style.visibility</p:attrName>
                                        </p:attrNameLst>
                                      </p:cBhvr>
                                      <p:to>
                                        <p:strVal val="visible"/>
                                      </p:to>
                                    </p:set>
                                    <p:animEffect transition="in" filter="wipe(down)">
                                      <p:cBhvr>
                                        <p:cTn id="26" dur="450"/>
                                        <p:tgtEl>
                                          <p:spTgt spid="36"/>
                                        </p:tgtEl>
                                      </p:cBhvr>
                                    </p:animEffect>
                                    <p:animEffect transition="in" filter="fade">
                                      <p:cBhvr>
                                        <p:cTn id="27" dur="450"/>
                                        <p:tgtEl>
                                          <p:spTgt spid="36"/>
                                        </p:tgtEl>
                                      </p:cBhvr>
                                    </p:animEffect>
                                  </p:childTnLst>
                                </p:cTn>
                              </p:par>
                              <p:par>
                                <p:cTn id="32" presetID="22" presetClass="entr" presetSubtype="1" fill="hold" grpId="0" nodeType="withEffect">
                                  <p:stCondLst>
                                    <p:cond delay="700"/>
                                  </p:stCondLst>
                                  <p:childTnLst>
                                    <p:set>
                                      <p:cBhvr>
                                        <p:cTn id="29" dur="1" fill="hold">
                                          <p:stCondLst>
                                            <p:cond delay="0"/>
                                          </p:stCondLst>
                                        </p:cTn>
                                        <p:tgtEl>
                                          <p:spTgt spid="37"/>
                                        </p:tgtEl>
                                        <p:attrNameLst>
                                          <p:attrName>style.visibility</p:attrName>
                                        </p:attrNameLst>
                                      </p:cBhvr>
                                      <p:to>
                                        <p:strVal val="visible"/>
                                      </p:to>
                                    </p:set>
                                    <p:animEffect transition="in" filter="wipe(down)">
                                      <p:cBhvr>
                                        <p:cTn id="30" dur="600"/>
                                        <p:tgtEl>
                                          <p:spTgt spid="37"/>
                                        </p:tgtEl>
                                      </p:cBhvr>
                                    </p:animEffect>
                                    <p:animEffect transition="in" filter="fade">
                                      <p:cBhvr>
                                        <p:cTn id="31" dur="600"/>
                                        <p:tgtEl>
                                          <p:spTgt spid="37"/>
                                        </p:tgtEl>
                                      </p:cBhvr>
                                    </p:animEffect>
                                  </p:childTnLst>
                                </p:cTn>
                              </p:par>
                              <p:par>
                                <p:cTn id="34" presetID="0" presetClass="path" presetSubtype="0" fill="hold" grpId="1" nodeType="withEffect" autoRev="1" repeatCount="3000">
                                  <p:stCondLst>
                                    <p:cond delay="750"/>
                                  </p:stCondLst>
                                  <p:childTnLst>
                                    <p:animMotion origin="layout" path="M 0 0 L 0.008 0 E" pathEditMode="relative" ptsTypes="AA">
                                      <p:cBhvr>
                                        <p:cTn id="33" dur="45" fill="hold"/>
                                        <p:tgtEl>
                                          <p:spTgt spid="4"/>
                                        </p:tgtEl>
                                        <p:attrNameLst>
                                          <p:attrName>ppt_x</p:attrName>
                                          <p:attrName>ppt_y</p:attrName>
                                        </p:attrNameLst>
                                      </p:cBhvr>
                                    </p:animMotion>
                                  </p:childTnLst>
                                </p:cTn>
                              </p:par>
                              <p:par>
                                <p:cTn id="38" presetID="22" presetClass="entr" presetSubtype="1" fill="hold" grpId="0" nodeType="withEffect">
                                  <p:stCondLst>
                                    <p:cond delay="1000"/>
                                  </p:stCondLst>
                                  <p:childTnLst>
                                    <p:set>
                                      <p:cBhvr>
                                        <p:cTn id="35" dur="1" fill="hold">
                                          <p:stCondLst>
                                            <p:cond delay="0"/>
                                          </p:stCondLst>
                                        </p:cTn>
                                        <p:tgtEl>
                                          <p:spTgt spid="6"/>
                                        </p:tgtEl>
                                        <p:attrNameLst>
                                          <p:attrName>style.visibility</p:attrName>
                                        </p:attrNameLst>
                                      </p:cBhvr>
                                      <p:to>
                                        <p:strVal val="visible"/>
                                      </p:to>
                                    </p:set>
                                    <p:animEffect transition="in" filter="wipe(down)">
                                      <p:cBhvr>
                                        <p:cTn id="36" dur="450"/>
                                        <p:tgtEl>
                                          <p:spTgt spid="6"/>
                                        </p:tgtEl>
                                      </p:cBhvr>
                                    </p:animEffect>
                                    <p:animEffect transition="in" filter="fade">
                                      <p:cBhvr>
                                        <p:cTn id="37" dur="450"/>
                                        <p:tgtEl>
                                          <p:spTgt spid="6"/>
                                        </p:tgtEl>
                                      </p:cBhvr>
                                    </p:animEffect>
                                  </p:childTnLst>
                                </p:cTn>
                              </p:par>
                              <p:par>
                                <p:cTn id="43" presetID="53" presetClass="entr" presetSubtype="16" fill="hold" grpId="0" nodeType="withEffect">
                                  <p:stCondLst>
                                    <p:cond delay="1000"/>
                                  </p:stCondLst>
                                  <p:childTnLst>
                                    <p:set>
                                      <p:cBhvr>
                                        <p:cTn id="39" dur="1" fill="hold">
                                          <p:stCondLst>
                                            <p:cond delay="0"/>
                                          </p:stCondLst>
                                        </p:cTn>
                                        <p:tgtEl>
                                          <p:spTgt spid="38"/>
                                        </p:tgtEl>
                                        <p:attrNameLst>
                                          <p:attrName>style.visibility</p:attrName>
                                        </p:attrNameLst>
                                      </p:cBhvr>
                                      <p:to>
                                        <p:strVal val="visible"/>
                                      </p:to>
                                    </p:set>
                                    <p:anim calcmode="lin" valueType="num">
                                      <p:cBhvr additive="base">
                                        <p:cTn id="40" dur="400" fill="hold"/>
                                        <p:tgtEl>
                                          <p:spTgt spid="38"/>
                                        </p:tgtEl>
                                        <p:attrNameLst>
                                          <p:attrName>ppt_w</p:attrName>
                                        </p:attrNameLst>
                                      </p:cBhvr>
                                      <p:tavLst>
                                        <p:tav tm="0">
                                          <p:val>
                                            <p:strVal val="0"/>
                                          </p:val>
                                        </p:tav>
                                        <p:tav tm="100000">
                                          <p:val>
                                            <p:strVal val="#ppt_w"/>
                                          </p:val>
                                        </p:tav>
                                      </p:tavLst>
                                    </p:anim>
                                    <p:anim calcmode="lin" valueType="num">
                                      <p:cBhvr additive="base">
                                        <p:cTn id="41" dur="400" fill="hold"/>
                                        <p:tgtEl>
                                          <p:spTgt spid="38"/>
                                        </p:tgtEl>
                                        <p:attrNameLst>
                                          <p:attrName>ppt_h</p:attrName>
                                        </p:attrNameLst>
                                      </p:cBhvr>
                                      <p:tavLst>
                                        <p:tav tm="0">
                                          <p:val>
                                            <p:strVal val="0"/>
                                          </p:val>
                                        </p:tav>
                                        <p:tav tm="100000">
                                          <p:val>
                                            <p:strVal val="#ppt_h"/>
                                          </p:val>
                                        </p:tav>
                                      </p:tavLst>
                                    </p:anim>
                                    <p:animEffect transition="in" filter="fade">
                                      <p:cBhvr>
                                        <p:cTn id="42" dur="400"/>
                                        <p:tgtEl>
                                          <p:spTgt spid="38"/>
                                        </p:tgtEl>
                                      </p:cBhvr>
                                    </p:animEffect>
                                  </p:childTnLst>
                                </p:cTn>
                              </p:par>
                              <p:par>
                                <p:cTn id="45" presetID="0" presetClass="path" presetSubtype="0" fill="hold" grpId="1" nodeType="withEffect" autoRev="1" repeatCount="3000">
                                  <p:stCondLst>
                                    <p:cond delay="1050"/>
                                  </p:stCondLst>
                                  <p:childTnLst>
                                    <p:animMotion origin="layout" path="M 0 0 L 0.008 0 E" pathEditMode="relative" ptsTypes="AA">
                                      <p:cBhvr>
                                        <p:cTn id="44" dur="40" fill="hold"/>
                                        <p:tgtEl>
                                          <p:spTgt spid="5"/>
                                        </p:tgtEl>
                                        <p:attrNameLst>
                                          <p:attrName>ppt_x</p:attrName>
                                          <p:attrName>ppt_y</p:attrName>
                                        </p:attrNameLst>
                                      </p:cBhvr>
                                    </p:animMotion>
                                  </p:childTnLst>
                                </p:cTn>
                              </p:par>
                              <p:par>
                                <p:cTn id="49" presetID="22" presetClass="entr" presetSubtype="1" fill="hold" grpId="0" nodeType="withEffect">
                                  <p:stCondLst>
                                    <p:cond delay="1200"/>
                                  </p:stCondLst>
                                  <p:childTnLst>
                                    <p:set>
                                      <p:cBhvr>
                                        <p:cTn id="46" dur="1" fill="hold">
                                          <p:stCondLst>
                                            <p:cond delay="0"/>
                                          </p:stCondLst>
                                        </p:cTn>
                                        <p:tgtEl>
                                          <p:spTgt spid="41"/>
                                        </p:tgtEl>
                                        <p:attrNameLst>
                                          <p:attrName>style.visibility</p:attrName>
                                        </p:attrNameLst>
                                      </p:cBhvr>
                                      <p:to>
                                        <p:strVal val="visible"/>
                                      </p:to>
                                    </p:set>
                                    <p:animEffect transition="in" filter="wipe(down)">
                                      <p:cBhvr>
                                        <p:cTn id="47" dur="450"/>
                                        <p:tgtEl>
                                          <p:spTgt spid="41"/>
                                        </p:tgtEl>
                                      </p:cBhvr>
                                    </p:animEffect>
                                    <p:animEffect transition="in" filter="fade">
                                      <p:cBhvr>
                                        <p:cTn id="48" dur="450"/>
                                        <p:tgtEl>
                                          <p:spTgt spid="41"/>
                                        </p:tgtEl>
                                      </p:cBhvr>
                                    </p:animEffect>
                                  </p:childTnLst>
                                </p:cTn>
                              </p:par>
                              <p:par>
                                <p:cTn id="53" presetID="22" presetClass="entr" presetSubtype="1" fill="hold" grpId="0" nodeType="withEffect">
                                  <p:stCondLst>
                                    <p:cond delay="1300"/>
                                  </p:stCondLst>
                                  <p:childTnLst>
                                    <p:set>
                                      <p:cBhvr>
                                        <p:cTn id="50" dur="1" fill="hold">
                                          <p:stCondLst>
                                            <p:cond delay="0"/>
                                          </p:stCondLst>
                                        </p:cTn>
                                        <p:tgtEl>
                                          <p:spTgt spid="7"/>
                                        </p:tgtEl>
                                        <p:attrNameLst>
                                          <p:attrName>style.visibility</p:attrName>
                                        </p:attrNameLst>
                                      </p:cBhvr>
                                      <p:to>
                                        <p:strVal val="visible"/>
                                      </p:to>
                                    </p:set>
                                    <p:animEffect transition="in" filter="wipe(down)">
                                      <p:cBhvr>
                                        <p:cTn id="51" dur="450"/>
                                        <p:tgtEl>
                                          <p:spTgt spid="7"/>
                                        </p:tgtEl>
                                      </p:cBhvr>
                                    </p:animEffect>
                                    <p:animEffect transition="in" filter="fade">
                                      <p:cBhvr>
                                        <p:cTn id="52" dur="450"/>
                                        <p:tgtEl>
                                          <p:spTgt spid="7"/>
                                        </p:tgtEl>
                                      </p:cBhvr>
                                    </p:animEffect>
                                  </p:childTnLst>
                                </p:cTn>
                              </p:par>
                              <p:par>
                                <p:cTn id="57" presetID="22" presetClass="entr" presetSubtype="1" fill="hold" grpId="0" nodeType="withEffect">
                                  <p:stCondLst>
                                    <p:cond delay="1300"/>
                                  </p:stCondLst>
                                  <p:childTnLst>
                                    <p:set>
                                      <p:cBhvr>
                                        <p:cTn id="54" dur="1" fill="hold">
                                          <p:stCondLst>
                                            <p:cond delay="0"/>
                                          </p:stCondLst>
                                        </p:cTn>
                                        <p:tgtEl>
                                          <p:spTgt spid="42"/>
                                        </p:tgtEl>
                                        <p:attrNameLst>
                                          <p:attrName>style.visibility</p:attrName>
                                        </p:attrNameLst>
                                      </p:cBhvr>
                                      <p:to>
                                        <p:strVal val="visible"/>
                                      </p:to>
                                    </p:set>
                                    <p:animEffect transition="in" filter="wipe(down)">
                                      <p:cBhvr>
                                        <p:cTn id="55" dur="600"/>
                                        <p:tgtEl>
                                          <p:spTgt spid="42"/>
                                        </p:tgtEl>
                                      </p:cBhvr>
                                    </p:animEffect>
                                    <p:animEffect transition="in" filter="fade">
                                      <p:cBhvr>
                                        <p:cTn id="56" dur="600"/>
                                        <p:tgtEl>
                                          <p:spTgt spid="42"/>
                                        </p:tgtEl>
                                      </p:cBhvr>
                                    </p:animEffect>
                                  </p:childTnLst>
                                </p:cTn>
                              </p:par>
                              <p:par>
                                <p:cTn id="62" presetID="53" presetClass="entr" presetSubtype="16" fill="hold" grpId="0" nodeType="withEffect">
                                  <p:stCondLst>
                                    <p:cond delay="1400"/>
                                  </p:stCondLst>
                                  <p:childTnLst>
                                    <p:set>
                                      <p:cBhvr>
                                        <p:cTn id="58" dur="1" fill="hold">
                                          <p:stCondLst>
                                            <p:cond delay="0"/>
                                          </p:stCondLst>
                                        </p:cTn>
                                        <p:tgtEl>
                                          <p:spTgt spid="10"/>
                                        </p:tgtEl>
                                        <p:attrNameLst>
                                          <p:attrName>style.visibility</p:attrName>
                                        </p:attrNameLst>
                                      </p:cBhvr>
                                      <p:to>
                                        <p:strVal val="visible"/>
                                      </p:to>
                                    </p:set>
                                    <p:anim calcmode="lin" valueType="num">
                                      <p:cBhvr additive="base">
                                        <p:cTn id="59" dur="350" fill="hold"/>
                                        <p:tgtEl>
                                          <p:spTgt spid="10"/>
                                        </p:tgtEl>
                                        <p:attrNameLst>
                                          <p:attrName>ppt_w</p:attrName>
                                        </p:attrNameLst>
                                      </p:cBhvr>
                                      <p:tavLst>
                                        <p:tav tm="0">
                                          <p:val>
                                            <p:strVal val="0"/>
                                          </p:val>
                                        </p:tav>
                                        <p:tav tm="100000">
                                          <p:val>
                                            <p:strVal val="#ppt_w"/>
                                          </p:val>
                                        </p:tav>
                                      </p:tavLst>
                                    </p:anim>
                                    <p:anim calcmode="lin" valueType="num">
                                      <p:cBhvr additive="base">
                                        <p:cTn id="60" dur="350" fill="hold"/>
                                        <p:tgtEl>
                                          <p:spTgt spid="10"/>
                                        </p:tgtEl>
                                        <p:attrNameLst>
                                          <p:attrName>ppt_h</p:attrName>
                                        </p:attrNameLst>
                                      </p:cBhvr>
                                      <p:tavLst>
                                        <p:tav tm="0">
                                          <p:val>
                                            <p:strVal val="0"/>
                                          </p:val>
                                        </p:tav>
                                        <p:tav tm="100000">
                                          <p:val>
                                            <p:strVal val="#ppt_h"/>
                                          </p:val>
                                        </p:tav>
                                      </p:tavLst>
                                    </p:anim>
                                    <p:animEffect transition="in" filter="fade">
                                      <p:cBhvr>
                                        <p:cTn id="61" dur="350"/>
                                        <p:tgtEl>
                                          <p:spTgt spid="10"/>
                                        </p:tgtEl>
                                      </p:cBhvr>
                                    </p:animEffect>
                                  </p:childTnLst>
                                </p:cTn>
                              </p:par>
                              <p:par>
                                <p:cTn id="66" presetID="22" presetClass="entr" presetSubtype="1" fill="hold" grpId="0" nodeType="withEffect">
                                  <p:stCondLst>
                                    <p:cond delay="1450"/>
                                  </p:stCondLst>
                                  <p:childTnLst>
                                    <p:set>
                                      <p:cBhvr>
                                        <p:cTn id="63" dur="1" fill="hold">
                                          <p:stCondLst>
                                            <p:cond delay="0"/>
                                          </p:stCondLst>
                                        </p:cTn>
                                        <p:tgtEl>
                                          <p:spTgt spid="8"/>
                                        </p:tgtEl>
                                        <p:attrNameLst>
                                          <p:attrName>style.visibility</p:attrName>
                                        </p:attrNameLst>
                                      </p:cBhvr>
                                      <p:to>
                                        <p:strVal val="visible"/>
                                      </p:to>
                                    </p:set>
                                    <p:animEffect transition="in" filter="wipe(down)">
                                      <p:cBhvr>
                                        <p:cTn id="64" dur="600"/>
                                        <p:tgtEl>
                                          <p:spTgt spid="8"/>
                                        </p:tgtEl>
                                      </p:cBhvr>
                                    </p:animEffect>
                                    <p:animEffect transition="in" filter="fade">
                                      <p:cBhvr>
                                        <p:cTn id="65" dur="600"/>
                                        <p:tgtEl>
                                          <p:spTgt spid="8"/>
                                        </p:tgtEl>
                                      </p:cBhvr>
                                    </p:animEffect>
                                  </p:childTnLst>
                                </p:cTn>
                              </p:par>
                              <p:par>
                                <p:cTn id="70" presetID="22" presetClass="entr" presetSubtype="1" fill="hold" grpId="0" nodeType="withEffect">
                                  <p:stCondLst>
                                    <p:cond delay="1500"/>
                                  </p:stCondLst>
                                  <p:childTnLst>
                                    <p:set>
                                      <p:cBhvr>
                                        <p:cTn id="67" dur="1" fill="hold">
                                          <p:stCondLst>
                                            <p:cond delay="0"/>
                                          </p:stCondLst>
                                        </p:cTn>
                                        <p:tgtEl>
                                          <p:spTgt spid="9"/>
                                        </p:tgtEl>
                                        <p:attrNameLst>
                                          <p:attrName>style.visibility</p:attrName>
                                        </p:attrNameLst>
                                      </p:cBhvr>
                                      <p:to>
                                        <p:strVal val="visible"/>
                                      </p:to>
                                    </p:set>
                                    <p:animEffect transition="in" filter="wipe(down)">
                                      <p:cBhvr>
                                        <p:cTn id="68" dur="450"/>
                                        <p:tgtEl>
                                          <p:spTgt spid="9"/>
                                        </p:tgtEl>
                                      </p:cBhvr>
                                    </p:animEffect>
                                    <p:animEffect transition="in" filter="fade">
                                      <p:cBhvr>
                                        <p:cTn id="69" dur="450"/>
                                        <p:tgtEl>
                                          <p:spTgt spid="9"/>
                                        </p:tgtEl>
                                      </p:cBhvr>
                                    </p:animEffect>
                                  </p:childTnLst>
                                </p:cTn>
                              </p:par>
                              <p:par>
                                <p:cTn id="75" presetID="53" presetClass="entr" presetSubtype="16" fill="hold" grpId="0" nodeType="withEffect">
                                  <p:stCondLst>
                                    <p:cond delay="1800"/>
                                  </p:stCondLst>
                                  <p:childTnLst>
                                    <p:set>
                                      <p:cBhvr>
                                        <p:cTn id="71" dur="1" fill="hold">
                                          <p:stCondLst>
                                            <p:cond delay="0"/>
                                          </p:stCondLst>
                                        </p:cTn>
                                        <p:tgtEl>
                                          <p:spTgt spid="43"/>
                                        </p:tgtEl>
                                        <p:attrNameLst>
                                          <p:attrName>style.visibility</p:attrName>
                                        </p:attrNameLst>
                                      </p:cBhvr>
                                      <p:to>
                                        <p:strVal val="visible"/>
                                      </p:to>
                                    </p:set>
                                    <p:anim calcmode="lin" valueType="num">
                                      <p:cBhvr additive="base">
                                        <p:cTn id="72" dur="900" fill="hold"/>
                                        <p:tgtEl>
                                          <p:spTgt spid="43"/>
                                        </p:tgtEl>
                                        <p:attrNameLst>
                                          <p:attrName>ppt_w</p:attrName>
                                        </p:attrNameLst>
                                      </p:cBhvr>
                                      <p:tavLst>
                                        <p:tav tm="0">
                                          <p:val>
                                            <p:strVal val="0"/>
                                          </p:val>
                                        </p:tav>
                                        <p:tav tm="100000">
                                          <p:val>
                                            <p:strVal val="#ppt_w"/>
                                          </p:val>
                                        </p:tav>
                                      </p:tavLst>
                                    </p:anim>
                                    <p:anim calcmode="lin" valueType="num">
                                      <p:cBhvr additive="base">
                                        <p:cTn id="73" dur="900" fill="hold"/>
                                        <p:tgtEl>
                                          <p:spTgt spid="43"/>
                                        </p:tgtEl>
                                        <p:attrNameLst>
                                          <p:attrName>ppt_h</p:attrName>
                                        </p:attrNameLst>
                                      </p:cBhvr>
                                      <p:tavLst>
                                        <p:tav tm="0">
                                          <p:val>
                                            <p:strVal val="0"/>
                                          </p:val>
                                        </p:tav>
                                        <p:tav tm="100000">
                                          <p:val>
                                            <p:strVal val="#ppt_h"/>
                                          </p:val>
                                        </p:tav>
                                      </p:tavLst>
                                    </p:anim>
                                    <p:animEffect transition="in" filter="fade">
                                      <p:cBhvr>
                                        <p:cTn id="74" dur="900"/>
                                        <p:tgtEl>
                                          <p:spTgt spid="43"/>
                                        </p:tgtEl>
                                      </p:cBhvr>
                                    </p:animEffect>
                                  </p:childTnLst>
                                </p:cTn>
                              </p:par>
                              <p:par>
                                <p:cTn id="77" presetID="0" presetClass="path" presetSubtype="0" fill="hold" grpId="1" nodeType="withEffect" autoRev="1" repeatCount="4000">
                                  <p:stCondLst>
                                    <p:cond delay="2080"/>
                                  </p:stCondLst>
                                  <p:childTnLst>
                                    <p:animMotion origin="layout" path="M 0 0 L 0.008 0 E" pathEditMode="relative" ptsTypes="AA">
                                      <p:cBhvr>
                                        <p:cTn id="76" dur="40" fill="hold"/>
                                        <p:tgtEl>
                                          <p:spTgt spid="8"/>
                                        </p:tgtEl>
                                        <p:attrNameLst>
                                          <p:attrName>ppt_x</p:attrName>
                                          <p:attrName>ppt_y</p:attrName>
                                        </p:attrNameLst>
                                      </p:cBhvr>
                                    </p:animMotion>
                                  </p:childTnLst>
                                </p:cTn>
                              </p:par>
                              <p:par>
                                <p:cTn id="80" presetID="22" presetClass="entr" presetSubtype="8" fill="hold" grpId="0" nodeType="withEffect">
                                  <p:stCondLst>
                                    <p:cond delay="2500"/>
                                  </p:stCondLst>
                                  <p:childTnLst>
                                    <p:set>
                                      <p:cBhvr>
                                        <p:cTn id="78" dur="1" fill="hold">
                                          <p:stCondLst>
                                            <p:cond delay="0"/>
                                          </p:stCondLst>
                                        </p:cTn>
                                        <p:tgtEl>
                                          <p:spTgt spid="11"/>
                                        </p:tgtEl>
                                        <p:attrNameLst>
                                          <p:attrName>style.visibility</p:attrName>
                                        </p:attrNameLst>
                                      </p:cBhvr>
                                      <p:to>
                                        <p:strVal val="visible"/>
                                      </p:to>
                                    </p:set>
                                    <p:animEffect transition="in" filter="wipe(left)">
                                      <p:cBhvr>
                                        <p:cTn id="79" dur="300"/>
                                        <p:tgtEl>
                                          <p:spTgt spid="11"/>
                                        </p:tgtEl>
                                      </p:cBhvr>
                                    </p:animEffect>
                                  </p:childTnLst>
                                </p:cTn>
                              </p:par>
                              <p:par>
                                <p:cTn id="84" presetID="22" presetClass="entr" presetSubtype="1" fill="hold" grpId="0" nodeType="withEffect">
                                  <p:stCondLst>
                                    <p:cond delay="3100"/>
                                  </p:stCondLst>
                                  <p:childTnLst>
                                    <p:set>
                                      <p:cBhvr>
                                        <p:cTn id="81" dur="1" fill="hold">
                                          <p:stCondLst>
                                            <p:cond delay="0"/>
                                          </p:stCondLst>
                                        </p:cTn>
                                        <p:tgtEl>
                                          <p:spTgt spid="12"/>
                                        </p:tgtEl>
                                        <p:attrNameLst>
                                          <p:attrName>style.visibility</p:attrName>
                                        </p:attrNameLst>
                                      </p:cBhvr>
                                      <p:to>
                                        <p:strVal val="visible"/>
                                      </p:to>
                                    </p:set>
                                    <p:animEffect transition="in" filter="wipe(down)">
                                      <p:cBhvr>
                                        <p:cTn id="82" dur="450"/>
                                        <p:tgtEl>
                                          <p:spTgt spid="12"/>
                                        </p:tgtEl>
                                      </p:cBhvr>
                                    </p:animEffect>
                                    <p:animEffect transition="in" filter="fade">
                                      <p:cBhvr>
                                        <p:cTn id="83" dur="450"/>
                                        <p:tgtEl>
                                          <p:spTgt spid="12"/>
                                        </p:tgtEl>
                                      </p:cBhvr>
                                    </p:animEffect>
                                  </p:childTnLst>
                                </p:cTn>
                              </p:par>
                              <p:par>
                                <p:cTn id="89" presetID="53" presetClass="entr" presetSubtype="16" fill="hold" grpId="0" nodeType="withEffect">
                                  <p:stCondLst>
                                    <p:cond delay="3200"/>
                                  </p:stCondLst>
                                  <p:childTnLst>
                                    <p:set>
                                      <p:cBhvr>
                                        <p:cTn id="85" dur="1" fill="hold">
                                          <p:stCondLst>
                                            <p:cond delay="0"/>
                                          </p:stCondLst>
                                        </p:cTn>
                                        <p:tgtEl>
                                          <p:spTgt spid="15"/>
                                        </p:tgtEl>
                                        <p:attrNameLst>
                                          <p:attrName>style.visibility</p:attrName>
                                        </p:attrNameLst>
                                      </p:cBhvr>
                                      <p:to>
                                        <p:strVal val="visible"/>
                                      </p:to>
                                    </p:set>
                                    <p:anim calcmode="lin" valueType="num">
                                      <p:cBhvr additive="base">
                                        <p:cTn id="86" dur="350" fill="hold"/>
                                        <p:tgtEl>
                                          <p:spTgt spid="15"/>
                                        </p:tgtEl>
                                        <p:attrNameLst>
                                          <p:attrName>ppt_w</p:attrName>
                                        </p:attrNameLst>
                                      </p:cBhvr>
                                      <p:tavLst>
                                        <p:tav tm="0">
                                          <p:val>
                                            <p:strVal val="0"/>
                                          </p:val>
                                        </p:tav>
                                        <p:tav tm="100000">
                                          <p:val>
                                            <p:strVal val="#ppt_w"/>
                                          </p:val>
                                        </p:tav>
                                      </p:tavLst>
                                    </p:anim>
                                    <p:anim calcmode="lin" valueType="num">
                                      <p:cBhvr additive="base">
                                        <p:cTn id="87" dur="350" fill="hold"/>
                                        <p:tgtEl>
                                          <p:spTgt spid="15"/>
                                        </p:tgtEl>
                                        <p:attrNameLst>
                                          <p:attrName>ppt_h</p:attrName>
                                        </p:attrNameLst>
                                      </p:cBhvr>
                                      <p:tavLst>
                                        <p:tav tm="0">
                                          <p:val>
                                            <p:strVal val="0"/>
                                          </p:val>
                                        </p:tav>
                                        <p:tav tm="100000">
                                          <p:val>
                                            <p:strVal val="#ppt_h"/>
                                          </p:val>
                                        </p:tav>
                                      </p:tavLst>
                                    </p:anim>
                                    <p:animEffect transition="in" filter="fade">
                                      <p:cBhvr>
                                        <p:cTn id="88" dur="350"/>
                                        <p:tgtEl>
                                          <p:spTgt spid="15"/>
                                        </p:tgtEl>
                                      </p:cBhvr>
                                    </p:animEffect>
                                  </p:childTnLst>
                                </p:cTn>
                              </p:par>
                              <p:par>
                                <p:cTn id="93" presetID="22" presetClass="entr" presetSubtype="1" fill="hold" grpId="0" nodeType="withEffect">
                                  <p:stCondLst>
                                    <p:cond delay="3250"/>
                                  </p:stCondLst>
                                  <p:childTnLst>
                                    <p:set>
                                      <p:cBhvr>
                                        <p:cTn id="90" dur="1" fill="hold">
                                          <p:stCondLst>
                                            <p:cond delay="0"/>
                                          </p:stCondLst>
                                        </p:cTn>
                                        <p:tgtEl>
                                          <p:spTgt spid="13"/>
                                        </p:tgtEl>
                                        <p:attrNameLst>
                                          <p:attrName>style.visibility</p:attrName>
                                        </p:attrNameLst>
                                      </p:cBhvr>
                                      <p:to>
                                        <p:strVal val="visible"/>
                                      </p:to>
                                    </p:set>
                                    <p:animEffect transition="in" filter="wipe(down)">
                                      <p:cBhvr>
                                        <p:cTn id="91" dur="600"/>
                                        <p:tgtEl>
                                          <p:spTgt spid="13"/>
                                        </p:tgtEl>
                                      </p:cBhvr>
                                    </p:animEffect>
                                    <p:animEffect transition="in" filter="fade">
                                      <p:cBhvr>
                                        <p:cTn id="92" dur="600"/>
                                        <p:tgtEl>
                                          <p:spTgt spid="13"/>
                                        </p:tgtEl>
                                      </p:cBhvr>
                                    </p:animEffect>
                                  </p:childTnLst>
                                </p:cTn>
                              </p:par>
                              <p:par>
                                <p:cTn id="97" presetID="22" presetClass="entr" presetSubtype="1" fill="hold" grpId="0" nodeType="withEffect">
                                  <p:stCondLst>
                                    <p:cond delay="3300"/>
                                  </p:stCondLst>
                                  <p:childTnLst>
                                    <p:set>
                                      <p:cBhvr>
                                        <p:cTn id="94" dur="1" fill="hold">
                                          <p:stCondLst>
                                            <p:cond delay="0"/>
                                          </p:stCondLst>
                                        </p:cTn>
                                        <p:tgtEl>
                                          <p:spTgt spid="14"/>
                                        </p:tgtEl>
                                        <p:attrNameLst>
                                          <p:attrName>style.visibility</p:attrName>
                                        </p:attrNameLst>
                                      </p:cBhvr>
                                      <p:to>
                                        <p:strVal val="visible"/>
                                      </p:to>
                                    </p:set>
                                    <p:animEffect transition="in" filter="wipe(down)">
                                      <p:cBhvr>
                                        <p:cTn id="95" dur="450"/>
                                        <p:tgtEl>
                                          <p:spTgt spid="14"/>
                                        </p:tgtEl>
                                      </p:cBhvr>
                                    </p:animEffect>
                                    <p:animEffect transition="in" filter="fade">
                                      <p:cBhvr>
                                        <p:cTn id="96" dur="450"/>
                                        <p:tgtEl>
                                          <p:spTgt spid="14"/>
                                        </p:tgtEl>
                                      </p:cBhvr>
                                    </p:animEffect>
                                  </p:childTnLst>
                                </p:cTn>
                              </p:par>
                              <p:par>
                                <p:cTn id="99" presetID="0" presetClass="path" presetSubtype="0" fill="hold" grpId="1" nodeType="withEffect" autoRev="1" repeatCount="4000">
                                  <p:stCondLst>
                                    <p:cond delay="3880"/>
                                  </p:stCondLst>
                                  <p:childTnLst>
                                    <p:animMotion origin="layout" path="M 0 0 L 0.008 0 E" pathEditMode="relative" ptsTypes="AA">
                                      <p:cBhvr>
                                        <p:cTn id="98" dur="40" fill="hold"/>
                                        <p:tgtEl>
                                          <p:spTgt spid="13"/>
                                        </p:tgtEl>
                                        <p:attrNameLst>
                                          <p:attrName>ppt_x</p:attrName>
                                          <p:attrName>ppt_y</p:attrName>
                                        </p:attrNameLst>
                                      </p:cBhvr>
                                    </p:animMotion>
                                  </p:childTnLst>
                                </p:cTn>
                              </p:par>
                              <p:par>
                                <p:cTn id="102" presetID="22" presetClass="entr" presetSubtype="8" fill="hold" grpId="0" nodeType="withEffect">
                                  <p:stCondLst>
                                    <p:cond delay="4300"/>
                                  </p:stCondLst>
                                  <p:childTnLst>
                                    <p:set>
                                      <p:cBhvr>
                                        <p:cTn id="100" dur="1" fill="hold">
                                          <p:stCondLst>
                                            <p:cond delay="0"/>
                                          </p:stCondLst>
                                        </p:cTn>
                                        <p:tgtEl>
                                          <p:spTgt spid="16"/>
                                        </p:tgtEl>
                                        <p:attrNameLst>
                                          <p:attrName>style.visibility</p:attrName>
                                        </p:attrNameLst>
                                      </p:cBhvr>
                                      <p:to>
                                        <p:strVal val="visible"/>
                                      </p:to>
                                    </p:set>
                                    <p:animEffect transition="in" filter="wipe(left)">
                                      <p:cBhvr>
                                        <p:cTn id="101" dur="300"/>
                                        <p:tgtEl>
                                          <p:spTgt spid="16"/>
                                        </p:tgtEl>
                                      </p:cBhvr>
                                    </p:animEffect>
                                  </p:childTnLst>
                                </p:cTn>
                              </p:par>
                              <p:par>
                                <p:cTn id="104" presetID="8" presetClass="emph" presetSubtype="0" fill="hold" grpId="1" nodeType="withEffect">
                                  <p:stCondLst>
                                    <p:cond delay="4500"/>
                                  </p:stCondLst>
                                  <p:childTnLst>
                                    <p:animRot by="9000000">
                                      <p:cBhvr>
                                        <p:cTn id="103" dur="1300" fill="hold"/>
                                        <p:tgtEl>
                                          <p:spTgt spid="38"/>
                                        </p:tgtEl>
                                        <p:attrNameLst>
                                          <p:attrName>r</p:attrName>
                                        </p:attrNameLst>
                                      </p:cBhvr>
                                    </p:animRot>
                                  </p:childTnLst>
                                </p:cTn>
                              </p:par>
                              <p:par>
                                <p:cTn id="108" presetID="22" presetClass="entr" presetSubtype="1" fill="hold" grpId="0" nodeType="withEffect">
                                  <p:stCondLst>
                                    <p:cond delay="4900"/>
                                  </p:stCondLst>
                                  <p:childTnLst>
                                    <p:set>
                                      <p:cBhvr>
                                        <p:cTn id="105" dur="1" fill="hold">
                                          <p:stCondLst>
                                            <p:cond delay="0"/>
                                          </p:stCondLst>
                                        </p:cTn>
                                        <p:tgtEl>
                                          <p:spTgt spid="17"/>
                                        </p:tgtEl>
                                        <p:attrNameLst>
                                          <p:attrName>style.visibility</p:attrName>
                                        </p:attrNameLst>
                                      </p:cBhvr>
                                      <p:to>
                                        <p:strVal val="visible"/>
                                      </p:to>
                                    </p:set>
                                    <p:animEffect transition="in" filter="wipe(down)">
                                      <p:cBhvr>
                                        <p:cTn id="106" dur="450"/>
                                        <p:tgtEl>
                                          <p:spTgt spid="17"/>
                                        </p:tgtEl>
                                      </p:cBhvr>
                                    </p:animEffect>
                                    <p:animEffect transition="in" filter="fade">
                                      <p:cBhvr>
                                        <p:cTn id="107" dur="450"/>
                                        <p:tgtEl>
                                          <p:spTgt spid="17"/>
                                        </p:tgtEl>
                                      </p:cBhvr>
                                    </p:animEffect>
                                  </p:childTnLst>
                                </p:cTn>
                              </p:par>
                              <p:par>
                                <p:cTn id="113" presetID="53" presetClass="entr" presetSubtype="16" fill="hold" grpId="0" nodeType="withEffect">
                                  <p:stCondLst>
                                    <p:cond delay="5000"/>
                                  </p:stCondLst>
                                  <p:childTnLst>
                                    <p:set>
                                      <p:cBhvr>
                                        <p:cTn id="109" dur="1" fill="hold">
                                          <p:stCondLst>
                                            <p:cond delay="0"/>
                                          </p:stCondLst>
                                        </p:cTn>
                                        <p:tgtEl>
                                          <p:spTgt spid="20"/>
                                        </p:tgtEl>
                                        <p:attrNameLst>
                                          <p:attrName>style.visibility</p:attrName>
                                        </p:attrNameLst>
                                      </p:cBhvr>
                                      <p:to>
                                        <p:strVal val="visible"/>
                                      </p:to>
                                    </p:set>
                                    <p:anim calcmode="lin" valueType="num">
                                      <p:cBhvr additive="base">
                                        <p:cTn id="110" dur="350" fill="hold"/>
                                        <p:tgtEl>
                                          <p:spTgt spid="20"/>
                                        </p:tgtEl>
                                        <p:attrNameLst>
                                          <p:attrName>ppt_w</p:attrName>
                                        </p:attrNameLst>
                                      </p:cBhvr>
                                      <p:tavLst>
                                        <p:tav tm="0">
                                          <p:val>
                                            <p:strVal val="0"/>
                                          </p:val>
                                        </p:tav>
                                        <p:tav tm="100000">
                                          <p:val>
                                            <p:strVal val="#ppt_w"/>
                                          </p:val>
                                        </p:tav>
                                      </p:tavLst>
                                    </p:anim>
                                    <p:anim calcmode="lin" valueType="num">
                                      <p:cBhvr additive="base">
                                        <p:cTn id="111" dur="350" fill="hold"/>
                                        <p:tgtEl>
                                          <p:spTgt spid="20"/>
                                        </p:tgtEl>
                                        <p:attrNameLst>
                                          <p:attrName>ppt_h</p:attrName>
                                        </p:attrNameLst>
                                      </p:cBhvr>
                                      <p:tavLst>
                                        <p:tav tm="0">
                                          <p:val>
                                            <p:strVal val="0"/>
                                          </p:val>
                                        </p:tav>
                                        <p:tav tm="100000">
                                          <p:val>
                                            <p:strVal val="#ppt_h"/>
                                          </p:val>
                                        </p:tav>
                                      </p:tavLst>
                                    </p:anim>
                                    <p:animEffect transition="in" filter="fade">
                                      <p:cBhvr>
                                        <p:cTn id="112" dur="350"/>
                                        <p:tgtEl>
                                          <p:spTgt spid="20"/>
                                        </p:tgtEl>
                                      </p:cBhvr>
                                    </p:animEffect>
                                  </p:childTnLst>
                                </p:cTn>
                              </p:par>
                              <p:par>
                                <p:cTn id="117" presetID="22" presetClass="entr" presetSubtype="1" fill="hold" grpId="0" nodeType="withEffect">
                                  <p:stCondLst>
                                    <p:cond delay="5050"/>
                                  </p:stCondLst>
                                  <p:childTnLst>
                                    <p:set>
                                      <p:cBhvr>
                                        <p:cTn id="114" dur="1" fill="hold">
                                          <p:stCondLst>
                                            <p:cond delay="0"/>
                                          </p:stCondLst>
                                        </p:cTn>
                                        <p:tgtEl>
                                          <p:spTgt spid="18"/>
                                        </p:tgtEl>
                                        <p:attrNameLst>
                                          <p:attrName>style.visibility</p:attrName>
                                        </p:attrNameLst>
                                      </p:cBhvr>
                                      <p:to>
                                        <p:strVal val="visible"/>
                                      </p:to>
                                    </p:set>
                                    <p:animEffect transition="in" filter="wipe(down)">
                                      <p:cBhvr>
                                        <p:cTn id="115" dur="600"/>
                                        <p:tgtEl>
                                          <p:spTgt spid="18"/>
                                        </p:tgtEl>
                                      </p:cBhvr>
                                    </p:animEffect>
                                    <p:animEffect transition="in" filter="fade">
                                      <p:cBhvr>
                                        <p:cTn id="116" dur="600"/>
                                        <p:tgtEl>
                                          <p:spTgt spid="18"/>
                                        </p:tgtEl>
                                      </p:cBhvr>
                                    </p:animEffect>
                                  </p:childTnLst>
                                </p:cTn>
                              </p:par>
                              <p:par>
                                <p:cTn id="121" presetID="22" presetClass="entr" presetSubtype="1" fill="hold" grpId="0" nodeType="withEffect">
                                  <p:stCondLst>
                                    <p:cond delay="5100"/>
                                  </p:stCondLst>
                                  <p:childTnLst>
                                    <p:set>
                                      <p:cBhvr>
                                        <p:cTn id="118" dur="1" fill="hold">
                                          <p:stCondLst>
                                            <p:cond delay="0"/>
                                          </p:stCondLst>
                                        </p:cTn>
                                        <p:tgtEl>
                                          <p:spTgt spid="19"/>
                                        </p:tgtEl>
                                        <p:attrNameLst>
                                          <p:attrName>style.visibility</p:attrName>
                                        </p:attrNameLst>
                                      </p:cBhvr>
                                      <p:to>
                                        <p:strVal val="visible"/>
                                      </p:to>
                                    </p:set>
                                    <p:animEffect transition="in" filter="wipe(down)">
                                      <p:cBhvr>
                                        <p:cTn id="119" dur="450"/>
                                        <p:tgtEl>
                                          <p:spTgt spid="19"/>
                                        </p:tgtEl>
                                      </p:cBhvr>
                                    </p:animEffect>
                                    <p:animEffect transition="in" filter="fade">
                                      <p:cBhvr>
                                        <p:cTn id="120" dur="450"/>
                                        <p:tgtEl>
                                          <p:spTgt spid="19"/>
                                        </p:tgtEl>
                                      </p:cBhvr>
                                    </p:animEffect>
                                  </p:childTnLst>
                                </p:cTn>
                              </p:par>
                              <p:par>
                                <p:cTn id="123" presetID="6" presetClass="emph" presetSubtype="0" fill="hold" grpId="1" nodeType="withEffect" autoRev="1" repeatCount="indefinite">
                                  <p:stCondLst>
                                    <p:cond delay="5600"/>
                                  </p:stCondLst>
                                  <p:childTnLst>
                                    <p:animScale>
                                      <p:cBhvr>
                                        <p:cTn id="122" dur="500" fill="hold"/>
                                        <p:tgtEl>
                                          <p:spTgt spid="18"/>
                                        </p:tgtEl>
                                      </p:cBhvr>
                                      <p:by x="103000" y="103000"/>
                                    </p:animScale>
                                  </p:childTnLst>
                                </p:cTn>
                              </p:par>
                              <p:par>
                                <p:cTn id="128" presetID="53" presetClass="entr" presetSubtype="32" fill="hold" grpId="0" nodeType="withEffect">
                                  <p:stCondLst>
                                    <p:cond delay="5600"/>
                                  </p:stCondLst>
                                  <p:childTnLst>
                                    <p:set>
                                      <p:cBhvr>
                                        <p:cTn id="124" dur="1" fill="hold">
                                          <p:stCondLst>
                                            <p:cond delay="0"/>
                                          </p:stCondLst>
                                        </p:cTn>
                                        <p:tgtEl>
                                          <p:spTgt spid="39"/>
                                        </p:tgtEl>
                                        <p:attrNameLst>
                                          <p:attrName>style.visibility</p:attrName>
                                        </p:attrNameLst>
                                      </p:cBhvr>
                                      <p:to>
                                        <p:strVal val="visible"/>
                                      </p:to>
                                    </p:set>
                                    <p:anim calcmode="lin" valueType="num">
                                      <p:cBhvr additive="base">
                                        <p:cTn id="125" dur="450" fill="hold"/>
                                        <p:tgtEl>
                                          <p:spTgt spid="39"/>
                                        </p:tgtEl>
                                        <p:attrNameLst>
                                          <p:attrName>ppt_w</p:attrName>
                                        </p:attrNameLst>
                                      </p:cBhvr>
                                      <p:tavLst>
                                        <p:tav tm="0">
                                          <p:val>
                                            <p:strVal val="#ppt_w*2.4"/>
                                          </p:val>
                                        </p:tav>
                                        <p:tav tm="100000">
                                          <p:val>
                                            <p:strVal val="#ppt_w"/>
                                          </p:val>
                                        </p:tav>
                                      </p:tavLst>
                                    </p:anim>
                                    <p:anim calcmode="lin" valueType="num">
                                      <p:cBhvr additive="base">
                                        <p:cTn id="126" dur="450" fill="hold"/>
                                        <p:tgtEl>
                                          <p:spTgt spid="39"/>
                                        </p:tgtEl>
                                        <p:attrNameLst>
                                          <p:attrName>ppt_h</p:attrName>
                                        </p:attrNameLst>
                                      </p:cBhvr>
                                      <p:tavLst>
                                        <p:tav tm="0">
                                          <p:val>
                                            <p:strVal val="#ppt_h*2.4"/>
                                          </p:val>
                                        </p:tav>
                                        <p:tav tm="100000">
                                          <p:val>
                                            <p:strVal val="#ppt_h"/>
                                          </p:val>
                                        </p:tav>
                                      </p:tavLst>
                                    </p:anim>
                                    <p:animEffect transition="in" filter="fade">
                                      <p:cBhvr>
                                        <p:cTn id="127" dur="450"/>
                                        <p:tgtEl>
                                          <p:spTgt spid="39"/>
                                        </p:tgtEl>
                                      </p:cBhvr>
                                    </p:animEffect>
                                  </p:childTnLst>
                                </p:cTn>
                              </p:par>
                              <p:par>
                                <p:cTn id="130" presetID="0" presetClass="path" presetSubtype="0" fill="hold" grpId="2" nodeType="withEffect" autoRev="1" repeatCount="4000">
                                  <p:stCondLst>
                                    <p:cond delay="5680"/>
                                  </p:stCondLst>
                                  <p:childTnLst>
                                    <p:animMotion origin="layout" path="M 0 0 L 0.008 0 E" pathEditMode="relative" ptsTypes="AA">
                                      <p:cBhvr>
                                        <p:cTn id="129" dur="40" fill="hold"/>
                                        <p:tgtEl>
                                          <p:spTgt spid="18"/>
                                        </p:tgtEl>
                                        <p:attrNameLst>
                                          <p:attrName>ppt_x</p:attrName>
                                          <p:attrName>ppt_y</p:attrName>
                                        </p:attrNameLst>
                                      </p:cBhvr>
                                    </p:animMotion>
                                  </p:childTnLst>
                                </p:cTn>
                              </p:par>
                              <p:par>
                                <p:cTn id="132" presetID="0" presetClass="path" presetSubtype="0" fill="hold" grpId="2" nodeType="withEffect" autoRev="1" repeatCount="6000">
                                  <p:stCondLst>
                                    <p:cond delay="5850"/>
                                  </p:stCondLst>
                                  <p:childTnLst>
                                    <p:animMotion origin="layout" path="M 0 0 L 0.008 0 E" pathEditMode="relative" ptsTypes="AA">
                                      <p:cBhvr>
                                        <p:cTn id="131" dur="40" fill="hold"/>
                                        <p:tgtEl>
                                          <p:spTgt spid="38"/>
                                        </p:tgtEl>
                                        <p:attrNameLst>
                                          <p:attrName>ppt_x</p:attrName>
                                          <p:attrName>ppt_y</p:attrName>
                                        </p:attrNameLst>
                                      </p:cBhvr>
                                    </p:animMotion>
                                  </p:childTnLst>
                                </p:cTn>
                              </p:par>
                              <p:par>
                                <p:cTn id="134" presetID="6" presetClass="emph" presetSubtype="0" fill="hold" grpId="1" nodeType="withEffect" autoRev="1" repeatCount="indefinite">
                                  <p:stCondLst>
                                    <p:cond delay="6000"/>
                                  </p:stCondLst>
                                  <p:childTnLst>
                                    <p:animScale>
                                      <p:cBhvr>
                                        <p:cTn id="133" dur="700" fill="hold"/>
                                        <p:tgtEl>
                                          <p:spTgt spid="43"/>
                                        </p:tgtEl>
                                      </p:cBhvr>
                                      <p:by x="104000" y="104000"/>
                                    </p:animScale>
                                  </p:childTnLst>
                                </p:cTn>
                              </p:par>
                              <p:par>
                                <p:cTn id="138" presetID="22" presetClass="entr" presetSubtype="1" fill="hold" grpId="0" nodeType="withEffect">
                                  <p:stCondLst>
                                    <p:cond delay="7300"/>
                                  </p:stCondLst>
                                  <p:childTnLst>
                                    <p:set>
                                      <p:cBhvr>
                                        <p:cTn id="135" dur="1" fill="hold">
                                          <p:stCondLst>
                                            <p:cond delay="0"/>
                                          </p:stCondLst>
                                        </p:cTn>
                                        <p:tgtEl>
                                          <p:spTgt spid="21"/>
                                        </p:tgtEl>
                                        <p:attrNameLst>
                                          <p:attrName>style.visibility</p:attrName>
                                        </p:attrNameLst>
                                      </p:cBhvr>
                                      <p:to>
                                        <p:strVal val="visible"/>
                                      </p:to>
                                    </p:set>
                                    <p:animEffect transition="in" filter="wipe(down)">
                                      <p:cBhvr>
                                        <p:cTn id="136" dur="450"/>
                                        <p:tgtEl>
                                          <p:spTgt spid="21"/>
                                        </p:tgtEl>
                                      </p:cBhvr>
                                    </p:animEffect>
                                    <p:animEffect transition="in" filter="fade">
                                      <p:cBhvr>
                                        <p:cTn id="137" dur="450"/>
                                        <p:tgtEl>
                                          <p:spTgt spid="21"/>
                                        </p:tgtEl>
                                      </p:cBhvr>
                                    </p:animEffect>
                                  </p:childTnLst>
                                </p:cTn>
                              </p:par>
                              <p:par>
                                <p:cTn id="142" presetID="22" presetClass="entr" presetSubtype="1" fill="hold" grpId="0" nodeType="withEffect">
                                  <p:stCondLst>
                                    <p:cond delay="7600"/>
                                  </p:stCondLst>
                                  <p:childTnLst>
                                    <p:set>
                                      <p:cBhvr>
                                        <p:cTn id="139" dur="1" fill="hold">
                                          <p:stCondLst>
                                            <p:cond delay="0"/>
                                          </p:stCondLst>
                                        </p:cTn>
                                        <p:tgtEl>
                                          <p:spTgt spid="22"/>
                                        </p:tgtEl>
                                        <p:attrNameLst>
                                          <p:attrName>style.visibility</p:attrName>
                                        </p:attrNameLst>
                                      </p:cBhvr>
                                      <p:to>
                                        <p:strVal val="visible"/>
                                      </p:to>
                                    </p:set>
                                    <p:animEffect transition="in" filter="wipe(down)">
                                      <p:cBhvr>
                                        <p:cTn id="140" dur="450"/>
                                        <p:tgtEl>
                                          <p:spTgt spid="22"/>
                                        </p:tgtEl>
                                      </p:cBhvr>
                                    </p:animEffect>
                                    <p:animEffect transition="in" filter="fade">
                                      <p:cBhvr>
                                        <p:cTn id="141" dur="450"/>
                                        <p:tgtEl>
                                          <p:spTgt spid="22"/>
                                        </p:tgtEl>
                                      </p:cBhvr>
                                    </p:animEffect>
                                  </p:childTnLst>
                                </p:cTn>
                              </p:par>
                              <p:par>
                                <p:cTn id="147" presetID="53" presetClass="entr" presetSubtype="16" fill="hold" grpId="0" nodeType="withEffect">
                                  <p:stCondLst>
                                    <p:cond delay="7700"/>
                                  </p:stCondLst>
                                  <p:childTnLst>
                                    <p:set>
                                      <p:cBhvr>
                                        <p:cTn id="143" dur="1" fill="hold">
                                          <p:stCondLst>
                                            <p:cond delay="0"/>
                                          </p:stCondLst>
                                        </p:cTn>
                                        <p:tgtEl>
                                          <p:spTgt spid="25"/>
                                        </p:tgtEl>
                                        <p:attrNameLst>
                                          <p:attrName>style.visibility</p:attrName>
                                        </p:attrNameLst>
                                      </p:cBhvr>
                                      <p:to>
                                        <p:strVal val="visible"/>
                                      </p:to>
                                    </p:set>
                                    <p:anim calcmode="lin" valueType="num">
                                      <p:cBhvr additive="base">
                                        <p:cTn id="144" dur="350" fill="hold"/>
                                        <p:tgtEl>
                                          <p:spTgt spid="25"/>
                                        </p:tgtEl>
                                        <p:attrNameLst>
                                          <p:attrName>ppt_w</p:attrName>
                                        </p:attrNameLst>
                                      </p:cBhvr>
                                      <p:tavLst>
                                        <p:tav tm="0">
                                          <p:val>
                                            <p:strVal val="0"/>
                                          </p:val>
                                        </p:tav>
                                        <p:tav tm="100000">
                                          <p:val>
                                            <p:strVal val="#ppt_w"/>
                                          </p:val>
                                        </p:tav>
                                      </p:tavLst>
                                    </p:anim>
                                    <p:anim calcmode="lin" valueType="num">
                                      <p:cBhvr additive="base">
                                        <p:cTn id="145" dur="350" fill="hold"/>
                                        <p:tgtEl>
                                          <p:spTgt spid="25"/>
                                        </p:tgtEl>
                                        <p:attrNameLst>
                                          <p:attrName>ppt_h</p:attrName>
                                        </p:attrNameLst>
                                      </p:cBhvr>
                                      <p:tavLst>
                                        <p:tav tm="0">
                                          <p:val>
                                            <p:strVal val="0"/>
                                          </p:val>
                                        </p:tav>
                                        <p:tav tm="100000">
                                          <p:val>
                                            <p:strVal val="#ppt_h"/>
                                          </p:val>
                                        </p:tav>
                                      </p:tavLst>
                                    </p:anim>
                                    <p:animEffect transition="in" filter="fade">
                                      <p:cBhvr>
                                        <p:cTn id="146" dur="350"/>
                                        <p:tgtEl>
                                          <p:spTgt spid="25"/>
                                        </p:tgtEl>
                                      </p:cBhvr>
                                    </p:animEffect>
                                  </p:childTnLst>
                                </p:cTn>
                              </p:par>
                              <p:par>
                                <p:cTn id="151" presetID="22" presetClass="entr" presetSubtype="1" fill="hold" grpId="0" nodeType="withEffect">
                                  <p:stCondLst>
                                    <p:cond delay="7750"/>
                                  </p:stCondLst>
                                  <p:childTnLst>
                                    <p:set>
                                      <p:cBhvr>
                                        <p:cTn id="148" dur="1" fill="hold">
                                          <p:stCondLst>
                                            <p:cond delay="0"/>
                                          </p:stCondLst>
                                        </p:cTn>
                                        <p:tgtEl>
                                          <p:spTgt spid="23"/>
                                        </p:tgtEl>
                                        <p:attrNameLst>
                                          <p:attrName>style.visibility</p:attrName>
                                        </p:attrNameLst>
                                      </p:cBhvr>
                                      <p:to>
                                        <p:strVal val="visible"/>
                                      </p:to>
                                    </p:set>
                                    <p:animEffect transition="in" filter="wipe(down)">
                                      <p:cBhvr>
                                        <p:cTn id="149" dur="600"/>
                                        <p:tgtEl>
                                          <p:spTgt spid="23"/>
                                        </p:tgtEl>
                                      </p:cBhvr>
                                    </p:animEffect>
                                    <p:animEffect transition="in" filter="fade">
                                      <p:cBhvr>
                                        <p:cTn id="150" dur="600"/>
                                        <p:tgtEl>
                                          <p:spTgt spid="23"/>
                                        </p:tgtEl>
                                      </p:cBhvr>
                                    </p:animEffect>
                                  </p:childTnLst>
                                </p:cTn>
                              </p:par>
                              <p:par>
                                <p:cTn id="155" presetID="22" presetClass="entr" presetSubtype="1" fill="hold" grpId="0" nodeType="withEffect">
                                  <p:stCondLst>
                                    <p:cond delay="7800"/>
                                  </p:stCondLst>
                                  <p:childTnLst>
                                    <p:set>
                                      <p:cBhvr>
                                        <p:cTn id="152" dur="1" fill="hold">
                                          <p:stCondLst>
                                            <p:cond delay="0"/>
                                          </p:stCondLst>
                                        </p:cTn>
                                        <p:tgtEl>
                                          <p:spTgt spid="24"/>
                                        </p:tgtEl>
                                        <p:attrNameLst>
                                          <p:attrName>style.visibility</p:attrName>
                                        </p:attrNameLst>
                                      </p:cBhvr>
                                      <p:to>
                                        <p:strVal val="visible"/>
                                      </p:to>
                                    </p:set>
                                    <p:animEffect transition="in" filter="wipe(down)">
                                      <p:cBhvr>
                                        <p:cTn id="153" dur="450"/>
                                        <p:tgtEl>
                                          <p:spTgt spid="24"/>
                                        </p:tgtEl>
                                      </p:cBhvr>
                                    </p:animEffect>
                                    <p:animEffect transition="in" filter="fade">
                                      <p:cBhvr>
                                        <p:cTn id="154" dur="450"/>
                                        <p:tgtEl>
                                          <p:spTgt spid="24"/>
                                        </p:tgtEl>
                                      </p:cBhvr>
                                    </p:animEffect>
                                  </p:childTnLst>
                                </p:cTn>
                              </p:par>
                              <p:par>
                                <p:cTn id="157" presetID="0" presetClass="path" presetSubtype="0" fill="hold" grpId="1" nodeType="withEffect" autoRev="1" repeatCount="4000">
                                  <p:stCondLst>
                                    <p:cond delay="8380"/>
                                  </p:stCondLst>
                                  <p:childTnLst>
                                    <p:animMotion origin="layout" path="M 0 0 L 0.008 0 E" pathEditMode="relative" ptsTypes="AA">
                                      <p:cBhvr>
                                        <p:cTn id="156" dur="40" fill="hold"/>
                                        <p:tgtEl>
                                          <p:spTgt spid="23"/>
                                        </p:tgtEl>
                                        <p:attrNameLst>
                                          <p:attrName>ppt_x</p:attrName>
                                          <p:attrName>ppt_y</p:attrName>
                                        </p:attrNameLst>
                                      </p:cBhvr>
                                    </p:animMotion>
                                  </p:childTnLst>
                                </p:cTn>
                              </p:par>
                              <p:par>
                                <p:cTn id="160" presetID="22" presetClass="entr" presetSubtype="8" fill="hold" grpId="0" nodeType="withEffect">
                                  <p:stCondLst>
                                    <p:cond delay="8800"/>
                                  </p:stCondLst>
                                  <p:childTnLst>
                                    <p:set>
                                      <p:cBhvr>
                                        <p:cTn id="158" dur="1" fill="hold">
                                          <p:stCondLst>
                                            <p:cond delay="0"/>
                                          </p:stCondLst>
                                        </p:cTn>
                                        <p:tgtEl>
                                          <p:spTgt spid="26"/>
                                        </p:tgtEl>
                                        <p:attrNameLst>
                                          <p:attrName>style.visibility</p:attrName>
                                        </p:attrNameLst>
                                      </p:cBhvr>
                                      <p:to>
                                        <p:strVal val="visible"/>
                                      </p:to>
                                    </p:set>
                                    <p:animEffect transition="in" filter="wipe(left)">
                                      <p:cBhvr>
                                        <p:cTn id="159" dur="300"/>
                                        <p:tgtEl>
                                          <p:spTgt spid="26"/>
                                        </p:tgtEl>
                                      </p:cBhvr>
                                    </p:animEffect>
                                  </p:childTnLst>
                                </p:cTn>
                              </p:par>
                              <p:par>
                                <p:cTn id="164" presetID="22" presetClass="entr" presetSubtype="1" fill="hold" grpId="0" nodeType="withEffect">
                                  <p:stCondLst>
                                    <p:cond delay="9400"/>
                                  </p:stCondLst>
                                  <p:childTnLst>
                                    <p:set>
                                      <p:cBhvr>
                                        <p:cTn id="161" dur="1" fill="hold">
                                          <p:stCondLst>
                                            <p:cond delay="0"/>
                                          </p:stCondLst>
                                        </p:cTn>
                                        <p:tgtEl>
                                          <p:spTgt spid="27"/>
                                        </p:tgtEl>
                                        <p:attrNameLst>
                                          <p:attrName>style.visibility</p:attrName>
                                        </p:attrNameLst>
                                      </p:cBhvr>
                                      <p:to>
                                        <p:strVal val="visible"/>
                                      </p:to>
                                    </p:set>
                                    <p:animEffect transition="in" filter="wipe(down)">
                                      <p:cBhvr>
                                        <p:cTn id="162" dur="450"/>
                                        <p:tgtEl>
                                          <p:spTgt spid="27"/>
                                        </p:tgtEl>
                                      </p:cBhvr>
                                    </p:animEffect>
                                    <p:animEffect transition="in" filter="fade">
                                      <p:cBhvr>
                                        <p:cTn id="163" dur="450"/>
                                        <p:tgtEl>
                                          <p:spTgt spid="27"/>
                                        </p:tgtEl>
                                      </p:cBhvr>
                                    </p:animEffect>
                                  </p:childTnLst>
                                </p:cTn>
                              </p:par>
                              <p:par>
                                <p:cTn id="169" presetID="53" presetClass="entr" presetSubtype="16" fill="hold" grpId="0" nodeType="withEffect">
                                  <p:stCondLst>
                                    <p:cond delay="9500"/>
                                  </p:stCondLst>
                                  <p:childTnLst>
                                    <p:set>
                                      <p:cBhvr>
                                        <p:cTn id="165" dur="1" fill="hold">
                                          <p:stCondLst>
                                            <p:cond delay="0"/>
                                          </p:stCondLst>
                                        </p:cTn>
                                        <p:tgtEl>
                                          <p:spTgt spid="30"/>
                                        </p:tgtEl>
                                        <p:attrNameLst>
                                          <p:attrName>style.visibility</p:attrName>
                                        </p:attrNameLst>
                                      </p:cBhvr>
                                      <p:to>
                                        <p:strVal val="visible"/>
                                      </p:to>
                                    </p:set>
                                    <p:anim calcmode="lin" valueType="num">
                                      <p:cBhvr additive="base">
                                        <p:cTn id="166" dur="350" fill="hold"/>
                                        <p:tgtEl>
                                          <p:spTgt spid="30"/>
                                        </p:tgtEl>
                                        <p:attrNameLst>
                                          <p:attrName>ppt_w</p:attrName>
                                        </p:attrNameLst>
                                      </p:cBhvr>
                                      <p:tavLst>
                                        <p:tav tm="0">
                                          <p:val>
                                            <p:strVal val="0"/>
                                          </p:val>
                                        </p:tav>
                                        <p:tav tm="100000">
                                          <p:val>
                                            <p:strVal val="#ppt_w"/>
                                          </p:val>
                                        </p:tav>
                                      </p:tavLst>
                                    </p:anim>
                                    <p:anim calcmode="lin" valueType="num">
                                      <p:cBhvr additive="base">
                                        <p:cTn id="167" dur="350" fill="hold"/>
                                        <p:tgtEl>
                                          <p:spTgt spid="30"/>
                                        </p:tgtEl>
                                        <p:attrNameLst>
                                          <p:attrName>ppt_h</p:attrName>
                                        </p:attrNameLst>
                                      </p:cBhvr>
                                      <p:tavLst>
                                        <p:tav tm="0">
                                          <p:val>
                                            <p:strVal val="0"/>
                                          </p:val>
                                        </p:tav>
                                        <p:tav tm="100000">
                                          <p:val>
                                            <p:strVal val="#ppt_h"/>
                                          </p:val>
                                        </p:tav>
                                      </p:tavLst>
                                    </p:anim>
                                    <p:animEffect transition="in" filter="fade">
                                      <p:cBhvr>
                                        <p:cTn id="168" dur="350"/>
                                        <p:tgtEl>
                                          <p:spTgt spid="30"/>
                                        </p:tgtEl>
                                      </p:cBhvr>
                                    </p:animEffect>
                                  </p:childTnLst>
                                </p:cTn>
                              </p:par>
                              <p:par>
                                <p:cTn id="173" presetID="22" presetClass="entr" presetSubtype="1" fill="hold" grpId="0" nodeType="withEffect">
                                  <p:stCondLst>
                                    <p:cond delay="9550"/>
                                  </p:stCondLst>
                                  <p:childTnLst>
                                    <p:set>
                                      <p:cBhvr>
                                        <p:cTn id="170" dur="1" fill="hold">
                                          <p:stCondLst>
                                            <p:cond delay="0"/>
                                          </p:stCondLst>
                                        </p:cTn>
                                        <p:tgtEl>
                                          <p:spTgt spid="28"/>
                                        </p:tgtEl>
                                        <p:attrNameLst>
                                          <p:attrName>style.visibility</p:attrName>
                                        </p:attrNameLst>
                                      </p:cBhvr>
                                      <p:to>
                                        <p:strVal val="visible"/>
                                      </p:to>
                                    </p:set>
                                    <p:animEffect transition="in" filter="wipe(down)">
                                      <p:cBhvr>
                                        <p:cTn id="171" dur="600"/>
                                        <p:tgtEl>
                                          <p:spTgt spid="28"/>
                                        </p:tgtEl>
                                      </p:cBhvr>
                                    </p:animEffect>
                                    <p:animEffect transition="in" filter="fade">
                                      <p:cBhvr>
                                        <p:cTn id="172" dur="600"/>
                                        <p:tgtEl>
                                          <p:spTgt spid="28"/>
                                        </p:tgtEl>
                                      </p:cBhvr>
                                    </p:animEffect>
                                  </p:childTnLst>
                                </p:cTn>
                              </p:par>
                              <p:par>
                                <p:cTn id="177" presetID="22" presetClass="entr" presetSubtype="1" fill="hold" grpId="0" nodeType="withEffect">
                                  <p:stCondLst>
                                    <p:cond delay="9600"/>
                                  </p:stCondLst>
                                  <p:childTnLst>
                                    <p:set>
                                      <p:cBhvr>
                                        <p:cTn id="174" dur="1" fill="hold">
                                          <p:stCondLst>
                                            <p:cond delay="0"/>
                                          </p:stCondLst>
                                        </p:cTn>
                                        <p:tgtEl>
                                          <p:spTgt spid="29"/>
                                        </p:tgtEl>
                                        <p:attrNameLst>
                                          <p:attrName>style.visibility</p:attrName>
                                        </p:attrNameLst>
                                      </p:cBhvr>
                                      <p:to>
                                        <p:strVal val="visible"/>
                                      </p:to>
                                    </p:set>
                                    <p:animEffect transition="in" filter="wipe(down)">
                                      <p:cBhvr>
                                        <p:cTn id="175" dur="450"/>
                                        <p:tgtEl>
                                          <p:spTgt spid="29"/>
                                        </p:tgtEl>
                                      </p:cBhvr>
                                    </p:animEffect>
                                    <p:animEffect transition="in" filter="fade">
                                      <p:cBhvr>
                                        <p:cTn id="176" dur="450"/>
                                        <p:tgtEl>
                                          <p:spTgt spid="29"/>
                                        </p:tgtEl>
                                      </p:cBhvr>
                                    </p:animEffect>
                                  </p:childTnLst>
                                </p:cTn>
                              </p:par>
                              <p:par>
                                <p:cTn id="179" presetID="0" presetClass="path" presetSubtype="0" fill="hold" grpId="1" nodeType="withEffect" autoRev="1" repeatCount="4000">
                                  <p:stCondLst>
                                    <p:cond delay="10180"/>
                                  </p:stCondLst>
                                  <p:childTnLst>
                                    <p:animMotion origin="layout" path="M 0 0 L 0.008 0 E" pathEditMode="relative" ptsTypes="AA">
                                      <p:cBhvr>
                                        <p:cTn id="178" dur="40" fill="hold"/>
                                        <p:tgtEl>
                                          <p:spTgt spid="28"/>
                                        </p:tgtEl>
                                        <p:attrNameLst>
                                          <p:attrName>ppt_x</p:attrName>
                                          <p:attrName>ppt_y</p:attrName>
                                        </p:attrNameLst>
                                      </p:cBhvr>
                                    </p:animMotion>
                                  </p:childTnLst>
                                </p:cTn>
                              </p:par>
                              <p:par>
                                <p:cTn id="182" presetID="22" presetClass="entr" presetSubtype="8" fill="hold" grpId="0" nodeType="withEffect">
                                  <p:stCondLst>
                                    <p:cond delay="10600"/>
                                  </p:stCondLst>
                                  <p:childTnLst>
                                    <p:set>
                                      <p:cBhvr>
                                        <p:cTn id="180" dur="1" fill="hold">
                                          <p:stCondLst>
                                            <p:cond delay="0"/>
                                          </p:stCondLst>
                                        </p:cTn>
                                        <p:tgtEl>
                                          <p:spTgt spid="31"/>
                                        </p:tgtEl>
                                        <p:attrNameLst>
                                          <p:attrName>style.visibility</p:attrName>
                                        </p:attrNameLst>
                                      </p:cBhvr>
                                      <p:to>
                                        <p:strVal val="visible"/>
                                      </p:to>
                                    </p:set>
                                    <p:animEffect transition="in" filter="wipe(left)">
                                      <p:cBhvr>
                                        <p:cTn id="181" dur="300"/>
                                        <p:tgtEl>
                                          <p:spTgt spid="31"/>
                                        </p:tgtEl>
                                      </p:cBhvr>
                                    </p:animEffect>
                                  </p:childTnLst>
                                </p:cTn>
                              </p:par>
                              <p:par>
                                <p:cTn id="186" presetID="22" presetClass="entr" presetSubtype="1" fill="hold" grpId="0" nodeType="withEffect">
                                  <p:stCondLst>
                                    <p:cond delay="11200"/>
                                  </p:stCondLst>
                                  <p:childTnLst>
                                    <p:set>
                                      <p:cBhvr>
                                        <p:cTn id="183" dur="1" fill="hold">
                                          <p:stCondLst>
                                            <p:cond delay="0"/>
                                          </p:stCondLst>
                                        </p:cTn>
                                        <p:tgtEl>
                                          <p:spTgt spid="32"/>
                                        </p:tgtEl>
                                        <p:attrNameLst>
                                          <p:attrName>style.visibility</p:attrName>
                                        </p:attrNameLst>
                                      </p:cBhvr>
                                      <p:to>
                                        <p:strVal val="visible"/>
                                      </p:to>
                                    </p:set>
                                    <p:animEffect transition="in" filter="wipe(down)">
                                      <p:cBhvr>
                                        <p:cTn id="184" dur="450"/>
                                        <p:tgtEl>
                                          <p:spTgt spid="32"/>
                                        </p:tgtEl>
                                      </p:cBhvr>
                                    </p:animEffect>
                                    <p:animEffect transition="in" filter="fade">
                                      <p:cBhvr>
                                        <p:cTn id="185" dur="450"/>
                                        <p:tgtEl>
                                          <p:spTgt spid="32"/>
                                        </p:tgtEl>
                                      </p:cBhvr>
                                    </p:animEffect>
                                  </p:childTnLst>
                                </p:cTn>
                              </p:par>
                              <p:par>
                                <p:cTn id="191" presetID="53" presetClass="entr" presetSubtype="16" fill="hold" grpId="0" nodeType="withEffect">
                                  <p:stCondLst>
                                    <p:cond delay="11300"/>
                                  </p:stCondLst>
                                  <p:childTnLst>
                                    <p:set>
                                      <p:cBhvr>
                                        <p:cTn id="187" dur="1" fill="hold">
                                          <p:stCondLst>
                                            <p:cond delay="0"/>
                                          </p:stCondLst>
                                        </p:cTn>
                                        <p:tgtEl>
                                          <p:spTgt spid="35"/>
                                        </p:tgtEl>
                                        <p:attrNameLst>
                                          <p:attrName>style.visibility</p:attrName>
                                        </p:attrNameLst>
                                      </p:cBhvr>
                                      <p:to>
                                        <p:strVal val="visible"/>
                                      </p:to>
                                    </p:set>
                                    <p:anim calcmode="lin" valueType="num">
                                      <p:cBhvr additive="base">
                                        <p:cTn id="188" dur="350" fill="hold"/>
                                        <p:tgtEl>
                                          <p:spTgt spid="35"/>
                                        </p:tgtEl>
                                        <p:attrNameLst>
                                          <p:attrName>ppt_w</p:attrName>
                                        </p:attrNameLst>
                                      </p:cBhvr>
                                      <p:tavLst>
                                        <p:tav tm="0">
                                          <p:val>
                                            <p:strVal val="0"/>
                                          </p:val>
                                        </p:tav>
                                        <p:tav tm="100000">
                                          <p:val>
                                            <p:strVal val="#ppt_w"/>
                                          </p:val>
                                        </p:tav>
                                      </p:tavLst>
                                    </p:anim>
                                    <p:anim calcmode="lin" valueType="num">
                                      <p:cBhvr additive="base">
                                        <p:cTn id="189" dur="350" fill="hold"/>
                                        <p:tgtEl>
                                          <p:spTgt spid="35"/>
                                        </p:tgtEl>
                                        <p:attrNameLst>
                                          <p:attrName>ppt_h</p:attrName>
                                        </p:attrNameLst>
                                      </p:cBhvr>
                                      <p:tavLst>
                                        <p:tav tm="0">
                                          <p:val>
                                            <p:strVal val="0"/>
                                          </p:val>
                                        </p:tav>
                                        <p:tav tm="100000">
                                          <p:val>
                                            <p:strVal val="#ppt_h"/>
                                          </p:val>
                                        </p:tav>
                                      </p:tavLst>
                                    </p:anim>
                                    <p:animEffect transition="in" filter="fade">
                                      <p:cBhvr>
                                        <p:cTn id="190" dur="350"/>
                                        <p:tgtEl>
                                          <p:spTgt spid="35"/>
                                        </p:tgtEl>
                                      </p:cBhvr>
                                    </p:animEffect>
                                  </p:childTnLst>
                                </p:cTn>
                              </p:par>
                              <p:par>
                                <p:cTn id="195" presetID="22" presetClass="entr" presetSubtype="1" fill="hold" grpId="0" nodeType="withEffect">
                                  <p:stCondLst>
                                    <p:cond delay="11350"/>
                                  </p:stCondLst>
                                  <p:childTnLst>
                                    <p:set>
                                      <p:cBhvr>
                                        <p:cTn id="192" dur="1" fill="hold">
                                          <p:stCondLst>
                                            <p:cond delay="0"/>
                                          </p:stCondLst>
                                        </p:cTn>
                                        <p:tgtEl>
                                          <p:spTgt spid="33"/>
                                        </p:tgtEl>
                                        <p:attrNameLst>
                                          <p:attrName>style.visibility</p:attrName>
                                        </p:attrNameLst>
                                      </p:cBhvr>
                                      <p:to>
                                        <p:strVal val="visible"/>
                                      </p:to>
                                    </p:set>
                                    <p:animEffect transition="in" filter="wipe(down)">
                                      <p:cBhvr>
                                        <p:cTn id="193" dur="600"/>
                                        <p:tgtEl>
                                          <p:spTgt spid="33"/>
                                        </p:tgtEl>
                                      </p:cBhvr>
                                    </p:animEffect>
                                    <p:animEffect transition="in" filter="fade">
                                      <p:cBhvr>
                                        <p:cTn id="194" dur="600"/>
                                        <p:tgtEl>
                                          <p:spTgt spid="33"/>
                                        </p:tgtEl>
                                      </p:cBhvr>
                                    </p:animEffect>
                                  </p:childTnLst>
                                </p:cTn>
                              </p:par>
                              <p:par>
                                <p:cTn id="199" presetID="22" presetClass="entr" presetSubtype="1" fill="hold" grpId="0" nodeType="withEffect">
                                  <p:stCondLst>
                                    <p:cond delay="11400"/>
                                  </p:stCondLst>
                                  <p:childTnLst>
                                    <p:set>
                                      <p:cBhvr>
                                        <p:cTn id="196" dur="1" fill="hold">
                                          <p:stCondLst>
                                            <p:cond delay="0"/>
                                          </p:stCondLst>
                                        </p:cTn>
                                        <p:tgtEl>
                                          <p:spTgt spid="34"/>
                                        </p:tgtEl>
                                        <p:attrNameLst>
                                          <p:attrName>style.visibility</p:attrName>
                                        </p:attrNameLst>
                                      </p:cBhvr>
                                      <p:to>
                                        <p:strVal val="visible"/>
                                      </p:to>
                                    </p:set>
                                    <p:animEffect transition="in" filter="wipe(down)">
                                      <p:cBhvr>
                                        <p:cTn id="197" dur="450"/>
                                        <p:tgtEl>
                                          <p:spTgt spid="34"/>
                                        </p:tgtEl>
                                      </p:cBhvr>
                                    </p:animEffect>
                                    <p:animEffect transition="in" filter="fade">
                                      <p:cBhvr>
                                        <p:cTn id="198" dur="450"/>
                                        <p:tgtEl>
                                          <p:spTgt spid="34"/>
                                        </p:tgtEl>
                                      </p:cBhvr>
                                    </p:animEffect>
                                  </p:childTnLst>
                                </p:cTn>
                              </p:par>
                              <p:par>
                                <p:cTn id="202" presetID="10" presetClass="exit" presetSubtype="0" fill="hold" grpId="1" nodeType="withEffect">
                                  <p:stCondLst>
                                    <p:cond delay="11400"/>
                                  </p:stCondLst>
                                  <p:childTnLst>
                                    <p:animEffect transition="out" filter="fade">
                                      <p:cBhvr>
                                        <p:cTn id="200" dur="300"/>
                                        <p:tgtEl>
                                          <p:spTgt spid="39"/>
                                        </p:tgtEl>
                                      </p:cBhvr>
                                    </p:animEffect>
                                    <p:set>
                                      <p:cBhvr>
                                        <p:cTn id="201" dur="1" fill="hold">
                                          <p:stCondLst>
                                            <p:cond delay="299"/>
                                          </p:stCondLst>
                                        </p:cTn>
                                        <p:tgtEl>
                                          <p:spTgt spid="39"/>
                                        </p:tgtEl>
                                        <p:attrNameLst>
                                          <p:attrName>style.visibility</p:attrName>
                                        </p:attrNameLst>
                                      </p:cBhvr>
                                      <p:to>
                                        <p:strVal val="hidden"/>
                                      </p:to>
                                    </p:set>
                                  </p:childTnLst>
                                </p:cTn>
                              </p:par>
                              <p:par>
                                <p:cTn id="204" presetID="8" presetClass="emph" presetSubtype="0" fill="hold" grpId="3" nodeType="withEffect">
                                  <p:stCondLst>
                                    <p:cond delay="11400"/>
                                  </p:stCondLst>
                                  <p:childTnLst>
                                    <p:animRot by="-5100000">
                                      <p:cBhvr>
                                        <p:cTn id="203" dur="1300" fill="hold"/>
                                        <p:tgtEl>
                                          <p:spTgt spid="38"/>
                                        </p:tgtEl>
                                        <p:attrNameLst>
                                          <p:attrName>r</p:attrName>
                                        </p:attrNameLst>
                                      </p:cBhvr>
                                    </p:animRot>
                                  </p:childTnLst>
                                </p:cTn>
                              </p:par>
                              <p:par>
                                <p:cTn id="206" presetID="0" presetClass="path" presetSubtype="0" fill="hold" grpId="1" nodeType="withEffect" autoRev="1" repeatCount="4000">
                                  <p:stCondLst>
                                    <p:cond delay="11980"/>
                                  </p:stCondLst>
                                  <p:childTnLst>
                                    <p:animMotion origin="layout" path="M 0 0 L 0.008 0 E" pathEditMode="relative" ptsTypes="AA">
                                      <p:cBhvr>
                                        <p:cTn id="205" dur="40" fill="hold"/>
                                        <p:tgtEl>
                                          <p:spTgt spid="33"/>
                                        </p:tgtEl>
                                        <p:attrNameLst>
                                          <p:attrName>ppt_x</p:attrName>
                                          <p:attrName>ppt_y</p:attrName>
                                        </p:attrNameLst>
                                      </p:cBhvr>
                                    </p:animMotion>
                                  </p:childTnLst>
                                </p:cTn>
                              </p:par>
                              <p:par>
                                <p:cTn id="211" presetID="53" presetClass="entr" presetSubtype="32" fill="hold" grpId="0" nodeType="withEffect">
                                  <p:stCondLst>
                                    <p:cond delay="12500"/>
                                  </p:stCondLst>
                                  <p:childTnLst>
                                    <p:set>
                                      <p:cBhvr>
                                        <p:cTn id="207" dur="1" fill="hold">
                                          <p:stCondLst>
                                            <p:cond delay="0"/>
                                          </p:stCondLst>
                                        </p:cTn>
                                        <p:tgtEl>
                                          <p:spTgt spid="40"/>
                                        </p:tgtEl>
                                        <p:attrNameLst>
                                          <p:attrName>style.visibility</p:attrName>
                                        </p:attrNameLst>
                                      </p:cBhvr>
                                      <p:to>
                                        <p:strVal val="visible"/>
                                      </p:to>
                                    </p:set>
                                    <p:anim calcmode="lin" valueType="num">
                                      <p:cBhvr additive="base">
                                        <p:cTn id="208" dur="450" fill="hold"/>
                                        <p:tgtEl>
                                          <p:spTgt spid="40"/>
                                        </p:tgtEl>
                                        <p:attrNameLst>
                                          <p:attrName>ppt_w</p:attrName>
                                        </p:attrNameLst>
                                      </p:cBhvr>
                                      <p:tavLst>
                                        <p:tav tm="0">
                                          <p:val>
                                            <p:strVal val="#ppt_w*2.4"/>
                                          </p:val>
                                        </p:tav>
                                        <p:tav tm="100000">
                                          <p:val>
                                            <p:strVal val="#ppt_w"/>
                                          </p:val>
                                        </p:tav>
                                      </p:tavLst>
                                    </p:anim>
                                    <p:anim calcmode="lin" valueType="num">
                                      <p:cBhvr additive="base">
                                        <p:cTn id="209" dur="450" fill="hold"/>
                                        <p:tgtEl>
                                          <p:spTgt spid="40"/>
                                        </p:tgtEl>
                                        <p:attrNameLst>
                                          <p:attrName>ppt_h</p:attrName>
                                        </p:attrNameLst>
                                      </p:cBhvr>
                                      <p:tavLst>
                                        <p:tav tm="0">
                                          <p:val>
                                            <p:strVal val="#ppt_h*2.4"/>
                                          </p:val>
                                        </p:tav>
                                        <p:tav tm="100000">
                                          <p:val>
                                            <p:strVal val="#ppt_h"/>
                                          </p:val>
                                        </p:tav>
                                      </p:tavLst>
                                    </p:anim>
                                    <p:animEffect transition="in" filter="fade">
                                      <p:cBhvr>
                                        <p:cTn id="210" dur="450"/>
                                        <p:tgtEl>
                                          <p:spTgt spid="40"/>
                                        </p:tgtEl>
                                      </p:cBhvr>
                                    </p:animEffect>
                                  </p:childTnLst>
                                </p:cTn>
                              </p:par>
                              <p:par>
                                <p:cTn id="214" presetID="22" presetClass="entr" presetSubtype="8" fill="hold" grpId="0" nodeType="withEffect">
                                  <p:stCondLst>
                                    <p:cond delay="13400"/>
                                  </p:stCondLst>
                                  <p:childTnLst>
                                    <p:set>
                                      <p:cBhvr>
                                        <p:cTn id="212" dur="1" fill="hold">
                                          <p:stCondLst>
                                            <p:cond delay="0"/>
                                          </p:stCondLst>
                                        </p:cTn>
                                        <p:tgtEl>
                                          <p:spTgt spid="44"/>
                                        </p:tgtEl>
                                        <p:attrNameLst>
                                          <p:attrName>style.visibility</p:attrName>
                                        </p:attrNameLst>
                                      </p:cBhvr>
                                      <p:to>
                                        <p:strVal val="visible"/>
                                      </p:to>
                                    </p:set>
                                    <p:animEffect transition="in" filter="wipe(left)">
                                      <p:cBhvr>
                                        <p:cTn id="213" dur="8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5" grpId="0" animBg="1"/>
      <p:bldP spid="46" grpId="0" animBg="1"/>
      <p:bldP spid="4" grpId="0" animBg="1"/>
      <p:bldP spid="47" grpId="0" animBg="1"/>
      <p:bldP spid="5" grpId="0" animBg="1"/>
      <p:bldP spid="46" grpId="1" animBg="1"/>
      <p:bldP spid="36" grpId="0" animBg="1"/>
      <p:bldP spid="37" grpId="0" animBg="1"/>
      <p:bldP spid="4" grpId="1" animBg="1"/>
      <p:bldP spid="6" grpId="0" animBg="1"/>
      <p:bldP spid="38" grpId="0" animBg="1"/>
      <p:bldP spid="5" grpId="1" animBg="1"/>
      <p:bldP spid="41" grpId="0" animBg="1"/>
      <p:bldP spid="7" grpId="0" animBg="1"/>
      <p:bldP spid="42" grpId="0" animBg="1"/>
      <p:bldP spid="10" grpId="0" animBg="1"/>
      <p:bldP spid="8" grpId="0" animBg="1"/>
      <p:bldP spid="9" grpId="0" animBg="1"/>
      <p:bldP spid="43" grpId="0" animBg="1"/>
      <p:bldP spid="8" grpId="1" animBg="1"/>
      <p:bldP spid="11" grpId="0" animBg="1"/>
      <p:bldP spid="12" grpId="0" animBg="1"/>
      <p:bldP spid="15" grpId="0" animBg="1"/>
      <p:bldP spid="13" grpId="0" animBg="1"/>
      <p:bldP spid="14" grpId="0" animBg="1"/>
      <p:bldP spid="13" grpId="1" animBg="1"/>
      <p:bldP spid="16" grpId="0" animBg="1"/>
      <p:bldP spid="38" grpId="1" animBg="1"/>
      <p:bldP spid="17" grpId="0" animBg="1"/>
      <p:bldP spid="20" grpId="0" animBg="1"/>
      <p:bldP spid="18" grpId="0" animBg="1"/>
      <p:bldP spid="19" grpId="0" animBg="1"/>
      <p:bldP spid="18" grpId="1" animBg="1"/>
      <p:bldP spid="39" grpId="0" animBg="1"/>
      <p:bldP spid="18" grpId="2" animBg="1"/>
      <p:bldP spid="38" grpId="2" animBg="1"/>
      <p:bldP spid="43" grpId="1" animBg="1"/>
      <p:bldP spid="21" grpId="0" animBg="1"/>
      <p:bldP spid="22" grpId="0" animBg="1"/>
      <p:bldP spid="25" grpId="0" animBg="1"/>
      <p:bldP spid="23" grpId="0" animBg="1"/>
      <p:bldP spid="24" grpId="0" animBg="1"/>
      <p:bldP spid="23" grpId="1" animBg="1"/>
      <p:bldP spid="26" grpId="0" animBg="1"/>
      <p:bldP spid="27" grpId="0" animBg="1"/>
      <p:bldP spid="30" grpId="0" animBg="1"/>
      <p:bldP spid="28" grpId="0" animBg="1"/>
      <p:bldP spid="29" grpId="0" animBg="1"/>
      <p:bldP spid="28" grpId="1" animBg="1"/>
      <p:bldP spid="31" grpId="0" animBg="1"/>
      <p:bldP spid="32" grpId="0" animBg="1"/>
      <p:bldP spid="35" grpId="0" animBg="1"/>
      <p:bldP spid="33" grpId="0" animBg="1"/>
      <p:bldP spid="34" grpId="0" animBg="1"/>
      <p:bldP spid="39" grpId="1" animBg="1"/>
      <p:bldP spid="38" grpId="3" animBg="1"/>
      <p:bldP spid="33" grpId="1" animBg="1"/>
      <p:bldP spid="40" grpId="0" animBg="1"/>
      <p:bldP spid="4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eyebrow"/>
          <p:cNvSpPr txBox="1"/>
          <p:nvPr/>
        </p:nvSpPr>
        <p:spPr>
          <a:xfrm>
            <a:off x="812800" y="520700"/>
            <a:ext cx="9525000" cy="190500"/>
          </a:xfrm>
          <a:prstGeom prst="rect">
            <a:avLst/>
          </a:prstGeom>
          <a:noFill/>
          <a:ln/>
        </p:spPr>
        <p:txBody>
          <a:bodyPr wrap="square" lIns="0" tIns="0" rIns="0" bIns="0" rtlCol="0" anchor="t"/>
          <a:lstStyle/>
          <a:p>
            <a:pPr indent="0" marL="0">
              <a:buNone/>
            </a:pPr>
            <a:r>
              <a:rPr lang="en-US" sz="1100" b="1" spc="300" kern="0" dirty="0">
                <a:solidFill>
                  <a:srgbClr val="FF4F6E"/>
                </a:solidFill>
                <a:latin typeface="Consolas" pitchFamily="34" charset="0"/>
                <a:ea typeface="Consolas" pitchFamily="34" charset="-122"/>
                <a:cs typeface="Consolas" pitchFamily="34" charset="-120"/>
              </a:rPr>
              <a:t>05 / TARGET 3 / INSTAGRAM</a:t>
            </a:r>
            <a:endParaRPr lang="en-US" sz="1100" dirty="0"/>
          </a:p>
        </p:txBody>
      </p:sp>
      <p:sp>
        <p:nvSpPr>
          <p:cNvPr id="4" name="heading"/>
          <p:cNvSpPr txBox="1"/>
          <p:nvPr/>
        </p:nvSpPr>
        <p:spPr>
          <a:xfrm>
            <a:off x="812800" y="749300"/>
            <a:ext cx="10096500" cy="1016000"/>
          </a:xfrm>
          <a:prstGeom prst="rect">
            <a:avLst/>
          </a:prstGeom>
          <a:noFill/>
          <a:ln/>
        </p:spPr>
        <p:txBody>
          <a:bodyPr wrap="square" lIns="0" tIns="0" rIns="0" bIns="0" rtlCol="0" anchor="t"/>
          <a:lstStyle/>
          <a:p>
            <a:pPr indent="0" marL="0">
              <a:lnSpc>
                <a:spcPct val="95000"/>
              </a:lnSpc>
              <a:buNone/>
            </a:pPr>
            <a:r>
              <a:rPr lang="en-US" sz="3000" b="1" dirty="0">
                <a:solidFill>
                  <a:srgbClr val="E8FBFF"/>
                </a:solidFill>
                <a:effectLst>
                  <a:glow rad="101600">
                    <a:srgbClr val="FF4F6E">
                      <a:alpha val="35000"/>
                    </a:srgbClr>
                  </a:glow>
                </a:effectLst>
                <a:latin typeface="Bahnschrift" pitchFamily="34" charset="0"/>
                <a:ea typeface="Bahnschrift" pitchFamily="34" charset="-122"/>
                <a:cs typeface="Bahnschrift" pitchFamily="34" charset="-120"/>
              </a:rPr>
              <a:t>Target 3 – Instagram: once inside, the DMs are an open book</a:t>
            </a:r>
            <a:endParaRPr lang="en-US" sz="3000" dirty="0"/>
          </a:p>
        </p:txBody>
      </p:sp>
      <p:sp>
        <p:nvSpPr>
          <p:cNvPr id="5" name="plan"/>
          <p:cNvSpPr/>
          <p:nvPr/>
        </p:nvSpPr>
        <p:spPr>
          <a:xfrm>
            <a:off x="812800" y="1841500"/>
            <a:ext cx="6413500" cy="444500"/>
          </a:xfrm>
          <a:prstGeom prst="roundRect">
            <a:avLst>
              <a:gd name="adj" fmla="val 24686"/>
            </a:avLst>
          </a:prstGeom>
          <a:solidFill>
            <a:srgbClr val="10294A">
              <a:alpha val="70000"/>
            </a:srgbClr>
          </a:solidFill>
          <a:ln w="19050">
            <a:solidFill>
              <a:srgbClr val="FF4F6E"/>
            </a:solidFill>
          </a:ln>
          <a:effectLst>
            <a:outerShdw sx="100000" sy="100000" kx="0" ky="0" algn="bl" rotWithShape="0" blurRad="114300" dist="50800" dir="5400000">
              <a:srgbClr val="FF4F6E">
                <a:alpha val="55000"/>
              </a:srgbClr>
            </a:outerShdw>
          </a:effectLst>
        </p:spPr>
        <p:txBody>
          <a:bodyPr wrap="square" lIns="76200" tIns="76200" rIns="76200" bIns="76200" rtlCol="0" anchor="ctr"/>
          <a:lstStyle/>
          <a:p>
            <a:pPr algn="l" indent="0" marL="0">
              <a:buNone/>
            </a:pPr>
            <a:r>
              <a:rPr lang="en-US" sz="1100" b="1" dirty="0">
                <a:solidFill>
                  <a:srgbClr val="FF4F6E"/>
                </a:solidFill>
                <a:latin typeface="Consolas" pitchFamily="34" charset="0"/>
                <a:ea typeface="Consolas" pitchFamily="34" charset="-122"/>
                <a:cs typeface="Consolas" pitchFamily="34" charset="-120"/>
              </a:rPr>
              <a:t>THE HACKER’S PLAN  </a:t>
            </a:r>
            <a:pPr algn="l" indent="0" marL="0">
              <a:buNone/>
            </a:pPr>
            <a:r>
              <a:rPr lang="en-US" sz="1100" i="1" dirty="0">
                <a:solidFill>
                  <a:srgbClr val="E8FBFF"/>
                </a:solidFill>
                <a:latin typeface="Segoe UI" pitchFamily="34" charset="0"/>
                <a:ea typeface="Segoe UI" pitchFamily="34" charset="-122"/>
                <a:cs typeface="Segoe UI" pitchFamily="34" charset="-120"/>
              </a:rPr>
              <a:t>“I get in through linked Meta accounts and read the DMs. They aren’t end-to-end encrypted, so private photos become my leverage.”</a:t>
            </a:r>
            <a:endParaRPr lang="en-US" sz="1100" dirty="0"/>
          </a:p>
        </p:txBody>
      </p:sp>
      <p:sp>
        <p:nvSpPr>
          <p:cNvPr id="6" name="alab"/>
          <p:cNvSpPr txBox="1"/>
          <p:nvPr/>
        </p:nvSpPr>
        <p:spPr>
          <a:xfrm>
            <a:off x="812800" y="2362200"/>
            <a:ext cx="6413500" cy="190500"/>
          </a:xfrm>
          <a:prstGeom prst="rect">
            <a:avLst/>
          </a:prstGeom>
          <a:noFill/>
          <a:ln/>
        </p:spPr>
        <p:txBody>
          <a:bodyPr wrap="square" lIns="0" tIns="0" rIns="0" bIns="0" rtlCol="0" anchor="t"/>
          <a:lstStyle/>
          <a:p>
            <a:pPr algn="l" indent="0" marL="0">
              <a:buNone/>
            </a:pPr>
            <a:r>
              <a:rPr lang="en-US" sz="1150" b="1" spc="300" kern="0" dirty="0">
                <a:solidFill>
                  <a:srgbClr val="FF4F6E"/>
                </a:solidFill>
                <a:latin typeface="Consolas" pitchFamily="34" charset="0"/>
                <a:ea typeface="Consolas" pitchFamily="34" charset="-122"/>
                <a:cs typeface="Consolas" pitchFamily="34" charset="-120"/>
              </a:rPr>
              <a:t>THE ATTACK · HOW I GET IN</a:t>
            </a:r>
            <a:endParaRPr lang="en-US" sz="1150" dirty="0"/>
          </a:p>
        </p:txBody>
      </p:sp>
      <p:sp>
        <p:nvSpPr>
          <p:cNvPr id="7" name="abox0"/>
          <p:cNvSpPr/>
          <p:nvPr/>
        </p:nvSpPr>
        <p:spPr>
          <a:xfrm>
            <a:off x="812800" y="2590800"/>
            <a:ext cx="1968500" cy="1663700"/>
          </a:xfrm>
          <a:prstGeom prst="roundRect">
            <a:avLst>
              <a:gd name="adj" fmla="val 3298"/>
            </a:avLst>
          </a:prstGeom>
          <a:solidFill>
            <a:srgbClr val="10294A">
              <a:alpha val="70000"/>
            </a:srgbClr>
          </a:solidFill>
          <a:ln w="19050">
            <a:solidFill>
              <a:srgbClr val="FF4F6E"/>
            </a:solidFill>
            <a:prstDash val="solid"/>
          </a:ln>
          <a:effectLst>
            <a:outerShdw sx="100000" sy="100000" kx="0" ky="0" algn="bl" rotWithShape="0" blurRad="114300" dist="50800" dir="5400000">
              <a:srgbClr val="FF4F6E">
                <a:alpha val="55000"/>
              </a:srgbClr>
            </a:outerShdw>
          </a:effectLst>
        </p:spPr>
      </p:sp>
      <p:pic>
        <p:nvPicPr>
          <p:cNvPr id="8" name="ashot0" descr="Linked to Facebook through Accounts Center">    </p:cNvPr>
          <p:cNvPicPr>
            <a:picLocks noChangeAspect="1"/>
          </p:cNvPicPr>
          <p:nvPr/>
        </p:nvPicPr>
        <p:blipFill>
          <a:blip r:embed="rId2"/>
          <a:stretch>
            <a:fillRect/>
          </a:stretch>
        </p:blipFill>
        <p:spPr>
          <a:xfrm>
            <a:off x="1260191" y="2641600"/>
            <a:ext cx="1073718" cy="1231900"/>
          </a:xfrm>
          <a:prstGeom prst="rect">
            <a:avLst/>
          </a:prstGeom>
        </p:spPr>
      </p:pic>
      <p:sp>
        <p:nvSpPr>
          <p:cNvPr id="9" name="acap0"/>
          <p:cNvSpPr txBox="1"/>
          <p:nvPr/>
        </p:nvSpPr>
        <p:spPr>
          <a:xfrm>
            <a:off x="876300" y="38989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Linked to Facebook through Accounts Center</a:t>
            </a:r>
            <a:endParaRPr lang="en-US" sz="1100" dirty="0"/>
          </a:p>
        </p:txBody>
      </p:sp>
      <p:sp>
        <p:nvSpPr>
          <p:cNvPr id="10" name="anum0"/>
          <p:cNvSpPr/>
          <p:nvPr/>
        </p:nvSpPr>
        <p:spPr>
          <a:xfrm>
            <a:off x="863600" y="2641600"/>
            <a:ext cx="254000" cy="254000"/>
          </a:xfrm>
          <a:prstGeom prst="roundRect">
            <a:avLst>
              <a:gd name="adj" fmla="val 180000"/>
            </a:avLst>
          </a:prstGeom>
          <a:solidFill>
            <a:srgbClr val="FF4F6E"/>
          </a:solidFill>
          <a:ln/>
          <a:effectLst>
            <a:outerShdw sx="100000" sy="100000" kx="0" ky="0" algn="bl" rotWithShape="0" blurRad="114300" dist="50800" dir="5400000">
              <a:srgbClr val="FF4F6E">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01</a:t>
            </a:r>
            <a:endParaRPr lang="en-US" sz="1100" dirty="0"/>
          </a:p>
        </p:txBody>
      </p:sp>
      <p:sp>
        <p:nvSpPr>
          <p:cNvPr id="11" name="aarr0"/>
          <p:cNvSpPr/>
          <p:nvPr/>
        </p:nvSpPr>
        <p:spPr>
          <a:xfrm>
            <a:off x="2806700" y="3327400"/>
            <a:ext cx="203200" cy="190500"/>
          </a:xfrm>
          <a:prstGeom prst="rightArrow">
            <a:avLst/>
          </a:prstGeom>
          <a:solidFill>
            <a:srgbClr val="FF4F6E"/>
          </a:solidFill>
          <a:ln/>
          <a:effectLst>
            <a:outerShdw sx="100000" sy="100000" kx="0" ky="0" algn="bl" rotWithShape="0" blurRad="114300" dist="50800" dir="5400000">
              <a:srgbClr val="FF4F6E">
                <a:alpha val="60000"/>
              </a:srgbClr>
            </a:outerShdw>
          </a:effectLst>
        </p:spPr>
      </p:sp>
      <p:sp>
        <p:nvSpPr>
          <p:cNvPr id="12" name="abox1"/>
          <p:cNvSpPr/>
          <p:nvPr/>
        </p:nvSpPr>
        <p:spPr>
          <a:xfrm>
            <a:off x="3035300" y="2590800"/>
            <a:ext cx="1968500" cy="1663700"/>
          </a:xfrm>
          <a:prstGeom prst="roundRect">
            <a:avLst>
              <a:gd name="adj" fmla="val 3298"/>
            </a:avLst>
          </a:prstGeom>
          <a:solidFill>
            <a:srgbClr val="10294A">
              <a:alpha val="70000"/>
            </a:srgbClr>
          </a:solidFill>
          <a:ln w="19050">
            <a:solidFill>
              <a:srgbClr val="FF4F6E"/>
            </a:solidFill>
            <a:prstDash val="solid"/>
          </a:ln>
          <a:effectLst>
            <a:outerShdw sx="100000" sy="100000" kx="0" ky="0" algn="bl" rotWithShape="0" blurRad="114300" dist="50800" dir="5400000">
              <a:srgbClr val="FF4F6E">
                <a:alpha val="55000"/>
              </a:srgbClr>
            </a:outerShdw>
          </a:effectLst>
        </p:spPr>
      </p:sp>
      <p:pic>
        <p:nvPicPr>
          <p:cNvPr id="13" name="ashot1" descr="Her private DMs are read">    </p:cNvPr>
          <p:cNvPicPr>
            <a:picLocks noChangeAspect="1"/>
          </p:cNvPicPr>
          <p:nvPr/>
        </p:nvPicPr>
        <p:blipFill>
          <a:blip r:embed="rId3"/>
          <a:stretch>
            <a:fillRect/>
          </a:stretch>
        </p:blipFill>
        <p:spPr>
          <a:xfrm>
            <a:off x="3584305" y="2641600"/>
            <a:ext cx="870491" cy="1231900"/>
          </a:xfrm>
          <a:prstGeom prst="rect">
            <a:avLst/>
          </a:prstGeom>
        </p:spPr>
      </p:pic>
      <p:sp>
        <p:nvSpPr>
          <p:cNvPr id="14" name="acap1"/>
          <p:cNvSpPr txBox="1"/>
          <p:nvPr/>
        </p:nvSpPr>
        <p:spPr>
          <a:xfrm>
            <a:off x="3098800" y="38989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Her private DMs are read</a:t>
            </a:r>
            <a:endParaRPr lang="en-US" sz="1100" dirty="0"/>
          </a:p>
        </p:txBody>
      </p:sp>
      <p:sp>
        <p:nvSpPr>
          <p:cNvPr id="15" name="anum1"/>
          <p:cNvSpPr/>
          <p:nvPr/>
        </p:nvSpPr>
        <p:spPr>
          <a:xfrm>
            <a:off x="3086100" y="2641600"/>
            <a:ext cx="254000" cy="254000"/>
          </a:xfrm>
          <a:prstGeom prst="roundRect">
            <a:avLst>
              <a:gd name="adj" fmla="val 180000"/>
            </a:avLst>
          </a:prstGeom>
          <a:solidFill>
            <a:srgbClr val="FF4F6E"/>
          </a:solidFill>
          <a:ln/>
          <a:effectLst>
            <a:outerShdw sx="100000" sy="100000" kx="0" ky="0" algn="bl" rotWithShape="0" blurRad="114300" dist="50800" dir="5400000">
              <a:srgbClr val="FF4F6E">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02</a:t>
            </a:r>
            <a:endParaRPr lang="en-US" sz="1100" dirty="0"/>
          </a:p>
        </p:txBody>
      </p:sp>
      <p:sp>
        <p:nvSpPr>
          <p:cNvPr id="16" name="aarr1"/>
          <p:cNvSpPr/>
          <p:nvPr/>
        </p:nvSpPr>
        <p:spPr>
          <a:xfrm>
            <a:off x="5029200" y="3327400"/>
            <a:ext cx="203200" cy="190500"/>
          </a:xfrm>
          <a:prstGeom prst="rightArrow">
            <a:avLst/>
          </a:prstGeom>
          <a:solidFill>
            <a:srgbClr val="FF4F6E"/>
          </a:solidFill>
          <a:ln/>
          <a:effectLst>
            <a:outerShdw sx="100000" sy="100000" kx="0" ky="0" algn="bl" rotWithShape="0" blurRad="114300" dist="50800" dir="5400000">
              <a:srgbClr val="FF4F6E">
                <a:alpha val="60000"/>
              </a:srgbClr>
            </a:outerShdw>
          </a:effectLst>
        </p:spPr>
      </p:sp>
      <p:sp>
        <p:nvSpPr>
          <p:cNvPr id="17" name="abox2"/>
          <p:cNvSpPr/>
          <p:nvPr/>
        </p:nvSpPr>
        <p:spPr>
          <a:xfrm>
            <a:off x="5257800" y="2590800"/>
            <a:ext cx="1968500" cy="1663700"/>
          </a:xfrm>
          <a:prstGeom prst="roundRect">
            <a:avLst>
              <a:gd name="adj" fmla="val 3298"/>
            </a:avLst>
          </a:prstGeom>
          <a:solidFill>
            <a:srgbClr val="10294A">
              <a:alpha val="70000"/>
            </a:srgbClr>
          </a:solidFill>
          <a:ln w="19050">
            <a:solidFill>
              <a:srgbClr val="FF4F6E"/>
            </a:solidFill>
            <a:prstDash val="solid"/>
          </a:ln>
          <a:effectLst>
            <a:outerShdw sx="100000" sy="100000" kx="0" ky="0" algn="bl" rotWithShape="0" blurRad="114300" dist="50800" dir="5400000">
              <a:srgbClr val="FF4F6E">
                <a:alpha val="55000"/>
              </a:srgbClr>
            </a:outerShdw>
          </a:effectLst>
        </p:spPr>
      </p:sp>
      <p:pic>
        <p:nvPicPr>
          <p:cNvPr id="18" name="ashot2" descr="The messages are used for blackmail">    </p:cNvPr>
          <p:cNvPicPr>
            <a:picLocks noChangeAspect="1"/>
          </p:cNvPicPr>
          <p:nvPr/>
        </p:nvPicPr>
        <p:blipFill>
          <a:blip r:embed="rId4"/>
          <a:stretch>
            <a:fillRect/>
          </a:stretch>
        </p:blipFill>
        <p:spPr>
          <a:xfrm>
            <a:off x="5762423" y="2641600"/>
            <a:ext cx="959255" cy="1231900"/>
          </a:xfrm>
          <a:prstGeom prst="rect">
            <a:avLst/>
          </a:prstGeom>
        </p:spPr>
      </p:pic>
      <p:sp>
        <p:nvSpPr>
          <p:cNvPr id="19" name="acap2"/>
          <p:cNvSpPr txBox="1"/>
          <p:nvPr/>
        </p:nvSpPr>
        <p:spPr>
          <a:xfrm>
            <a:off x="5321300" y="38989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The messages are used for blackmail</a:t>
            </a:r>
            <a:endParaRPr lang="en-US" sz="1100" dirty="0"/>
          </a:p>
        </p:txBody>
      </p:sp>
      <p:sp>
        <p:nvSpPr>
          <p:cNvPr id="20" name="anum2"/>
          <p:cNvSpPr/>
          <p:nvPr/>
        </p:nvSpPr>
        <p:spPr>
          <a:xfrm>
            <a:off x="5308600" y="2641600"/>
            <a:ext cx="254000" cy="254000"/>
          </a:xfrm>
          <a:prstGeom prst="roundRect">
            <a:avLst>
              <a:gd name="adj" fmla="val 180000"/>
            </a:avLst>
          </a:prstGeom>
          <a:solidFill>
            <a:srgbClr val="FF4F6E"/>
          </a:solidFill>
          <a:ln/>
          <a:effectLst>
            <a:outerShdw sx="100000" sy="100000" kx="0" ky="0" algn="bl" rotWithShape="0" blurRad="114300" dist="50800" dir="5400000">
              <a:srgbClr val="FF4F6E">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03</a:t>
            </a:r>
            <a:endParaRPr lang="en-US" sz="1100" dirty="0"/>
          </a:p>
        </p:txBody>
      </p:sp>
      <p:sp>
        <p:nvSpPr>
          <p:cNvPr id="21" name="slab"/>
          <p:cNvSpPr txBox="1"/>
          <p:nvPr/>
        </p:nvSpPr>
        <p:spPr>
          <a:xfrm>
            <a:off x="812800" y="4356100"/>
            <a:ext cx="6413500" cy="190500"/>
          </a:xfrm>
          <a:prstGeom prst="rect">
            <a:avLst/>
          </a:prstGeom>
          <a:noFill/>
          <a:ln/>
        </p:spPr>
        <p:txBody>
          <a:bodyPr wrap="square" lIns="0" tIns="0" rIns="0" bIns="0" rtlCol="0" anchor="t"/>
          <a:lstStyle/>
          <a:p>
            <a:pPr algn="l" indent="0" marL="0">
              <a:buNone/>
            </a:pPr>
            <a:r>
              <a:rPr lang="en-US" sz="1150" b="1" spc="300" kern="0" dirty="0">
                <a:solidFill>
                  <a:srgbClr val="3FF0FF"/>
                </a:solidFill>
                <a:latin typeface="Consolas" pitchFamily="34" charset="0"/>
                <a:ea typeface="Consolas" pitchFamily="34" charset="-122"/>
                <a:cs typeface="Consolas" pitchFamily="34" charset="-120"/>
              </a:rPr>
              <a:t>GUARDIANS IN THE WAY · WHAT STOPS ME</a:t>
            </a:r>
            <a:endParaRPr lang="en-US" sz="1150" dirty="0"/>
          </a:p>
        </p:txBody>
      </p:sp>
      <p:sp>
        <p:nvSpPr>
          <p:cNvPr id="22" name="sbox0"/>
          <p:cNvSpPr/>
          <p:nvPr/>
        </p:nvSpPr>
        <p:spPr>
          <a:xfrm>
            <a:off x="812800" y="4584700"/>
            <a:ext cx="1968500" cy="1663700"/>
          </a:xfrm>
          <a:prstGeom prst="roundRect">
            <a:avLst>
              <a:gd name="adj" fmla="val 3298"/>
            </a:avLst>
          </a:prstGeom>
          <a:solidFill>
            <a:srgbClr val="0A1A2E">
              <a:alpha val="70000"/>
            </a:srgbClr>
          </a:solidFill>
          <a:ln w="19050">
            <a:solidFill>
              <a:srgbClr val="3FF0FF"/>
            </a:solidFill>
            <a:prstDash val="solid"/>
          </a:ln>
          <a:effectLst>
            <a:outerShdw sx="100000" sy="100000" kx="0" ky="0" algn="bl" rotWithShape="0" blurRad="114300" dist="50800" dir="5400000">
              <a:srgbClr val="FF4F6E">
                <a:alpha val="55000"/>
              </a:srgbClr>
            </a:outerShdw>
          </a:effectLst>
        </p:spPr>
      </p:sp>
      <p:pic>
        <p:nvPicPr>
          <p:cNvPr id="23" name="sshot0" descr="Check “Emails from Instagram” for real alerts">    </p:cNvPr>
          <p:cNvPicPr>
            <a:picLocks noChangeAspect="1"/>
          </p:cNvPicPr>
          <p:nvPr/>
        </p:nvPicPr>
        <p:blipFill>
          <a:blip r:embed="rId5"/>
          <a:stretch>
            <a:fillRect/>
          </a:stretch>
        </p:blipFill>
        <p:spPr>
          <a:xfrm>
            <a:off x="1168949" y="4635500"/>
            <a:ext cx="1256202" cy="1231900"/>
          </a:xfrm>
          <a:prstGeom prst="rect">
            <a:avLst/>
          </a:prstGeom>
        </p:spPr>
      </p:pic>
      <p:sp>
        <p:nvSpPr>
          <p:cNvPr id="24" name="scap0"/>
          <p:cNvSpPr txBox="1"/>
          <p:nvPr/>
        </p:nvSpPr>
        <p:spPr>
          <a:xfrm>
            <a:off x="876300" y="58928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Check “Emails from Instagram” for real alerts</a:t>
            </a:r>
            <a:endParaRPr lang="en-US" sz="1100" dirty="0"/>
          </a:p>
        </p:txBody>
      </p:sp>
      <p:sp>
        <p:nvSpPr>
          <p:cNvPr id="25" name="snum0"/>
          <p:cNvSpPr/>
          <p:nvPr/>
        </p:nvSpPr>
        <p:spPr>
          <a:xfrm>
            <a:off x="863600" y="4635500"/>
            <a:ext cx="254000" cy="254000"/>
          </a:xfrm>
          <a:prstGeom prst="roundRect">
            <a:avLst>
              <a:gd name="adj" fmla="val 180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01</a:t>
            </a:r>
            <a:endParaRPr lang="en-US" sz="1100" dirty="0"/>
          </a:p>
        </p:txBody>
      </p:sp>
      <p:sp>
        <p:nvSpPr>
          <p:cNvPr id="26" name="sarr0"/>
          <p:cNvSpPr/>
          <p:nvPr/>
        </p:nvSpPr>
        <p:spPr>
          <a:xfrm>
            <a:off x="2806700" y="5321300"/>
            <a:ext cx="203200" cy="190500"/>
          </a:xfrm>
          <a:prstGeom prst="rightArrow">
            <a:avLst/>
          </a:prstGeom>
          <a:solidFill>
            <a:srgbClr val="3FF0FF"/>
          </a:solidFill>
          <a:ln/>
          <a:effectLst>
            <a:outerShdw sx="100000" sy="100000" kx="0" ky="0" algn="bl" rotWithShape="0" blurRad="114300" dist="50800" dir="5400000">
              <a:srgbClr val="3FF0FF">
                <a:alpha val="60000"/>
              </a:srgbClr>
            </a:outerShdw>
          </a:effectLst>
        </p:spPr>
      </p:sp>
      <p:sp>
        <p:nvSpPr>
          <p:cNvPr id="27" name="sbox1"/>
          <p:cNvSpPr/>
          <p:nvPr/>
        </p:nvSpPr>
        <p:spPr>
          <a:xfrm>
            <a:off x="3035300" y="4584700"/>
            <a:ext cx="1968500" cy="1663700"/>
          </a:xfrm>
          <a:prstGeom prst="roundRect">
            <a:avLst>
              <a:gd name="adj" fmla="val 3298"/>
            </a:avLst>
          </a:prstGeom>
          <a:solidFill>
            <a:srgbClr val="0A1A2E">
              <a:alpha val="70000"/>
            </a:srgbClr>
          </a:solidFill>
          <a:ln w="19050">
            <a:solidFill>
              <a:srgbClr val="3FF0FF"/>
            </a:solidFill>
            <a:prstDash val="solid"/>
          </a:ln>
          <a:effectLst>
            <a:outerShdw sx="100000" sy="100000" kx="0" ky="0" algn="bl" rotWithShape="0" blurRad="114300" dist="50800" dir="5400000">
              <a:srgbClr val="FF4F6E">
                <a:alpha val="55000"/>
              </a:srgbClr>
            </a:outerShdw>
          </a:effectLst>
        </p:spPr>
      </p:sp>
      <p:pic>
        <p:nvPicPr>
          <p:cNvPr id="28" name="sshot1" descr="Use Restrict and Hidden Words">    </p:cNvPr>
          <p:cNvPicPr>
            <a:picLocks noChangeAspect="1"/>
          </p:cNvPicPr>
          <p:nvPr/>
        </p:nvPicPr>
        <p:blipFill>
          <a:blip r:embed="rId6"/>
          <a:stretch>
            <a:fillRect/>
          </a:stretch>
        </p:blipFill>
        <p:spPr>
          <a:xfrm>
            <a:off x="3459444" y="4635500"/>
            <a:ext cx="1120212" cy="1231900"/>
          </a:xfrm>
          <a:prstGeom prst="rect">
            <a:avLst/>
          </a:prstGeom>
        </p:spPr>
      </p:pic>
      <p:sp>
        <p:nvSpPr>
          <p:cNvPr id="29" name="scap1"/>
          <p:cNvSpPr txBox="1"/>
          <p:nvPr/>
        </p:nvSpPr>
        <p:spPr>
          <a:xfrm>
            <a:off x="3098800" y="58928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Use Restrict and Hidden Words</a:t>
            </a:r>
            <a:endParaRPr lang="en-US" sz="1100" dirty="0"/>
          </a:p>
        </p:txBody>
      </p:sp>
      <p:sp>
        <p:nvSpPr>
          <p:cNvPr id="30" name="snum1"/>
          <p:cNvSpPr/>
          <p:nvPr/>
        </p:nvSpPr>
        <p:spPr>
          <a:xfrm>
            <a:off x="3086100" y="4635500"/>
            <a:ext cx="254000" cy="254000"/>
          </a:xfrm>
          <a:prstGeom prst="roundRect">
            <a:avLst>
              <a:gd name="adj" fmla="val 180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02</a:t>
            </a:r>
            <a:endParaRPr lang="en-US" sz="1100" dirty="0"/>
          </a:p>
        </p:txBody>
      </p:sp>
      <p:sp>
        <p:nvSpPr>
          <p:cNvPr id="31" name="sarr1"/>
          <p:cNvSpPr/>
          <p:nvPr/>
        </p:nvSpPr>
        <p:spPr>
          <a:xfrm>
            <a:off x="5029200" y="5321300"/>
            <a:ext cx="203200" cy="190500"/>
          </a:xfrm>
          <a:prstGeom prst="rightArrow">
            <a:avLst/>
          </a:prstGeom>
          <a:solidFill>
            <a:srgbClr val="3FF0FF"/>
          </a:solidFill>
          <a:ln/>
          <a:effectLst>
            <a:outerShdw sx="100000" sy="100000" kx="0" ky="0" algn="bl" rotWithShape="0" blurRad="114300" dist="50800" dir="5400000">
              <a:srgbClr val="3FF0FF">
                <a:alpha val="60000"/>
              </a:srgbClr>
            </a:outerShdw>
          </a:effectLst>
        </p:spPr>
      </p:sp>
      <p:sp>
        <p:nvSpPr>
          <p:cNvPr id="32" name="sbox2"/>
          <p:cNvSpPr/>
          <p:nvPr/>
        </p:nvSpPr>
        <p:spPr>
          <a:xfrm>
            <a:off x="5257800" y="4584700"/>
            <a:ext cx="1968500" cy="1663700"/>
          </a:xfrm>
          <a:prstGeom prst="roundRect">
            <a:avLst>
              <a:gd name="adj" fmla="val 3298"/>
            </a:avLst>
          </a:prstGeom>
          <a:solidFill>
            <a:srgbClr val="0A1A2E">
              <a:alpha val="70000"/>
            </a:srgbClr>
          </a:solidFill>
          <a:ln w="19050">
            <a:solidFill>
              <a:srgbClr val="3FF0FF"/>
            </a:solidFill>
            <a:prstDash val="solid"/>
          </a:ln>
          <a:effectLst>
            <a:outerShdw sx="100000" sy="100000" kx="0" ky="0" algn="bl" rotWithShape="0" blurRad="114300" dist="50800" dir="5400000">
              <a:srgbClr val="FF4F6E">
                <a:alpha val="55000"/>
              </a:srgbClr>
            </a:outerShdw>
          </a:effectLst>
        </p:spPr>
      </p:sp>
      <p:pic>
        <p:nvPicPr>
          <p:cNvPr id="33" name="sshot2" descr="Its own password + 2FA">    </p:cNvPr>
          <p:cNvPicPr>
            <a:picLocks noChangeAspect="1"/>
          </p:cNvPicPr>
          <p:nvPr/>
        </p:nvPicPr>
        <p:blipFill>
          <a:blip r:embed="rId7"/>
          <a:stretch>
            <a:fillRect/>
          </a:stretch>
        </p:blipFill>
        <p:spPr>
          <a:xfrm>
            <a:off x="5669549" y="4635500"/>
            <a:ext cx="1145002" cy="1231900"/>
          </a:xfrm>
          <a:prstGeom prst="rect">
            <a:avLst/>
          </a:prstGeom>
        </p:spPr>
      </p:pic>
      <p:sp>
        <p:nvSpPr>
          <p:cNvPr id="34" name="scap2"/>
          <p:cNvSpPr txBox="1"/>
          <p:nvPr/>
        </p:nvSpPr>
        <p:spPr>
          <a:xfrm>
            <a:off x="5321300" y="58928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Its own password + 2FA</a:t>
            </a:r>
            <a:endParaRPr lang="en-US" sz="1100" dirty="0"/>
          </a:p>
        </p:txBody>
      </p:sp>
      <p:sp>
        <p:nvSpPr>
          <p:cNvPr id="35" name="snum2"/>
          <p:cNvSpPr/>
          <p:nvPr/>
        </p:nvSpPr>
        <p:spPr>
          <a:xfrm>
            <a:off x="5308600" y="4635500"/>
            <a:ext cx="254000" cy="254000"/>
          </a:xfrm>
          <a:prstGeom prst="roundRect">
            <a:avLst>
              <a:gd name="adj" fmla="val 180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03</a:t>
            </a:r>
            <a:endParaRPr lang="en-US" sz="1100" dirty="0"/>
          </a:p>
        </p:txBody>
      </p:sp>
      <p:sp>
        <p:nvSpPr>
          <p:cNvPr id="36" name="tmlab"/>
          <p:cNvSpPr txBox="1"/>
          <p:nvPr/>
        </p:nvSpPr>
        <p:spPr>
          <a:xfrm>
            <a:off x="7734300" y="1892300"/>
            <a:ext cx="3644900" cy="190500"/>
          </a:xfrm>
          <a:prstGeom prst="rect">
            <a:avLst/>
          </a:prstGeom>
          <a:noFill/>
          <a:ln/>
        </p:spPr>
        <p:txBody>
          <a:bodyPr wrap="square" lIns="0" tIns="0" rIns="0" bIns="0" rtlCol="0" anchor="t"/>
          <a:lstStyle/>
          <a:p>
            <a:pPr algn="ctr" indent="0" marL="0">
              <a:buNone/>
            </a:pPr>
            <a:r>
              <a:rPr lang="en-US" sz="1150" b="1" spc="300" kern="0" dirty="0">
                <a:solidFill>
                  <a:srgbClr val="FF4F6E"/>
                </a:solidFill>
                <a:latin typeface="Consolas" pitchFamily="34" charset="0"/>
                <a:ea typeface="Consolas" pitchFamily="34" charset="-122"/>
                <a:cs typeface="Consolas" pitchFamily="34" charset="-120"/>
              </a:rPr>
              <a:t>THREAT LEVEL</a:t>
            </a:r>
            <a:endParaRPr lang="en-US" sz="1150" dirty="0"/>
          </a:p>
        </p:txBody>
      </p:sp>
      <p:pic>
        <p:nvPicPr>
          <p:cNvPr id="37" name="gauge" descr="Threat level gauge">    </p:cNvPr>
          <p:cNvPicPr>
            <a:picLocks noChangeAspect="1"/>
          </p:cNvPicPr>
          <p:nvPr/>
        </p:nvPicPr>
        <p:blipFill>
          <a:blip r:embed="rId8"/>
          <a:stretch>
            <a:fillRect/>
          </a:stretch>
        </p:blipFill>
        <p:spPr>
          <a:xfrm>
            <a:off x="8350250" y="2133600"/>
            <a:ext cx="2413000" cy="1397000"/>
          </a:xfrm>
          <a:prstGeom prst="rect">
            <a:avLst/>
          </a:prstGeom>
        </p:spPr>
      </p:pic>
      <p:pic>
        <p:nvPicPr>
          <p:cNvPr id="38" name="needle" descr="/tmp/claude-0/-home-user-bangladesh-crime-monitor/cb82e52d-05bf-5acf-9e17-5b7416beecee/scratchpad/animppt/holo/needle.png">    </p:cNvPr>
          <p:cNvPicPr>
            <a:picLocks noChangeAspect="1"/>
          </p:cNvPicPr>
          <p:nvPr/>
        </p:nvPicPr>
        <p:blipFill>
          <a:blip r:embed="rId9"/>
          <a:stretch>
            <a:fillRect/>
          </a:stretch>
        </p:blipFill>
        <p:spPr>
          <a:xfrm>
            <a:off x="8477250" y="2324100"/>
            <a:ext cx="2159000" cy="2159000"/>
          </a:xfrm>
          <a:prstGeom prst="rect">
            <a:avLst/>
          </a:prstGeom>
        </p:spPr>
      </p:pic>
      <p:sp>
        <p:nvSpPr>
          <p:cNvPr id="39" name="tmBad"/>
          <p:cNvSpPr txBox="1"/>
          <p:nvPr/>
        </p:nvSpPr>
        <p:spPr>
          <a:xfrm>
            <a:off x="7734300" y="3556000"/>
            <a:ext cx="3644900" cy="254000"/>
          </a:xfrm>
          <a:prstGeom prst="rect">
            <a:avLst/>
          </a:prstGeom>
          <a:noFill/>
          <a:ln/>
        </p:spPr>
        <p:txBody>
          <a:bodyPr wrap="square" lIns="0" tIns="0" rIns="0" bIns="0" rtlCol="0" anchor="t"/>
          <a:lstStyle/>
          <a:p>
            <a:pPr algn="ctr" indent="0" marL="0">
              <a:buNone/>
            </a:pPr>
            <a:r>
              <a:rPr lang="en-US" sz="1300" b="1" dirty="0">
                <a:solidFill>
                  <a:srgbClr val="FF4F6E"/>
                </a:solidFill>
                <a:latin typeface="Segoe UI" pitchFamily="34" charset="0"/>
                <a:ea typeface="Segoe UI" pitchFamily="34" charset="-122"/>
                <a:cs typeface="Segoe UI" pitchFamily="34" charset="-120"/>
              </a:rPr>
              <a:t>NO GUARDIANS: CRITICAL</a:t>
            </a:r>
            <a:endParaRPr lang="en-US" sz="1300" dirty="0"/>
          </a:p>
        </p:txBody>
      </p:sp>
      <p:sp>
        <p:nvSpPr>
          <p:cNvPr id="40" name="tmGood"/>
          <p:cNvSpPr txBox="1"/>
          <p:nvPr/>
        </p:nvSpPr>
        <p:spPr>
          <a:xfrm>
            <a:off x="7734300" y="3556000"/>
            <a:ext cx="3644900" cy="254000"/>
          </a:xfrm>
          <a:prstGeom prst="rect">
            <a:avLst/>
          </a:prstGeom>
          <a:noFill/>
          <a:ln/>
        </p:spPr>
        <p:txBody>
          <a:bodyPr wrap="square" lIns="0" tIns="0" rIns="0" bIns="0" rtlCol="0" anchor="t"/>
          <a:lstStyle/>
          <a:p>
            <a:pPr algn="ctr" indent="0" marL="0">
              <a:buNone/>
            </a:pPr>
            <a:r>
              <a:rPr lang="en-US" sz="1300" b="1" dirty="0">
                <a:solidFill>
                  <a:srgbClr val="FF4F6E"/>
                </a:solidFill>
                <a:latin typeface="Segoe UI" pitchFamily="34" charset="0"/>
                <a:ea typeface="Segoe UI" pitchFamily="34" charset="-122"/>
                <a:cs typeface="Segoe UI" pitchFamily="34" charset="-120"/>
              </a:rPr>
              <a:t>WITH GUARDIANS: 16/25 · SOFT TARGET</a:t>
            </a:r>
            <a:endParaRPr lang="en-US" sz="1300" dirty="0"/>
          </a:p>
        </p:txBody>
      </p:sp>
      <p:sp>
        <p:nvSpPr>
          <p:cNvPr id="41" name="rdlab"/>
          <p:cNvSpPr txBox="1"/>
          <p:nvPr/>
        </p:nvSpPr>
        <p:spPr>
          <a:xfrm>
            <a:off x="7734300" y="3873500"/>
            <a:ext cx="3644900" cy="190500"/>
          </a:xfrm>
          <a:prstGeom prst="rect">
            <a:avLst/>
          </a:prstGeom>
          <a:noFill/>
          <a:ln/>
        </p:spPr>
        <p:txBody>
          <a:bodyPr wrap="square" lIns="0" tIns="0" rIns="0" bIns="0" rtlCol="0" anchor="t"/>
          <a:lstStyle/>
          <a:p>
            <a:pPr algn="ctr" indent="0" marL="0">
              <a:buNone/>
            </a:pPr>
            <a:r>
              <a:rPr lang="en-US" sz="1150" b="1" spc="300" kern="0" dirty="0">
                <a:solidFill>
                  <a:srgbClr val="FF4F6E"/>
                </a:solidFill>
                <a:latin typeface="Consolas" pitchFamily="34" charset="0"/>
                <a:ea typeface="Consolas" pitchFamily="34" charset="-122"/>
                <a:cs typeface="Consolas" pitchFamily="34" charset="-120"/>
              </a:rPr>
              <a:t>GUARDIAN RADAR · 16 / 25</a:t>
            </a:r>
            <a:endParaRPr lang="en-US" sz="1150" dirty="0"/>
          </a:p>
        </p:txBody>
      </p:sp>
      <p:pic>
        <p:nvPicPr>
          <p:cNvPr id="42" name="rgrid" descr="Security radar">    </p:cNvPr>
          <p:cNvPicPr>
            <a:picLocks noChangeAspect="1"/>
          </p:cNvPicPr>
          <p:nvPr/>
        </p:nvPicPr>
        <p:blipFill>
          <a:blip r:embed="rId10"/>
          <a:stretch>
            <a:fillRect/>
          </a:stretch>
        </p:blipFill>
        <p:spPr>
          <a:xfrm>
            <a:off x="8413750" y="4064000"/>
            <a:ext cx="2286000" cy="1778000"/>
          </a:xfrm>
          <a:prstGeom prst="rect">
            <a:avLst/>
          </a:prstGeom>
        </p:spPr>
      </p:pic>
      <p:pic>
        <p:nvPicPr>
          <p:cNvPr id="43" name="rshape" descr="/tmp/claude-0/-home-user-bangladesh-crime-monitor/cb82e52d-05bf-5acf-9e17-5b7416beecee/scratchpad/animppt/holo/radar_shape_door-ig.png">    </p:cNvPr>
          <p:cNvPicPr>
            <a:picLocks noChangeAspect="1"/>
          </p:cNvPicPr>
          <p:nvPr/>
        </p:nvPicPr>
        <p:blipFill>
          <a:blip r:embed="rId11"/>
          <a:stretch>
            <a:fillRect/>
          </a:stretch>
        </p:blipFill>
        <p:spPr>
          <a:xfrm>
            <a:off x="8413750" y="4064000"/>
            <a:ext cx="2286000" cy="1778000"/>
          </a:xfrm>
          <a:prstGeom prst="rect">
            <a:avLst/>
          </a:prstGeom>
        </p:spPr>
      </p:pic>
      <p:sp>
        <p:nvSpPr>
          <p:cNvPr id="44" name="fix"/>
          <p:cNvSpPr/>
          <p:nvPr/>
        </p:nvSpPr>
        <p:spPr>
          <a:xfrm>
            <a:off x="7734300" y="5816600"/>
            <a:ext cx="3644900" cy="520700"/>
          </a:xfrm>
          <a:prstGeom prst="roundRect">
            <a:avLst>
              <a:gd name="adj" fmla="val 21073"/>
            </a:avLst>
          </a:prstGeom>
          <a:solidFill>
            <a:srgbClr val="3FF0FF"/>
          </a:solidFill>
          <a:ln/>
          <a:effectLst>
            <a:outerShdw sx="100000" sy="100000" kx="0" ky="0" algn="bl" rotWithShape="0" blurRad="114300" dist="50800" dir="5400000">
              <a:srgbClr val="3FF0FF">
                <a:alpha val="45000"/>
              </a:srgbClr>
            </a:outerShdw>
          </a:effectLst>
        </p:spPr>
        <p:txBody>
          <a:bodyPr wrap="square" lIns="63500" tIns="63500" rIns="63500" bIns="63500" rtlCol="0" anchor="ctr"/>
          <a:lstStyle/>
          <a:p>
            <a:pPr algn="l" indent="0" marL="0">
              <a:buNone/>
            </a:pPr>
            <a:r>
              <a:rPr lang="en-US" sz="1100" b="1" dirty="0">
                <a:solidFill>
                  <a:srgbClr val="06101E"/>
                </a:solidFill>
                <a:latin typeface="Segoe UI" pitchFamily="34" charset="0"/>
                <a:ea typeface="Segoe UI" pitchFamily="34" charset="-122"/>
                <a:cs typeface="Segoe UI" pitchFamily="34" charset="-120"/>
              </a:rPr>
              <a:t>Guardian to add: </a:t>
            </a:r>
            <a:pPr algn="l" indent="0" marL="0">
              <a:buNone/>
            </a:pPr>
            <a:r>
              <a:rPr lang="en-US" sz="1100" dirty="0">
                <a:solidFill>
                  <a:srgbClr val="06101E"/>
                </a:solidFill>
                <a:latin typeface="Segoe UI" pitchFamily="34" charset="0"/>
                <a:ea typeface="Segoe UI" pitchFamily="34" charset="-122"/>
                <a:cs typeface="Segoe UI" pitchFamily="34" charset="-120"/>
              </a:rPr>
              <a:t>end-to-end encrypted DMs by default, and blurred explicit images</a:t>
            </a:r>
            <a:endParaRPr lang="en-US" sz="1100" dirty="0"/>
          </a:p>
        </p:txBody>
      </p:sp>
      <p:pic>
        <p:nvPicPr>
          <p:cNvPr id="45" name="hud" descr="/tmp/claude-0/-home-user-bangladesh-crime-monitor/cb82e52d-05bf-5acf-9e17-5b7416beecee/scratchpad/animppt/holo/hacker/hud.png">    </p:cNvPr>
          <p:cNvPicPr>
            <a:picLocks noChangeAspect="1"/>
          </p:cNvPicPr>
          <p:nvPr/>
        </p:nvPicPr>
        <p:blipFill>
          <a:blip r:embed="rId12"/>
          <a:stretch>
            <a:fillRect/>
          </a:stretch>
        </p:blipFill>
        <p:spPr>
          <a:xfrm>
            <a:off x="0" y="0"/>
            <a:ext cx="12191695" cy="6858000"/>
          </a:xfrm>
          <a:prstGeom prst="rect">
            <a:avLst/>
          </a:prstGeom>
        </p:spPr>
      </p:pic>
      <p:pic>
        <p:nvPicPr>
          <p:cNvPr id="46" name="hudring" descr="/tmp/claude-0/-home-user-bangladesh-crime-monitor/cb82e52d-05bf-5acf-9e17-5b7416beecee/scratchpad/animppt/holo/hacker/ring.png">    </p:cNvPr>
          <p:cNvPicPr>
            <a:picLocks noChangeAspect="1"/>
          </p:cNvPicPr>
          <p:nvPr/>
        </p:nvPicPr>
        <p:blipFill>
          <a:blip r:embed="rId13"/>
          <a:stretch>
            <a:fillRect/>
          </a:stretch>
        </p:blipFill>
        <p:spPr>
          <a:xfrm>
            <a:off x="11125200" y="152400"/>
            <a:ext cx="952500" cy="952500"/>
          </a:xfrm>
          <a:prstGeom prst="rect">
            <a:avLst/>
          </a:prstGeom>
        </p:spPr>
      </p:pic>
      <p:pic>
        <p:nvPicPr>
          <p:cNvPr id="47" name="scanbar" descr="/tmp/claude-0/-home-user-bangladesh-crime-monitor/cb82e52d-05bf-5acf-9e17-5b7416beecee/scratchpad/animppt/holo/hacker/scan.png">    </p:cNvPr>
          <p:cNvPicPr>
            <a:picLocks noChangeAspect="1"/>
          </p:cNvPicPr>
          <p:nvPr/>
        </p:nvPicPr>
        <p:blipFill>
          <a:blip r:embed="rId14"/>
          <a:stretch>
            <a:fillRect/>
          </a:stretch>
        </p:blipFill>
        <p:spPr>
          <a:xfrm>
            <a:off x="0" y="0"/>
            <a:ext cx="12191695" cy="381000"/>
          </a:xfrm>
          <a:prstGeom prst="rect">
            <a:avLst/>
          </a:prstGeom>
        </p:spPr>
      </p:pic>
    </p:spTree>
  </p:cSld>
  <p:clrMapOvr>
    <a:masterClrMapping/>
  </p:clrMapOvr>
  <p:transition spd="med">
    <p:push dir="u"/>
  </p:transition>
  <p:timing>
    <p:tnLst>
      <p:par>
        <p:cTn id="1" dur="indefinite" restart="never" nodeType="tmRoot">
          <p:childTnLst>
            <p:seq concurrent="1" nextAc="seek">
              <p:cTn id="2" dur="indefinite" nodeType="mainSeq">
                <p:childTnLst>
                  <p:par>
                    <p:cTn id="215" fill="hold">
                      <p:stCondLst>
                        <p:cond delay="indefinite"/>
                        <p:cond evt="onBegin" delay="0">
                          <p:tn val="2"/>
                        </p:cond>
                      </p:stCondLst>
                      <p:childTnLst>
                        <p:par>
                          <p:cTn id="216" fill="hold">
                            <p:stCondLst>
                              <p:cond delay="0"/>
                            </p:stCondLst>
                            <p:childTnLst>
                              <p:par>
                                <p:cTn id="6" presetID="22" presetClass="entr" presetSubtype="1"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wipe(down)">
                                      <p:cBhvr>
                                        <p:cTn id="4" dur="400"/>
                                        <p:tgtEl>
                                          <p:spTgt spid="3"/>
                                        </p:tgtEl>
                                      </p:cBhvr>
                                    </p:animEffect>
                                    <p:animEffect transition="in" filter="fade">
                                      <p:cBhvr>
                                        <p:cTn id="5" dur="400"/>
                                        <p:tgtEl>
                                          <p:spTgt spid="3"/>
                                        </p:tgtEl>
                                      </p:cBhvr>
                                    </p:animEffect>
                                  </p:childTnLst>
                                </p:cTn>
                              </p:par>
                              <p:par>
                                <p:cTn id="9" presetID="10" presetClass="entr" presetSubtype="0" fill="hold" grpId="0" nodeType="withEffect">
                                  <p:stCondLst>
                                    <p:cond delay="0"/>
                                  </p:stCondLst>
                                  <p:childTnLst>
                                    <p:set>
                                      <p:cBhvr>
                                        <p:cTn id="7" dur="1" fill="hold">
                                          <p:stCondLst>
                                            <p:cond delay="0"/>
                                          </p:stCondLst>
                                        </p:cTn>
                                        <p:tgtEl>
                                          <p:spTgt spid="45"/>
                                        </p:tgtEl>
                                        <p:attrNameLst>
                                          <p:attrName>style.visibility</p:attrName>
                                        </p:attrNameLst>
                                      </p:cBhvr>
                                      <p:to>
                                        <p:strVal val="visible"/>
                                      </p:to>
                                    </p:set>
                                    <p:animEffect transition="in" filter="fade">
                                      <p:cBhvr>
                                        <p:cTn id="8" dur="500"/>
                                        <p:tgtEl>
                                          <p:spTgt spid="45"/>
                                        </p:tgtEl>
                                      </p:cBhvr>
                                    </p:animEffect>
                                  </p:childTnLst>
                                </p:cTn>
                              </p:par>
                              <p:par>
                                <p:cTn id="12" presetID="10" presetClass="entr" presetSubtype="0" fill="hold" grpId="0" nodeType="with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fade">
                                      <p:cBhvr>
                                        <p:cTn id="11" dur="500"/>
                                        <p:tgtEl>
                                          <p:spTgt spid="46"/>
                                        </p:tgtEl>
                                      </p:cBhvr>
                                    </p:animEffect>
                                  </p:childTnLst>
                                </p:cTn>
                              </p:par>
                              <p:par>
                                <p:cTn id="16" presetID="22" presetClass="entr" presetSubtype="1" fill="hold" grpId="0" nodeType="withEffect">
                                  <p:stCondLst>
                                    <p:cond delay="10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600"/>
                                        <p:tgtEl>
                                          <p:spTgt spid="4"/>
                                        </p:tgtEl>
                                      </p:cBhvr>
                                    </p:animEffect>
                                    <p:animEffect transition="in" filter="fade">
                                      <p:cBhvr>
                                        <p:cTn id="15" dur="600"/>
                                        <p:tgtEl>
                                          <p:spTgt spid="4"/>
                                        </p:tgtEl>
                                      </p:cBhvr>
                                    </p:animEffect>
                                  </p:childTnLst>
                                </p:cTn>
                              </p:par>
                              <p:par>
                                <p:cTn id="18" presetID="0" presetClass="path" presetSubtype="0" fill="hold" grpId="0" nodeType="withEffect" repeatCount="indefinite">
                                  <p:stCondLst>
                                    <p:cond delay="300"/>
                                  </p:stCondLst>
                                  <p:childTnLst>
                                    <p:animMotion origin="layout" path="M 0 0 L 0 1 E" pathEditMode="relative" ptsTypes="AA">
                                      <p:cBhvr>
                                        <p:cTn id="17" dur="5200" fill="hold"/>
                                        <p:tgtEl>
                                          <p:spTgt spid="47"/>
                                        </p:tgtEl>
                                        <p:attrNameLst>
                                          <p:attrName>ppt_x</p:attrName>
                                          <p:attrName>ppt_y</p:attrName>
                                        </p:attrNameLst>
                                      </p:cBhvr>
                                    </p:animMotion>
                                  </p:childTnLst>
                                </p:cTn>
                              </p:par>
                              <p:par>
                                <p:cTn id="22" presetID="22" presetClass="entr" presetSubtype="1" fill="hold" grpId="0" nodeType="withEffect">
                                  <p:stCondLst>
                                    <p:cond delay="500"/>
                                  </p:stCondLst>
                                  <p:childTnLst>
                                    <p:set>
                                      <p:cBhvr>
                                        <p:cTn id="19" dur="1" fill="hold">
                                          <p:stCondLst>
                                            <p:cond delay="0"/>
                                          </p:stCondLst>
                                        </p:cTn>
                                        <p:tgtEl>
                                          <p:spTgt spid="5"/>
                                        </p:tgtEl>
                                        <p:attrNameLst>
                                          <p:attrName>style.visibility</p:attrName>
                                        </p:attrNameLst>
                                      </p:cBhvr>
                                      <p:to>
                                        <p:strVal val="visible"/>
                                      </p:to>
                                    </p:set>
                                    <p:animEffect transition="in" filter="wipe(down)">
                                      <p:cBhvr>
                                        <p:cTn id="20" dur="500"/>
                                        <p:tgtEl>
                                          <p:spTgt spid="5"/>
                                        </p:tgtEl>
                                      </p:cBhvr>
                                    </p:animEffect>
                                    <p:animEffect transition="in" filter="fade">
                                      <p:cBhvr>
                                        <p:cTn id="21" dur="500"/>
                                        <p:tgtEl>
                                          <p:spTgt spid="5"/>
                                        </p:tgtEl>
                                      </p:cBhvr>
                                    </p:animEffect>
                                  </p:childTnLst>
                                </p:cTn>
                              </p:par>
                              <p:par>
                                <p:cTn id="24" presetID="8" presetClass="emph" presetSubtype="0" fill="hold" grpId="1" nodeType="withEffect" repeatCount="indefinite">
                                  <p:stCondLst>
                                    <p:cond delay="500"/>
                                  </p:stCondLst>
                                  <p:childTnLst>
                                    <p:animRot by="21600000">
                                      <p:cBhvr>
                                        <p:cTn id="23" dur="16000" fill="hold"/>
                                        <p:tgtEl>
                                          <p:spTgt spid="46"/>
                                        </p:tgtEl>
                                        <p:attrNameLst>
                                          <p:attrName>r</p:attrName>
                                        </p:attrNameLst>
                                      </p:cBhvr>
                                    </p:animRot>
                                  </p:childTnLst>
                                </p:cTn>
                              </p:par>
                              <p:par>
                                <p:cTn id="28" presetID="22" presetClass="entr" presetSubtype="1" fill="hold" grpId="0" nodeType="withEffect">
                                  <p:stCondLst>
                                    <p:cond delay="600"/>
                                  </p:stCondLst>
                                  <p:childTnLst>
                                    <p:set>
                                      <p:cBhvr>
                                        <p:cTn id="25" dur="1" fill="hold">
                                          <p:stCondLst>
                                            <p:cond delay="0"/>
                                          </p:stCondLst>
                                        </p:cTn>
                                        <p:tgtEl>
                                          <p:spTgt spid="36"/>
                                        </p:tgtEl>
                                        <p:attrNameLst>
                                          <p:attrName>style.visibility</p:attrName>
                                        </p:attrNameLst>
                                      </p:cBhvr>
                                      <p:to>
                                        <p:strVal val="visible"/>
                                      </p:to>
                                    </p:set>
                                    <p:animEffect transition="in" filter="wipe(down)">
                                      <p:cBhvr>
                                        <p:cTn id="26" dur="450"/>
                                        <p:tgtEl>
                                          <p:spTgt spid="36"/>
                                        </p:tgtEl>
                                      </p:cBhvr>
                                    </p:animEffect>
                                    <p:animEffect transition="in" filter="fade">
                                      <p:cBhvr>
                                        <p:cTn id="27" dur="450"/>
                                        <p:tgtEl>
                                          <p:spTgt spid="36"/>
                                        </p:tgtEl>
                                      </p:cBhvr>
                                    </p:animEffect>
                                  </p:childTnLst>
                                </p:cTn>
                              </p:par>
                              <p:par>
                                <p:cTn id="32" presetID="22" presetClass="entr" presetSubtype="1" fill="hold" grpId="0" nodeType="withEffect">
                                  <p:stCondLst>
                                    <p:cond delay="700"/>
                                  </p:stCondLst>
                                  <p:childTnLst>
                                    <p:set>
                                      <p:cBhvr>
                                        <p:cTn id="29" dur="1" fill="hold">
                                          <p:stCondLst>
                                            <p:cond delay="0"/>
                                          </p:stCondLst>
                                        </p:cTn>
                                        <p:tgtEl>
                                          <p:spTgt spid="37"/>
                                        </p:tgtEl>
                                        <p:attrNameLst>
                                          <p:attrName>style.visibility</p:attrName>
                                        </p:attrNameLst>
                                      </p:cBhvr>
                                      <p:to>
                                        <p:strVal val="visible"/>
                                      </p:to>
                                    </p:set>
                                    <p:animEffect transition="in" filter="wipe(down)">
                                      <p:cBhvr>
                                        <p:cTn id="30" dur="600"/>
                                        <p:tgtEl>
                                          <p:spTgt spid="37"/>
                                        </p:tgtEl>
                                      </p:cBhvr>
                                    </p:animEffect>
                                    <p:animEffect transition="in" filter="fade">
                                      <p:cBhvr>
                                        <p:cTn id="31" dur="600"/>
                                        <p:tgtEl>
                                          <p:spTgt spid="37"/>
                                        </p:tgtEl>
                                      </p:cBhvr>
                                    </p:animEffect>
                                  </p:childTnLst>
                                </p:cTn>
                              </p:par>
                              <p:par>
                                <p:cTn id="34" presetID="0" presetClass="path" presetSubtype="0" fill="hold" grpId="1" nodeType="withEffect" autoRev="1" repeatCount="3000">
                                  <p:stCondLst>
                                    <p:cond delay="750"/>
                                  </p:stCondLst>
                                  <p:childTnLst>
                                    <p:animMotion origin="layout" path="M 0 0 L 0.008 0 E" pathEditMode="relative" ptsTypes="AA">
                                      <p:cBhvr>
                                        <p:cTn id="33" dur="45" fill="hold"/>
                                        <p:tgtEl>
                                          <p:spTgt spid="4"/>
                                        </p:tgtEl>
                                        <p:attrNameLst>
                                          <p:attrName>ppt_x</p:attrName>
                                          <p:attrName>ppt_y</p:attrName>
                                        </p:attrNameLst>
                                      </p:cBhvr>
                                    </p:animMotion>
                                  </p:childTnLst>
                                </p:cTn>
                              </p:par>
                              <p:par>
                                <p:cTn id="38" presetID="22" presetClass="entr" presetSubtype="1" fill="hold" grpId="0" nodeType="withEffect">
                                  <p:stCondLst>
                                    <p:cond delay="1000"/>
                                  </p:stCondLst>
                                  <p:childTnLst>
                                    <p:set>
                                      <p:cBhvr>
                                        <p:cTn id="35" dur="1" fill="hold">
                                          <p:stCondLst>
                                            <p:cond delay="0"/>
                                          </p:stCondLst>
                                        </p:cTn>
                                        <p:tgtEl>
                                          <p:spTgt spid="6"/>
                                        </p:tgtEl>
                                        <p:attrNameLst>
                                          <p:attrName>style.visibility</p:attrName>
                                        </p:attrNameLst>
                                      </p:cBhvr>
                                      <p:to>
                                        <p:strVal val="visible"/>
                                      </p:to>
                                    </p:set>
                                    <p:animEffect transition="in" filter="wipe(down)">
                                      <p:cBhvr>
                                        <p:cTn id="36" dur="450"/>
                                        <p:tgtEl>
                                          <p:spTgt spid="6"/>
                                        </p:tgtEl>
                                      </p:cBhvr>
                                    </p:animEffect>
                                    <p:animEffect transition="in" filter="fade">
                                      <p:cBhvr>
                                        <p:cTn id="37" dur="450"/>
                                        <p:tgtEl>
                                          <p:spTgt spid="6"/>
                                        </p:tgtEl>
                                      </p:cBhvr>
                                    </p:animEffect>
                                  </p:childTnLst>
                                </p:cTn>
                              </p:par>
                              <p:par>
                                <p:cTn id="43" presetID="53" presetClass="entr" presetSubtype="16" fill="hold" grpId="0" nodeType="withEffect">
                                  <p:stCondLst>
                                    <p:cond delay="1000"/>
                                  </p:stCondLst>
                                  <p:childTnLst>
                                    <p:set>
                                      <p:cBhvr>
                                        <p:cTn id="39" dur="1" fill="hold">
                                          <p:stCondLst>
                                            <p:cond delay="0"/>
                                          </p:stCondLst>
                                        </p:cTn>
                                        <p:tgtEl>
                                          <p:spTgt spid="38"/>
                                        </p:tgtEl>
                                        <p:attrNameLst>
                                          <p:attrName>style.visibility</p:attrName>
                                        </p:attrNameLst>
                                      </p:cBhvr>
                                      <p:to>
                                        <p:strVal val="visible"/>
                                      </p:to>
                                    </p:set>
                                    <p:anim calcmode="lin" valueType="num">
                                      <p:cBhvr additive="base">
                                        <p:cTn id="40" dur="400" fill="hold"/>
                                        <p:tgtEl>
                                          <p:spTgt spid="38"/>
                                        </p:tgtEl>
                                        <p:attrNameLst>
                                          <p:attrName>ppt_w</p:attrName>
                                        </p:attrNameLst>
                                      </p:cBhvr>
                                      <p:tavLst>
                                        <p:tav tm="0">
                                          <p:val>
                                            <p:strVal val="0"/>
                                          </p:val>
                                        </p:tav>
                                        <p:tav tm="100000">
                                          <p:val>
                                            <p:strVal val="#ppt_w"/>
                                          </p:val>
                                        </p:tav>
                                      </p:tavLst>
                                    </p:anim>
                                    <p:anim calcmode="lin" valueType="num">
                                      <p:cBhvr additive="base">
                                        <p:cTn id="41" dur="400" fill="hold"/>
                                        <p:tgtEl>
                                          <p:spTgt spid="38"/>
                                        </p:tgtEl>
                                        <p:attrNameLst>
                                          <p:attrName>ppt_h</p:attrName>
                                        </p:attrNameLst>
                                      </p:cBhvr>
                                      <p:tavLst>
                                        <p:tav tm="0">
                                          <p:val>
                                            <p:strVal val="0"/>
                                          </p:val>
                                        </p:tav>
                                        <p:tav tm="100000">
                                          <p:val>
                                            <p:strVal val="#ppt_h"/>
                                          </p:val>
                                        </p:tav>
                                      </p:tavLst>
                                    </p:anim>
                                    <p:animEffect transition="in" filter="fade">
                                      <p:cBhvr>
                                        <p:cTn id="42" dur="400"/>
                                        <p:tgtEl>
                                          <p:spTgt spid="38"/>
                                        </p:tgtEl>
                                      </p:cBhvr>
                                    </p:animEffect>
                                  </p:childTnLst>
                                </p:cTn>
                              </p:par>
                              <p:par>
                                <p:cTn id="45" presetID="0" presetClass="path" presetSubtype="0" fill="hold" grpId="1" nodeType="withEffect" autoRev="1" repeatCount="3000">
                                  <p:stCondLst>
                                    <p:cond delay="1050"/>
                                  </p:stCondLst>
                                  <p:childTnLst>
                                    <p:animMotion origin="layout" path="M 0 0 L 0.008 0 E" pathEditMode="relative" ptsTypes="AA">
                                      <p:cBhvr>
                                        <p:cTn id="44" dur="40" fill="hold"/>
                                        <p:tgtEl>
                                          <p:spTgt spid="5"/>
                                        </p:tgtEl>
                                        <p:attrNameLst>
                                          <p:attrName>ppt_x</p:attrName>
                                          <p:attrName>ppt_y</p:attrName>
                                        </p:attrNameLst>
                                      </p:cBhvr>
                                    </p:animMotion>
                                  </p:childTnLst>
                                </p:cTn>
                              </p:par>
                              <p:par>
                                <p:cTn id="49" presetID="22" presetClass="entr" presetSubtype="1" fill="hold" grpId="0" nodeType="withEffect">
                                  <p:stCondLst>
                                    <p:cond delay="1200"/>
                                  </p:stCondLst>
                                  <p:childTnLst>
                                    <p:set>
                                      <p:cBhvr>
                                        <p:cTn id="46" dur="1" fill="hold">
                                          <p:stCondLst>
                                            <p:cond delay="0"/>
                                          </p:stCondLst>
                                        </p:cTn>
                                        <p:tgtEl>
                                          <p:spTgt spid="41"/>
                                        </p:tgtEl>
                                        <p:attrNameLst>
                                          <p:attrName>style.visibility</p:attrName>
                                        </p:attrNameLst>
                                      </p:cBhvr>
                                      <p:to>
                                        <p:strVal val="visible"/>
                                      </p:to>
                                    </p:set>
                                    <p:animEffect transition="in" filter="wipe(down)">
                                      <p:cBhvr>
                                        <p:cTn id="47" dur="450"/>
                                        <p:tgtEl>
                                          <p:spTgt spid="41"/>
                                        </p:tgtEl>
                                      </p:cBhvr>
                                    </p:animEffect>
                                    <p:animEffect transition="in" filter="fade">
                                      <p:cBhvr>
                                        <p:cTn id="48" dur="450"/>
                                        <p:tgtEl>
                                          <p:spTgt spid="41"/>
                                        </p:tgtEl>
                                      </p:cBhvr>
                                    </p:animEffect>
                                  </p:childTnLst>
                                </p:cTn>
                              </p:par>
                              <p:par>
                                <p:cTn id="53" presetID="22" presetClass="entr" presetSubtype="1" fill="hold" grpId="0" nodeType="withEffect">
                                  <p:stCondLst>
                                    <p:cond delay="1300"/>
                                  </p:stCondLst>
                                  <p:childTnLst>
                                    <p:set>
                                      <p:cBhvr>
                                        <p:cTn id="50" dur="1" fill="hold">
                                          <p:stCondLst>
                                            <p:cond delay="0"/>
                                          </p:stCondLst>
                                        </p:cTn>
                                        <p:tgtEl>
                                          <p:spTgt spid="7"/>
                                        </p:tgtEl>
                                        <p:attrNameLst>
                                          <p:attrName>style.visibility</p:attrName>
                                        </p:attrNameLst>
                                      </p:cBhvr>
                                      <p:to>
                                        <p:strVal val="visible"/>
                                      </p:to>
                                    </p:set>
                                    <p:animEffect transition="in" filter="wipe(down)">
                                      <p:cBhvr>
                                        <p:cTn id="51" dur="450"/>
                                        <p:tgtEl>
                                          <p:spTgt spid="7"/>
                                        </p:tgtEl>
                                      </p:cBhvr>
                                    </p:animEffect>
                                    <p:animEffect transition="in" filter="fade">
                                      <p:cBhvr>
                                        <p:cTn id="52" dur="450"/>
                                        <p:tgtEl>
                                          <p:spTgt spid="7"/>
                                        </p:tgtEl>
                                      </p:cBhvr>
                                    </p:animEffect>
                                  </p:childTnLst>
                                </p:cTn>
                              </p:par>
                              <p:par>
                                <p:cTn id="57" presetID="22" presetClass="entr" presetSubtype="1" fill="hold" grpId="0" nodeType="withEffect">
                                  <p:stCondLst>
                                    <p:cond delay="1300"/>
                                  </p:stCondLst>
                                  <p:childTnLst>
                                    <p:set>
                                      <p:cBhvr>
                                        <p:cTn id="54" dur="1" fill="hold">
                                          <p:stCondLst>
                                            <p:cond delay="0"/>
                                          </p:stCondLst>
                                        </p:cTn>
                                        <p:tgtEl>
                                          <p:spTgt spid="42"/>
                                        </p:tgtEl>
                                        <p:attrNameLst>
                                          <p:attrName>style.visibility</p:attrName>
                                        </p:attrNameLst>
                                      </p:cBhvr>
                                      <p:to>
                                        <p:strVal val="visible"/>
                                      </p:to>
                                    </p:set>
                                    <p:animEffect transition="in" filter="wipe(down)">
                                      <p:cBhvr>
                                        <p:cTn id="55" dur="600"/>
                                        <p:tgtEl>
                                          <p:spTgt spid="42"/>
                                        </p:tgtEl>
                                      </p:cBhvr>
                                    </p:animEffect>
                                    <p:animEffect transition="in" filter="fade">
                                      <p:cBhvr>
                                        <p:cTn id="56" dur="600"/>
                                        <p:tgtEl>
                                          <p:spTgt spid="42"/>
                                        </p:tgtEl>
                                      </p:cBhvr>
                                    </p:animEffect>
                                  </p:childTnLst>
                                </p:cTn>
                              </p:par>
                              <p:par>
                                <p:cTn id="62" presetID="53" presetClass="entr" presetSubtype="16" fill="hold" grpId="0" nodeType="withEffect">
                                  <p:stCondLst>
                                    <p:cond delay="1400"/>
                                  </p:stCondLst>
                                  <p:childTnLst>
                                    <p:set>
                                      <p:cBhvr>
                                        <p:cTn id="58" dur="1" fill="hold">
                                          <p:stCondLst>
                                            <p:cond delay="0"/>
                                          </p:stCondLst>
                                        </p:cTn>
                                        <p:tgtEl>
                                          <p:spTgt spid="10"/>
                                        </p:tgtEl>
                                        <p:attrNameLst>
                                          <p:attrName>style.visibility</p:attrName>
                                        </p:attrNameLst>
                                      </p:cBhvr>
                                      <p:to>
                                        <p:strVal val="visible"/>
                                      </p:to>
                                    </p:set>
                                    <p:anim calcmode="lin" valueType="num">
                                      <p:cBhvr additive="base">
                                        <p:cTn id="59" dur="350" fill="hold"/>
                                        <p:tgtEl>
                                          <p:spTgt spid="10"/>
                                        </p:tgtEl>
                                        <p:attrNameLst>
                                          <p:attrName>ppt_w</p:attrName>
                                        </p:attrNameLst>
                                      </p:cBhvr>
                                      <p:tavLst>
                                        <p:tav tm="0">
                                          <p:val>
                                            <p:strVal val="0"/>
                                          </p:val>
                                        </p:tav>
                                        <p:tav tm="100000">
                                          <p:val>
                                            <p:strVal val="#ppt_w"/>
                                          </p:val>
                                        </p:tav>
                                      </p:tavLst>
                                    </p:anim>
                                    <p:anim calcmode="lin" valueType="num">
                                      <p:cBhvr additive="base">
                                        <p:cTn id="60" dur="350" fill="hold"/>
                                        <p:tgtEl>
                                          <p:spTgt spid="10"/>
                                        </p:tgtEl>
                                        <p:attrNameLst>
                                          <p:attrName>ppt_h</p:attrName>
                                        </p:attrNameLst>
                                      </p:cBhvr>
                                      <p:tavLst>
                                        <p:tav tm="0">
                                          <p:val>
                                            <p:strVal val="0"/>
                                          </p:val>
                                        </p:tav>
                                        <p:tav tm="100000">
                                          <p:val>
                                            <p:strVal val="#ppt_h"/>
                                          </p:val>
                                        </p:tav>
                                      </p:tavLst>
                                    </p:anim>
                                    <p:animEffect transition="in" filter="fade">
                                      <p:cBhvr>
                                        <p:cTn id="61" dur="350"/>
                                        <p:tgtEl>
                                          <p:spTgt spid="10"/>
                                        </p:tgtEl>
                                      </p:cBhvr>
                                    </p:animEffect>
                                  </p:childTnLst>
                                </p:cTn>
                              </p:par>
                              <p:par>
                                <p:cTn id="66" presetID="22" presetClass="entr" presetSubtype="1" fill="hold" grpId="0" nodeType="withEffect">
                                  <p:stCondLst>
                                    <p:cond delay="1450"/>
                                  </p:stCondLst>
                                  <p:childTnLst>
                                    <p:set>
                                      <p:cBhvr>
                                        <p:cTn id="63" dur="1" fill="hold">
                                          <p:stCondLst>
                                            <p:cond delay="0"/>
                                          </p:stCondLst>
                                        </p:cTn>
                                        <p:tgtEl>
                                          <p:spTgt spid="8"/>
                                        </p:tgtEl>
                                        <p:attrNameLst>
                                          <p:attrName>style.visibility</p:attrName>
                                        </p:attrNameLst>
                                      </p:cBhvr>
                                      <p:to>
                                        <p:strVal val="visible"/>
                                      </p:to>
                                    </p:set>
                                    <p:animEffect transition="in" filter="wipe(down)">
                                      <p:cBhvr>
                                        <p:cTn id="64" dur="600"/>
                                        <p:tgtEl>
                                          <p:spTgt spid="8"/>
                                        </p:tgtEl>
                                      </p:cBhvr>
                                    </p:animEffect>
                                    <p:animEffect transition="in" filter="fade">
                                      <p:cBhvr>
                                        <p:cTn id="65" dur="600"/>
                                        <p:tgtEl>
                                          <p:spTgt spid="8"/>
                                        </p:tgtEl>
                                      </p:cBhvr>
                                    </p:animEffect>
                                  </p:childTnLst>
                                </p:cTn>
                              </p:par>
                              <p:par>
                                <p:cTn id="70" presetID="22" presetClass="entr" presetSubtype="1" fill="hold" grpId="0" nodeType="withEffect">
                                  <p:stCondLst>
                                    <p:cond delay="1500"/>
                                  </p:stCondLst>
                                  <p:childTnLst>
                                    <p:set>
                                      <p:cBhvr>
                                        <p:cTn id="67" dur="1" fill="hold">
                                          <p:stCondLst>
                                            <p:cond delay="0"/>
                                          </p:stCondLst>
                                        </p:cTn>
                                        <p:tgtEl>
                                          <p:spTgt spid="9"/>
                                        </p:tgtEl>
                                        <p:attrNameLst>
                                          <p:attrName>style.visibility</p:attrName>
                                        </p:attrNameLst>
                                      </p:cBhvr>
                                      <p:to>
                                        <p:strVal val="visible"/>
                                      </p:to>
                                    </p:set>
                                    <p:animEffect transition="in" filter="wipe(down)">
                                      <p:cBhvr>
                                        <p:cTn id="68" dur="450"/>
                                        <p:tgtEl>
                                          <p:spTgt spid="9"/>
                                        </p:tgtEl>
                                      </p:cBhvr>
                                    </p:animEffect>
                                    <p:animEffect transition="in" filter="fade">
                                      <p:cBhvr>
                                        <p:cTn id="69" dur="450"/>
                                        <p:tgtEl>
                                          <p:spTgt spid="9"/>
                                        </p:tgtEl>
                                      </p:cBhvr>
                                    </p:animEffect>
                                  </p:childTnLst>
                                </p:cTn>
                              </p:par>
                              <p:par>
                                <p:cTn id="75" presetID="53" presetClass="entr" presetSubtype="16" fill="hold" grpId="0" nodeType="withEffect">
                                  <p:stCondLst>
                                    <p:cond delay="1800"/>
                                  </p:stCondLst>
                                  <p:childTnLst>
                                    <p:set>
                                      <p:cBhvr>
                                        <p:cTn id="71" dur="1" fill="hold">
                                          <p:stCondLst>
                                            <p:cond delay="0"/>
                                          </p:stCondLst>
                                        </p:cTn>
                                        <p:tgtEl>
                                          <p:spTgt spid="43"/>
                                        </p:tgtEl>
                                        <p:attrNameLst>
                                          <p:attrName>style.visibility</p:attrName>
                                        </p:attrNameLst>
                                      </p:cBhvr>
                                      <p:to>
                                        <p:strVal val="visible"/>
                                      </p:to>
                                    </p:set>
                                    <p:anim calcmode="lin" valueType="num">
                                      <p:cBhvr additive="base">
                                        <p:cTn id="72" dur="900" fill="hold"/>
                                        <p:tgtEl>
                                          <p:spTgt spid="43"/>
                                        </p:tgtEl>
                                        <p:attrNameLst>
                                          <p:attrName>ppt_w</p:attrName>
                                        </p:attrNameLst>
                                      </p:cBhvr>
                                      <p:tavLst>
                                        <p:tav tm="0">
                                          <p:val>
                                            <p:strVal val="0"/>
                                          </p:val>
                                        </p:tav>
                                        <p:tav tm="100000">
                                          <p:val>
                                            <p:strVal val="#ppt_w"/>
                                          </p:val>
                                        </p:tav>
                                      </p:tavLst>
                                    </p:anim>
                                    <p:anim calcmode="lin" valueType="num">
                                      <p:cBhvr additive="base">
                                        <p:cTn id="73" dur="900" fill="hold"/>
                                        <p:tgtEl>
                                          <p:spTgt spid="43"/>
                                        </p:tgtEl>
                                        <p:attrNameLst>
                                          <p:attrName>ppt_h</p:attrName>
                                        </p:attrNameLst>
                                      </p:cBhvr>
                                      <p:tavLst>
                                        <p:tav tm="0">
                                          <p:val>
                                            <p:strVal val="0"/>
                                          </p:val>
                                        </p:tav>
                                        <p:tav tm="100000">
                                          <p:val>
                                            <p:strVal val="#ppt_h"/>
                                          </p:val>
                                        </p:tav>
                                      </p:tavLst>
                                    </p:anim>
                                    <p:animEffect transition="in" filter="fade">
                                      <p:cBhvr>
                                        <p:cTn id="74" dur="900"/>
                                        <p:tgtEl>
                                          <p:spTgt spid="43"/>
                                        </p:tgtEl>
                                      </p:cBhvr>
                                    </p:animEffect>
                                  </p:childTnLst>
                                </p:cTn>
                              </p:par>
                              <p:par>
                                <p:cTn id="77" presetID="0" presetClass="path" presetSubtype="0" fill="hold" grpId="1" nodeType="withEffect" autoRev="1" repeatCount="4000">
                                  <p:stCondLst>
                                    <p:cond delay="2080"/>
                                  </p:stCondLst>
                                  <p:childTnLst>
                                    <p:animMotion origin="layout" path="M 0 0 L 0.008 0 E" pathEditMode="relative" ptsTypes="AA">
                                      <p:cBhvr>
                                        <p:cTn id="76" dur="40" fill="hold"/>
                                        <p:tgtEl>
                                          <p:spTgt spid="8"/>
                                        </p:tgtEl>
                                        <p:attrNameLst>
                                          <p:attrName>ppt_x</p:attrName>
                                          <p:attrName>ppt_y</p:attrName>
                                        </p:attrNameLst>
                                      </p:cBhvr>
                                    </p:animMotion>
                                  </p:childTnLst>
                                </p:cTn>
                              </p:par>
                              <p:par>
                                <p:cTn id="80" presetID="22" presetClass="entr" presetSubtype="8" fill="hold" grpId="0" nodeType="withEffect">
                                  <p:stCondLst>
                                    <p:cond delay="2500"/>
                                  </p:stCondLst>
                                  <p:childTnLst>
                                    <p:set>
                                      <p:cBhvr>
                                        <p:cTn id="78" dur="1" fill="hold">
                                          <p:stCondLst>
                                            <p:cond delay="0"/>
                                          </p:stCondLst>
                                        </p:cTn>
                                        <p:tgtEl>
                                          <p:spTgt spid="11"/>
                                        </p:tgtEl>
                                        <p:attrNameLst>
                                          <p:attrName>style.visibility</p:attrName>
                                        </p:attrNameLst>
                                      </p:cBhvr>
                                      <p:to>
                                        <p:strVal val="visible"/>
                                      </p:to>
                                    </p:set>
                                    <p:animEffect transition="in" filter="wipe(left)">
                                      <p:cBhvr>
                                        <p:cTn id="79" dur="300"/>
                                        <p:tgtEl>
                                          <p:spTgt spid="11"/>
                                        </p:tgtEl>
                                      </p:cBhvr>
                                    </p:animEffect>
                                  </p:childTnLst>
                                </p:cTn>
                              </p:par>
                              <p:par>
                                <p:cTn id="84" presetID="22" presetClass="entr" presetSubtype="1" fill="hold" grpId="0" nodeType="withEffect">
                                  <p:stCondLst>
                                    <p:cond delay="3100"/>
                                  </p:stCondLst>
                                  <p:childTnLst>
                                    <p:set>
                                      <p:cBhvr>
                                        <p:cTn id="81" dur="1" fill="hold">
                                          <p:stCondLst>
                                            <p:cond delay="0"/>
                                          </p:stCondLst>
                                        </p:cTn>
                                        <p:tgtEl>
                                          <p:spTgt spid="12"/>
                                        </p:tgtEl>
                                        <p:attrNameLst>
                                          <p:attrName>style.visibility</p:attrName>
                                        </p:attrNameLst>
                                      </p:cBhvr>
                                      <p:to>
                                        <p:strVal val="visible"/>
                                      </p:to>
                                    </p:set>
                                    <p:animEffect transition="in" filter="wipe(down)">
                                      <p:cBhvr>
                                        <p:cTn id="82" dur="450"/>
                                        <p:tgtEl>
                                          <p:spTgt spid="12"/>
                                        </p:tgtEl>
                                      </p:cBhvr>
                                    </p:animEffect>
                                    <p:animEffect transition="in" filter="fade">
                                      <p:cBhvr>
                                        <p:cTn id="83" dur="450"/>
                                        <p:tgtEl>
                                          <p:spTgt spid="12"/>
                                        </p:tgtEl>
                                      </p:cBhvr>
                                    </p:animEffect>
                                  </p:childTnLst>
                                </p:cTn>
                              </p:par>
                              <p:par>
                                <p:cTn id="89" presetID="53" presetClass="entr" presetSubtype="16" fill="hold" grpId="0" nodeType="withEffect">
                                  <p:stCondLst>
                                    <p:cond delay="3200"/>
                                  </p:stCondLst>
                                  <p:childTnLst>
                                    <p:set>
                                      <p:cBhvr>
                                        <p:cTn id="85" dur="1" fill="hold">
                                          <p:stCondLst>
                                            <p:cond delay="0"/>
                                          </p:stCondLst>
                                        </p:cTn>
                                        <p:tgtEl>
                                          <p:spTgt spid="15"/>
                                        </p:tgtEl>
                                        <p:attrNameLst>
                                          <p:attrName>style.visibility</p:attrName>
                                        </p:attrNameLst>
                                      </p:cBhvr>
                                      <p:to>
                                        <p:strVal val="visible"/>
                                      </p:to>
                                    </p:set>
                                    <p:anim calcmode="lin" valueType="num">
                                      <p:cBhvr additive="base">
                                        <p:cTn id="86" dur="350" fill="hold"/>
                                        <p:tgtEl>
                                          <p:spTgt spid="15"/>
                                        </p:tgtEl>
                                        <p:attrNameLst>
                                          <p:attrName>ppt_w</p:attrName>
                                        </p:attrNameLst>
                                      </p:cBhvr>
                                      <p:tavLst>
                                        <p:tav tm="0">
                                          <p:val>
                                            <p:strVal val="0"/>
                                          </p:val>
                                        </p:tav>
                                        <p:tav tm="100000">
                                          <p:val>
                                            <p:strVal val="#ppt_w"/>
                                          </p:val>
                                        </p:tav>
                                      </p:tavLst>
                                    </p:anim>
                                    <p:anim calcmode="lin" valueType="num">
                                      <p:cBhvr additive="base">
                                        <p:cTn id="87" dur="350" fill="hold"/>
                                        <p:tgtEl>
                                          <p:spTgt spid="15"/>
                                        </p:tgtEl>
                                        <p:attrNameLst>
                                          <p:attrName>ppt_h</p:attrName>
                                        </p:attrNameLst>
                                      </p:cBhvr>
                                      <p:tavLst>
                                        <p:tav tm="0">
                                          <p:val>
                                            <p:strVal val="0"/>
                                          </p:val>
                                        </p:tav>
                                        <p:tav tm="100000">
                                          <p:val>
                                            <p:strVal val="#ppt_h"/>
                                          </p:val>
                                        </p:tav>
                                      </p:tavLst>
                                    </p:anim>
                                    <p:animEffect transition="in" filter="fade">
                                      <p:cBhvr>
                                        <p:cTn id="88" dur="350"/>
                                        <p:tgtEl>
                                          <p:spTgt spid="15"/>
                                        </p:tgtEl>
                                      </p:cBhvr>
                                    </p:animEffect>
                                  </p:childTnLst>
                                </p:cTn>
                              </p:par>
                              <p:par>
                                <p:cTn id="93" presetID="22" presetClass="entr" presetSubtype="1" fill="hold" grpId="0" nodeType="withEffect">
                                  <p:stCondLst>
                                    <p:cond delay="3250"/>
                                  </p:stCondLst>
                                  <p:childTnLst>
                                    <p:set>
                                      <p:cBhvr>
                                        <p:cTn id="90" dur="1" fill="hold">
                                          <p:stCondLst>
                                            <p:cond delay="0"/>
                                          </p:stCondLst>
                                        </p:cTn>
                                        <p:tgtEl>
                                          <p:spTgt spid="13"/>
                                        </p:tgtEl>
                                        <p:attrNameLst>
                                          <p:attrName>style.visibility</p:attrName>
                                        </p:attrNameLst>
                                      </p:cBhvr>
                                      <p:to>
                                        <p:strVal val="visible"/>
                                      </p:to>
                                    </p:set>
                                    <p:animEffect transition="in" filter="wipe(down)">
                                      <p:cBhvr>
                                        <p:cTn id="91" dur="600"/>
                                        <p:tgtEl>
                                          <p:spTgt spid="13"/>
                                        </p:tgtEl>
                                      </p:cBhvr>
                                    </p:animEffect>
                                    <p:animEffect transition="in" filter="fade">
                                      <p:cBhvr>
                                        <p:cTn id="92" dur="600"/>
                                        <p:tgtEl>
                                          <p:spTgt spid="13"/>
                                        </p:tgtEl>
                                      </p:cBhvr>
                                    </p:animEffect>
                                  </p:childTnLst>
                                </p:cTn>
                              </p:par>
                              <p:par>
                                <p:cTn id="97" presetID="22" presetClass="entr" presetSubtype="1" fill="hold" grpId="0" nodeType="withEffect">
                                  <p:stCondLst>
                                    <p:cond delay="3300"/>
                                  </p:stCondLst>
                                  <p:childTnLst>
                                    <p:set>
                                      <p:cBhvr>
                                        <p:cTn id="94" dur="1" fill="hold">
                                          <p:stCondLst>
                                            <p:cond delay="0"/>
                                          </p:stCondLst>
                                        </p:cTn>
                                        <p:tgtEl>
                                          <p:spTgt spid="14"/>
                                        </p:tgtEl>
                                        <p:attrNameLst>
                                          <p:attrName>style.visibility</p:attrName>
                                        </p:attrNameLst>
                                      </p:cBhvr>
                                      <p:to>
                                        <p:strVal val="visible"/>
                                      </p:to>
                                    </p:set>
                                    <p:animEffect transition="in" filter="wipe(down)">
                                      <p:cBhvr>
                                        <p:cTn id="95" dur="450"/>
                                        <p:tgtEl>
                                          <p:spTgt spid="14"/>
                                        </p:tgtEl>
                                      </p:cBhvr>
                                    </p:animEffect>
                                    <p:animEffect transition="in" filter="fade">
                                      <p:cBhvr>
                                        <p:cTn id="96" dur="450"/>
                                        <p:tgtEl>
                                          <p:spTgt spid="14"/>
                                        </p:tgtEl>
                                      </p:cBhvr>
                                    </p:animEffect>
                                  </p:childTnLst>
                                </p:cTn>
                              </p:par>
                              <p:par>
                                <p:cTn id="99" presetID="0" presetClass="path" presetSubtype="0" fill="hold" grpId="1" nodeType="withEffect" autoRev="1" repeatCount="4000">
                                  <p:stCondLst>
                                    <p:cond delay="3880"/>
                                  </p:stCondLst>
                                  <p:childTnLst>
                                    <p:animMotion origin="layout" path="M 0 0 L 0.008 0 E" pathEditMode="relative" ptsTypes="AA">
                                      <p:cBhvr>
                                        <p:cTn id="98" dur="40" fill="hold"/>
                                        <p:tgtEl>
                                          <p:spTgt spid="13"/>
                                        </p:tgtEl>
                                        <p:attrNameLst>
                                          <p:attrName>ppt_x</p:attrName>
                                          <p:attrName>ppt_y</p:attrName>
                                        </p:attrNameLst>
                                      </p:cBhvr>
                                    </p:animMotion>
                                  </p:childTnLst>
                                </p:cTn>
                              </p:par>
                              <p:par>
                                <p:cTn id="102" presetID="22" presetClass="entr" presetSubtype="8" fill="hold" grpId="0" nodeType="withEffect">
                                  <p:stCondLst>
                                    <p:cond delay="4300"/>
                                  </p:stCondLst>
                                  <p:childTnLst>
                                    <p:set>
                                      <p:cBhvr>
                                        <p:cTn id="100" dur="1" fill="hold">
                                          <p:stCondLst>
                                            <p:cond delay="0"/>
                                          </p:stCondLst>
                                        </p:cTn>
                                        <p:tgtEl>
                                          <p:spTgt spid="16"/>
                                        </p:tgtEl>
                                        <p:attrNameLst>
                                          <p:attrName>style.visibility</p:attrName>
                                        </p:attrNameLst>
                                      </p:cBhvr>
                                      <p:to>
                                        <p:strVal val="visible"/>
                                      </p:to>
                                    </p:set>
                                    <p:animEffect transition="in" filter="wipe(left)">
                                      <p:cBhvr>
                                        <p:cTn id="101" dur="300"/>
                                        <p:tgtEl>
                                          <p:spTgt spid="16"/>
                                        </p:tgtEl>
                                      </p:cBhvr>
                                    </p:animEffect>
                                  </p:childTnLst>
                                </p:cTn>
                              </p:par>
                              <p:par>
                                <p:cTn id="104" presetID="8" presetClass="emph" presetSubtype="0" fill="hold" grpId="1" nodeType="withEffect">
                                  <p:stCondLst>
                                    <p:cond delay="4500"/>
                                  </p:stCondLst>
                                  <p:childTnLst>
                                    <p:animRot by="9000000">
                                      <p:cBhvr>
                                        <p:cTn id="103" dur="1300" fill="hold"/>
                                        <p:tgtEl>
                                          <p:spTgt spid="38"/>
                                        </p:tgtEl>
                                        <p:attrNameLst>
                                          <p:attrName>r</p:attrName>
                                        </p:attrNameLst>
                                      </p:cBhvr>
                                    </p:animRot>
                                  </p:childTnLst>
                                </p:cTn>
                              </p:par>
                              <p:par>
                                <p:cTn id="108" presetID="22" presetClass="entr" presetSubtype="1" fill="hold" grpId="0" nodeType="withEffect">
                                  <p:stCondLst>
                                    <p:cond delay="4900"/>
                                  </p:stCondLst>
                                  <p:childTnLst>
                                    <p:set>
                                      <p:cBhvr>
                                        <p:cTn id="105" dur="1" fill="hold">
                                          <p:stCondLst>
                                            <p:cond delay="0"/>
                                          </p:stCondLst>
                                        </p:cTn>
                                        <p:tgtEl>
                                          <p:spTgt spid="17"/>
                                        </p:tgtEl>
                                        <p:attrNameLst>
                                          <p:attrName>style.visibility</p:attrName>
                                        </p:attrNameLst>
                                      </p:cBhvr>
                                      <p:to>
                                        <p:strVal val="visible"/>
                                      </p:to>
                                    </p:set>
                                    <p:animEffect transition="in" filter="wipe(down)">
                                      <p:cBhvr>
                                        <p:cTn id="106" dur="450"/>
                                        <p:tgtEl>
                                          <p:spTgt spid="17"/>
                                        </p:tgtEl>
                                      </p:cBhvr>
                                    </p:animEffect>
                                    <p:animEffect transition="in" filter="fade">
                                      <p:cBhvr>
                                        <p:cTn id="107" dur="450"/>
                                        <p:tgtEl>
                                          <p:spTgt spid="17"/>
                                        </p:tgtEl>
                                      </p:cBhvr>
                                    </p:animEffect>
                                  </p:childTnLst>
                                </p:cTn>
                              </p:par>
                              <p:par>
                                <p:cTn id="113" presetID="53" presetClass="entr" presetSubtype="16" fill="hold" grpId="0" nodeType="withEffect">
                                  <p:stCondLst>
                                    <p:cond delay="5000"/>
                                  </p:stCondLst>
                                  <p:childTnLst>
                                    <p:set>
                                      <p:cBhvr>
                                        <p:cTn id="109" dur="1" fill="hold">
                                          <p:stCondLst>
                                            <p:cond delay="0"/>
                                          </p:stCondLst>
                                        </p:cTn>
                                        <p:tgtEl>
                                          <p:spTgt spid="20"/>
                                        </p:tgtEl>
                                        <p:attrNameLst>
                                          <p:attrName>style.visibility</p:attrName>
                                        </p:attrNameLst>
                                      </p:cBhvr>
                                      <p:to>
                                        <p:strVal val="visible"/>
                                      </p:to>
                                    </p:set>
                                    <p:anim calcmode="lin" valueType="num">
                                      <p:cBhvr additive="base">
                                        <p:cTn id="110" dur="350" fill="hold"/>
                                        <p:tgtEl>
                                          <p:spTgt spid="20"/>
                                        </p:tgtEl>
                                        <p:attrNameLst>
                                          <p:attrName>ppt_w</p:attrName>
                                        </p:attrNameLst>
                                      </p:cBhvr>
                                      <p:tavLst>
                                        <p:tav tm="0">
                                          <p:val>
                                            <p:strVal val="0"/>
                                          </p:val>
                                        </p:tav>
                                        <p:tav tm="100000">
                                          <p:val>
                                            <p:strVal val="#ppt_w"/>
                                          </p:val>
                                        </p:tav>
                                      </p:tavLst>
                                    </p:anim>
                                    <p:anim calcmode="lin" valueType="num">
                                      <p:cBhvr additive="base">
                                        <p:cTn id="111" dur="350" fill="hold"/>
                                        <p:tgtEl>
                                          <p:spTgt spid="20"/>
                                        </p:tgtEl>
                                        <p:attrNameLst>
                                          <p:attrName>ppt_h</p:attrName>
                                        </p:attrNameLst>
                                      </p:cBhvr>
                                      <p:tavLst>
                                        <p:tav tm="0">
                                          <p:val>
                                            <p:strVal val="0"/>
                                          </p:val>
                                        </p:tav>
                                        <p:tav tm="100000">
                                          <p:val>
                                            <p:strVal val="#ppt_h"/>
                                          </p:val>
                                        </p:tav>
                                      </p:tavLst>
                                    </p:anim>
                                    <p:animEffect transition="in" filter="fade">
                                      <p:cBhvr>
                                        <p:cTn id="112" dur="350"/>
                                        <p:tgtEl>
                                          <p:spTgt spid="20"/>
                                        </p:tgtEl>
                                      </p:cBhvr>
                                    </p:animEffect>
                                  </p:childTnLst>
                                </p:cTn>
                              </p:par>
                              <p:par>
                                <p:cTn id="117" presetID="22" presetClass="entr" presetSubtype="1" fill="hold" grpId="0" nodeType="withEffect">
                                  <p:stCondLst>
                                    <p:cond delay="5050"/>
                                  </p:stCondLst>
                                  <p:childTnLst>
                                    <p:set>
                                      <p:cBhvr>
                                        <p:cTn id="114" dur="1" fill="hold">
                                          <p:stCondLst>
                                            <p:cond delay="0"/>
                                          </p:stCondLst>
                                        </p:cTn>
                                        <p:tgtEl>
                                          <p:spTgt spid="18"/>
                                        </p:tgtEl>
                                        <p:attrNameLst>
                                          <p:attrName>style.visibility</p:attrName>
                                        </p:attrNameLst>
                                      </p:cBhvr>
                                      <p:to>
                                        <p:strVal val="visible"/>
                                      </p:to>
                                    </p:set>
                                    <p:animEffect transition="in" filter="wipe(down)">
                                      <p:cBhvr>
                                        <p:cTn id="115" dur="600"/>
                                        <p:tgtEl>
                                          <p:spTgt spid="18"/>
                                        </p:tgtEl>
                                      </p:cBhvr>
                                    </p:animEffect>
                                    <p:animEffect transition="in" filter="fade">
                                      <p:cBhvr>
                                        <p:cTn id="116" dur="600"/>
                                        <p:tgtEl>
                                          <p:spTgt spid="18"/>
                                        </p:tgtEl>
                                      </p:cBhvr>
                                    </p:animEffect>
                                  </p:childTnLst>
                                </p:cTn>
                              </p:par>
                              <p:par>
                                <p:cTn id="121" presetID="22" presetClass="entr" presetSubtype="1" fill="hold" grpId="0" nodeType="withEffect">
                                  <p:stCondLst>
                                    <p:cond delay="5100"/>
                                  </p:stCondLst>
                                  <p:childTnLst>
                                    <p:set>
                                      <p:cBhvr>
                                        <p:cTn id="118" dur="1" fill="hold">
                                          <p:stCondLst>
                                            <p:cond delay="0"/>
                                          </p:stCondLst>
                                        </p:cTn>
                                        <p:tgtEl>
                                          <p:spTgt spid="19"/>
                                        </p:tgtEl>
                                        <p:attrNameLst>
                                          <p:attrName>style.visibility</p:attrName>
                                        </p:attrNameLst>
                                      </p:cBhvr>
                                      <p:to>
                                        <p:strVal val="visible"/>
                                      </p:to>
                                    </p:set>
                                    <p:animEffect transition="in" filter="wipe(down)">
                                      <p:cBhvr>
                                        <p:cTn id="119" dur="450"/>
                                        <p:tgtEl>
                                          <p:spTgt spid="19"/>
                                        </p:tgtEl>
                                      </p:cBhvr>
                                    </p:animEffect>
                                    <p:animEffect transition="in" filter="fade">
                                      <p:cBhvr>
                                        <p:cTn id="120" dur="450"/>
                                        <p:tgtEl>
                                          <p:spTgt spid="19"/>
                                        </p:tgtEl>
                                      </p:cBhvr>
                                    </p:animEffect>
                                  </p:childTnLst>
                                </p:cTn>
                              </p:par>
                              <p:par>
                                <p:cTn id="123" presetID="6" presetClass="emph" presetSubtype="0" fill="hold" grpId="1" nodeType="withEffect" autoRev="1" repeatCount="indefinite">
                                  <p:stCondLst>
                                    <p:cond delay="5600"/>
                                  </p:stCondLst>
                                  <p:childTnLst>
                                    <p:animScale>
                                      <p:cBhvr>
                                        <p:cTn id="122" dur="500" fill="hold"/>
                                        <p:tgtEl>
                                          <p:spTgt spid="18"/>
                                        </p:tgtEl>
                                      </p:cBhvr>
                                      <p:by x="103000" y="103000"/>
                                    </p:animScale>
                                  </p:childTnLst>
                                </p:cTn>
                              </p:par>
                              <p:par>
                                <p:cTn id="128" presetID="53" presetClass="entr" presetSubtype="32" fill="hold" grpId="0" nodeType="withEffect">
                                  <p:stCondLst>
                                    <p:cond delay="5600"/>
                                  </p:stCondLst>
                                  <p:childTnLst>
                                    <p:set>
                                      <p:cBhvr>
                                        <p:cTn id="124" dur="1" fill="hold">
                                          <p:stCondLst>
                                            <p:cond delay="0"/>
                                          </p:stCondLst>
                                        </p:cTn>
                                        <p:tgtEl>
                                          <p:spTgt spid="39"/>
                                        </p:tgtEl>
                                        <p:attrNameLst>
                                          <p:attrName>style.visibility</p:attrName>
                                        </p:attrNameLst>
                                      </p:cBhvr>
                                      <p:to>
                                        <p:strVal val="visible"/>
                                      </p:to>
                                    </p:set>
                                    <p:anim calcmode="lin" valueType="num">
                                      <p:cBhvr additive="base">
                                        <p:cTn id="125" dur="450" fill="hold"/>
                                        <p:tgtEl>
                                          <p:spTgt spid="39"/>
                                        </p:tgtEl>
                                        <p:attrNameLst>
                                          <p:attrName>ppt_w</p:attrName>
                                        </p:attrNameLst>
                                      </p:cBhvr>
                                      <p:tavLst>
                                        <p:tav tm="0">
                                          <p:val>
                                            <p:strVal val="#ppt_w*2.4"/>
                                          </p:val>
                                        </p:tav>
                                        <p:tav tm="100000">
                                          <p:val>
                                            <p:strVal val="#ppt_w"/>
                                          </p:val>
                                        </p:tav>
                                      </p:tavLst>
                                    </p:anim>
                                    <p:anim calcmode="lin" valueType="num">
                                      <p:cBhvr additive="base">
                                        <p:cTn id="126" dur="450" fill="hold"/>
                                        <p:tgtEl>
                                          <p:spTgt spid="39"/>
                                        </p:tgtEl>
                                        <p:attrNameLst>
                                          <p:attrName>ppt_h</p:attrName>
                                        </p:attrNameLst>
                                      </p:cBhvr>
                                      <p:tavLst>
                                        <p:tav tm="0">
                                          <p:val>
                                            <p:strVal val="#ppt_h*2.4"/>
                                          </p:val>
                                        </p:tav>
                                        <p:tav tm="100000">
                                          <p:val>
                                            <p:strVal val="#ppt_h"/>
                                          </p:val>
                                        </p:tav>
                                      </p:tavLst>
                                    </p:anim>
                                    <p:animEffect transition="in" filter="fade">
                                      <p:cBhvr>
                                        <p:cTn id="127" dur="450"/>
                                        <p:tgtEl>
                                          <p:spTgt spid="39"/>
                                        </p:tgtEl>
                                      </p:cBhvr>
                                    </p:animEffect>
                                  </p:childTnLst>
                                </p:cTn>
                              </p:par>
                              <p:par>
                                <p:cTn id="130" presetID="0" presetClass="path" presetSubtype="0" fill="hold" grpId="2" nodeType="withEffect" autoRev="1" repeatCount="4000">
                                  <p:stCondLst>
                                    <p:cond delay="5680"/>
                                  </p:stCondLst>
                                  <p:childTnLst>
                                    <p:animMotion origin="layout" path="M 0 0 L 0.008 0 E" pathEditMode="relative" ptsTypes="AA">
                                      <p:cBhvr>
                                        <p:cTn id="129" dur="40" fill="hold"/>
                                        <p:tgtEl>
                                          <p:spTgt spid="18"/>
                                        </p:tgtEl>
                                        <p:attrNameLst>
                                          <p:attrName>ppt_x</p:attrName>
                                          <p:attrName>ppt_y</p:attrName>
                                        </p:attrNameLst>
                                      </p:cBhvr>
                                    </p:animMotion>
                                  </p:childTnLst>
                                </p:cTn>
                              </p:par>
                              <p:par>
                                <p:cTn id="132" presetID="0" presetClass="path" presetSubtype="0" fill="hold" grpId="2" nodeType="withEffect" autoRev="1" repeatCount="6000">
                                  <p:stCondLst>
                                    <p:cond delay="5850"/>
                                  </p:stCondLst>
                                  <p:childTnLst>
                                    <p:animMotion origin="layout" path="M 0 0 L 0.008 0 E" pathEditMode="relative" ptsTypes="AA">
                                      <p:cBhvr>
                                        <p:cTn id="131" dur="40" fill="hold"/>
                                        <p:tgtEl>
                                          <p:spTgt spid="38"/>
                                        </p:tgtEl>
                                        <p:attrNameLst>
                                          <p:attrName>ppt_x</p:attrName>
                                          <p:attrName>ppt_y</p:attrName>
                                        </p:attrNameLst>
                                      </p:cBhvr>
                                    </p:animMotion>
                                  </p:childTnLst>
                                </p:cTn>
                              </p:par>
                              <p:par>
                                <p:cTn id="134" presetID="6" presetClass="emph" presetSubtype="0" fill="hold" grpId="1" nodeType="withEffect" autoRev="1" repeatCount="indefinite">
                                  <p:stCondLst>
                                    <p:cond delay="6000"/>
                                  </p:stCondLst>
                                  <p:childTnLst>
                                    <p:animScale>
                                      <p:cBhvr>
                                        <p:cTn id="133" dur="700" fill="hold"/>
                                        <p:tgtEl>
                                          <p:spTgt spid="43"/>
                                        </p:tgtEl>
                                      </p:cBhvr>
                                      <p:by x="104000" y="104000"/>
                                    </p:animScale>
                                  </p:childTnLst>
                                </p:cTn>
                              </p:par>
                              <p:par>
                                <p:cTn id="138" presetID="22" presetClass="entr" presetSubtype="1" fill="hold" grpId="0" nodeType="withEffect">
                                  <p:stCondLst>
                                    <p:cond delay="7300"/>
                                  </p:stCondLst>
                                  <p:childTnLst>
                                    <p:set>
                                      <p:cBhvr>
                                        <p:cTn id="135" dur="1" fill="hold">
                                          <p:stCondLst>
                                            <p:cond delay="0"/>
                                          </p:stCondLst>
                                        </p:cTn>
                                        <p:tgtEl>
                                          <p:spTgt spid="21"/>
                                        </p:tgtEl>
                                        <p:attrNameLst>
                                          <p:attrName>style.visibility</p:attrName>
                                        </p:attrNameLst>
                                      </p:cBhvr>
                                      <p:to>
                                        <p:strVal val="visible"/>
                                      </p:to>
                                    </p:set>
                                    <p:animEffect transition="in" filter="wipe(down)">
                                      <p:cBhvr>
                                        <p:cTn id="136" dur="450"/>
                                        <p:tgtEl>
                                          <p:spTgt spid="21"/>
                                        </p:tgtEl>
                                      </p:cBhvr>
                                    </p:animEffect>
                                    <p:animEffect transition="in" filter="fade">
                                      <p:cBhvr>
                                        <p:cTn id="137" dur="450"/>
                                        <p:tgtEl>
                                          <p:spTgt spid="21"/>
                                        </p:tgtEl>
                                      </p:cBhvr>
                                    </p:animEffect>
                                  </p:childTnLst>
                                </p:cTn>
                              </p:par>
                              <p:par>
                                <p:cTn id="142" presetID="22" presetClass="entr" presetSubtype="1" fill="hold" grpId="0" nodeType="withEffect">
                                  <p:stCondLst>
                                    <p:cond delay="7600"/>
                                  </p:stCondLst>
                                  <p:childTnLst>
                                    <p:set>
                                      <p:cBhvr>
                                        <p:cTn id="139" dur="1" fill="hold">
                                          <p:stCondLst>
                                            <p:cond delay="0"/>
                                          </p:stCondLst>
                                        </p:cTn>
                                        <p:tgtEl>
                                          <p:spTgt spid="22"/>
                                        </p:tgtEl>
                                        <p:attrNameLst>
                                          <p:attrName>style.visibility</p:attrName>
                                        </p:attrNameLst>
                                      </p:cBhvr>
                                      <p:to>
                                        <p:strVal val="visible"/>
                                      </p:to>
                                    </p:set>
                                    <p:animEffect transition="in" filter="wipe(down)">
                                      <p:cBhvr>
                                        <p:cTn id="140" dur="450"/>
                                        <p:tgtEl>
                                          <p:spTgt spid="22"/>
                                        </p:tgtEl>
                                      </p:cBhvr>
                                    </p:animEffect>
                                    <p:animEffect transition="in" filter="fade">
                                      <p:cBhvr>
                                        <p:cTn id="141" dur="450"/>
                                        <p:tgtEl>
                                          <p:spTgt spid="22"/>
                                        </p:tgtEl>
                                      </p:cBhvr>
                                    </p:animEffect>
                                  </p:childTnLst>
                                </p:cTn>
                              </p:par>
                              <p:par>
                                <p:cTn id="147" presetID="53" presetClass="entr" presetSubtype="16" fill="hold" grpId="0" nodeType="withEffect">
                                  <p:stCondLst>
                                    <p:cond delay="7700"/>
                                  </p:stCondLst>
                                  <p:childTnLst>
                                    <p:set>
                                      <p:cBhvr>
                                        <p:cTn id="143" dur="1" fill="hold">
                                          <p:stCondLst>
                                            <p:cond delay="0"/>
                                          </p:stCondLst>
                                        </p:cTn>
                                        <p:tgtEl>
                                          <p:spTgt spid="25"/>
                                        </p:tgtEl>
                                        <p:attrNameLst>
                                          <p:attrName>style.visibility</p:attrName>
                                        </p:attrNameLst>
                                      </p:cBhvr>
                                      <p:to>
                                        <p:strVal val="visible"/>
                                      </p:to>
                                    </p:set>
                                    <p:anim calcmode="lin" valueType="num">
                                      <p:cBhvr additive="base">
                                        <p:cTn id="144" dur="350" fill="hold"/>
                                        <p:tgtEl>
                                          <p:spTgt spid="25"/>
                                        </p:tgtEl>
                                        <p:attrNameLst>
                                          <p:attrName>ppt_w</p:attrName>
                                        </p:attrNameLst>
                                      </p:cBhvr>
                                      <p:tavLst>
                                        <p:tav tm="0">
                                          <p:val>
                                            <p:strVal val="0"/>
                                          </p:val>
                                        </p:tav>
                                        <p:tav tm="100000">
                                          <p:val>
                                            <p:strVal val="#ppt_w"/>
                                          </p:val>
                                        </p:tav>
                                      </p:tavLst>
                                    </p:anim>
                                    <p:anim calcmode="lin" valueType="num">
                                      <p:cBhvr additive="base">
                                        <p:cTn id="145" dur="350" fill="hold"/>
                                        <p:tgtEl>
                                          <p:spTgt spid="25"/>
                                        </p:tgtEl>
                                        <p:attrNameLst>
                                          <p:attrName>ppt_h</p:attrName>
                                        </p:attrNameLst>
                                      </p:cBhvr>
                                      <p:tavLst>
                                        <p:tav tm="0">
                                          <p:val>
                                            <p:strVal val="0"/>
                                          </p:val>
                                        </p:tav>
                                        <p:tav tm="100000">
                                          <p:val>
                                            <p:strVal val="#ppt_h"/>
                                          </p:val>
                                        </p:tav>
                                      </p:tavLst>
                                    </p:anim>
                                    <p:animEffect transition="in" filter="fade">
                                      <p:cBhvr>
                                        <p:cTn id="146" dur="350"/>
                                        <p:tgtEl>
                                          <p:spTgt spid="25"/>
                                        </p:tgtEl>
                                      </p:cBhvr>
                                    </p:animEffect>
                                  </p:childTnLst>
                                </p:cTn>
                              </p:par>
                              <p:par>
                                <p:cTn id="151" presetID="22" presetClass="entr" presetSubtype="1" fill="hold" grpId="0" nodeType="withEffect">
                                  <p:stCondLst>
                                    <p:cond delay="7750"/>
                                  </p:stCondLst>
                                  <p:childTnLst>
                                    <p:set>
                                      <p:cBhvr>
                                        <p:cTn id="148" dur="1" fill="hold">
                                          <p:stCondLst>
                                            <p:cond delay="0"/>
                                          </p:stCondLst>
                                        </p:cTn>
                                        <p:tgtEl>
                                          <p:spTgt spid="23"/>
                                        </p:tgtEl>
                                        <p:attrNameLst>
                                          <p:attrName>style.visibility</p:attrName>
                                        </p:attrNameLst>
                                      </p:cBhvr>
                                      <p:to>
                                        <p:strVal val="visible"/>
                                      </p:to>
                                    </p:set>
                                    <p:animEffect transition="in" filter="wipe(down)">
                                      <p:cBhvr>
                                        <p:cTn id="149" dur="600"/>
                                        <p:tgtEl>
                                          <p:spTgt spid="23"/>
                                        </p:tgtEl>
                                      </p:cBhvr>
                                    </p:animEffect>
                                    <p:animEffect transition="in" filter="fade">
                                      <p:cBhvr>
                                        <p:cTn id="150" dur="600"/>
                                        <p:tgtEl>
                                          <p:spTgt spid="23"/>
                                        </p:tgtEl>
                                      </p:cBhvr>
                                    </p:animEffect>
                                  </p:childTnLst>
                                </p:cTn>
                              </p:par>
                              <p:par>
                                <p:cTn id="155" presetID="22" presetClass="entr" presetSubtype="1" fill="hold" grpId="0" nodeType="withEffect">
                                  <p:stCondLst>
                                    <p:cond delay="7800"/>
                                  </p:stCondLst>
                                  <p:childTnLst>
                                    <p:set>
                                      <p:cBhvr>
                                        <p:cTn id="152" dur="1" fill="hold">
                                          <p:stCondLst>
                                            <p:cond delay="0"/>
                                          </p:stCondLst>
                                        </p:cTn>
                                        <p:tgtEl>
                                          <p:spTgt spid="24"/>
                                        </p:tgtEl>
                                        <p:attrNameLst>
                                          <p:attrName>style.visibility</p:attrName>
                                        </p:attrNameLst>
                                      </p:cBhvr>
                                      <p:to>
                                        <p:strVal val="visible"/>
                                      </p:to>
                                    </p:set>
                                    <p:animEffect transition="in" filter="wipe(down)">
                                      <p:cBhvr>
                                        <p:cTn id="153" dur="450"/>
                                        <p:tgtEl>
                                          <p:spTgt spid="24"/>
                                        </p:tgtEl>
                                      </p:cBhvr>
                                    </p:animEffect>
                                    <p:animEffect transition="in" filter="fade">
                                      <p:cBhvr>
                                        <p:cTn id="154" dur="450"/>
                                        <p:tgtEl>
                                          <p:spTgt spid="24"/>
                                        </p:tgtEl>
                                      </p:cBhvr>
                                    </p:animEffect>
                                  </p:childTnLst>
                                </p:cTn>
                              </p:par>
                              <p:par>
                                <p:cTn id="157" presetID="0" presetClass="path" presetSubtype="0" fill="hold" grpId="1" nodeType="withEffect" autoRev="1" repeatCount="4000">
                                  <p:stCondLst>
                                    <p:cond delay="8380"/>
                                  </p:stCondLst>
                                  <p:childTnLst>
                                    <p:animMotion origin="layout" path="M 0 0 L 0.008 0 E" pathEditMode="relative" ptsTypes="AA">
                                      <p:cBhvr>
                                        <p:cTn id="156" dur="40" fill="hold"/>
                                        <p:tgtEl>
                                          <p:spTgt spid="23"/>
                                        </p:tgtEl>
                                        <p:attrNameLst>
                                          <p:attrName>ppt_x</p:attrName>
                                          <p:attrName>ppt_y</p:attrName>
                                        </p:attrNameLst>
                                      </p:cBhvr>
                                    </p:animMotion>
                                  </p:childTnLst>
                                </p:cTn>
                              </p:par>
                              <p:par>
                                <p:cTn id="160" presetID="22" presetClass="entr" presetSubtype="8" fill="hold" grpId="0" nodeType="withEffect">
                                  <p:stCondLst>
                                    <p:cond delay="8800"/>
                                  </p:stCondLst>
                                  <p:childTnLst>
                                    <p:set>
                                      <p:cBhvr>
                                        <p:cTn id="158" dur="1" fill="hold">
                                          <p:stCondLst>
                                            <p:cond delay="0"/>
                                          </p:stCondLst>
                                        </p:cTn>
                                        <p:tgtEl>
                                          <p:spTgt spid="26"/>
                                        </p:tgtEl>
                                        <p:attrNameLst>
                                          <p:attrName>style.visibility</p:attrName>
                                        </p:attrNameLst>
                                      </p:cBhvr>
                                      <p:to>
                                        <p:strVal val="visible"/>
                                      </p:to>
                                    </p:set>
                                    <p:animEffect transition="in" filter="wipe(left)">
                                      <p:cBhvr>
                                        <p:cTn id="159" dur="300"/>
                                        <p:tgtEl>
                                          <p:spTgt spid="26"/>
                                        </p:tgtEl>
                                      </p:cBhvr>
                                    </p:animEffect>
                                  </p:childTnLst>
                                </p:cTn>
                              </p:par>
                              <p:par>
                                <p:cTn id="164" presetID="22" presetClass="entr" presetSubtype="1" fill="hold" grpId="0" nodeType="withEffect">
                                  <p:stCondLst>
                                    <p:cond delay="9400"/>
                                  </p:stCondLst>
                                  <p:childTnLst>
                                    <p:set>
                                      <p:cBhvr>
                                        <p:cTn id="161" dur="1" fill="hold">
                                          <p:stCondLst>
                                            <p:cond delay="0"/>
                                          </p:stCondLst>
                                        </p:cTn>
                                        <p:tgtEl>
                                          <p:spTgt spid="27"/>
                                        </p:tgtEl>
                                        <p:attrNameLst>
                                          <p:attrName>style.visibility</p:attrName>
                                        </p:attrNameLst>
                                      </p:cBhvr>
                                      <p:to>
                                        <p:strVal val="visible"/>
                                      </p:to>
                                    </p:set>
                                    <p:animEffect transition="in" filter="wipe(down)">
                                      <p:cBhvr>
                                        <p:cTn id="162" dur="450"/>
                                        <p:tgtEl>
                                          <p:spTgt spid="27"/>
                                        </p:tgtEl>
                                      </p:cBhvr>
                                    </p:animEffect>
                                    <p:animEffect transition="in" filter="fade">
                                      <p:cBhvr>
                                        <p:cTn id="163" dur="450"/>
                                        <p:tgtEl>
                                          <p:spTgt spid="27"/>
                                        </p:tgtEl>
                                      </p:cBhvr>
                                    </p:animEffect>
                                  </p:childTnLst>
                                </p:cTn>
                              </p:par>
                              <p:par>
                                <p:cTn id="169" presetID="53" presetClass="entr" presetSubtype="16" fill="hold" grpId="0" nodeType="withEffect">
                                  <p:stCondLst>
                                    <p:cond delay="9500"/>
                                  </p:stCondLst>
                                  <p:childTnLst>
                                    <p:set>
                                      <p:cBhvr>
                                        <p:cTn id="165" dur="1" fill="hold">
                                          <p:stCondLst>
                                            <p:cond delay="0"/>
                                          </p:stCondLst>
                                        </p:cTn>
                                        <p:tgtEl>
                                          <p:spTgt spid="30"/>
                                        </p:tgtEl>
                                        <p:attrNameLst>
                                          <p:attrName>style.visibility</p:attrName>
                                        </p:attrNameLst>
                                      </p:cBhvr>
                                      <p:to>
                                        <p:strVal val="visible"/>
                                      </p:to>
                                    </p:set>
                                    <p:anim calcmode="lin" valueType="num">
                                      <p:cBhvr additive="base">
                                        <p:cTn id="166" dur="350" fill="hold"/>
                                        <p:tgtEl>
                                          <p:spTgt spid="30"/>
                                        </p:tgtEl>
                                        <p:attrNameLst>
                                          <p:attrName>ppt_w</p:attrName>
                                        </p:attrNameLst>
                                      </p:cBhvr>
                                      <p:tavLst>
                                        <p:tav tm="0">
                                          <p:val>
                                            <p:strVal val="0"/>
                                          </p:val>
                                        </p:tav>
                                        <p:tav tm="100000">
                                          <p:val>
                                            <p:strVal val="#ppt_w"/>
                                          </p:val>
                                        </p:tav>
                                      </p:tavLst>
                                    </p:anim>
                                    <p:anim calcmode="lin" valueType="num">
                                      <p:cBhvr additive="base">
                                        <p:cTn id="167" dur="350" fill="hold"/>
                                        <p:tgtEl>
                                          <p:spTgt spid="30"/>
                                        </p:tgtEl>
                                        <p:attrNameLst>
                                          <p:attrName>ppt_h</p:attrName>
                                        </p:attrNameLst>
                                      </p:cBhvr>
                                      <p:tavLst>
                                        <p:tav tm="0">
                                          <p:val>
                                            <p:strVal val="0"/>
                                          </p:val>
                                        </p:tav>
                                        <p:tav tm="100000">
                                          <p:val>
                                            <p:strVal val="#ppt_h"/>
                                          </p:val>
                                        </p:tav>
                                      </p:tavLst>
                                    </p:anim>
                                    <p:animEffect transition="in" filter="fade">
                                      <p:cBhvr>
                                        <p:cTn id="168" dur="350"/>
                                        <p:tgtEl>
                                          <p:spTgt spid="30"/>
                                        </p:tgtEl>
                                      </p:cBhvr>
                                    </p:animEffect>
                                  </p:childTnLst>
                                </p:cTn>
                              </p:par>
                              <p:par>
                                <p:cTn id="173" presetID="22" presetClass="entr" presetSubtype="1" fill="hold" grpId="0" nodeType="withEffect">
                                  <p:stCondLst>
                                    <p:cond delay="9550"/>
                                  </p:stCondLst>
                                  <p:childTnLst>
                                    <p:set>
                                      <p:cBhvr>
                                        <p:cTn id="170" dur="1" fill="hold">
                                          <p:stCondLst>
                                            <p:cond delay="0"/>
                                          </p:stCondLst>
                                        </p:cTn>
                                        <p:tgtEl>
                                          <p:spTgt spid="28"/>
                                        </p:tgtEl>
                                        <p:attrNameLst>
                                          <p:attrName>style.visibility</p:attrName>
                                        </p:attrNameLst>
                                      </p:cBhvr>
                                      <p:to>
                                        <p:strVal val="visible"/>
                                      </p:to>
                                    </p:set>
                                    <p:animEffect transition="in" filter="wipe(down)">
                                      <p:cBhvr>
                                        <p:cTn id="171" dur="600"/>
                                        <p:tgtEl>
                                          <p:spTgt spid="28"/>
                                        </p:tgtEl>
                                      </p:cBhvr>
                                    </p:animEffect>
                                    <p:animEffect transition="in" filter="fade">
                                      <p:cBhvr>
                                        <p:cTn id="172" dur="600"/>
                                        <p:tgtEl>
                                          <p:spTgt spid="28"/>
                                        </p:tgtEl>
                                      </p:cBhvr>
                                    </p:animEffect>
                                  </p:childTnLst>
                                </p:cTn>
                              </p:par>
                              <p:par>
                                <p:cTn id="177" presetID="22" presetClass="entr" presetSubtype="1" fill="hold" grpId="0" nodeType="withEffect">
                                  <p:stCondLst>
                                    <p:cond delay="9600"/>
                                  </p:stCondLst>
                                  <p:childTnLst>
                                    <p:set>
                                      <p:cBhvr>
                                        <p:cTn id="174" dur="1" fill="hold">
                                          <p:stCondLst>
                                            <p:cond delay="0"/>
                                          </p:stCondLst>
                                        </p:cTn>
                                        <p:tgtEl>
                                          <p:spTgt spid="29"/>
                                        </p:tgtEl>
                                        <p:attrNameLst>
                                          <p:attrName>style.visibility</p:attrName>
                                        </p:attrNameLst>
                                      </p:cBhvr>
                                      <p:to>
                                        <p:strVal val="visible"/>
                                      </p:to>
                                    </p:set>
                                    <p:animEffect transition="in" filter="wipe(down)">
                                      <p:cBhvr>
                                        <p:cTn id="175" dur="450"/>
                                        <p:tgtEl>
                                          <p:spTgt spid="29"/>
                                        </p:tgtEl>
                                      </p:cBhvr>
                                    </p:animEffect>
                                    <p:animEffect transition="in" filter="fade">
                                      <p:cBhvr>
                                        <p:cTn id="176" dur="450"/>
                                        <p:tgtEl>
                                          <p:spTgt spid="29"/>
                                        </p:tgtEl>
                                      </p:cBhvr>
                                    </p:animEffect>
                                  </p:childTnLst>
                                </p:cTn>
                              </p:par>
                              <p:par>
                                <p:cTn id="179" presetID="0" presetClass="path" presetSubtype="0" fill="hold" grpId="1" nodeType="withEffect" autoRev="1" repeatCount="4000">
                                  <p:stCondLst>
                                    <p:cond delay="10180"/>
                                  </p:stCondLst>
                                  <p:childTnLst>
                                    <p:animMotion origin="layout" path="M 0 0 L 0.008 0 E" pathEditMode="relative" ptsTypes="AA">
                                      <p:cBhvr>
                                        <p:cTn id="178" dur="40" fill="hold"/>
                                        <p:tgtEl>
                                          <p:spTgt spid="28"/>
                                        </p:tgtEl>
                                        <p:attrNameLst>
                                          <p:attrName>ppt_x</p:attrName>
                                          <p:attrName>ppt_y</p:attrName>
                                        </p:attrNameLst>
                                      </p:cBhvr>
                                    </p:animMotion>
                                  </p:childTnLst>
                                </p:cTn>
                              </p:par>
                              <p:par>
                                <p:cTn id="182" presetID="22" presetClass="entr" presetSubtype="8" fill="hold" grpId="0" nodeType="withEffect">
                                  <p:stCondLst>
                                    <p:cond delay="10600"/>
                                  </p:stCondLst>
                                  <p:childTnLst>
                                    <p:set>
                                      <p:cBhvr>
                                        <p:cTn id="180" dur="1" fill="hold">
                                          <p:stCondLst>
                                            <p:cond delay="0"/>
                                          </p:stCondLst>
                                        </p:cTn>
                                        <p:tgtEl>
                                          <p:spTgt spid="31"/>
                                        </p:tgtEl>
                                        <p:attrNameLst>
                                          <p:attrName>style.visibility</p:attrName>
                                        </p:attrNameLst>
                                      </p:cBhvr>
                                      <p:to>
                                        <p:strVal val="visible"/>
                                      </p:to>
                                    </p:set>
                                    <p:animEffect transition="in" filter="wipe(left)">
                                      <p:cBhvr>
                                        <p:cTn id="181" dur="300"/>
                                        <p:tgtEl>
                                          <p:spTgt spid="31"/>
                                        </p:tgtEl>
                                      </p:cBhvr>
                                    </p:animEffect>
                                  </p:childTnLst>
                                </p:cTn>
                              </p:par>
                              <p:par>
                                <p:cTn id="186" presetID="22" presetClass="entr" presetSubtype="1" fill="hold" grpId="0" nodeType="withEffect">
                                  <p:stCondLst>
                                    <p:cond delay="11200"/>
                                  </p:stCondLst>
                                  <p:childTnLst>
                                    <p:set>
                                      <p:cBhvr>
                                        <p:cTn id="183" dur="1" fill="hold">
                                          <p:stCondLst>
                                            <p:cond delay="0"/>
                                          </p:stCondLst>
                                        </p:cTn>
                                        <p:tgtEl>
                                          <p:spTgt spid="32"/>
                                        </p:tgtEl>
                                        <p:attrNameLst>
                                          <p:attrName>style.visibility</p:attrName>
                                        </p:attrNameLst>
                                      </p:cBhvr>
                                      <p:to>
                                        <p:strVal val="visible"/>
                                      </p:to>
                                    </p:set>
                                    <p:animEffect transition="in" filter="wipe(down)">
                                      <p:cBhvr>
                                        <p:cTn id="184" dur="450"/>
                                        <p:tgtEl>
                                          <p:spTgt spid="32"/>
                                        </p:tgtEl>
                                      </p:cBhvr>
                                    </p:animEffect>
                                    <p:animEffect transition="in" filter="fade">
                                      <p:cBhvr>
                                        <p:cTn id="185" dur="450"/>
                                        <p:tgtEl>
                                          <p:spTgt spid="32"/>
                                        </p:tgtEl>
                                      </p:cBhvr>
                                    </p:animEffect>
                                  </p:childTnLst>
                                </p:cTn>
                              </p:par>
                              <p:par>
                                <p:cTn id="191" presetID="53" presetClass="entr" presetSubtype="16" fill="hold" grpId="0" nodeType="withEffect">
                                  <p:stCondLst>
                                    <p:cond delay="11300"/>
                                  </p:stCondLst>
                                  <p:childTnLst>
                                    <p:set>
                                      <p:cBhvr>
                                        <p:cTn id="187" dur="1" fill="hold">
                                          <p:stCondLst>
                                            <p:cond delay="0"/>
                                          </p:stCondLst>
                                        </p:cTn>
                                        <p:tgtEl>
                                          <p:spTgt spid="35"/>
                                        </p:tgtEl>
                                        <p:attrNameLst>
                                          <p:attrName>style.visibility</p:attrName>
                                        </p:attrNameLst>
                                      </p:cBhvr>
                                      <p:to>
                                        <p:strVal val="visible"/>
                                      </p:to>
                                    </p:set>
                                    <p:anim calcmode="lin" valueType="num">
                                      <p:cBhvr additive="base">
                                        <p:cTn id="188" dur="350" fill="hold"/>
                                        <p:tgtEl>
                                          <p:spTgt spid="35"/>
                                        </p:tgtEl>
                                        <p:attrNameLst>
                                          <p:attrName>ppt_w</p:attrName>
                                        </p:attrNameLst>
                                      </p:cBhvr>
                                      <p:tavLst>
                                        <p:tav tm="0">
                                          <p:val>
                                            <p:strVal val="0"/>
                                          </p:val>
                                        </p:tav>
                                        <p:tav tm="100000">
                                          <p:val>
                                            <p:strVal val="#ppt_w"/>
                                          </p:val>
                                        </p:tav>
                                      </p:tavLst>
                                    </p:anim>
                                    <p:anim calcmode="lin" valueType="num">
                                      <p:cBhvr additive="base">
                                        <p:cTn id="189" dur="350" fill="hold"/>
                                        <p:tgtEl>
                                          <p:spTgt spid="35"/>
                                        </p:tgtEl>
                                        <p:attrNameLst>
                                          <p:attrName>ppt_h</p:attrName>
                                        </p:attrNameLst>
                                      </p:cBhvr>
                                      <p:tavLst>
                                        <p:tav tm="0">
                                          <p:val>
                                            <p:strVal val="0"/>
                                          </p:val>
                                        </p:tav>
                                        <p:tav tm="100000">
                                          <p:val>
                                            <p:strVal val="#ppt_h"/>
                                          </p:val>
                                        </p:tav>
                                      </p:tavLst>
                                    </p:anim>
                                    <p:animEffect transition="in" filter="fade">
                                      <p:cBhvr>
                                        <p:cTn id="190" dur="350"/>
                                        <p:tgtEl>
                                          <p:spTgt spid="35"/>
                                        </p:tgtEl>
                                      </p:cBhvr>
                                    </p:animEffect>
                                  </p:childTnLst>
                                </p:cTn>
                              </p:par>
                              <p:par>
                                <p:cTn id="195" presetID="22" presetClass="entr" presetSubtype="1" fill="hold" grpId="0" nodeType="withEffect">
                                  <p:stCondLst>
                                    <p:cond delay="11350"/>
                                  </p:stCondLst>
                                  <p:childTnLst>
                                    <p:set>
                                      <p:cBhvr>
                                        <p:cTn id="192" dur="1" fill="hold">
                                          <p:stCondLst>
                                            <p:cond delay="0"/>
                                          </p:stCondLst>
                                        </p:cTn>
                                        <p:tgtEl>
                                          <p:spTgt spid="33"/>
                                        </p:tgtEl>
                                        <p:attrNameLst>
                                          <p:attrName>style.visibility</p:attrName>
                                        </p:attrNameLst>
                                      </p:cBhvr>
                                      <p:to>
                                        <p:strVal val="visible"/>
                                      </p:to>
                                    </p:set>
                                    <p:animEffect transition="in" filter="wipe(down)">
                                      <p:cBhvr>
                                        <p:cTn id="193" dur="600"/>
                                        <p:tgtEl>
                                          <p:spTgt spid="33"/>
                                        </p:tgtEl>
                                      </p:cBhvr>
                                    </p:animEffect>
                                    <p:animEffect transition="in" filter="fade">
                                      <p:cBhvr>
                                        <p:cTn id="194" dur="600"/>
                                        <p:tgtEl>
                                          <p:spTgt spid="33"/>
                                        </p:tgtEl>
                                      </p:cBhvr>
                                    </p:animEffect>
                                  </p:childTnLst>
                                </p:cTn>
                              </p:par>
                              <p:par>
                                <p:cTn id="199" presetID="22" presetClass="entr" presetSubtype="1" fill="hold" grpId="0" nodeType="withEffect">
                                  <p:stCondLst>
                                    <p:cond delay="11400"/>
                                  </p:stCondLst>
                                  <p:childTnLst>
                                    <p:set>
                                      <p:cBhvr>
                                        <p:cTn id="196" dur="1" fill="hold">
                                          <p:stCondLst>
                                            <p:cond delay="0"/>
                                          </p:stCondLst>
                                        </p:cTn>
                                        <p:tgtEl>
                                          <p:spTgt spid="34"/>
                                        </p:tgtEl>
                                        <p:attrNameLst>
                                          <p:attrName>style.visibility</p:attrName>
                                        </p:attrNameLst>
                                      </p:cBhvr>
                                      <p:to>
                                        <p:strVal val="visible"/>
                                      </p:to>
                                    </p:set>
                                    <p:animEffect transition="in" filter="wipe(down)">
                                      <p:cBhvr>
                                        <p:cTn id="197" dur="450"/>
                                        <p:tgtEl>
                                          <p:spTgt spid="34"/>
                                        </p:tgtEl>
                                      </p:cBhvr>
                                    </p:animEffect>
                                    <p:animEffect transition="in" filter="fade">
                                      <p:cBhvr>
                                        <p:cTn id="198" dur="450"/>
                                        <p:tgtEl>
                                          <p:spTgt spid="34"/>
                                        </p:tgtEl>
                                      </p:cBhvr>
                                    </p:animEffect>
                                  </p:childTnLst>
                                </p:cTn>
                              </p:par>
                              <p:par>
                                <p:cTn id="202" presetID="10" presetClass="exit" presetSubtype="0" fill="hold" grpId="1" nodeType="withEffect">
                                  <p:stCondLst>
                                    <p:cond delay="11400"/>
                                  </p:stCondLst>
                                  <p:childTnLst>
                                    <p:animEffect transition="out" filter="fade">
                                      <p:cBhvr>
                                        <p:cTn id="200" dur="300"/>
                                        <p:tgtEl>
                                          <p:spTgt spid="39"/>
                                        </p:tgtEl>
                                      </p:cBhvr>
                                    </p:animEffect>
                                    <p:set>
                                      <p:cBhvr>
                                        <p:cTn id="201" dur="1" fill="hold">
                                          <p:stCondLst>
                                            <p:cond delay="299"/>
                                          </p:stCondLst>
                                        </p:cTn>
                                        <p:tgtEl>
                                          <p:spTgt spid="39"/>
                                        </p:tgtEl>
                                        <p:attrNameLst>
                                          <p:attrName>style.visibility</p:attrName>
                                        </p:attrNameLst>
                                      </p:cBhvr>
                                      <p:to>
                                        <p:strVal val="hidden"/>
                                      </p:to>
                                    </p:set>
                                  </p:childTnLst>
                                </p:cTn>
                              </p:par>
                              <p:par>
                                <p:cTn id="204" presetID="8" presetClass="emph" presetSubtype="0" fill="hold" grpId="3" nodeType="withEffect">
                                  <p:stCondLst>
                                    <p:cond delay="11400"/>
                                  </p:stCondLst>
                                  <p:childTnLst>
                                    <p:animRot by="-5100000">
                                      <p:cBhvr>
                                        <p:cTn id="203" dur="1300" fill="hold"/>
                                        <p:tgtEl>
                                          <p:spTgt spid="38"/>
                                        </p:tgtEl>
                                        <p:attrNameLst>
                                          <p:attrName>r</p:attrName>
                                        </p:attrNameLst>
                                      </p:cBhvr>
                                    </p:animRot>
                                  </p:childTnLst>
                                </p:cTn>
                              </p:par>
                              <p:par>
                                <p:cTn id="206" presetID="0" presetClass="path" presetSubtype="0" fill="hold" grpId="1" nodeType="withEffect" autoRev="1" repeatCount="4000">
                                  <p:stCondLst>
                                    <p:cond delay="11980"/>
                                  </p:stCondLst>
                                  <p:childTnLst>
                                    <p:animMotion origin="layout" path="M 0 0 L 0.008 0 E" pathEditMode="relative" ptsTypes="AA">
                                      <p:cBhvr>
                                        <p:cTn id="205" dur="40" fill="hold"/>
                                        <p:tgtEl>
                                          <p:spTgt spid="33"/>
                                        </p:tgtEl>
                                        <p:attrNameLst>
                                          <p:attrName>ppt_x</p:attrName>
                                          <p:attrName>ppt_y</p:attrName>
                                        </p:attrNameLst>
                                      </p:cBhvr>
                                    </p:animMotion>
                                  </p:childTnLst>
                                </p:cTn>
                              </p:par>
                              <p:par>
                                <p:cTn id="211" presetID="53" presetClass="entr" presetSubtype="32" fill="hold" grpId="0" nodeType="withEffect">
                                  <p:stCondLst>
                                    <p:cond delay="12500"/>
                                  </p:stCondLst>
                                  <p:childTnLst>
                                    <p:set>
                                      <p:cBhvr>
                                        <p:cTn id="207" dur="1" fill="hold">
                                          <p:stCondLst>
                                            <p:cond delay="0"/>
                                          </p:stCondLst>
                                        </p:cTn>
                                        <p:tgtEl>
                                          <p:spTgt spid="40"/>
                                        </p:tgtEl>
                                        <p:attrNameLst>
                                          <p:attrName>style.visibility</p:attrName>
                                        </p:attrNameLst>
                                      </p:cBhvr>
                                      <p:to>
                                        <p:strVal val="visible"/>
                                      </p:to>
                                    </p:set>
                                    <p:anim calcmode="lin" valueType="num">
                                      <p:cBhvr additive="base">
                                        <p:cTn id="208" dur="450" fill="hold"/>
                                        <p:tgtEl>
                                          <p:spTgt spid="40"/>
                                        </p:tgtEl>
                                        <p:attrNameLst>
                                          <p:attrName>ppt_w</p:attrName>
                                        </p:attrNameLst>
                                      </p:cBhvr>
                                      <p:tavLst>
                                        <p:tav tm="0">
                                          <p:val>
                                            <p:strVal val="#ppt_w*2.4"/>
                                          </p:val>
                                        </p:tav>
                                        <p:tav tm="100000">
                                          <p:val>
                                            <p:strVal val="#ppt_w"/>
                                          </p:val>
                                        </p:tav>
                                      </p:tavLst>
                                    </p:anim>
                                    <p:anim calcmode="lin" valueType="num">
                                      <p:cBhvr additive="base">
                                        <p:cTn id="209" dur="450" fill="hold"/>
                                        <p:tgtEl>
                                          <p:spTgt spid="40"/>
                                        </p:tgtEl>
                                        <p:attrNameLst>
                                          <p:attrName>ppt_h</p:attrName>
                                        </p:attrNameLst>
                                      </p:cBhvr>
                                      <p:tavLst>
                                        <p:tav tm="0">
                                          <p:val>
                                            <p:strVal val="#ppt_h*2.4"/>
                                          </p:val>
                                        </p:tav>
                                        <p:tav tm="100000">
                                          <p:val>
                                            <p:strVal val="#ppt_h"/>
                                          </p:val>
                                        </p:tav>
                                      </p:tavLst>
                                    </p:anim>
                                    <p:animEffect transition="in" filter="fade">
                                      <p:cBhvr>
                                        <p:cTn id="210" dur="450"/>
                                        <p:tgtEl>
                                          <p:spTgt spid="40"/>
                                        </p:tgtEl>
                                      </p:cBhvr>
                                    </p:animEffect>
                                  </p:childTnLst>
                                </p:cTn>
                              </p:par>
                              <p:par>
                                <p:cTn id="214" presetID="22" presetClass="entr" presetSubtype="8" fill="hold" grpId="0" nodeType="withEffect">
                                  <p:stCondLst>
                                    <p:cond delay="13400"/>
                                  </p:stCondLst>
                                  <p:childTnLst>
                                    <p:set>
                                      <p:cBhvr>
                                        <p:cTn id="212" dur="1" fill="hold">
                                          <p:stCondLst>
                                            <p:cond delay="0"/>
                                          </p:stCondLst>
                                        </p:cTn>
                                        <p:tgtEl>
                                          <p:spTgt spid="44"/>
                                        </p:tgtEl>
                                        <p:attrNameLst>
                                          <p:attrName>style.visibility</p:attrName>
                                        </p:attrNameLst>
                                      </p:cBhvr>
                                      <p:to>
                                        <p:strVal val="visible"/>
                                      </p:to>
                                    </p:set>
                                    <p:animEffect transition="in" filter="wipe(left)">
                                      <p:cBhvr>
                                        <p:cTn id="213" dur="8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5" grpId="0" animBg="1"/>
      <p:bldP spid="46" grpId="0" animBg="1"/>
      <p:bldP spid="4" grpId="0" animBg="1"/>
      <p:bldP spid="47" grpId="0" animBg="1"/>
      <p:bldP spid="5" grpId="0" animBg="1"/>
      <p:bldP spid="46" grpId="1" animBg="1"/>
      <p:bldP spid="36" grpId="0" animBg="1"/>
      <p:bldP spid="37" grpId="0" animBg="1"/>
      <p:bldP spid="4" grpId="1" animBg="1"/>
      <p:bldP spid="6" grpId="0" animBg="1"/>
      <p:bldP spid="38" grpId="0" animBg="1"/>
      <p:bldP spid="5" grpId="1" animBg="1"/>
      <p:bldP spid="41" grpId="0" animBg="1"/>
      <p:bldP spid="7" grpId="0" animBg="1"/>
      <p:bldP spid="42" grpId="0" animBg="1"/>
      <p:bldP spid="10" grpId="0" animBg="1"/>
      <p:bldP spid="8" grpId="0" animBg="1"/>
      <p:bldP spid="9" grpId="0" animBg="1"/>
      <p:bldP spid="43" grpId="0" animBg="1"/>
      <p:bldP spid="8" grpId="1" animBg="1"/>
      <p:bldP spid="11" grpId="0" animBg="1"/>
      <p:bldP spid="12" grpId="0" animBg="1"/>
      <p:bldP spid="15" grpId="0" animBg="1"/>
      <p:bldP spid="13" grpId="0" animBg="1"/>
      <p:bldP spid="14" grpId="0" animBg="1"/>
      <p:bldP spid="13" grpId="1" animBg="1"/>
      <p:bldP spid="16" grpId="0" animBg="1"/>
      <p:bldP spid="38" grpId="1" animBg="1"/>
      <p:bldP spid="17" grpId="0" animBg="1"/>
      <p:bldP spid="20" grpId="0" animBg="1"/>
      <p:bldP spid="18" grpId="0" animBg="1"/>
      <p:bldP spid="19" grpId="0" animBg="1"/>
      <p:bldP spid="18" grpId="1" animBg="1"/>
      <p:bldP spid="39" grpId="0" animBg="1"/>
      <p:bldP spid="18" grpId="2" animBg="1"/>
      <p:bldP spid="38" grpId="2" animBg="1"/>
      <p:bldP spid="43" grpId="1" animBg="1"/>
      <p:bldP spid="21" grpId="0" animBg="1"/>
      <p:bldP spid="22" grpId="0" animBg="1"/>
      <p:bldP spid="25" grpId="0" animBg="1"/>
      <p:bldP spid="23" grpId="0" animBg="1"/>
      <p:bldP spid="24" grpId="0" animBg="1"/>
      <p:bldP spid="23" grpId="1" animBg="1"/>
      <p:bldP spid="26" grpId="0" animBg="1"/>
      <p:bldP spid="27" grpId="0" animBg="1"/>
      <p:bldP spid="30" grpId="0" animBg="1"/>
      <p:bldP spid="28" grpId="0" animBg="1"/>
      <p:bldP spid="29" grpId="0" animBg="1"/>
      <p:bldP spid="28" grpId="1" animBg="1"/>
      <p:bldP spid="31" grpId="0" animBg="1"/>
      <p:bldP spid="32" grpId="0" animBg="1"/>
      <p:bldP spid="35" grpId="0" animBg="1"/>
      <p:bldP spid="33" grpId="0" animBg="1"/>
      <p:bldP spid="34" grpId="0" animBg="1"/>
      <p:bldP spid="39" grpId="1" animBg="1"/>
      <p:bldP spid="38" grpId="3" animBg="1"/>
      <p:bldP spid="33" grpId="1" animBg="1"/>
      <p:bldP spid="40" grpId="0" animBg="1"/>
      <p:bldP spid="4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eyebrow"/>
          <p:cNvSpPr txBox="1"/>
          <p:nvPr/>
        </p:nvSpPr>
        <p:spPr>
          <a:xfrm>
            <a:off x="812800" y="520700"/>
            <a:ext cx="9525000" cy="190500"/>
          </a:xfrm>
          <a:prstGeom prst="rect">
            <a:avLst/>
          </a:prstGeom>
          <a:noFill/>
          <a:ln/>
        </p:spPr>
        <p:txBody>
          <a:bodyPr wrap="square" lIns="0" tIns="0" rIns="0" bIns="0" rtlCol="0" anchor="t"/>
          <a:lstStyle/>
          <a:p>
            <a:pPr indent="0" marL="0">
              <a:buNone/>
            </a:pPr>
            <a:r>
              <a:rPr lang="en-US" sz="1100" b="1" spc="300" kern="0" dirty="0">
                <a:solidFill>
                  <a:srgbClr val="FF4F6E"/>
                </a:solidFill>
                <a:latin typeface="Consolas" pitchFamily="34" charset="0"/>
                <a:ea typeface="Consolas" pitchFamily="34" charset="-122"/>
                <a:cs typeface="Consolas" pitchFamily="34" charset="-120"/>
              </a:rPr>
              <a:t>06 / TARGET 4 / GMAIL</a:t>
            </a:r>
            <a:endParaRPr lang="en-US" sz="1100" dirty="0"/>
          </a:p>
        </p:txBody>
      </p:sp>
      <p:sp>
        <p:nvSpPr>
          <p:cNvPr id="4" name="heading"/>
          <p:cNvSpPr txBox="1"/>
          <p:nvPr/>
        </p:nvSpPr>
        <p:spPr>
          <a:xfrm>
            <a:off x="812800" y="749300"/>
            <a:ext cx="10096500" cy="1016000"/>
          </a:xfrm>
          <a:prstGeom prst="rect">
            <a:avLst/>
          </a:prstGeom>
          <a:noFill/>
          <a:ln/>
        </p:spPr>
        <p:txBody>
          <a:bodyPr wrap="square" lIns="0" tIns="0" rIns="0" bIns="0" rtlCol="0" anchor="t"/>
          <a:lstStyle/>
          <a:p>
            <a:pPr indent="0" marL="0">
              <a:lnSpc>
                <a:spcPct val="95000"/>
              </a:lnSpc>
              <a:buNone/>
            </a:pPr>
            <a:r>
              <a:rPr lang="en-US" sz="3000" b="1" dirty="0">
                <a:solidFill>
                  <a:srgbClr val="E8FBFF"/>
                </a:solidFill>
                <a:effectLst>
                  <a:glow rad="101600">
                    <a:srgbClr val="FF4F6E">
                      <a:alpha val="35000"/>
                    </a:srgbClr>
                  </a:glow>
                </a:effectLst>
                <a:latin typeface="Bahnschrift" pitchFamily="34" charset="0"/>
                <a:ea typeface="Bahnschrift" pitchFamily="34" charset="-122"/>
                <a:cs typeface="Bahnschrift" pitchFamily="34" charset="-120"/>
              </a:rPr>
              <a:t>Target 4 – Gmail: the prize every hacker wants, and the hardest to steal</a:t>
            </a:r>
            <a:endParaRPr lang="en-US" sz="3000" dirty="0"/>
          </a:p>
        </p:txBody>
      </p:sp>
      <p:sp>
        <p:nvSpPr>
          <p:cNvPr id="5" name="plan"/>
          <p:cNvSpPr/>
          <p:nvPr/>
        </p:nvSpPr>
        <p:spPr>
          <a:xfrm>
            <a:off x="812800" y="1841500"/>
            <a:ext cx="6413500" cy="444500"/>
          </a:xfrm>
          <a:prstGeom prst="roundRect">
            <a:avLst>
              <a:gd name="adj" fmla="val 24686"/>
            </a:avLst>
          </a:prstGeom>
          <a:solidFill>
            <a:srgbClr val="10294A">
              <a:alpha val="70000"/>
            </a:srgbClr>
          </a:solidFill>
          <a:ln w="19050">
            <a:solidFill>
              <a:srgbClr val="FF4F6E"/>
            </a:solidFill>
          </a:ln>
          <a:effectLst>
            <a:outerShdw sx="100000" sy="100000" kx="0" ky="0" algn="bl" rotWithShape="0" blurRad="114300" dist="50800" dir="5400000">
              <a:srgbClr val="FF4F6E">
                <a:alpha val="55000"/>
              </a:srgbClr>
            </a:outerShdw>
          </a:effectLst>
        </p:spPr>
        <p:txBody>
          <a:bodyPr wrap="square" lIns="76200" tIns="76200" rIns="76200" bIns="76200" rtlCol="0" anchor="ctr"/>
          <a:lstStyle/>
          <a:p>
            <a:pPr algn="l" indent="0" marL="0">
              <a:buNone/>
            </a:pPr>
            <a:r>
              <a:rPr lang="en-US" sz="1100" b="1" dirty="0">
                <a:solidFill>
                  <a:srgbClr val="FF4F6E"/>
                </a:solidFill>
                <a:latin typeface="Consolas" pitchFamily="34" charset="0"/>
                <a:ea typeface="Consolas" pitchFamily="34" charset="-122"/>
                <a:cs typeface="Consolas" pitchFamily="34" charset="-120"/>
              </a:rPr>
              <a:t>THE HACKER’S PLAN  </a:t>
            </a:r>
            <a:pPr algn="l" indent="0" marL="0">
              <a:buNone/>
            </a:pPr>
            <a:r>
              <a:rPr lang="en-US" sz="1100" i="1" dirty="0">
                <a:solidFill>
                  <a:srgbClr val="E8FBFF"/>
                </a:solidFill>
                <a:latin typeface="Segoe UI" pitchFamily="34" charset="0"/>
                <a:ea typeface="Segoe UI" pitchFamily="34" charset="-122"/>
                <a:cs typeface="Segoe UI" pitchFamily="34" charset="-120"/>
              </a:rPr>
              <a:t>“Gmail is the master key: every reset link lands here. But with a passkey, there is no password for me to phish.”</a:t>
            </a:r>
            <a:endParaRPr lang="en-US" sz="1100" dirty="0"/>
          </a:p>
        </p:txBody>
      </p:sp>
      <p:sp>
        <p:nvSpPr>
          <p:cNvPr id="6" name="alab"/>
          <p:cNvSpPr txBox="1"/>
          <p:nvPr/>
        </p:nvSpPr>
        <p:spPr>
          <a:xfrm>
            <a:off x="812800" y="2362200"/>
            <a:ext cx="6413500" cy="190500"/>
          </a:xfrm>
          <a:prstGeom prst="rect">
            <a:avLst/>
          </a:prstGeom>
          <a:noFill/>
          <a:ln/>
        </p:spPr>
        <p:txBody>
          <a:bodyPr wrap="square" lIns="0" tIns="0" rIns="0" bIns="0" rtlCol="0" anchor="t"/>
          <a:lstStyle/>
          <a:p>
            <a:pPr algn="l" indent="0" marL="0">
              <a:buNone/>
            </a:pPr>
            <a:r>
              <a:rPr lang="en-US" sz="1150" b="1" spc="300" kern="0" dirty="0">
                <a:solidFill>
                  <a:srgbClr val="FF4F6E"/>
                </a:solidFill>
                <a:latin typeface="Consolas" pitchFamily="34" charset="0"/>
                <a:ea typeface="Consolas" pitchFamily="34" charset="-122"/>
                <a:cs typeface="Consolas" pitchFamily="34" charset="-120"/>
              </a:rPr>
              <a:t>THE ATTACK · HOW I GET IN</a:t>
            </a:r>
            <a:endParaRPr lang="en-US" sz="1150" dirty="0"/>
          </a:p>
        </p:txBody>
      </p:sp>
      <p:sp>
        <p:nvSpPr>
          <p:cNvPr id="7" name="abox0"/>
          <p:cNvSpPr/>
          <p:nvPr/>
        </p:nvSpPr>
        <p:spPr>
          <a:xfrm>
            <a:off x="812800" y="2590800"/>
            <a:ext cx="1968500" cy="1663700"/>
          </a:xfrm>
          <a:prstGeom prst="roundRect">
            <a:avLst>
              <a:gd name="adj" fmla="val 3298"/>
            </a:avLst>
          </a:prstGeom>
          <a:solidFill>
            <a:srgbClr val="10294A">
              <a:alpha val="70000"/>
            </a:srgbClr>
          </a:solidFill>
          <a:ln w="19050">
            <a:solidFill>
              <a:srgbClr val="FF4F6E"/>
            </a:solidFill>
            <a:prstDash val="solid"/>
          </a:ln>
          <a:effectLst>
            <a:outerShdw sx="100000" sy="100000" kx="0" ky="0" algn="bl" rotWithShape="0" blurRad="114300" dist="50800" dir="5400000">
              <a:srgbClr val="FF4F6E">
                <a:alpha val="55000"/>
              </a:srgbClr>
            </a:outerShdw>
          </a:effectLst>
        </p:spPr>
      </p:sp>
      <p:pic>
        <p:nvPicPr>
          <p:cNvPr id="8" name="ashot0" descr="A fake “copyright” page asks for a login">    </p:cNvPr>
          <p:cNvPicPr>
            <a:picLocks noChangeAspect="1"/>
          </p:cNvPicPr>
          <p:nvPr/>
        </p:nvPicPr>
        <p:blipFill>
          <a:blip r:embed="rId2"/>
          <a:stretch>
            <a:fillRect/>
          </a:stretch>
        </p:blipFill>
        <p:spPr>
          <a:xfrm>
            <a:off x="1168949" y="2641600"/>
            <a:ext cx="1256202" cy="1231900"/>
          </a:xfrm>
          <a:prstGeom prst="rect">
            <a:avLst/>
          </a:prstGeom>
        </p:spPr>
      </p:pic>
      <p:sp>
        <p:nvSpPr>
          <p:cNvPr id="9" name="acap0"/>
          <p:cNvSpPr txBox="1"/>
          <p:nvPr/>
        </p:nvSpPr>
        <p:spPr>
          <a:xfrm>
            <a:off x="876300" y="38989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A fake “copyright” page asks for a login</a:t>
            </a:r>
            <a:endParaRPr lang="en-US" sz="1100" dirty="0"/>
          </a:p>
        </p:txBody>
      </p:sp>
      <p:sp>
        <p:nvSpPr>
          <p:cNvPr id="10" name="anum0"/>
          <p:cNvSpPr/>
          <p:nvPr/>
        </p:nvSpPr>
        <p:spPr>
          <a:xfrm>
            <a:off x="863600" y="2641600"/>
            <a:ext cx="254000" cy="254000"/>
          </a:xfrm>
          <a:prstGeom prst="roundRect">
            <a:avLst>
              <a:gd name="adj" fmla="val 180000"/>
            </a:avLst>
          </a:prstGeom>
          <a:solidFill>
            <a:srgbClr val="FF4F6E"/>
          </a:solidFill>
          <a:ln/>
          <a:effectLst>
            <a:outerShdw sx="100000" sy="100000" kx="0" ky="0" algn="bl" rotWithShape="0" blurRad="114300" dist="50800" dir="5400000">
              <a:srgbClr val="FF4F6E">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01</a:t>
            </a:r>
            <a:endParaRPr lang="en-US" sz="1100" dirty="0"/>
          </a:p>
        </p:txBody>
      </p:sp>
      <p:sp>
        <p:nvSpPr>
          <p:cNvPr id="11" name="aarr0"/>
          <p:cNvSpPr/>
          <p:nvPr/>
        </p:nvSpPr>
        <p:spPr>
          <a:xfrm>
            <a:off x="2806700" y="3327400"/>
            <a:ext cx="203200" cy="190500"/>
          </a:xfrm>
          <a:prstGeom prst="rightArrow">
            <a:avLst/>
          </a:prstGeom>
          <a:solidFill>
            <a:srgbClr val="FF4F6E"/>
          </a:solidFill>
          <a:ln/>
          <a:effectLst>
            <a:outerShdw sx="100000" sy="100000" kx="0" ky="0" algn="bl" rotWithShape="0" blurRad="114300" dist="50800" dir="5400000">
              <a:srgbClr val="FF4F6E">
                <a:alpha val="60000"/>
              </a:srgbClr>
            </a:outerShdw>
          </a:effectLst>
        </p:spPr>
      </p:sp>
      <p:sp>
        <p:nvSpPr>
          <p:cNvPr id="12" name="abox1"/>
          <p:cNvSpPr/>
          <p:nvPr/>
        </p:nvSpPr>
        <p:spPr>
          <a:xfrm>
            <a:off x="3035300" y="2590800"/>
            <a:ext cx="1968500" cy="1663700"/>
          </a:xfrm>
          <a:prstGeom prst="roundRect">
            <a:avLst>
              <a:gd name="adj" fmla="val 3298"/>
            </a:avLst>
          </a:prstGeom>
          <a:solidFill>
            <a:srgbClr val="10294A">
              <a:alpha val="70000"/>
            </a:srgbClr>
          </a:solidFill>
          <a:ln w="19050">
            <a:solidFill>
              <a:srgbClr val="FF4F6E"/>
            </a:solidFill>
            <a:prstDash val="solid"/>
          </a:ln>
          <a:effectLst>
            <a:outerShdw sx="100000" sy="100000" kx="0" ky="0" algn="bl" rotWithShape="0" blurRad="114300" dist="50800" dir="5400000">
              <a:srgbClr val="FF4F6E">
                <a:alpha val="55000"/>
              </a:srgbClr>
            </a:outerShdw>
          </a:effectLst>
        </p:spPr>
      </p:sp>
      <p:pic>
        <p:nvPicPr>
          <p:cNvPr id="13" name="ashot1" descr="A reused password is typed in">    </p:cNvPr>
          <p:cNvPicPr>
            <a:picLocks noChangeAspect="1"/>
          </p:cNvPicPr>
          <p:nvPr/>
        </p:nvPicPr>
        <p:blipFill>
          <a:blip r:embed="rId3"/>
          <a:stretch>
            <a:fillRect/>
          </a:stretch>
        </p:blipFill>
        <p:spPr>
          <a:xfrm>
            <a:off x="3521453" y="2641600"/>
            <a:ext cx="996194" cy="1231900"/>
          </a:xfrm>
          <a:prstGeom prst="rect">
            <a:avLst/>
          </a:prstGeom>
        </p:spPr>
      </p:pic>
      <p:sp>
        <p:nvSpPr>
          <p:cNvPr id="14" name="acap1"/>
          <p:cNvSpPr txBox="1"/>
          <p:nvPr/>
        </p:nvSpPr>
        <p:spPr>
          <a:xfrm>
            <a:off x="3098800" y="38989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A reused password is typed in</a:t>
            </a:r>
            <a:endParaRPr lang="en-US" sz="1100" dirty="0"/>
          </a:p>
        </p:txBody>
      </p:sp>
      <p:sp>
        <p:nvSpPr>
          <p:cNvPr id="15" name="anum1"/>
          <p:cNvSpPr/>
          <p:nvPr/>
        </p:nvSpPr>
        <p:spPr>
          <a:xfrm>
            <a:off x="3086100" y="2641600"/>
            <a:ext cx="254000" cy="254000"/>
          </a:xfrm>
          <a:prstGeom prst="roundRect">
            <a:avLst>
              <a:gd name="adj" fmla="val 180000"/>
            </a:avLst>
          </a:prstGeom>
          <a:solidFill>
            <a:srgbClr val="FF4F6E"/>
          </a:solidFill>
          <a:ln/>
          <a:effectLst>
            <a:outerShdw sx="100000" sy="100000" kx="0" ky="0" algn="bl" rotWithShape="0" blurRad="114300" dist="50800" dir="5400000">
              <a:srgbClr val="FF4F6E">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02</a:t>
            </a:r>
            <a:endParaRPr lang="en-US" sz="1100" dirty="0"/>
          </a:p>
        </p:txBody>
      </p:sp>
      <p:sp>
        <p:nvSpPr>
          <p:cNvPr id="16" name="aarr1"/>
          <p:cNvSpPr/>
          <p:nvPr/>
        </p:nvSpPr>
        <p:spPr>
          <a:xfrm>
            <a:off x="5029200" y="3327400"/>
            <a:ext cx="203200" cy="190500"/>
          </a:xfrm>
          <a:prstGeom prst="rightArrow">
            <a:avLst/>
          </a:prstGeom>
          <a:solidFill>
            <a:srgbClr val="FF4F6E"/>
          </a:solidFill>
          <a:ln/>
          <a:effectLst>
            <a:outerShdw sx="100000" sy="100000" kx="0" ky="0" algn="bl" rotWithShape="0" blurRad="114300" dist="50800" dir="5400000">
              <a:srgbClr val="FF4F6E">
                <a:alpha val="60000"/>
              </a:srgbClr>
            </a:outerShdw>
          </a:effectLst>
        </p:spPr>
      </p:sp>
      <p:sp>
        <p:nvSpPr>
          <p:cNvPr id="17" name="abox2"/>
          <p:cNvSpPr/>
          <p:nvPr/>
        </p:nvSpPr>
        <p:spPr>
          <a:xfrm>
            <a:off x="5257800" y="2590800"/>
            <a:ext cx="1968500" cy="1663700"/>
          </a:xfrm>
          <a:prstGeom prst="roundRect">
            <a:avLst>
              <a:gd name="adj" fmla="val 3298"/>
            </a:avLst>
          </a:prstGeom>
          <a:solidFill>
            <a:srgbClr val="10294A">
              <a:alpha val="70000"/>
            </a:srgbClr>
          </a:solidFill>
          <a:ln w="19050">
            <a:solidFill>
              <a:srgbClr val="FF4F6E"/>
            </a:solidFill>
            <a:prstDash val="solid"/>
          </a:ln>
          <a:effectLst>
            <a:outerShdw sx="100000" sy="100000" kx="0" ky="0" algn="bl" rotWithShape="0" blurRad="114300" dist="50800" dir="5400000">
              <a:srgbClr val="FF4F6E">
                <a:alpha val="55000"/>
              </a:srgbClr>
            </a:outerShdw>
          </a:effectLst>
        </p:spPr>
      </p:sp>
      <p:pic>
        <p:nvPicPr>
          <p:cNvPr id="18" name="ashot2" descr="No 2-Step Verification: he is in">    </p:cNvPr>
          <p:cNvPicPr>
            <a:picLocks noChangeAspect="1"/>
          </p:cNvPicPr>
          <p:nvPr/>
        </p:nvPicPr>
        <p:blipFill>
          <a:blip r:embed="rId4"/>
          <a:stretch>
            <a:fillRect/>
          </a:stretch>
        </p:blipFill>
        <p:spPr>
          <a:xfrm>
            <a:off x="5687942" y="2641600"/>
            <a:ext cx="1108215" cy="1231900"/>
          </a:xfrm>
          <a:prstGeom prst="rect">
            <a:avLst/>
          </a:prstGeom>
        </p:spPr>
      </p:pic>
      <p:sp>
        <p:nvSpPr>
          <p:cNvPr id="19" name="acap2"/>
          <p:cNvSpPr txBox="1"/>
          <p:nvPr/>
        </p:nvSpPr>
        <p:spPr>
          <a:xfrm>
            <a:off x="5321300" y="38989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No 2-Step Verification: he is in</a:t>
            </a:r>
            <a:endParaRPr lang="en-US" sz="1100" dirty="0"/>
          </a:p>
        </p:txBody>
      </p:sp>
      <p:sp>
        <p:nvSpPr>
          <p:cNvPr id="20" name="anum2"/>
          <p:cNvSpPr/>
          <p:nvPr/>
        </p:nvSpPr>
        <p:spPr>
          <a:xfrm>
            <a:off x="5308600" y="2641600"/>
            <a:ext cx="254000" cy="254000"/>
          </a:xfrm>
          <a:prstGeom prst="roundRect">
            <a:avLst>
              <a:gd name="adj" fmla="val 180000"/>
            </a:avLst>
          </a:prstGeom>
          <a:solidFill>
            <a:srgbClr val="FF4F6E"/>
          </a:solidFill>
          <a:ln/>
          <a:effectLst>
            <a:outerShdw sx="100000" sy="100000" kx="0" ky="0" algn="bl" rotWithShape="0" blurRad="114300" dist="50800" dir="5400000">
              <a:srgbClr val="FF4F6E">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03</a:t>
            </a:r>
            <a:endParaRPr lang="en-US" sz="1100" dirty="0"/>
          </a:p>
        </p:txBody>
      </p:sp>
      <p:sp>
        <p:nvSpPr>
          <p:cNvPr id="21" name="slab"/>
          <p:cNvSpPr txBox="1"/>
          <p:nvPr/>
        </p:nvSpPr>
        <p:spPr>
          <a:xfrm>
            <a:off x="812800" y="4356100"/>
            <a:ext cx="6413500" cy="190500"/>
          </a:xfrm>
          <a:prstGeom prst="rect">
            <a:avLst/>
          </a:prstGeom>
          <a:noFill/>
          <a:ln/>
        </p:spPr>
        <p:txBody>
          <a:bodyPr wrap="square" lIns="0" tIns="0" rIns="0" bIns="0" rtlCol="0" anchor="t"/>
          <a:lstStyle/>
          <a:p>
            <a:pPr algn="l" indent="0" marL="0">
              <a:buNone/>
            </a:pPr>
            <a:r>
              <a:rPr lang="en-US" sz="1150" b="1" spc="300" kern="0" dirty="0">
                <a:solidFill>
                  <a:srgbClr val="3FF0FF"/>
                </a:solidFill>
                <a:latin typeface="Consolas" pitchFamily="34" charset="0"/>
                <a:ea typeface="Consolas" pitchFamily="34" charset="-122"/>
                <a:cs typeface="Consolas" pitchFamily="34" charset="-120"/>
              </a:rPr>
              <a:t>GUARDIANS IN THE WAY · WHAT STOPS ME</a:t>
            </a:r>
            <a:endParaRPr lang="en-US" sz="1150" dirty="0"/>
          </a:p>
        </p:txBody>
      </p:sp>
      <p:sp>
        <p:nvSpPr>
          <p:cNvPr id="22" name="sbox0"/>
          <p:cNvSpPr/>
          <p:nvPr/>
        </p:nvSpPr>
        <p:spPr>
          <a:xfrm>
            <a:off x="812800" y="4584700"/>
            <a:ext cx="1968500" cy="1663700"/>
          </a:xfrm>
          <a:prstGeom prst="roundRect">
            <a:avLst>
              <a:gd name="adj" fmla="val 3298"/>
            </a:avLst>
          </a:prstGeom>
          <a:solidFill>
            <a:srgbClr val="0A1A2E">
              <a:alpha val="70000"/>
            </a:srgbClr>
          </a:solidFill>
          <a:ln w="19050">
            <a:solidFill>
              <a:srgbClr val="3FF0FF"/>
            </a:solidFill>
            <a:prstDash val="solid"/>
          </a:ln>
          <a:effectLst>
            <a:outerShdw sx="100000" sy="100000" kx="0" ky="0" algn="bl" rotWithShape="0" blurRad="114300" dist="50800" dir="5400000">
              <a:srgbClr val="FF4F6E">
                <a:alpha val="55000"/>
              </a:srgbClr>
            </a:outerShdw>
          </a:effectLst>
        </p:spPr>
      </p:sp>
      <p:pic>
        <p:nvPicPr>
          <p:cNvPr id="23" name="sshot0" descr="Turn on 2-Step Verification or a passkey">    </p:cNvPr>
          <p:cNvPicPr>
            <a:picLocks noChangeAspect="1"/>
          </p:cNvPicPr>
          <p:nvPr/>
        </p:nvPicPr>
        <p:blipFill>
          <a:blip r:embed="rId5"/>
          <a:stretch>
            <a:fillRect/>
          </a:stretch>
        </p:blipFill>
        <p:spPr>
          <a:xfrm>
            <a:off x="1303703" y="4635500"/>
            <a:ext cx="986695" cy="1231900"/>
          </a:xfrm>
          <a:prstGeom prst="rect">
            <a:avLst/>
          </a:prstGeom>
        </p:spPr>
      </p:pic>
      <p:sp>
        <p:nvSpPr>
          <p:cNvPr id="24" name="scap0"/>
          <p:cNvSpPr txBox="1"/>
          <p:nvPr/>
        </p:nvSpPr>
        <p:spPr>
          <a:xfrm>
            <a:off x="876300" y="58928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Turn on 2-Step Verification or a passkey</a:t>
            </a:r>
            <a:endParaRPr lang="en-US" sz="1100" dirty="0"/>
          </a:p>
        </p:txBody>
      </p:sp>
      <p:sp>
        <p:nvSpPr>
          <p:cNvPr id="25" name="snum0"/>
          <p:cNvSpPr/>
          <p:nvPr/>
        </p:nvSpPr>
        <p:spPr>
          <a:xfrm>
            <a:off x="863600" y="4635500"/>
            <a:ext cx="254000" cy="254000"/>
          </a:xfrm>
          <a:prstGeom prst="roundRect">
            <a:avLst>
              <a:gd name="adj" fmla="val 180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01</a:t>
            </a:r>
            <a:endParaRPr lang="en-US" sz="1100" dirty="0"/>
          </a:p>
        </p:txBody>
      </p:sp>
      <p:sp>
        <p:nvSpPr>
          <p:cNvPr id="26" name="sarr0"/>
          <p:cNvSpPr/>
          <p:nvPr/>
        </p:nvSpPr>
        <p:spPr>
          <a:xfrm>
            <a:off x="2806700" y="5321300"/>
            <a:ext cx="203200" cy="190500"/>
          </a:xfrm>
          <a:prstGeom prst="rightArrow">
            <a:avLst/>
          </a:prstGeom>
          <a:solidFill>
            <a:srgbClr val="3FF0FF"/>
          </a:solidFill>
          <a:ln/>
          <a:effectLst>
            <a:outerShdw sx="100000" sy="100000" kx="0" ky="0" algn="bl" rotWithShape="0" blurRad="114300" dist="50800" dir="5400000">
              <a:srgbClr val="3FF0FF">
                <a:alpha val="60000"/>
              </a:srgbClr>
            </a:outerShdw>
          </a:effectLst>
        </p:spPr>
      </p:sp>
      <p:sp>
        <p:nvSpPr>
          <p:cNvPr id="27" name="sbox1"/>
          <p:cNvSpPr/>
          <p:nvPr/>
        </p:nvSpPr>
        <p:spPr>
          <a:xfrm>
            <a:off x="3035300" y="4584700"/>
            <a:ext cx="1968500" cy="1663700"/>
          </a:xfrm>
          <a:prstGeom prst="roundRect">
            <a:avLst>
              <a:gd name="adj" fmla="val 3298"/>
            </a:avLst>
          </a:prstGeom>
          <a:solidFill>
            <a:srgbClr val="0A1A2E">
              <a:alpha val="70000"/>
            </a:srgbClr>
          </a:solidFill>
          <a:ln w="19050">
            <a:solidFill>
              <a:srgbClr val="3FF0FF"/>
            </a:solidFill>
            <a:prstDash val="solid"/>
          </a:ln>
          <a:effectLst>
            <a:outerShdw sx="100000" sy="100000" kx="0" ky="0" algn="bl" rotWithShape="0" blurRad="114300" dist="50800" dir="5400000">
              <a:srgbClr val="FF4F6E">
                <a:alpha val="55000"/>
              </a:srgbClr>
            </a:outerShdw>
          </a:effectLst>
        </p:spPr>
      </p:sp>
      <p:pic>
        <p:nvPicPr>
          <p:cNvPr id="28" name="sshot1" descr="A different password for every account">    </p:cNvPr>
          <p:cNvPicPr>
            <a:picLocks noChangeAspect="1"/>
          </p:cNvPicPr>
          <p:nvPr/>
        </p:nvPicPr>
        <p:blipFill>
          <a:blip r:embed="rId6"/>
          <a:stretch>
            <a:fillRect/>
          </a:stretch>
        </p:blipFill>
        <p:spPr>
          <a:xfrm>
            <a:off x="3557071" y="4635500"/>
            <a:ext cx="924957" cy="1231900"/>
          </a:xfrm>
          <a:prstGeom prst="rect">
            <a:avLst/>
          </a:prstGeom>
        </p:spPr>
      </p:pic>
      <p:sp>
        <p:nvSpPr>
          <p:cNvPr id="29" name="scap1"/>
          <p:cNvSpPr txBox="1"/>
          <p:nvPr/>
        </p:nvSpPr>
        <p:spPr>
          <a:xfrm>
            <a:off x="3098800" y="58928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A different password for every account</a:t>
            </a:r>
            <a:endParaRPr lang="en-US" sz="1100" dirty="0"/>
          </a:p>
        </p:txBody>
      </p:sp>
      <p:sp>
        <p:nvSpPr>
          <p:cNvPr id="30" name="snum1"/>
          <p:cNvSpPr/>
          <p:nvPr/>
        </p:nvSpPr>
        <p:spPr>
          <a:xfrm>
            <a:off x="3086100" y="4635500"/>
            <a:ext cx="254000" cy="254000"/>
          </a:xfrm>
          <a:prstGeom prst="roundRect">
            <a:avLst>
              <a:gd name="adj" fmla="val 180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02</a:t>
            </a:r>
            <a:endParaRPr lang="en-US" sz="1100" dirty="0"/>
          </a:p>
        </p:txBody>
      </p:sp>
      <p:sp>
        <p:nvSpPr>
          <p:cNvPr id="31" name="sarr1"/>
          <p:cNvSpPr/>
          <p:nvPr/>
        </p:nvSpPr>
        <p:spPr>
          <a:xfrm>
            <a:off x="5029200" y="5321300"/>
            <a:ext cx="203200" cy="190500"/>
          </a:xfrm>
          <a:prstGeom prst="rightArrow">
            <a:avLst/>
          </a:prstGeom>
          <a:solidFill>
            <a:srgbClr val="3FF0FF"/>
          </a:solidFill>
          <a:ln/>
          <a:effectLst>
            <a:outerShdw sx="100000" sy="100000" kx="0" ky="0" algn="bl" rotWithShape="0" blurRad="114300" dist="50800" dir="5400000">
              <a:srgbClr val="3FF0FF">
                <a:alpha val="60000"/>
              </a:srgbClr>
            </a:outerShdw>
          </a:effectLst>
        </p:spPr>
      </p:sp>
      <p:sp>
        <p:nvSpPr>
          <p:cNvPr id="32" name="sbox2"/>
          <p:cNvSpPr/>
          <p:nvPr/>
        </p:nvSpPr>
        <p:spPr>
          <a:xfrm>
            <a:off x="5257800" y="4584700"/>
            <a:ext cx="1968500" cy="1663700"/>
          </a:xfrm>
          <a:prstGeom prst="roundRect">
            <a:avLst>
              <a:gd name="adj" fmla="val 3298"/>
            </a:avLst>
          </a:prstGeom>
          <a:solidFill>
            <a:srgbClr val="0A1A2E">
              <a:alpha val="70000"/>
            </a:srgbClr>
          </a:solidFill>
          <a:ln w="19050">
            <a:solidFill>
              <a:srgbClr val="3FF0FF"/>
            </a:solidFill>
            <a:prstDash val="solid"/>
          </a:ln>
          <a:effectLst>
            <a:outerShdw sx="100000" sy="100000" kx="0" ky="0" algn="bl" rotWithShape="0" blurRad="114300" dist="50800" dir="5400000">
              <a:srgbClr val="FF4F6E">
                <a:alpha val="55000"/>
              </a:srgbClr>
            </a:outerShdw>
          </a:effectLst>
        </p:spPr>
      </p:sp>
      <p:pic>
        <p:nvPicPr>
          <p:cNvPr id="33" name="sshot2" descr="Run Google’s Security Checkup">    </p:cNvPr>
          <p:cNvPicPr>
            <a:picLocks noChangeAspect="1"/>
          </p:cNvPicPr>
          <p:nvPr/>
        </p:nvPicPr>
        <p:blipFill>
          <a:blip r:embed="rId7"/>
          <a:stretch>
            <a:fillRect/>
          </a:stretch>
        </p:blipFill>
        <p:spPr>
          <a:xfrm>
            <a:off x="5808628" y="4635500"/>
            <a:ext cx="866845" cy="1231900"/>
          </a:xfrm>
          <a:prstGeom prst="rect">
            <a:avLst/>
          </a:prstGeom>
        </p:spPr>
      </p:pic>
      <p:sp>
        <p:nvSpPr>
          <p:cNvPr id="34" name="scap2"/>
          <p:cNvSpPr txBox="1"/>
          <p:nvPr/>
        </p:nvSpPr>
        <p:spPr>
          <a:xfrm>
            <a:off x="5321300" y="58928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Run Google’s Security Checkup</a:t>
            </a:r>
            <a:endParaRPr lang="en-US" sz="1100" dirty="0"/>
          </a:p>
        </p:txBody>
      </p:sp>
      <p:sp>
        <p:nvSpPr>
          <p:cNvPr id="35" name="snum2"/>
          <p:cNvSpPr/>
          <p:nvPr/>
        </p:nvSpPr>
        <p:spPr>
          <a:xfrm>
            <a:off x="5308600" y="4635500"/>
            <a:ext cx="254000" cy="254000"/>
          </a:xfrm>
          <a:prstGeom prst="roundRect">
            <a:avLst>
              <a:gd name="adj" fmla="val 180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03</a:t>
            </a:r>
            <a:endParaRPr lang="en-US" sz="1100" dirty="0"/>
          </a:p>
        </p:txBody>
      </p:sp>
      <p:sp>
        <p:nvSpPr>
          <p:cNvPr id="36" name="tmlab"/>
          <p:cNvSpPr txBox="1"/>
          <p:nvPr/>
        </p:nvSpPr>
        <p:spPr>
          <a:xfrm>
            <a:off x="7734300" y="1892300"/>
            <a:ext cx="3644900" cy="190500"/>
          </a:xfrm>
          <a:prstGeom prst="rect">
            <a:avLst/>
          </a:prstGeom>
          <a:noFill/>
          <a:ln/>
        </p:spPr>
        <p:txBody>
          <a:bodyPr wrap="square" lIns="0" tIns="0" rIns="0" bIns="0" rtlCol="0" anchor="t"/>
          <a:lstStyle/>
          <a:p>
            <a:pPr algn="ctr" indent="0" marL="0">
              <a:buNone/>
            </a:pPr>
            <a:r>
              <a:rPr lang="en-US" sz="1150" b="1" spc="300" kern="0" dirty="0">
                <a:solidFill>
                  <a:srgbClr val="FF4F6E"/>
                </a:solidFill>
                <a:latin typeface="Consolas" pitchFamily="34" charset="0"/>
                <a:ea typeface="Consolas" pitchFamily="34" charset="-122"/>
                <a:cs typeface="Consolas" pitchFamily="34" charset="-120"/>
              </a:rPr>
              <a:t>THREAT LEVEL</a:t>
            </a:r>
            <a:endParaRPr lang="en-US" sz="1150" dirty="0"/>
          </a:p>
        </p:txBody>
      </p:sp>
      <p:pic>
        <p:nvPicPr>
          <p:cNvPr id="37" name="gauge" descr="Threat level gauge">    </p:cNvPr>
          <p:cNvPicPr>
            <a:picLocks noChangeAspect="1"/>
          </p:cNvPicPr>
          <p:nvPr/>
        </p:nvPicPr>
        <p:blipFill>
          <a:blip r:embed="rId8"/>
          <a:stretch>
            <a:fillRect/>
          </a:stretch>
        </p:blipFill>
        <p:spPr>
          <a:xfrm>
            <a:off x="8350250" y="2133600"/>
            <a:ext cx="2413000" cy="1397000"/>
          </a:xfrm>
          <a:prstGeom prst="rect">
            <a:avLst/>
          </a:prstGeom>
        </p:spPr>
      </p:pic>
      <p:pic>
        <p:nvPicPr>
          <p:cNvPr id="38" name="needle" descr="/tmp/claude-0/-home-user-bangladesh-crime-monitor/cb82e52d-05bf-5acf-9e17-5b7416beecee/scratchpad/animppt/holo/needle.png">    </p:cNvPr>
          <p:cNvPicPr>
            <a:picLocks noChangeAspect="1"/>
          </p:cNvPicPr>
          <p:nvPr/>
        </p:nvPicPr>
        <p:blipFill>
          <a:blip r:embed="rId9"/>
          <a:stretch>
            <a:fillRect/>
          </a:stretch>
        </p:blipFill>
        <p:spPr>
          <a:xfrm>
            <a:off x="8477250" y="2324100"/>
            <a:ext cx="2159000" cy="2159000"/>
          </a:xfrm>
          <a:prstGeom prst="rect">
            <a:avLst/>
          </a:prstGeom>
        </p:spPr>
      </p:pic>
      <p:sp>
        <p:nvSpPr>
          <p:cNvPr id="39" name="tmBad"/>
          <p:cNvSpPr txBox="1"/>
          <p:nvPr/>
        </p:nvSpPr>
        <p:spPr>
          <a:xfrm>
            <a:off x="7734300" y="3556000"/>
            <a:ext cx="3644900" cy="254000"/>
          </a:xfrm>
          <a:prstGeom prst="rect">
            <a:avLst/>
          </a:prstGeom>
          <a:noFill/>
          <a:ln/>
        </p:spPr>
        <p:txBody>
          <a:bodyPr wrap="square" lIns="0" tIns="0" rIns="0" bIns="0" rtlCol="0" anchor="t"/>
          <a:lstStyle/>
          <a:p>
            <a:pPr algn="ctr" indent="0" marL="0">
              <a:buNone/>
            </a:pPr>
            <a:r>
              <a:rPr lang="en-US" sz="1300" b="1" dirty="0">
                <a:solidFill>
                  <a:srgbClr val="FF4F6E"/>
                </a:solidFill>
                <a:latin typeface="Segoe UI" pitchFamily="34" charset="0"/>
                <a:ea typeface="Segoe UI" pitchFamily="34" charset="-122"/>
                <a:cs typeface="Segoe UI" pitchFamily="34" charset="-120"/>
              </a:rPr>
              <a:t>NO GUARDIANS: CRITICAL</a:t>
            </a:r>
            <a:endParaRPr lang="en-US" sz="1300" dirty="0"/>
          </a:p>
        </p:txBody>
      </p:sp>
      <p:sp>
        <p:nvSpPr>
          <p:cNvPr id="40" name="tmGood"/>
          <p:cNvSpPr txBox="1"/>
          <p:nvPr/>
        </p:nvSpPr>
        <p:spPr>
          <a:xfrm>
            <a:off x="7734300" y="3556000"/>
            <a:ext cx="3644900" cy="254000"/>
          </a:xfrm>
          <a:prstGeom prst="rect">
            <a:avLst/>
          </a:prstGeom>
          <a:noFill/>
          <a:ln/>
        </p:spPr>
        <p:txBody>
          <a:bodyPr wrap="square" lIns="0" tIns="0" rIns="0" bIns="0" rtlCol="0" anchor="t"/>
          <a:lstStyle/>
          <a:p>
            <a:pPr algn="ctr" indent="0" marL="0">
              <a:buNone/>
            </a:pPr>
            <a:r>
              <a:rPr lang="en-US" sz="1300" b="1" dirty="0">
                <a:solidFill>
                  <a:srgbClr val="3FF0FF"/>
                </a:solidFill>
                <a:latin typeface="Segoe UI" pitchFamily="34" charset="0"/>
                <a:ea typeface="Segoe UI" pitchFamily="34" charset="-122"/>
                <a:cs typeface="Segoe UI" pitchFamily="34" charset="-120"/>
              </a:rPr>
              <a:t>WITH GUARDIANS: 20/25 · HARD TARGET</a:t>
            </a:r>
            <a:endParaRPr lang="en-US" sz="1300" dirty="0"/>
          </a:p>
        </p:txBody>
      </p:sp>
      <p:sp>
        <p:nvSpPr>
          <p:cNvPr id="41" name="rdlab"/>
          <p:cNvSpPr txBox="1"/>
          <p:nvPr/>
        </p:nvSpPr>
        <p:spPr>
          <a:xfrm>
            <a:off x="7734300" y="3873500"/>
            <a:ext cx="3644900" cy="190500"/>
          </a:xfrm>
          <a:prstGeom prst="rect">
            <a:avLst/>
          </a:prstGeom>
          <a:noFill/>
          <a:ln/>
        </p:spPr>
        <p:txBody>
          <a:bodyPr wrap="square" lIns="0" tIns="0" rIns="0" bIns="0" rtlCol="0" anchor="t"/>
          <a:lstStyle/>
          <a:p>
            <a:pPr algn="ctr" indent="0" marL="0">
              <a:buNone/>
            </a:pPr>
            <a:r>
              <a:rPr lang="en-US" sz="1150" b="1" spc="300" kern="0" dirty="0">
                <a:solidFill>
                  <a:srgbClr val="FF4F6E"/>
                </a:solidFill>
                <a:latin typeface="Consolas" pitchFamily="34" charset="0"/>
                <a:ea typeface="Consolas" pitchFamily="34" charset="-122"/>
                <a:cs typeface="Consolas" pitchFamily="34" charset="-120"/>
              </a:rPr>
              <a:t>GUARDIAN RADAR · 20 / 25</a:t>
            </a:r>
            <a:endParaRPr lang="en-US" sz="1150" dirty="0"/>
          </a:p>
        </p:txBody>
      </p:sp>
      <p:pic>
        <p:nvPicPr>
          <p:cNvPr id="42" name="rgrid" descr="Security radar">    </p:cNvPr>
          <p:cNvPicPr>
            <a:picLocks noChangeAspect="1"/>
          </p:cNvPicPr>
          <p:nvPr/>
        </p:nvPicPr>
        <p:blipFill>
          <a:blip r:embed="rId10"/>
          <a:stretch>
            <a:fillRect/>
          </a:stretch>
        </p:blipFill>
        <p:spPr>
          <a:xfrm>
            <a:off x="8413750" y="4064000"/>
            <a:ext cx="2286000" cy="1778000"/>
          </a:xfrm>
          <a:prstGeom prst="rect">
            <a:avLst/>
          </a:prstGeom>
        </p:spPr>
      </p:pic>
      <p:pic>
        <p:nvPicPr>
          <p:cNvPr id="43" name="rshape" descr="/tmp/claude-0/-home-user-bangladesh-crime-monitor/cb82e52d-05bf-5acf-9e17-5b7416beecee/scratchpad/animppt/holo/radar_shape_door-gm.png">    </p:cNvPr>
          <p:cNvPicPr>
            <a:picLocks noChangeAspect="1"/>
          </p:cNvPicPr>
          <p:nvPr/>
        </p:nvPicPr>
        <p:blipFill>
          <a:blip r:embed="rId11"/>
          <a:stretch>
            <a:fillRect/>
          </a:stretch>
        </p:blipFill>
        <p:spPr>
          <a:xfrm>
            <a:off x="8413750" y="4064000"/>
            <a:ext cx="2286000" cy="1778000"/>
          </a:xfrm>
          <a:prstGeom prst="rect">
            <a:avLst/>
          </a:prstGeom>
        </p:spPr>
      </p:pic>
      <p:sp>
        <p:nvSpPr>
          <p:cNvPr id="44" name="fix"/>
          <p:cNvSpPr/>
          <p:nvPr/>
        </p:nvSpPr>
        <p:spPr>
          <a:xfrm>
            <a:off x="7734300" y="5816600"/>
            <a:ext cx="3644900" cy="520700"/>
          </a:xfrm>
          <a:prstGeom prst="roundRect">
            <a:avLst>
              <a:gd name="adj" fmla="val 21073"/>
            </a:avLst>
          </a:prstGeom>
          <a:solidFill>
            <a:srgbClr val="3FF0FF"/>
          </a:solidFill>
          <a:ln/>
          <a:effectLst>
            <a:outerShdw sx="100000" sy="100000" kx="0" ky="0" algn="bl" rotWithShape="0" blurRad="114300" dist="50800" dir="5400000">
              <a:srgbClr val="3FF0FF">
                <a:alpha val="45000"/>
              </a:srgbClr>
            </a:outerShdw>
          </a:effectLst>
        </p:spPr>
        <p:txBody>
          <a:bodyPr wrap="square" lIns="63500" tIns="63500" rIns="63500" bIns="63500" rtlCol="0" anchor="ctr"/>
          <a:lstStyle/>
          <a:p>
            <a:pPr algn="l" indent="0" marL="0">
              <a:buNone/>
            </a:pPr>
            <a:r>
              <a:rPr lang="en-US" sz="1100" b="1" dirty="0">
                <a:solidFill>
                  <a:srgbClr val="06101E"/>
                </a:solidFill>
                <a:latin typeface="Segoe UI" pitchFamily="34" charset="0"/>
                <a:ea typeface="Segoe UI" pitchFamily="34" charset="-122"/>
                <a:cs typeface="Segoe UI" pitchFamily="34" charset="-120"/>
              </a:rPr>
              <a:t>Guardian to add: </a:t>
            </a:r>
            <a:pPr algn="l" indent="0" marL="0">
              <a:buNone/>
            </a:pPr>
            <a:r>
              <a:rPr lang="en-US" sz="1100" dirty="0">
                <a:solidFill>
                  <a:srgbClr val="06101E"/>
                </a:solidFill>
                <a:latin typeface="Segoe UI" pitchFamily="34" charset="0"/>
                <a:ea typeface="Segoe UI" pitchFamily="34" charset="-122"/>
                <a:cs typeface="Segoe UI" pitchFamily="34" charset="-120"/>
              </a:rPr>
              <a:t>warnings for fake bKash, Nagad and bank emails, because Gmail can reset every other account</a:t>
            </a:r>
            <a:endParaRPr lang="en-US" sz="1100" dirty="0"/>
          </a:p>
        </p:txBody>
      </p:sp>
      <p:pic>
        <p:nvPicPr>
          <p:cNvPr id="45" name="hud" descr="/tmp/claude-0/-home-user-bangladesh-crime-monitor/cb82e52d-05bf-5acf-9e17-5b7416beecee/scratchpad/animppt/holo/hacker/hud.png">    </p:cNvPr>
          <p:cNvPicPr>
            <a:picLocks noChangeAspect="1"/>
          </p:cNvPicPr>
          <p:nvPr/>
        </p:nvPicPr>
        <p:blipFill>
          <a:blip r:embed="rId12"/>
          <a:stretch>
            <a:fillRect/>
          </a:stretch>
        </p:blipFill>
        <p:spPr>
          <a:xfrm>
            <a:off x="0" y="0"/>
            <a:ext cx="12191695" cy="6858000"/>
          </a:xfrm>
          <a:prstGeom prst="rect">
            <a:avLst/>
          </a:prstGeom>
        </p:spPr>
      </p:pic>
      <p:pic>
        <p:nvPicPr>
          <p:cNvPr id="46" name="hudring" descr="/tmp/claude-0/-home-user-bangladesh-crime-monitor/cb82e52d-05bf-5acf-9e17-5b7416beecee/scratchpad/animppt/holo/hacker/ring.png">    </p:cNvPr>
          <p:cNvPicPr>
            <a:picLocks noChangeAspect="1"/>
          </p:cNvPicPr>
          <p:nvPr/>
        </p:nvPicPr>
        <p:blipFill>
          <a:blip r:embed="rId13"/>
          <a:stretch>
            <a:fillRect/>
          </a:stretch>
        </p:blipFill>
        <p:spPr>
          <a:xfrm>
            <a:off x="11125200" y="152400"/>
            <a:ext cx="952500" cy="952500"/>
          </a:xfrm>
          <a:prstGeom prst="rect">
            <a:avLst/>
          </a:prstGeom>
        </p:spPr>
      </p:pic>
      <p:pic>
        <p:nvPicPr>
          <p:cNvPr id="47" name="scanbar" descr="/tmp/claude-0/-home-user-bangladesh-crime-monitor/cb82e52d-05bf-5acf-9e17-5b7416beecee/scratchpad/animppt/holo/hacker/scan.png">    </p:cNvPr>
          <p:cNvPicPr>
            <a:picLocks noChangeAspect="1"/>
          </p:cNvPicPr>
          <p:nvPr/>
        </p:nvPicPr>
        <p:blipFill>
          <a:blip r:embed="rId14"/>
          <a:stretch>
            <a:fillRect/>
          </a:stretch>
        </p:blipFill>
        <p:spPr>
          <a:xfrm>
            <a:off x="0" y="0"/>
            <a:ext cx="12191695" cy="381000"/>
          </a:xfrm>
          <a:prstGeom prst="rect">
            <a:avLst/>
          </a:prstGeom>
        </p:spPr>
      </p:pic>
    </p:spTree>
  </p:cSld>
  <p:clrMapOvr>
    <a:masterClrMapping/>
  </p:clrMapOvr>
  <p:transition spd="med">
    <p:push dir="u"/>
  </p:transition>
  <p:timing>
    <p:tnLst>
      <p:par>
        <p:cTn id="1" dur="indefinite" restart="never" nodeType="tmRoot">
          <p:childTnLst>
            <p:seq concurrent="1" nextAc="seek">
              <p:cTn id="2" dur="indefinite" nodeType="mainSeq">
                <p:childTnLst>
                  <p:par>
                    <p:cTn id="215" fill="hold">
                      <p:stCondLst>
                        <p:cond delay="indefinite"/>
                        <p:cond evt="onBegin" delay="0">
                          <p:tn val="2"/>
                        </p:cond>
                      </p:stCondLst>
                      <p:childTnLst>
                        <p:par>
                          <p:cTn id="216" fill="hold">
                            <p:stCondLst>
                              <p:cond delay="0"/>
                            </p:stCondLst>
                            <p:childTnLst>
                              <p:par>
                                <p:cTn id="6" presetID="22" presetClass="entr" presetSubtype="1"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wipe(down)">
                                      <p:cBhvr>
                                        <p:cTn id="4" dur="400"/>
                                        <p:tgtEl>
                                          <p:spTgt spid="3"/>
                                        </p:tgtEl>
                                      </p:cBhvr>
                                    </p:animEffect>
                                    <p:animEffect transition="in" filter="fade">
                                      <p:cBhvr>
                                        <p:cTn id="5" dur="400"/>
                                        <p:tgtEl>
                                          <p:spTgt spid="3"/>
                                        </p:tgtEl>
                                      </p:cBhvr>
                                    </p:animEffect>
                                  </p:childTnLst>
                                </p:cTn>
                              </p:par>
                              <p:par>
                                <p:cTn id="9" presetID="10" presetClass="entr" presetSubtype="0" fill="hold" grpId="0" nodeType="withEffect">
                                  <p:stCondLst>
                                    <p:cond delay="0"/>
                                  </p:stCondLst>
                                  <p:childTnLst>
                                    <p:set>
                                      <p:cBhvr>
                                        <p:cTn id="7" dur="1" fill="hold">
                                          <p:stCondLst>
                                            <p:cond delay="0"/>
                                          </p:stCondLst>
                                        </p:cTn>
                                        <p:tgtEl>
                                          <p:spTgt spid="45"/>
                                        </p:tgtEl>
                                        <p:attrNameLst>
                                          <p:attrName>style.visibility</p:attrName>
                                        </p:attrNameLst>
                                      </p:cBhvr>
                                      <p:to>
                                        <p:strVal val="visible"/>
                                      </p:to>
                                    </p:set>
                                    <p:animEffect transition="in" filter="fade">
                                      <p:cBhvr>
                                        <p:cTn id="8" dur="500"/>
                                        <p:tgtEl>
                                          <p:spTgt spid="45"/>
                                        </p:tgtEl>
                                      </p:cBhvr>
                                    </p:animEffect>
                                  </p:childTnLst>
                                </p:cTn>
                              </p:par>
                              <p:par>
                                <p:cTn id="12" presetID="10" presetClass="entr" presetSubtype="0" fill="hold" grpId="0" nodeType="with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fade">
                                      <p:cBhvr>
                                        <p:cTn id="11" dur="500"/>
                                        <p:tgtEl>
                                          <p:spTgt spid="46"/>
                                        </p:tgtEl>
                                      </p:cBhvr>
                                    </p:animEffect>
                                  </p:childTnLst>
                                </p:cTn>
                              </p:par>
                              <p:par>
                                <p:cTn id="16" presetID="22" presetClass="entr" presetSubtype="1" fill="hold" grpId="0" nodeType="withEffect">
                                  <p:stCondLst>
                                    <p:cond delay="10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600"/>
                                        <p:tgtEl>
                                          <p:spTgt spid="4"/>
                                        </p:tgtEl>
                                      </p:cBhvr>
                                    </p:animEffect>
                                    <p:animEffect transition="in" filter="fade">
                                      <p:cBhvr>
                                        <p:cTn id="15" dur="600"/>
                                        <p:tgtEl>
                                          <p:spTgt spid="4"/>
                                        </p:tgtEl>
                                      </p:cBhvr>
                                    </p:animEffect>
                                  </p:childTnLst>
                                </p:cTn>
                              </p:par>
                              <p:par>
                                <p:cTn id="18" presetID="0" presetClass="path" presetSubtype="0" fill="hold" grpId="0" nodeType="withEffect" repeatCount="indefinite">
                                  <p:stCondLst>
                                    <p:cond delay="300"/>
                                  </p:stCondLst>
                                  <p:childTnLst>
                                    <p:animMotion origin="layout" path="M 0 0 L 0 1 E" pathEditMode="relative" ptsTypes="AA">
                                      <p:cBhvr>
                                        <p:cTn id="17" dur="5200" fill="hold"/>
                                        <p:tgtEl>
                                          <p:spTgt spid="47"/>
                                        </p:tgtEl>
                                        <p:attrNameLst>
                                          <p:attrName>ppt_x</p:attrName>
                                          <p:attrName>ppt_y</p:attrName>
                                        </p:attrNameLst>
                                      </p:cBhvr>
                                    </p:animMotion>
                                  </p:childTnLst>
                                </p:cTn>
                              </p:par>
                              <p:par>
                                <p:cTn id="22" presetID="22" presetClass="entr" presetSubtype="1" fill="hold" grpId="0" nodeType="withEffect">
                                  <p:stCondLst>
                                    <p:cond delay="500"/>
                                  </p:stCondLst>
                                  <p:childTnLst>
                                    <p:set>
                                      <p:cBhvr>
                                        <p:cTn id="19" dur="1" fill="hold">
                                          <p:stCondLst>
                                            <p:cond delay="0"/>
                                          </p:stCondLst>
                                        </p:cTn>
                                        <p:tgtEl>
                                          <p:spTgt spid="5"/>
                                        </p:tgtEl>
                                        <p:attrNameLst>
                                          <p:attrName>style.visibility</p:attrName>
                                        </p:attrNameLst>
                                      </p:cBhvr>
                                      <p:to>
                                        <p:strVal val="visible"/>
                                      </p:to>
                                    </p:set>
                                    <p:animEffect transition="in" filter="wipe(down)">
                                      <p:cBhvr>
                                        <p:cTn id="20" dur="500"/>
                                        <p:tgtEl>
                                          <p:spTgt spid="5"/>
                                        </p:tgtEl>
                                      </p:cBhvr>
                                    </p:animEffect>
                                    <p:animEffect transition="in" filter="fade">
                                      <p:cBhvr>
                                        <p:cTn id="21" dur="500"/>
                                        <p:tgtEl>
                                          <p:spTgt spid="5"/>
                                        </p:tgtEl>
                                      </p:cBhvr>
                                    </p:animEffect>
                                  </p:childTnLst>
                                </p:cTn>
                              </p:par>
                              <p:par>
                                <p:cTn id="24" presetID="8" presetClass="emph" presetSubtype="0" fill="hold" grpId="1" nodeType="withEffect" repeatCount="indefinite">
                                  <p:stCondLst>
                                    <p:cond delay="500"/>
                                  </p:stCondLst>
                                  <p:childTnLst>
                                    <p:animRot by="21600000">
                                      <p:cBhvr>
                                        <p:cTn id="23" dur="16000" fill="hold"/>
                                        <p:tgtEl>
                                          <p:spTgt spid="46"/>
                                        </p:tgtEl>
                                        <p:attrNameLst>
                                          <p:attrName>r</p:attrName>
                                        </p:attrNameLst>
                                      </p:cBhvr>
                                    </p:animRot>
                                  </p:childTnLst>
                                </p:cTn>
                              </p:par>
                              <p:par>
                                <p:cTn id="28" presetID="22" presetClass="entr" presetSubtype="1" fill="hold" grpId="0" nodeType="withEffect">
                                  <p:stCondLst>
                                    <p:cond delay="600"/>
                                  </p:stCondLst>
                                  <p:childTnLst>
                                    <p:set>
                                      <p:cBhvr>
                                        <p:cTn id="25" dur="1" fill="hold">
                                          <p:stCondLst>
                                            <p:cond delay="0"/>
                                          </p:stCondLst>
                                        </p:cTn>
                                        <p:tgtEl>
                                          <p:spTgt spid="36"/>
                                        </p:tgtEl>
                                        <p:attrNameLst>
                                          <p:attrName>style.visibility</p:attrName>
                                        </p:attrNameLst>
                                      </p:cBhvr>
                                      <p:to>
                                        <p:strVal val="visible"/>
                                      </p:to>
                                    </p:set>
                                    <p:animEffect transition="in" filter="wipe(down)">
                                      <p:cBhvr>
                                        <p:cTn id="26" dur="450"/>
                                        <p:tgtEl>
                                          <p:spTgt spid="36"/>
                                        </p:tgtEl>
                                      </p:cBhvr>
                                    </p:animEffect>
                                    <p:animEffect transition="in" filter="fade">
                                      <p:cBhvr>
                                        <p:cTn id="27" dur="450"/>
                                        <p:tgtEl>
                                          <p:spTgt spid="36"/>
                                        </p:tgtEl>
                                      </p:cBhvr>
                                    </p:animEffect>
                                  </p:childTnLst>
                                </p:cTn>
                              </p:par>
                              <p:par>
                                <p:cTn id="32" presetID="22" presetClass="entr" presetSubtype="1" fill="hold" grpId="0" nodeType="withEffect">
                                  <p:stCondLst>
                                    <p:cond delay="700"/>
                                  </p:stCondLst>
                                  <p:childTnLst>
                                    <p:set>
                                      <p:cBhvr>
                                        <p:cTn id="29" dur="1" fill="hold">
                                          <p:stCondLst>
                                            <p:cond delay="0"/>
                                          </p:stCondLst>
                                        </p:cTn>
                                        <p:tgtEl>
                                          <p:spTgt spid="37"/>
                                        </p:tgtEl>
                                        <p:attrNameLst>
                                          <p:attrName>style.visibility</p:attrName>
                                        </p:attrNameLst>
                                      </p:cBhvr>
                                      <p:to>
                                        <p:strVal val="visible"/>
                                      </p:to>
                                    </p:set>
                                    <p:animEffect transition="in" filter="wipe(down)">
                                      <p:cBhvr>
                                        <p:cTn id="30" dur="600"/>
                                        <p:tgtEl>
                                          <p:spTgt spid="37"/>
                                        </p:tgtEl>
                                      </p:cBhvr>
                                    </p:animEffect>
                                    <p:animEffect transition="in" filter="fade">
                                      <p:cBhvr>
                                        <p:cTn id="31" dur="600"/>
                                        <p:tgtEl>
                                          <p:spTgt spid="37"/>
                                        </p:tgtEl>
                                      </p:cBhvr>
                                    </p:animEffect>
                                  </p:childTnLst>
                                </p:cTn>
                              </p:par>
                              <p:par>
                                <p:cTn id="34" presetID="0" presetClass="path" presetSubtype="0" fill="hold" grpId="1" nodeType="withEffect" autoRev="1" repeatCount="3000">
                                  <p:stCondLst>
                                    <p:cond delay="750"/>
                                  </p:stCondLst>
                                  <p:childTnLst>
                                    <p:animMotion origin="layout" path="M 0 0 L 0.008 0 E" pathEditMode="relative" ptsTypes="AA">
                                      <p:cBhvr>
                                        <p:cTn id="33" dur="45" fill="hold"/>
                                        <p:tgtEl>
                                          <p:spTgt spid="4"/>
                                        </p:tgtEl>
                                        <p:attrNameLst>
                                          <p:attrName>ppt_x</p:attrName>
                                          <p:attrName>ppt_y</p:attrName>
                                        </p:attrNameLst>
                                      </p:cBhvr>
                                    </p:animMotion>
                                  </p:childTnLst>
                                </p:cTn>
                              </p:par>
                              <p:par>
                                <p:cTn id="38" presetID="22" presetClass="entr" presetSubtype="1" fill="hold" grpId="0" nodeType="withEffect">
                                  <p:stCondLst>
                                    <p:cond delay="1000"/>
                                  </p:stCondLst>
                                  <p:childTnLst>
                                    <p:set>
                                      <p:cBhvr>
                                        <p:cTn id="35" dur="1" fill="hold">
                                          <p:stCondLst>
                                            <p:cond delay="0"/>
                                          </p:stCondLst>
                                        </p:cTn>
                                        <p:tgtEl>
                                          <p:spTgt spid="6"/>
                                        </p:tgtEl>
                                        <p:attrNameLst>
                                          <p:attrName>style.visibility</p:attrName>
                                        </p:attrNameLst>
                                      </p:cBhvr>
                                      <p:to>
                                        <p:strVal val="visible"/>
                                      </p:to>
                                    </p:set>
                                    <p:animEffect transition="in" filter="wipe(down)">
                                      <p:cBhvr>
                                        <p:cTn id="36" dur="450"/>
                                        <p:tgtEl>
                                          <p:spTgt spid="6"/>
                                        </p:tgtEl>
                                      </p:cBhvr>
                                    </p:animEffect>
                                    <p:animEffect transition="in" filter="fade">
                                      <p:cBhvr>
                                        <p:cTn id="37" dur="450"/>
                                        <p:tgtEl>
                                          <p:spTgt spid="6"/>
                                        </p:tgtEl>
                                      </p:cBhvr>
                                    </p:animEffect>
                                  </p:childTnLst>
                                </p:cTn>
                              </p:par>
                              <p:par>
                                <p:cTn id="43" presetID="53" presetClass="entr" presetSubtype="16" fill="hold" grpId="0" nodeType="withEffect">
                                  <p:stCondLst>
                                    <p:cond delay="1000"/>
                                  </p:stCondLst>
                                  <p:childTnLst>
                                    <p:set>
                                      <p:cBhvr>
                                        <p:cTn id="39" dur="1" fill="hold">
                                          <p:stCondLst>
                                            <p:cond delay="0"/>
                                          </p:stCondLst>
                                        </p:cTn>
                                        <p:tgtEl>
                                          <p:spTgt spid="38"/>
                                        </p:tgtEl>
                                        <p:attrNameLst>
                                          <p:attrName>style.visibility</p:attrName>
                                        </p:attrNameLst>
                                      </p:cBhvr>
                                      <p:to>
                                        <p:strVal val="visible"/>
                                      </p:to>
                                    </p:set>
                                    <p:anim calcmode="lin" valueType="num">
                                      <p:cBhvr additive="base">
                                        <p:cTn id="40" dur="400" fill="hold"/>
                                        <p:tgtEl>
                                          <p:spTgt spid="38"/>
                                        </p:tgtEl>
                                        <p:attrNameLst>
                                          <p:attrName>ppt_w</p:attrName>
                                        </p:attrNameLst>
                                      </p:cBhvr>
                                      <p:tavLst>
                                        <p:tav tm="0">
                                          <p:val>
                                            <p:strVal val="0"/>
                                          </p:val>
                                        </p:tav>
                                        <p:tav tm="100000">
                                          <p:val>
                                            <p:strVal val="#ppt_w"/>
                                          </p:val>
                                        </p:tav>
                                      </p:tavLst>
                                    </p:anim>
                                    <p:anim calcmode="lin" valueType="num">
                                      <p:cBhvr additive="base">
                                        <p:cTn id="41" dur="400" fill="hold"/>
                                        <p:tgtEl>
                                          <p:spTgt spid="38"/>
                                        </p:tgtEl>
                                        <p:attrNameLst>
                                          <p:attrName>ppt_h</p:attrName>
                                        </p:attrNameLst>
                                      </p:cBhvr>
                                      <p:tavLst>
                                        <p:tav tm="0">
                                          <p:val>
                                            <p:strVal val="0"/>
                                          </p:val>
                                        </p:tav>
                                        <p:tav tm="100000">
                                          <p:val>
                                            <p:strVal val="#ppt_h"/>
                                          </p:val>
                                        </p:tav>
                                      </p:tavLst>
                                    </p:anim>
                                    <p:animEffect transition="in" filter="fade">
                                      <p:cBhvr>
                                        <p:cTn id="42" dur="400"/>
                                        <p:tgtEl>
                                          <p:spTgt spid="38"/>
                                        </p:tgtEl>
                                      </p:cBhvr>
                                    </p:animEffect>
                                  </p:childTnLst>
                                </p:cTn>
                              </p:par>
                              <p:par>
                                <p:cTn id="45" presetID="0" presetClass="path" presetSubtype="0" fill="hold" grpId="1" nodeType="withEffect" autoRev="1" repeatCount="3000">
                                  <p:stCondLst>
                                    <p:cond delay="1050"/>
                                  </p:stCondLst>
                                  <p:childTnLst>
                                    <p:animMotion origin="layout" path="M 0 0 L 0.008 0 E" pathEditMode="relative" ptsTypes="AA">
                                      <p:cBhvr>
                                        <p:cTn id="44" dur="40" fill="hold"/>
                                        <p:tgtEl>
                                          <p:spTgt spid="5"/>
                                        </p:tgtEl>
                                        <p:attrNameLst>
                                          <p:attrName>ppt_x</p:attrName>
                                          <p:attrName>ppt_y</p:attrName>
                                        </p:attrNameLst>
                                      </p:cBhvr>
                                    </p:animMotion>
                                  </p:childTnLst>
                                </p:cTn>
                              </p:par>
                              <p:par>
                                <p:cTn id="49" presetID="22" presetClass="entr" presetSubtype="1" fill="hold" grpId="0" nodeType="withEffect">
                                  <p:stCondLst>
                                    <p:cond delay="1200"/>
                                  </p:stCondLst>
                                  <p:childTnLst>
                                    <p:set>
                                      <p:cBhvr>
                                        <p:cTn id="46" dur="1" fill="hold">
                                          <p:stCondLst>
                                            <p:cond delay="0"/>
                                          </p:stCondLst>
                                        </p:cTn>
                                        <p:tgtEl>
                                          <p:spTgt spid="41"/>
                                        </p:tgtEl>
                                        <p:attrNameLst>
                                          <p:attrName>style.visibility</p:attrName>
                                        </p:attrNameLst>
                                      </p:cBhvr>
                                      <p:to>
                                        <p:strVal val="visible"/>
                                      </p:to>
                                    </p:set>
                                    <p:animEffect transition="in" filter="wipe(down)">
                                      <p:cBhvr>
                                        <p:cTn id="47" dur="450"/>
                                        <p:tgtEl>
                                          <p:spTgt spid="41"/>
                                        </p:tgtEl>
                                      </p:cBhvr>
                                    </p:animEffect>
                                    <p:animEffect transition="in" filter="fade">
                                      <p:cBhvr>
                                        <p:cTn id="48" dur="450"/>
                                        <p:tgtEl>
                                          <p:spTgt spid="41"/>
                                        </p:tgtEl>
                                      </p:cBhvr>
                                    </p:animEffect>
                                  </p:childTnLst>
                                </p:cTn>
                              </p:par>
                              <p:par>
                                <p:cTn id="53" presetID="22" presetClass="entr" presetSubtype="1" fill="hold" grpId="0" nodeType="withEffect">
                                  <p:stCondLst>
                                    <p:cond delay="1300"/>
                                  </p:stCondLst>
                                  <p:childTnLst>
                                    <p:set>
                                      <p:cBhvr>
                                        <p:cTn id="50" dur="1" fill="hold">
                                          <p:stCondLst>
                                            <p:cond delay="0"/>
                                          </p:stCondLst>
                                        </p:cTn>
                                        <p:tgtEl>
                                          <p:spTgt spid="7"/>
                                        </p:tgtEl>
                                        <p:attrNameLst>
                                          <p:attrName>style.visibility</p:attrName>
                                        </p:attrNameLst>
                                      </p:cBhvr>
                                      <p:to>
                                        <p:strVal val="visible"/>
                                      </p:to>
                                    </p:set>
                                    <p:animEffect transition="in" filter="wipe(down)">
                                      <p:cBhvr>
                                        <p:cTn id="51" dur="450"/>
                                        <p:tgtEl>
                                          <p:spTgt spid="7"/>
                                        </p:tgtEl>
                                      </p:cBhvr>
                                    </p:animEffect>
                                    <p:animEffect transition="in" filter="fade">
                                      <p:cBhvr>
                                        <p:cTn id="52" dur="450"/>
                                        <p:tgtEl>
                                          <p:spTgt spid="7"/>
                                        </p:tgtEl>
                                      </p:cBhvr>
                                    </p:animEffect>
                                  </p:childTnLst>
                                </p:cTn>
                              </p:par>
                              <p:par>
                                <p:cTn id="57" presetID="22" presetClass="entr" presetSubtype="1" fill="hold" grpId="0" nodeType="withEffect">
                                  <p:stCondLst>
                                    <p:cond delay="1300"/>
                                  </p:stCondLst>
                                  <p:childTnLst>
                                    <p:set>
                                      <p:cBhvr>
                                        <p:cTn id="54" dur="1" fill="hold">
                                          <p:stCondLst>
                                            <p:cond delay="0"/>
                                          </p:stCondLst>
                                        </p:cTn>
                                        <p:tgtEl>
                                          <p:spTgt spid="42"/>
                                        </p:tgtEl>
                                        <p:attrNameLst>
                                          <p:attrName>style.visibility</p:attrName>
                                        </p:attrNameLst>
                                      </p:cBhvr>
                                      <p:to>
                                        <p:strVal val="visible"/>
                                      </p:to>
                                    </p:set>
                                    <p:animEffect transition="in" filter="wipe(down)">
                                      <p:cBhvr>
                                        <p:cTn id="55" dur="600"/>
                                        <p:tgtEl>
                                          <p:spTgt spid="42"/>
                                        </p:tgtEl>
                                      </p:cBhvr>
                                    </p:animEffect>
                                    <p:animEffect transition="in" filter="fade">
                                      <p:cBhvr>
                                        <p:cTn id="56" dur="600"/>
                                        <p:tgtEl>
                                          <p:spTgt spid="42"/>
                                        </p:tgtEl>
                                      </p:cBhvr>
                                    </p:animEffect>
                                  </p:childTnLst>
                                </p:cTn>
                              </p:par>
                              <p:par>
                                <p:cTn id="62" presetID="53" presetClass="entr" presetSubtype="16" fill="hold" grpId="0" nodeType="withEffect">
                                  <p:stCondLst>
                                    <p:cond delay="1400"/>
                                  </p:stCondLst>
                                  <p:childTnLst>
                                    <p:set>
                                      <p:cBhvr>
                                        <p:cTn id="58" dur="1" fill="hold">
                                          <p:stCondLst>
                                            <p:cond delay="0"/>
                                          </p:stCondLst>
                                        </p:cTn>
                                        <p:tgtEl>
                                          <p:spTgt spid="10"/>
                                        </p:tgtEl>
                                        <p:attrNameLst>
                                          <p:attrName>style.visibility</p:attrName>
                                        </p:attrNameLst>
                                      </p:cBhvr>
                                      <p:to>
                                        <p:strVal val="visible"/>
                                      </p:to>
                                    </p:set>
                                    <p:anim calcmode="lin" valueType="num">
                                      <p:cBhvr additive="base">
                                        <p:cTn id="59" dur="350" fill="hold"/>
                                        <p:tgtEl>
                                          <p:spTgt spid="10"/>
                                        </p:tgtEl>
                                        <p:attrNameLst>
                                          <p:attrName>ppt_w</p:attrName>
                                        </p:attrNameLst>
                                      </p:cBhvr>
                                      <p:tavLst>
                                        <p:tav tm="0">
                                          <p:val>
                                            <p:strVal val="0"/>
                                          </p:val>
                                        </p:tav>
                                        <p:tav tm="100000">
                                          <p:val>
                                            <p:strVal val="#ppt_w"/>
                                          </p:val>
                                        </p:tav>
                                      </p:tavLst>
                                    </p:anim>
                                    <p:anim calcmode="lin" valueType="num">
                                      <p:cBhvr additive="base">
                                        <p:cTn id="60" dur="350" fill="hold"/>
                                        <p:tgtEl>
                                          <p:spTgt spid="10"/>
                                        </p:tgtEl>
                                        <p:attrNameLst>
                                          <p:attrName>ppt_h</p:attrName>
                                        </p:attrNameLst>
                                      </p:cBhvr>
                                      <p:tavLst>
                                        <p:tav tm="0">
                                          <p:val>
                                            <p:strVal val="0"/>
                                          </p:val>
                                        </p:tav>
                                        <p:tav tm="100000">
                                          <p:val>
                                            <p:strVal val="#ppt_h"/>
                                          </p:val>
                                        </p:tav>
                                      </p:tavLst>
                                    </p:anim>
                                    <p:animEffect transition="in" filter="fade">
                                      <p:cBhvr>
                                        <p:cTn id="61" dur="350"/>
                                        <p:tgtEl>
                                          <p:spTgt spid="10"/>
                                        </p:tgtEl>
                                      </p:cBhvr>
                                    </p:animEffect>
                                  </p:childTnLst>
                                </p:cTn>
                              </p:par>
                              <p:par>
                                <p:cTn id="66" presetID="22" presetClass="entr" presetSubtype="1" fill="hold" grpId="0" nodeType="withEffect">
                                  <p:stCondLst>
                                    <p:cond delay="1450"/>
                                  </p:stCondLst>
                                  <p:childTnLst>
                                    <p:set>
                                      <p:cBhvr>
                                        <p:cTn id="63" dur="1" fill="hold">
                                          <p:stCondLst>
                                            <p:cond delay="0"/>
                                          </p:stCondLst>
                                        </p:cTn>
                                        <p:tgtEl>
                                          <p:spTgt spid="8"/>
                                        </p:tgtEl>
                                        <p:attrNameLst>
                                          <p:attrName>style.visibility</p:attrName>
                                        </p:attrNameLst>
                                      </p:cBhvr>
                                      <p:to>
                                        <p:strVal val="visible"/>
                                      </p:to>
                                    </p:set>
                                    <p:animEffect transition="in" filter="wipe(down)">
                                      <p:cBhvr>
                                        <p:cTn id="64" dur="600"/>
                                        <p:tgtEl>
                                          <p:spTgt spid="8"/>
                                        </p:tgtEl>
                                      </p:cBhvr>
                                    </p:animEffect>
                                    <p:animEffect transition="in" filter="fade">
                                      <p:cBhvr>
                                        <p:cTn id="65" dur="600"/>
                                        <p:tgtEl>
                                          <p:spTgt spid="8"/>
                                        </p:tgtEl>
                                      </p:cBhvr>
                                    </p:animEffect>
                                  </p:childTnLst>
                                </p:cTn>
                              </p:par>
                              <p:par>
                                <p:cTn id="70" presetID="22" presetClass="entr" presetSubtype="1" fill="hold" grpId="0" nodeType="withEffect">
                                  <p:stCondLst>
                                    <p:cond delay="1500"/>
                                  </p:stCondLst>
                                  <p:childTnLst>
                                    <p:set>
                                      <p:cBhvr>
                                        <p:cTn id="67" dur="1" fill="hold">
                                          <p:stCondLst>
                                            <p:cond delay="0"/>
                                          </p:stCondLst>
                                        </p:cTn>
                                        <p:tgtEl>
                                          <p:spTgt spid="9"/>
                                        </p:tgtEl>
                                        <p:attrNameLst>
                                          <p:attrName>style.visibility</p:attrName>
                                        </p:attrNameLst>
                                      </p:cBhvr>
                                      <p:to>
                                        <p:strVal val="visible"/>
                                      </p:to>
                                    </p:set>
                                    <p:animEffect transition="in" filter="wipe(down)">
                                      <p:cBhvr>
                                        <p:cTn id="68" dur="450"/>
                                        <p:tgtEl>
                                          <p:spTgt spid="9"/>
                                        </p:tgtEl>
                                      </p:cBhvr>
                                    </p:animEffect>
                                    <p:animEffect transition="in" filter="fade">
                                      <p:cBhvr>
                                        <p:cTn id="69" dur="450"/>
                                        <p:tgtEl>
                                          <p:spTgt spid="9"/>
                                        </p:tgtEl>
                                      </p:cBhvr>
                                    </p:animEffect>
                                  </p:childTnLst>
                                </p:cTn>
                              </p:par>
                              <p:par>
                                <p:cTn id="75" presetID="53" presetClass="entr" presetSubtype="16" fill="hold" grpId="0" nodeType="withEffect">
                                  <p:stCondLst>
                                    <p:cond delay="1800"/>
                                  </p:stCondLst>
                                  <p:childTnLst>
                                    <p:set>
                                      <p:cBhvr>
                                        <p:cTn id="71" dur="1" fill="hold">
                                          <p:stCondLst>
                                            <p:cond delay="0"/>
                                          </p:stCondLst>
                                        </p:cTn>
                                        <p:tgtEl>
                                          <p:spTgt spid="43"/>
                                        </p:tgtEl>
                                        <p:attrNameLst>
                                          <p:attrName>style.visibility</p:attrName>
                                        </p:attrNameLst>
                                      </p:cBhvr>
                                      <p:to>
                                        <p:strVal val="visible"/>
                                      </p:to>
                                    </p:set>
                                    <p:anim calcmode="lin" valueType="num">
                                      <p:cBhvr additive="base">
                                        <p:cTn id="72" dur="900" fill="hold"/>
                                        <p:tgtEl>
                                          <p:spTgt spid="43"/>
                                        </p:tgtEl>
                                        <p:attrNameLst>
                                          <p:attrName>ppt_w</p:attrName>
                                        </p:attrNameLst>
                                      </p:cBhvr>
                                      <p:tavLst>
                                        <p:tav tm="0">
                                          <p:val>
                                            <p:strVal val="0"/>
                                          </p:val>
                                        </p:tav>
                                        <p:tav tm="100000">
                                          <p:val>
                                            <p:strVal val="#ppt_w"/>
                                          </p:val>
                                        </p:tav>
                                      </p:tavLst>
                                    </p:anim>
                                    <p:anim calcmode="lin" valueType="num">
                                      <p:cBhvr additive="base">
                                        <p:cTn id="73" dur="900" fill="hold"/>
                                        <p:tgtEl>
                                          <p:spTgt spid="43"/>
                                        </p:tgtEl>
                                        <p:attrNameLst>
                                          <p:attrName>ppt_h</p:attrName>
                                        </p:attrNameLst>
                                      </p:cBhvr>
                                      <p:tavLst>
                                        <p:tav tm="0">
                                          <p:val>
                                            <p:strVal val="0"/>
                                          </p:val>
                                        </p:tav>
                                        <p:tav tm="100000">
                                          <p:val>
                                            <p:strVal val="#ppt_h"/>
                                          </p:val>
                                        </p:tav>
                                      </p:tavLst>
                                    </p:anim>
                                    <p:animEffect transition="in" filter="fade">
                                      <p:cBhvr>
                                        <p:cTn id="74" dur="900"/>
                                        <p:tgtEl>
                                          <p:spTgt spid="43"/>
                                        </p:tgtEl>
                                      </p:cBhvr>
                                    </p:animEffect>
                                  </p:childTnLst>
                                </p:cTn>
                              </p:par>
                              <p:par>
                                <p:cTn id="77" presetID="0" presetClass="path" presetSubtype="0" fill="hold" grpId="1" nodeType="withEffect" autoRev="1" repeatCount="4000">
                                  <p:stCondLst>
                                    <p:cond delay="2080"/>
                                  </p:stCondLst>
                                  <p:childTnLst>
                                    <p:animMotion origin="layout" path="M 0 0 L 0.008 0 E" pathEditMode="relative" ptsTypes="AA">
                                      <p:cBhvr>
                                        <p:cTn id="76" dur="40" fill="hold"/>
                                        <p:tgtEl>
                                          <p:spTgt spid="8"/>
                                        </p:tgtEl>
                                        <p:attrNameLst>
                                          <p:attrName>ppt_x</p:attrName>
                                          <p:attrName>ppt_y</p:attrName>
                                        </p:attrNameLst>
                                      </p:cBhvr>
                                    </p:animMotion>
                                  </p:childTnLst>
                                </p:cTn>
                              </p:par>
                              <p:par>
                                <p:cTn id="80" presetID="22" presetClass="entr" presetSubtype="8" fill="hold" grpId="0" nodeType="withEffect">
                                  <p:stCondLst>
                                    <p:cond delay="2500"/>
                                  </p:stCondLst>
                                  <p:childTnLst>
                                    <p:set>
                                      <p:cBhvr>
                                        <p:cTn id="78" dur="1" fill="hold">
                                          <p:stCondLst>
                                            <p:cond delay="0"/>
                                          </p:stCondLst>
                                        </p:cTn>
                                        <p:tgtEl>
                                          <p:spTgt spid="11"/>
                                        </p:tgtEl>
                                        <p:attrNameLst>
                                          <p:attrName>style.visibility</p:attrName>
                                        </p:attrNameLst>
                                      </p:cBhvr>
                                      <p:to>
                                        <p:strVal val="visible"/>
                                      </p:to>
                                    </p:set>
                                    <p:animEffect transition="in" filter="wipe(left)">
                                      <p:cBhvr>
                                        <p:cTn id="79" dur="300"/>
                                        <p:tgtEl>
                                          <p:spTgt spid="11"/>
                                        </p:tgtEl>
                                      </p:cBhvr>
                                    </p:animEffect>
                                  </p:childTnLst>
                                </p:cTn>
                              </p:par>
                              <p:par>
                                <p:cTn id="84" presetID="22" presetClass="entr" presetSubtype="1" fill="hold" grpId="0" nodeType="withEffect">
                                  <p:stCondLst>
                                    <p:cond delay="3100"/>
                                  </p:stCondLst>
                                  <p:childTnLst>
                                    <p:set>
                                      <p:cBhvr>
                                        <p:cTn id="81" dur="1" fill="hold">
                                          <p:stCondLst>
                                            <p:cond delay="0"/>
                                          </p:stCondLst>
                                        </p:cTn>
                                        <p:tgtEl>
                                          <p:spTgt spid="12"/>
                                        </p:tgtEl>
                                        <p:attrNameLst>
                                          <p:attrName>style.visibility</p:attrName>
                                        </p:attrNameLst>
                                      </p:cBhvr>
                                      <p:to>
                                        <p:strVal val="visible"/>
                                      </p:to>
                                    </p:set>
                                    <p:animEffect transition="in" filter="wipe(down)">
                                      <p:cBhvr>
                                        <p:cTn id="82" dur="450"/>
                                        <p:tgtEl>
                                          <p:spTgt spid="12"/>
                                        </p:tgtEl>
                                      </p:cBhvr>
                                    </p:animEffect>
                                    <p:animEffect transition="in" filter="fade">
                                      <p:cBhvr>
                                        <p:cTn id="83" dur="450"/>
                                        <p:tgtEl>
                                          <p:spTgt spid="12"/>
                                        </p:tgtEl>
                                      </p:cBhvr>
                                    </p:animEffect>
                                  </p:childTnLst>
                                </p:cTn>
                              </p:par>
                              <p:par>
                                <p:cTn id="89" presetID="53" presetClass="entr" presetSubtype="16" fill="hold" grpId="0" nodeType="withEffect">
                                  <p:stCondLst>
                                    <p:cond delay="3200"/>
                                  </p:stCondLst>
                                  <p:childTnLst>
                                    <p:set>
                                      <p:cBhvr>
                                        <p:cTn id="85" dur="1" fill="hold">
                                          <p:stCondLst>
                                            <p:cond delay="0"/>
                                          </p:stCondLst>
                                        </p:cTn>
                                        <p:tgtEl>
                                          <p:spTgt spid="15"/>
                                        </p:tgtEl>
                                        <p:attrNameLst>
                                          <p:attrName>style.visibility</p:attrName>
                                        </p:attrNameLst>
                                      </p:cBhvr>
                                      <p:to>
                                        <p:strVal val="visible"/>
                                      </p:to>
                                    </p:set>
                                    <p:anim calcmode="lin" valueType="num">
                                      <p:cBhvr additive="base">
                                        <p:cTn id="86" dur="350" fill="hold"/>
                                        <p:tgtEl>
                                          <p:spTgt spid="15"/>
                                        </p:tgtEl>
                                        <p:attrNameLst>
                                          <p:attrName>ppt_w</p:attrName>
                                        </p:attrNameLst>
                                      </p:cBhvr>
                                      <p:tavLst>
                                        <p:tav tm="0">
                                          <p:val>
                                            <p:strVal val="0"/>
                                          </p:val>
                                        </p:tav>
                                        <p:tav tm="100000">
                                          <p:val>
                                            <p:strVal val="#ppt_w"/>
                                          </p:val>
                                        </p:tav>
                                      </p:tavLst>
                                    </p:anim>
                                    <p:anim calcmode="lin" valueType="num">
                                      <p:cBhvr additive="base">
                                        <p:cTn id="87" dur="350" fill="hold"/>
                                        <p:tgtEl>
                                          <p:spTgt spid="15"/>
                                        </p:tgtEl>
                                        <p:attrNameLst>
                                          <p:attrName>ppt_h</p:attrName>
                                        </p:attrNameLst>
                                      </p:cBhvr>
                                      <p:tavLst>
                                        <p:tav tm="0">
                                          <p:val>
                                            <p:strVal val="0"/>
                                          </p:val>
                                        </p:tav>
                                        <p:tav tm="100000">
                                          <p:val>
                                            <p:strVal val="#ppt_h"/>
                                          </p:val>
                                        </p:tav>
                                      </p:tavLst>
                                    </p:anim>
                                    <p:animEffect transition="in" filter="fade">
                                      <p:cBhvr>
                                        <p:cTn id="88" dur="350"/>
                                        <p:tgtEl>
                                          <p:spTgt spid="15"/>
                                        </p:tgtEl>
                                      </p:cBhvr>
                                    </p:animEffect>
                                  </p:childTnLst>
                                </p:cTn>
                              </p:par>
                              <p:par>
                                <p:cTn id="93" presetID="22" presetClass="entr" presetSubtype="1" fill="hold" grpId="0" nodeType="withEffect">
                                  <p:stCondLst>
                                    <p:cond delay="3250"/>
                                  </p:stCondLst>
                                  <p:childTnLst>
                                    <p:set>
                                      <p:cBhvr>
                                        <p:cTn id="90" dur="1" fill="hold">
                                          <p:stCondLst>
                                            <p:cond delay="0"/>
                                          </p:stCondLst>
                                        </p:cTn>
                                        <p:tgtEl>
                                          <p:spTgt spid="13"/>
                                        </p:tgtEl>
                                        <p:attrNameLst>
                                          <p:attrName>style.visibility</p:attrName>
                                        </p:attrNameLst>
                                      </p:cBhvr>
                                      <p:to>
                                        <p:strVal val="visible"/>
                                      </p:to>
                                    </p:set>
                                    <p:animEffect transition="in" filter="wipe(down)">
                                      <p:cBhvr>
                                        <p:cTn id="91" dur="600"/>
                                        <p:tgtEl>
                                          <p:spTgt spid="13"/>
                                        </p:tgtEl>
                                      </p:cBhvr>
                                    </p:animEffect>
                                    <p:animEffect transition="in" filter="fade">
                                      <p:cBhvr>
                                        <p:cTn id="92" dur="600"/>
                                        <p:tgtEl>
                                          <p:spTgt spid="13"/>
                                        </p:tgtEl>
                                      </p:cBhvr>
                                    </p:animEffect>
                                  </p:childTnLst>
                                </p:cTn>
                              </p:par>
                              <p:par>
                                <p:cTn id="97" presetID="22" presetClass="entr" presetSubtype="1" fill="hold" grpId="0" nodeType="withEffect">
                                  <p:stCondLst>
                                    <p:cond delay="3300"/>
                                  </p:stCondLst>
                                  <p:childTnLst>
                                    <p:set>
                                      <p:cBhvr>
                                        <p:cTn id="94" dur="1" fill="hold">
                                          <p:stCondLst>
                                            <p:cond delay="0"/>
                                          </p:stCondLst>
                                        </p:cTn>
                                        <p:tgtEl>
                                          <p:spTgt spid="14"/>
                                        </p:tgtEl>
                                        <p:attrNameLst>
                                          <p:attrName>style.visibility</p:attrName>
                                        </p:attrNameLst>
                                      </p:cBhvr>
                                      <p:to>
                                        <p:strVal val="visible"/>
                                      </p:to>
                                    </p:set>
                                    <p:animEffect transition="in" filter="wipe(down)">
                                      <p:cBhvr>
                                        <p:cTn id="95" dur="450"/>
                                        <p:tgtEl>
                                          <p:spTgt spid="14"/>
                                        </p:tgtEl>
                                      </p:cBhvr>
                                    </p:animEffect>
                                    <p:animEffect transition="in" filter="fade">
                                      <p:cBhvr>
                                        <p:cTn id="96" dur="450"/>
                                        <p:tgtEl>
                                          <p:spTgt spid="14"/>
                                        </p:tgtEl>
                                      </p:cBhvr>
                                    </p:animEffect>
                                  </p:childTnLst>
                                </p:cTn>
                              </p:par>
                              <p:par>
                                <p:cTn id="99" presetID="0" presetClass="path" presetSubtype="0" fill="hold" grpId="1" nodeType="withEffect" autoRev="1" repeatCount="4000">
                                  <p:stCondLst>
                                    <p:cond delay="3880"/>
                                  </p:stCondLst>
                                  <p:childTnLst>
                                    <p:animMotion origin="layout" path="M 0 0 L 0.008 0 E" pathEditMode="relative" ptsTypes="AA">
                                      <p:cBhvr>
                                        <p:cTn id="98" dur="40" fill="hold"/>
                                        <p:tgtEl>
                                          <p:spTgt spid="13"/>
                                        </p:tgtEl>
                                        <p:attrNameLst>
                                          <p:attrName>ppt_x</p:attrName>
                                          <p:attrName>ppt_y</p:attrName>
                                        </p:attrNameLst>
                                      </p:cBhvr>
                                    </p:animMotion>
                                  </p:childTnLst>
                                </p:cTn>
                              </p:par>
                              <p:par>
                                <p:cTn id="102" presetID="22" presetClass="entr" presetSubtype="8" fill="hold" grpId="0" nodeType="withEffect">
                                  <p:stCondLst>
                                    <p:cond delay="4300"/>
                                  </p:stCondLst>
                                  <p:childTnLst>
                                    <p:set>
                                      <p:cBhvr>
                                        <p:cTn id="100" dur="1" fill="hold">
                                          <p:stCondLst>
                                            <p:cond delay="0"/>
                                          </p:stCondLst>
                                        </p:cTn>
                                        <p:tgtEl>
                                          <p:spTgt spid="16"/>
                                        </p:tgtEl>
                                        <p:attrNameLst>
                                          <p:attrName>style.visibility</p:attrName>
                                        </p:attrNameLst>
                                      </p:cBhvr>
                                      <p:to>
                                        <p:strVal val="visible"/>
                                      </p:to>
                                    </p:set>
                                    <p:animEffect transition="in" filter="wipe(left)">
                                      <p:cBhvr>
                                        <p:cTn id="101" dur="300"/>
                                        <p:tgtEl>
                                          <p:spTgt spid="16"/>
                                        </p:tgtEl>
                                      </p:cBhvr>
                                    </p:animEffect>
                                  </p:childTnLst>
                                </p:cTn>
                              </p:par>
                              <p:par>
                                <p:cTn id="104" presetID="8" presetClass="emph" presetSubtype="0" fill="hold" grpId="1" nodeType="withEffect">
                                  <p:stCondLst>
                                    <p:cond delay="4500"/>
                                  </p:stCondLst>
                                  <p:childTnLst>
                                    <p:animRot by="9000000">
                                      <p:cBhvr>
                                        <p:cTn id="103" dur="1300" fill="hold"/>
                                        <p:tgtEl>
                                          <p:spTgt spid="38"/>
                                        </p:tgtEl>
                                        <p:attrNameLst>
                                          <p:attrName>r</p:attrName>
                                        </p:attrNameLst>
                                      </p:cBhvr>
                                    </p:animRot>
                                  </p:childTnLst>
                                </p:cTn>
                              </p:par>
                              <p:par>
                                <p:cTn id="108" presetID="22" presetClass="entr" presetSubtype="1" fill="hold" grpId="0" nodeType="withEffect">
                                  <p:stCondLst>
                                    <p:cond delay="4900"/>
                                  </p:stCondLst>
                                  <p:childTnLst>
                                    <p:set>
                                      <p:cBhvr>
                                        <p:cTn id="105" dur="1" fill="hold">
                                          <p:stCondLst>
                                            <p:cond delay="0"/>
                                          </p:stCondLst>
                                        </p:cTn>
                                        <p:tgtEl>
                                          <p:spTgt spid="17"/>
                                        </p:tgtEl>
                                        <p:attrNameLst>
                                          <p:attrName>style.visibility</p:attrName>
                                        </p:attrNameLst>
                                      </p:cBhvr>
                                      <p:to>
                                        <p:strVal val="visible"/>
                                      </p:to>
                                    </p:set>
                                    <p:animEffect transition="in" filter="wipe(down)">
                                      <p:cBhvr>
                                        <p:cTn id="106" dur="450"/>
                                        <p:tgtEl>
                                          <p:spTgt spid="17"/>
                                        </p:tgtEl>
                                      </p:cBhvr>
                                    </p:animEffect>
                                    <p:animEffect transition="in" filter="fade">
                                      <p:cBhvr>
                                        <p:cTn id="107" dur="450"/>
                                        <p:tgtEl>
                                          <p:spTgt spid="17"/>
                                        </p:tgtEl>
                                      </p:cBhvr>
                                    </p:animEffect>
                                  </p:childTnLst>
                                </p:cTn>
                              </p:par>
                              <p:par>
                                <p:cTn id="113" presetID="53" presetClass="entr" presetSubtype="16" fill="hold" grpId="0" nodeType="withEffect">
                                  <p:stCondLst>
                                    <p:cond delay="5000"/>
                                  </p:stCondLst>
                                  <p:childTnLst>
                                    <p:set>
                                      <p:cBhvr>
                                        <p:cTn id="109" dur="1" fill="hold">
                                          <p:stCondLst>
                                            <p:cond delay="0"/>
                                          </p:stCondLst>
                                        </p:cTn>
                                        <p:tgtEl>
                                          <p:spTgt spid="20"/>
                                        </p:tgtEl>
                                        <p:attrNameLst>
                                          <p:attrName>style.visibility</p:attrName>
                                        </p:attrNameLst>
                                      </p:cBhvr>
                                      <p:to>
                                        <p:strVal val="visible"/>
                                      </p:to>
                                    </p:set>
                                    <p:anim calcmode="lin" valueType="num">
                                      <p:cBhvr additive="base">
                                        <p:cTn id="110" dur="350" fill="hold"/>
                                        <p:tgtEl>
                                          <p:spTgt spid="20"/>
                                        </p:tgtEl>
                                        <p:attrNameLst>
                                          <p:attrName>ppt_w</p:attrName>
                                        </p:attrNameLst>
                                      </p:cBhvr>
                                      <p:tavLst>
                                        <p:tav tm="0">
                                          <p:val>
                                            <p:strVal val="0"/>
                                          </p:val>
                                        </p:tav>
                                        <p:tav tm="100000">
                                          <p:val>
                                            <p:strVal val="#ppt_w"/>
                                          </p:val>
                                        </p:tav>
                                      </p:tavLst>
                                    </p:anim>
                                    <p:anim calcmode="lin" valueType="num">
                                      <p:cBhvr additive="base">
                                        <p:cTn id="111" dur="350" fill="hold"/>
                                        <p:tgtEl>
                                          <p:spTgt spid="20"/>
                                        </p:tgtEl>
                                        <p:attrNameLst>
                                          <p:attrName>ppt_h</p:attrName>
                                        </p:attrNameLst>
                                      </p:cBhvr>
                                      <p:tavLst>
                                        <p:tav tm="0">
                                          <p:val>
                                            <p:strVal val="0"/>
                                          </p:val>
                                        </p:tav>
                                        <p:tav tm="100000">
                                          <p:val>
                                            <p:strVal val="#ppt_h"/>
                                          </p:val>
                                        </p:tav>
                                      </p:tavLst>
                                    </p:anim>
                                    <p:animEffect transition="in" filter="fade">
                                      <p:cBhvr>
                                        <p:cTn id="112" dur="350"/>
                                        <p:tgtEl>
                                          <p:spTgt spid="20"/>
                                        </p:tgtEl>
                                      </p:cBhvr>
                                    </p:animEffect>
                                  </p:childTnLst>
                                </p:cTn>
                              </p:par>
                              <p:par>
                                <p:cTn id="117" presetID="22" presetClass="entr" presetSubtype="1" fill="hold" grpId="0" nodeType="withEffect">
                                  <p:stCondLst>
                                    <p:cond delay="5050"/>
                                  </p:stCondLst>
                                  <p:childTnLst>
                                    <p:set>
                                      <p:cBhvr>
                                        <p:cTn id="114" dur="1" fill="hold">
                                          <p:stCondLst>
                                            <p:cond delay="0"/>
                                          </p:stCondLst>
                                        </p:cTn>
                                        <p:tgtEl>
                                          <p:spTgt spid="18"/>
                                        </p:tgtEl>
                                        <p:attrNameLst>
                                          <p:attrName>style.visibility</p:attrName>
                                        </p:attrNameLst>
                                      </p:cBhvr>
                                      <p:to>
                                        <p:strVal val="visible"/>
                                      </p:to>
                                    </p:set>
                                    <p:animEffect transition="in" filter="wipe(down)">
                                      <p:cBhvr>
                                        <p:cTn id="115" dur="600"/>
                                        <p:tgtEl>
                                          <p:spTgt spid="18"/>
                                        </p:tgtEl>
                                      </p:cBhvr>
                                    </p:animEffect>
                                    <p:animEffect transition="in" filter="fade">
                                      <p:cBhvr>
                                        <p:cTn id="116" dur="600"/>
                                        <p:tgtEl>
                                          <p:spTgt spid="18"/>
                                        </p:tgtEl>
                                      </p:cBhvr>
                                    </p:animEffect>
                                  </p:childTnLst>
                                </p:cTn>
                              </p:par>
                              <p:par>
                                <p:cTn id="121" presetID="22" presetClass="entr" presetSubtype="1" fill="hold" grpId="0" nodeType="withEffect">
                                  <p:stCondLst>
                                    <p:cond delay="5100"/>
                                  </p:stCondLst>
                                  <p:childTnLst>
                                    <p:set>
                                      <p:cBhvr>
                                        <p:cTn id="118" dur="1" fill="hold">
                                          <p:stCondLst>
                                            <p:cond delay="0"/>
                                          </p:stCondLst>
                                        </p:cTn>
                                        <p:tgtEl>
                                          <p:spTgt spid="19"/>
                                        </p:tgtEl>
                                        <p:attrNameLst>
                                          <p:attrName>style.visibility</p:attrName>
                                        </p:attrNameLst>
                                      </p:cBhvr>
                                      <p:to>
                                        <p:strVal val="visible"/>
                                      </p:to>
                                    </p:set>
                                    <p:animEffect transition="in" filter="wipe(down)">
                                      <p:cBhvr>
                                        <p:cTn id="119" dur="450"/>
                                        <p:tgtEl>
                                          <p:spTgt spid="19"/>
                                        </p:tgtEl>
                                      </p:cBhvr>
                                    </p:animEffect>
                                    <p:animEffect transition="in" filter="fade">
                                      <p:cBhvr>
                                        <p:cTn id="120" dur="450"/>
                                        <p:tgtEl>
                                          <p:spTgt spid="19"/>
                                        </p:tgtEl>
                                      </p:cBhvr>
                                    </p:animEffect>
                                  </p:childTnLst>
                                </p:cTn>
                              </p:par>
                              <p:par>
                                <p:cTn id="123" presetID="6" presetClass="emph" presetSubtype="0" fill="hold" grpId="1" nodeType="withEffect" autoRev="1" repeatCount="indefinite">
                                  <p:stCondLst>
                                    <p:cond delay="5600"/>
                                  </p:stCondLst>
                                  <p:childTnLst>
                                    <p:animScale>
                                      <p:cBhvr>
                                        <p:cTn id="122" dur="500" fill="hold"/>
                                        <p:tgtEl>
                                          <p:spTgt spid="18"/>
                                        </p:tgtEl>
                                      </p:cBhvr>
                                      <p:by x="103000" y="103000"/>
                                    </p:animScale>
                                  </p:childTnLst>
                                </p:cTn>
                              </p:par>
                              <p:par>
                                <p:cTn id="128" presetID="53" presetClass="entr" presetSubtype="32" fill="hold" grpId="0" nodeType="withEffect">
                                  <p:stCondLst>
                                    <p:cond delay="5600"/>
                                  </p:stCondLst>
                                  <p:childTnLst>
                                    <p:set>
                                      <p:cBhvr>
                                        <p:cTn id="124" dur="1" fill="hold">
                                          <p:stCondLst>
                                            <p:cond delay="0"/>
                                          </p:stCondLst>
                                        </p:cTn>
                                        <p:tgtEl>
                                          <p:spTgt spid="39"/>
                                        </p:tgtEl>
                                        <p:attrNameLst>
                                          <p:attrName>style.visibility</p:attrName>
                                        </p:attrNameLst>
                                      </p:cBhvr>
                                      <p:to>
                                        <p:strVal val="visible"/>
                                      </p:to>
                                    </p:set>
                                    <p:anim calcmode="lin" valueType="num">
                                      <p:cBhvr additive="base">
                                        <p:cTn id="125" dur="450" fill="hold"/>
                                        <p:tgtEl>
                                          <p:spTgt spid="39"/>
                                        </p:tgtEl>
                                        <p:attrNameLst>
                                          <p:attrName>ppt_w</p:attrName>
                                        </p:attrNameLst>
                                      </p:cBhvr>
                                      <p:tavLst>
                                        <p:tav tm="0">
                                          <p:val>
                                            <p:strVal val="#ppt_w*2.4"/>
                                          </p:val>
                                        </p:tav>
                                        <p:tav tm="100000">
                                          <p:val>
                                            <p:strVal val="#ppt_w"/>
                                          </p:val>
                                        </p:tav>
                                      </p:tavLst>
                                    </p:anim>
                                    <p:anim calcmode="lin" valueType="num">
                                      <p:cBhvr additive="base">
                                        <p:cTn id="126" dur="450" fill="hold"/>
                                        <p:tgtEl>
                                          <p:spTgt spid="39"/>
                                        </p:tgtEl>
                                        <p:attrNameLst>
                                          <p:attrName>ppt_h</p:attrName>
                                        </p:attrNameLst>
                                      </p:cBhvr>
                                      <p:tavLst>
                                        <p:tav tm="0">
                                          <p:val>
                                            <p:strVal val="#ppt_h*2.4"/>
                                          </p:val>
                                        </p:tav>
                                        <p:tav tm="100000">
                                          <p:val>
                                            <p:strVal val="#ppt_h"/>
                                          </p:val>
                                        </p:tav>
                                      </p:tavLst>
                                    </p:anim>
                                    <p:animEffect transition="in" filter="fade">
                                      <p:cBhvr>
                                        <p:cTn id="127" dur="450"/>
                                        <p:tgtEl>
                                          <p:spTgt spid="39"/>
                                        </p:tgtEl>
                                      </p:cBhvr>
                                    </p:animEffect>
                                  </p:childTnLst>
                                </p:cTn>
                              </p:par>
                              <p:par>
                                <p:cTn id="130" presetID="0" presetClass="path" presetSubtype="0" fill="hold" grpId="2" nodeType="withEffect" autoRev="1" repeatCount="4000">
                                  <p:stCondLst>
                                    <p:cond delay="5680"/>
                                  </p:stCondLst>
                                  <p:childTnLst>
                                    <p:animMotion origin="layout" path="M 0 0 L 0.008 0 E" pathEditMode="relative" ptsTypes="AA">
                                      <p:cBhvr>
                                        <p:cTn id="129" dur="40" fill="hold"/>
                                        <p:tgtEl>
                                          <p:spTgt spid="18"/>
                                        </p:tgtEl>
                                        <p:attrNameLst>
                                          <p:attrName>ppt_x</p:attrName>
                                          <p:attrName>ppt_y</p:attrName>
                                        </p:attrNameLst>
                                      </p:cBhvr>
                                    </p:animMotion>
                                  </p:childTnLst>
                                </p:cTn>
                              </p:par>
                              <p:par>
                                <p:cTn id="132" presetID="0" presetClass="path" presetSubtype="0" fill="hold" grpId="2" nodeType="withEffect" autoRev="1" repeatCount="6000">
                                  <p:stCondLst>
                                    <p:cond delay="5850"/>
                                  </p:stCondLst>
                                  <p:childTnLst>
                                    <p:animMotion origin="layout" path="M 0 0 L 0.008 0 E" pathEditMode="relative" ptsTypes="AA">
                                      <p:cBhvr>
                                        <p:cTn id="131" dur="40" fill="hold"/>
                                        <p:tgtEl>
                                          <p:spTgt spid="38"/>
                                        </p:tgtEl>
                                        <p:attrNameLst>
                                          <p:attrName>ppt_x</p:attrName>
                                          <p:attrName>ppt_y</p:attrName>
                                        </p:attrNameLst>
                                      </p:cBhvr>
                                    </p:animMotion>
                                  </p:childTnLst>
                                </p:cTn>
                              </p:par>
                              <p:par>
                                <p:cTn id="134" presetID="6" presetClass="emph" presetSubtype="0" fill="hold" grpId="1" nodeType="withEffect" autoRev="1" repeatCount="indefinite">
                                  <p:stCondLst>
                                    <p:cond delay="6000"/>
                                  </p:stCondLst>
                                  <p:childTnLst>
                                    <p:animScale>
                                      <p:cBhvr>
                                        <p:cTn id="133" dur="700" fill="hold"/>
                                        <p:tgtEl>
                                          <p:spTgt spid="43"/>
                                        </p:tgtEl>
                                      </p:cBhvr>
                                      <p:by x="104000" y="104000"/>
                                    </p:animScale>
                                  </p:childTnLst>
                                </p:cTn>
                              </p:par>
                              <p:par>
                                <p:cTn id="138" presetID="22" presetClass="entr" presetSubtype="1" fill="hold" grpId="0" nodeType="withEffect">
                                  <p:stCondLst>
                                    <p:cond delay="7300"/>
                                  </p:stCondLst>
                                  <p:childTnLst>
                                    <p:set>
                                      <p:cBhvr>
                                        <p:cTn id="135" dur="1" fill="hold">
                                          <p:stCondLst>
                                            <p:cond delay="0"/>
                                          </p:stCondLst>
                                        </p:cTn>
                                        <p:tgtEl>
                                          <p:spTgt spid="21"/>
                                        </p:tgtEl>
                                        <p:attrNameLst>
                                          <p:attrName>style.visibility</p:attrName>
                                        </p:attrNameLst>
                                      </p:cBhvr>
                                      <p:to>
                                        <p:strVal val="visible"/>
                                      </p:to>
                                    </p:set>
                                    <p:animEffect transition="in" filter="wipe(down)">
                                      <p:cBhvr>
                                        <p:cTn id="136" dur="450"/>
                                        <p:tgtEl>
                                          <p:spTgt spid="21"/>
                                        </p:tgtEl>
                                      </p:cBhvr>
                                    </p:animEffect>
                                    <p:animEffect transition="in" filter="fade">
                                      <p:cBhvr>
                                        <p:cTn id="137" dur="450"/>
                                        <p:tgtEl>
                                          <p:spTgt spid="21"/>
                                        </p:tgtEl>
                                      </p:cBhvr>
                                    </p:animEffect>
                                  </p:childTnLst>
                                </p:cTn>
                              </p:par>
                              <p:par>
                                <p:cTn id="142" presetID="22" presetClass="entr" presetSubtype="1" fill="hold" grpId="0" nodeType="withEffect">
                                  <p:stCondLst>
                                    <p:cond delay="7600"/>
                                  </p:stCondLst>
                                  <p:childTnLst>
                                    <p:set>
                                      <p:cBhvr>
                                        <p:cTn id="139" dur="1" fill="hold">
                                          <p:stCondLst>
                                            <p:cond delay="0"/>
                                          </p:stCondLst>
                                        </p:cTn>
                                        <p:tgtEl>
                                          <p:spTgt spid="22"/>
                                        </p:tgtEl>
                                        <p:attrNameLst>
                                          <p:attrName>style.visibility</p:attrName>
                                        </p:attrNameLst>
                                      </p:cBhvr>
                                      <p:to>
                                        <p:strVal val="visible"/>
                                      </p:to>
                                    </p:set>
                                    <p:animEffect transition="in" filter="wipe(down)">
                                      <p:cBhvr>
                                        <p:cTn id="140" dur="450"/>
                                        <p:tgtEl>
                                          <p:spTgt spid="22"/>
                                        </p:tgtEl>
                                      </p:cBhvr>
                                    </p:animEffect>
                                    <p:animEffect transition="in" filter="fade">
                                      <p:cBhvr>
                                        <p:cTn id="141" dur="450"/>
                                        <p:tgtEl>
                                          <p:spTgt spid="22"/>
                                        </p:tgtEl>
                                      </p:cBhvr>
                                    </p:animEffect>
                                  </p:childTnLst>
                                </p:cTn>
                              </p:par>
                              <p:par>
                                <p:cTn id="147" presetID="53" presetClass="entr" presetSubtype="16" fill="hold" grpId="0" nodeType="withEffect">
                                  <p:stCondLst>
                                    <p:cond delay="7700"/>
                                  </p:stCondLst>
                                  <p:childTnLst>
                                    <p:set>
                                      <p:cBhvr>
                                        <p:cTn id="143" dur="1" fill="hold">
                                          <p:stCondLst>
                                            <p:cond delay="0"/>
                                          </p:stCondLst>
                                        </p:cTn>
                                        <p:tgtEl>
                                          <p:spTgt spid="25"/>
                                        </p:tgtEl>
                                        <p:attrNameLst>
                                          <p:attrName>style.visibility</p:attrName>
                                        </p:attrNameLst>
                                      </p:cBhvr>
                                      <p:to>
                                        <p:strVal val="visible"/>
                                      </p:to>
                                    </p:set>
                                    <p:anim calcmode="lin" valueType="num">
                                      <p:cBhvr additive="base">
                                        <p:cTn id="144" dur="350" fill="hold"/>
                                        <p:tgtEl>
                                          <p:spTgt spid="25"/>
                                        </p:tgtEl>
                                        <p:attrNameLst>
                                          <p:attrName>ppt_w</p:attrName>
                                        </p:attrNameLst>
                                      </p:cBhvr>
                                      <p:tavLst>
                                        <p:tav tm="0">
                                          <p:val>
                                            <p:strVal val="0"/>
                                          </p:val>
                                        </p:tav>
                                        <p:tav tm="100000">
                                          <p:val>
                                            <p:strVal val="#ppt_w"/>
                                          </p:val>
                                        </p:tav>
                                      </p:tavLst>
                                    </p:anim>
                                    <p:anim calcmode="lin" valueType="num">
                                      <p:cBhvr additive="base">
                                        <p:cTn id="145" dur="350" fill="hold"/>
                                        <p:tgtEl>
                                          <p:spTgt spid="25"/>
                                        </p:tgtEl>
                                        <p:attrNameLst>
                                          <p:attrName>ppt_h</p:attrName>
                                        </p:attrNameLst>
                                      </p:cBhvr>
                                      <p:tavLst>
                                        <p:tav tm="0">
                                          <p:val>
                                            <p:strVal val="0"/>
                                          </p:val>
                                        </p:tav>
                                        <p:tav tm="100000">
                                          <p:val>
                                            <p:strVal val="#ppt_h"/>
                                          </p:val>
                                        </p:tav>
                                      </p:tavLst>
                                    </p:anim>
                                    <p:animEffect transition="in" filter="fade">
                                      <p:cBhvr>
                                        <p:cTn id="146" dur="350"/>
                                        <p:tgtEl>
                                          <p:spTgt spid="25"/>
                                        </p:tgtEl>
                                      </p:cBhvr>
                                    </p:animEffect>
                                  </p:childTnLst>
                                </p:cTn>
                              </p:par>
                              <p:par>
                                <p:cTn id="151" presetID="22" presetClass="entr" presetSubtype="1" fill="hold" grpId="0" nodeType="withEffect">
                                  <p:stCondLst>
                                    <p:cond delay="7750"/>
                                  </p:stCondLst>
                                  <p:childTnLst>
                                    <p:set>
                                      <p:cBhvr>
                                        <p:cTn id="148" dur="1" fill="hold">
                                          <p:stCondLst>
                                            <p:cond delay="0"/>
                                          </p:stCondLst>
                                        </p:cTn>
                                        <p:tgtEl>
                                          <p:spTgt spid="23"/>
                                        </p:tgtEl>
                                        <p:attrNameLst>
                                          <p:attrName>style.visibility</p:attrName>
                                        </p:attrNameLst>
                                      </p:cBhvr>
                                      <p:to>
                                        <p:strVal val="visible"/>
                                      </p:to>
                                    </p:set>
                                    <p:animEffect transition="in" filter="wipe(down)">
                                      <p:cBhvr>
                                        <p:cTn id="149" dur="600"/>
                                        <p:tgtEl>
                                          <p:spTgt spid="23"/>
                                        </p:tgtEl>
                                      </p:cBhvr>
                                    </p:animEffect>
                                    <p:animEffect transition="in" filter="fade">
                                      <p:cBhvr>
                                        <p:cTn id="150" dur="600"/>
                                        <p:tgtEl>
                                          <p:spTgt spid="23"/>
                                        </p:tgtEl>
                                      </p:cBhvr>
                                    </p:animEffect>
                                  </p:childTnLst>
                                </p:cTn>
                              </p:par>
                              <p:par>
                                <p:cTn id="155" presetID="22" presetClass="entr" presetSubtype="1" fill="hold" grpId="0" nodeType="withEffect">
                                  <p:stCondLst>
                                    <p:cond delay="7800"/>
                                  </p:stCondLst>
                                  <p:childTnLst>
                                    <p:set>
                                      <p:cBhvr>
                                        <p:cTn id="152" dur="1" fill="hold">
                                          <p:stCondLst>
                                            <p:cond delay="0"/>
                                          </p:stCondLst>
                                        </p:cTn>
                                        <p:tgtEl>
                                          <p:spTgt spid="24"/>
                                        </p:tgtEl>
                                        <p:attrNameLst>
                                          <p:attrName>style.visibility</p:attrName>
                                        </p:attrNameLst>
                                      </p:cBhvr>
                                      <p:to>
                                        <p:strVal val="visible"/>
                                      </p:to>
                                    </p:set>
                                    <p:animEffect transition="in" filter="wipe(down)">
                                      <p:cBhvr>
                                        <p:cTn id="153" dur="450"/>
                                        <p:tgtEl>
                                          <p:spTgt spid="24"/>
                                        </p:tgtEl>
                                      </p:cBhvr>
                                    </p:animEffect>
                                    <p:animEffect transition="in" filter="fade">
                                      <p:cBhvr>
                                        <p:cTn id="154" dur="450"/>
                                        <p:tgtEl>
                                          <p:spTgt spid="24"/>
                                        </p:tgtEl>
                                      </p:cBhvr>
                                    </p:animEffect>
                                  </p:childTnLst>
                                </p:cTn>
                              </p:par>
                              <p:par>
                                <p:cTn id="157" presetID="0" presetClass="path" presetSubtype="0" fill="hold" grpId="1" nodeType="withEffect" autoRev="1" repeatCount="4000">
                                  <p:stCondLst>
                                    <p:cond delay="8380"/>
                                  </p:stCondLst>
                                  <p:childTnLst>
                                    <p:animMotion origin="layout" path="M 0 0 L 0.008 0 E" pathEditMode="relative" ptsTypes="AA">
                                      <p:cBhvr>
                                        <p:cTn id="156" dur="40" fill="hold"/>
                                        <p:tgtEl>
                                          <p:spTgt spid="23"/>
                                        </p:tgtEl>
                                        <p:attrNameLst>
                                          <p:attrName>ppt_x</p:attrName>
                                          <p:attrName>ppt_y</p:attrName>
                                        </p:attrNameLst>
                                      </p:cBhvr>
                                    </p:animMotion>
                                  </p:childTnLst>
                                </p:cTn>
                              </p:par>
                              <p:par>
                                <p:cTn id="160" presetID="22" presetClass="entr" presetSubtype="8" fill="hold" grpId="0" nodeType="withEffect">
                                  <p:stCondLst>
                                    <p:cond delay="8800"/>
                                  </p:stCondLst>
                                  <p:childTnLst>
                                    <p:set>
                                      <p:cBhvr>
                                        <p:cTn id="158" dur="1" fill="hold">
                                          <p:stCondLst>
                                            <p:cond delay="0"/>
                                          </p:stCondLst>
                                        </p:cTn>
                                        <p:tgtEl>
                                          <p:spTgt spid="26"/>
                                        </p:tgtEl>
                                        <p:attrNameLst>
                                          <p:attrName>style.visibility</p:attrName>
                                        </p:attrNameLst>
                                      </p:cBhvr>
                                      <p:to>
                                        <p:strVal val="visible"/>
                                      </p:to>
                                    </p:set>
                                    <p:animEffect transition="in" filter="wipe(left)">
                                      <p:cBhvr>
                                        <p:cTn id="159" dur="300"/>
                                        <p:tgtEl>
                                          <p:spTgt spid="26"/>
                                        </p:tgtEl>
                                      </p:cBhvr>
                                    </p:animEffect>
                                  </p:childTnLst>
                                </p:cTn>
                              </p:par>
                              <p:par>
                                <p:cTn id="164" presetID="22" presetClass="entr" presetSubtype="1" fill="hold" grpId="0" nodeType="withEffect">
                                  <p:stCondLst>
                                    <p:cond delay="9400"/>
                                  </p:stCondLst>
                                  <p:childTnLst>
                                    <p:set>
                                      <p:cBhvr>
                                        <p:cTn id="161" dur="1" fill="hold">
                                          <p:stCondLst>
                                            <p:cond delay="0"/>
                                          </p:stCondLst>
                                        </p:cTn>
                                        <p:tgtEl>
                                          <p:spTgt spid="27"/>
                                        </p:tgtEl>
                                        <p:attrNameLst>
                                          <p:attrName>style.visibility</p:attrName>
                                        </p:attrNameLst>
                                      </p:cBhvr>
                                      <p:to>
                                        <p:strVal val="visible"/>
                                      </p:to>
                                    </p:set>
                                    <p:animEffect transition="in" filter="wipe(down)">
                                      <p:cBhvr>
                                        <p:cTn id="162" dur="450"/>
                                        <p:tgtEl>
                                          <p:spTgt spid="27"/>
                                        </p:tgtEl>
                                      </p:cBhvr>
                                    </p:animEffect>
                                    <p:animEffect transition="in" filter="fade">
                                      <p:cBhvr>
                                        <p:cTn id="163" dur="450"/>
                                        <p:tgtEl>
                                          <p:spTgt spid="27"/>
                                        </p:tgtEl>
                                      </p:cBhvr>
                                    </p:animEffect>
                                  </p:childTnLst>
                                </p:cTn>
                              </p:par>
                              <p:par>
                                <p:cTn id="169" presetID="53" presetClass="entr" presetSubtype="16" fill="hold" grpId="0" nodeType="withEffect">
                                  <p:stCondLst>
                                    <p:cond delay="9500"/>
                                  </p:stCondLst>
                                  <p:childTnLst>
                                    <p:set>
                                      <p:cBhvr>
                                        <p:cTn id="165" dur="1" fill="hold">
                                          <p:stCondLst>
                                            <p:cond delay="0"/>
                                          </p:stCondLst>
                                        </p:cTn>
                                        <p:tgtEl>
                                          <p:spTgt spid="30"/>
                                        </p:tgtEl>
                                        <p:attrNameLst>
                                          <p:attrName>style.visibility</p:attrName>
                                        </p:attrNameLst>
                                      </p:cBhvr>
                                      <p:to>
                                        <p:strVal val="visible"/>
                                      </p:to>
                                    </p:set>
                                    <p:anim calcmode="lin" valueType="num">
                                      <p:cBhvr additive="base">
                                        <p:cTn id="166" dur="350" fill="hold"/>
                                        <p:tgtEl>
                                          <p:spTgt spid="30"/>
                                        </p:tgtEl>
                                        <p:attrNameLst>
                                          <p:attrName>ppt_w</p:attrName>
                                        </p:attrNameLst>
                                      </p:cBhvr>
                                      <p:tavLst>
                                        <p:tav tm="0">
                                          <p:val>
                                            <p:strVal val="0"/>
                                          </p:val>
                                        </p:tav>
                                        <p:tav tm="100000">
                                          <p:val>
                                            <p:strVal val="#ppt_w"/>
                                          </p:val>
                                        </p:tav>
                                      </p:tavLst>
                                    </p:anim>
                                    <p:anim calcmode="lin" valueType="num">
                                      <p:cBhvr additive="base">
                                        <p:cTn id="167" dur="350" fill="hold"/>
                                        <p:tgtEl>
                                          <p:spTgt spid="30"/>
                                        </p:tgtEl>
                                        <p:attrNameLst>
                                          <p:attrName>ppt_h</p:attrName>
                                        </p:attrNameLst>
                                      </p:cBhvr>
                                      <p:tavLst>
                                        <p:tav tm="0">
                                          <p:val>
                                            <p:strVal val="0"/>
                                          </p:val>
                                        </p:tav>
                                        <p:tav tm="100000">
                                          <p:val>
                                            <p:strVal val="#ppt_h"/>
                                          </p:val>
                                        </p:tav>
                                      </p:tavLst>
                                    </p:anim>
                                    <p:animEffect transition="in" filter="fade">
                                      <p:cBhvr>
                                        <p:cTn id="168" dur="350"/>
                                        <p:tgtEl>
                                          <p:spTgt spid="30"/>
                                        </p:tgtEl>
                                      </p:cBhvr>
                                    </p:animEffect>
                                  </p:childTnLst>
                                </p:cTn>
                              </p:par>
                              <p:par>
                                <p:cTn id="173" presetID="22" presetClass="entr" presetSubtype="1" fill="hold" grpId="0" nodeType="withEffect">
                                  <p:stCondLst>
                                    <p:cond delay="9550"/>
                                  </p:stCondLst>
                                  <p:childTnLst>
                                    <p:set>
                                      <p:cBhvr>
                                        <p:cTn id="170" dur="1" fill="hold">
                                          <p:stCondLst>
                                            <p:cond delay="0"/>
                                          </p:stCondLst>
                                        </p:cTn>
                                        <p:tgtEl>
                                          <p:spTgt spid="28"/>
                                        </p:tgtEl>
                                        <p:attrNameLst>
                                          <p:attrName>style.visibility</p:attrName>
                                        </p:attrNameLst>
                                      </p:cBhvr>
                                      <p:to>
                                        <p:strVal val="visible"/>
                                      </p:to>
                                    </p:set>
                                    <p:animEffect transition="in" filter="wipe(down)">
                                      <p:cBhvr>
                                        <p:cTn id="171" dur="600"/>
                                        <p:tgtEl>
                                          <p:spTgt spid="28"/>
                                        </p:tgtEl>
                                      </p:cBhvr>
                                    </p:animEffect>
                                    <p:animEffect transition="in" filter="fade">
                                      <p:cBhvr>
                                        <p:cTn id="172" dur="600"/>
                                        <p:tgtEl>
                                          <p:spTgt spid="28"/>
                                        </p:tgtEl>
                                      </p:cBhvr>
                                    </p:animEffect>
                                  </p:childTnLst>
                                </p:cTn>
                              </p:par>
                              <p:par>
                                <p:cTn id="177" presetID="22" presetClass="entr" presetSubtype="1" fill="hold" grpId="0" nodeType="withEffect">
                                  <p:stCondLst>
                                    <p:cond delay="9600"/>
                                  </p:stCondLst>
                                  <p:childTnLst>
                                    <p:set>
                                      <p:cBhvr>
                                        <p:cTn id="174" dur="1" fill="hold">
                                          <p:stCondLst>
                                            <p:cond delay="0"/>
                                          </p:stCondLst>
                                        </p:cTn>
                                        <p:tgtEl>
                                          <p:spTgt spid="29"/>
                                        </p:tgtEl>
                                        <p:attrNameLst>
                                          <p:attrName>style.visibility</p:attrName>
                                        </p:attrNameLst>
                                      </p:cBhvr>
                                      <p:to>
                                        <p:strVal val="visible"/>
                                      </p:to>
                                    </p:set>
                                    <p:animEffect transition="in" filter="wipe(down)">
                                      <p:cBhvr>
                                        <p:cTn id="175" dur="450"/>
                                        <p:tgtEl>
                                          <p:spTgt spid="29"/>
                                        </p:tgtEl>
                                      </p:cBhvr>
                                    </p:animEffect>
                                    <p:animEffect transition="in" filter="fade">
                                      <p:cBhvr>
                                        <p:cTn id="176" dur="450"/>
                                        <p:tgtEl>
                                          <p:spTgt spid="29"/>
                                        </p:tgtEl>
                                      </p:cBhvr>
                                    </p:animEffect>
                                  </p:childTnLst>
                                </p:cTn>
                              </p:par>
                              <p:par>
                                <p:cTn id="179" presetID="0" presetClass="path" presetSubtype="0" fill="hold" grpId="1" nodeType="withEffect" autoRev="1" repeatCount="4000">
                                  <p:stCondLst>
                                    <p:cond delay="10180"/>
                                  </p:stCondLst>
                                  <p:childTnLst>
                                    <p:animMotion origin="layout" path="M 0 0 L 0.008 0 E" pathEditMode="relative" ptsTypes="AA">
                                      <p:cBhvr>
                                        <p:cTn id="178" dur="40" fill="hold"/>
                                        <p:tgtEl>
                                          <p:spTgt spid="28"/>
                                        </p:tgtEl>
                                        <p:attrNameLst>
                                          <p:attrName>ppt_x</p:attrName>
                                          <p:attrName>ppt_y</p:attrName>
                                        </p:attrNameLst>
                                      </p:cBhvr>
                                    </p:animMotion>
                                  </p:childTnLst>
                                </p:cTn>
                              </p:par>
                              <p:par>
                                <p:cTn id="182" presetID="22" presetClass="entr" presetSubtype="8" fill="hold" grpId="0" nodeType="withEffect">
                                  <p:stCondLst>
                                    <p:cond delay="10600"/>
                                  </p:stCondLst>
                                  <p:childTnLst>
                                    <p:set>
                                      <p:cBhvr>
                                        <p:cTn id="180" dur="1" fill="hold">
                                          <p:stCondLst>
                                            <p:cond delay="0"/>
                                          </p:stCondLst>
                                        </p:cTn>
                                        <p:tgtEl>
                                          <p:spTgt spid="31"/>
                                        </p:tgtEl>
                                        <p:attrNameLst>
                                          <p:attrName>style.visibility</p:attrName>
                                        </p:attrNameLst>
                                      </p:cBhvr>
                                      <p:to>
                                        <p:strVal val="visible"/>
                                      </p:to>
                                    </p:set>
                                    <p:animEffect transition="in" filter="wipe(left)">
                                      <p:cBhvr>
                                        <p:cTn id="181" dur="300"/>
                                        <p:tgtEl>
                                          <p:spTgt spid="31"/>
                                        </p:tgtEl>
                                      </p:cBhvr>
                                    </p:animEffect>
                                  </p:childTnLst>
                                </p:cTn>
                              </p:par>
                              <p:par>
                                <p:cTn id="186" presetID="22" presetClass="entr" presetSubtype="1" fill="hold" grpId="0" nodeType="withEffect">
                                  <p:stCondLst>
                                    <p:cond delay="11200"/>
                                  </p:stCondLst>
                                  <p:childTnLst>
                                    <p:set>
                                      <p:cBhvr>
                                        <p:cTn id="183" dur="1" fill="hold">
                                          <p:stCondLst>
                                            <p:cond delay="0"/>
                                          </p:stCondLst>
                                        </p:cTn>
                                        <p:tgtEl>
                                          <p:spTgt spid="32"/>
                                        </p:tgtEl>
                                        <p:attrNameLst>
                                          <p:attrName>style.visibility</p:attrName>
                                        </p:attrNameLst>
                                      </p:cBhvr>
                                      <p:to>
                                        <p:strVal val="visible"/>
                                      </p:to>
                                    </p:set>
                                    <p:animEffect transition="in" filter="wipe(down)">
                                      <p:cBhvr>
                                        <p:cTn id="184" dur="450"/>
                                        <p:tgtEl>
                                          <p:spTgt spid="32"/>
                                        </p:tgtEl>
                                      </p:cBhvr>
                                    </p:animEffect>
                                    <p:animEffect transition="in" filter="fade">
                                      <p:cBhvr>
                                        <p:cTn id="185" dur="450"/>
                                        <p:tgtEl>
                                          <p:spTgt spid="32"/>
                                        </p:tgtEl>
                                      </p:cBhvr>
                                    </p:animEffect>
                                  </p:childTnLst>
                                </p:cTn>
                              </p:par>
                              <p:par>
                                <p:cTn id="191" presetID="53" presetClass="entr" presetSubtype="16" fill="hold" grpId="0" nodeType="withEffect">
                                  <p:stCondLst>
                                    <p:cond delay="11300"/>
                                  </p:stCondLst>
                                  <p:childTnLst>
                                    <p:set>
                                      <p:cBhvr>
                                        <p:cTn id="187" dur="1" fill="hold">
                                          <p:stCondLst>
                                            <p:cond delay="0"/>
                                          </p:stCondLst>
                                        </p:cTn>
                                        <p:tgtEl>
                                          <p:spTgt spid="35"/>
                                        </p:tgtEl>
                                        <p:attrNameLst>
                                          <p:attrName>style.visibility</p:attrName>
                                        </p:attrNameLst>
                                      </p:cBhvr>
                                      <p:to>
                                        <p:strVal val="visible"/>
                                      </p:to>
                                    </p:set>
                                    <p:anim calcmode="lin" valueType="num">
                                      <p:cBhvr additive="base">
                                        <p:cTn id="188" dur="350" fill="hold"/>
                                        <p:tgtEl>
                                          <p:spTgt spid="35"/>
                                        </p:tgtEl>
                                        <p:attrNameLst>
                                          <p:attrName>ppt_w</p:attrName>
                                        </p:attrNameLst>
                                      </p:cBhvr>
                                      <p:tavLst>
                                        <p:tav tm="0">
                                          <p:val>
                                            <p:strVal val="0"/>
                                          </p:val>
                                        </p:tav>
                                        <p:tav tm="100000">
                                          <p:val>
                                            <p:strVal val="#ppt_w"/>
                                          </p:val>
                                        </p:tav>
                                      </p:tavLst>
                                    </p:anim>
                                    <p:anim calcmode="lin" valueType="num">
                                      <p:cBhvr additive="base">
                                        <p:cTn id="189" dur="350" fill="hold"/>
                                        <p:tgtEl>
                                          <p:spTgt spid="35"/>
                                        </p:tgtEl>
                                        <p:attrNameLst>
                                          <p:attrName>ppt_h</p:attrName>
                                        </p:attrNameLst>
                                      </p:cBhvr>
                                      <p:tavLst>
                                        <p:tav tm="0">
                                          <p:val>
                                            <p:strVal val="0"/>
                                          </p:val>
                                        </p:tav>
                                        <p:tav tm="100000">
                                          <p:val>
                                            <p:strVal val="#ppt_h"/>
                                          </p:val>
                                        </p:tav>
                                      </p:tavLst>
                                    </p:anim>
                                    <p:animEffect transition="in" filter="fade">
                                      <p:cBhvr>
                                        <p:cTn id="190" dur="350"/>
                                        <p:tgtEl>
                                          <p:spTgt spid="35"/>
                                        </p:tgtEl>
                                      </p:cBhvr>
                                    </p:animEffect>
                                  </p:childTnLst>
                                </p:cTn>
                              </p:par>
                              <p:par>
                                <p:cTn id="195" presetID="22" presetClass="entr" presetSubtype="1" fill="hold" grpId="0" nodeType="withEffect">
                                  <p:stCondLst>
                                    <p:cond delay="11350"/>
                                  </p:stCondLst>
                                  <p:childTnLst>
                                    <p:set>
                                      <p:cBhvr>
                                        <p:cTn id="192" dur="1" fill="hold">
                                          <p:stCondLst>
                                            <p:cond delay="0"/>
                                          </p:stCondLst>
                                        </p:cTn>
                                        <p:tgtEl>
                                          <p:spTgt spid="33"/>
                                        </p:tgtEl>
                                        <p:attrNameLst>
                                          <p:attrName>style.visibility</p:attrName>
                                        </p:attrNameLst>
                                      </p:cBhvr>
                                      <p:to>
                                        <p:strVal val="visible"/>
                                      </p:to>
                                    </p:set>
                                    <p:animEffect transition="in" filter="wipe(down)">
                                      <p:cBhvr>
                                        <p:cTn id="193" dur="600"/>
                                        <p:tgtEl>
                                          <p:spTgt spid="33"/>
                                        </p:tgtEl>
                                      </p:cBhvr>
                                    </p:animEffect>
                                    <p:animEffect transition="in" filter="fade">
                                      <p:cBhvr>
                                        <p:cTn id="194" dur="600"/>
                                        <p:tgtEl>
                                          <p:spTgt spid="33"/>
                                        </p:tgtEl>
                                      </p:cBhvr>
                                    </p:animEffect>
                                  </p:childTnLst>
                                </p:cTn>
                              </p:par>
                              <p:par>
                                <p:cTn id="199" presetID="22" presetClass="entr" presetSubtype="1" fill="hold" grpId="0" nodeType="withEffect">
                                  <p:stCondLst>
                                    <p:cond delay="11400"/>
                                  </p:stCondLst>
                                  <p:childTnLst>
                                    <p:set>
                                      <p:cBhvr>
                                        <p:cTn id="196" dur="1" fill="hold">
                                          <p:stCondLst>
                                            <p:cond delay="0"/>
                                          </p:stCondLst>
                                        </p:cTn>
                                        <p:tgtEl>
                                          <p:spTgt spid="34"/>
                                        </p:tgtEl>
                                        <p:attrNameLst>
                                          <p:attrName>style.visibility</p:attrName>
                                        </p:attrNameLst>
                                      </p:cBhvr>
                                      <p:to>
                                        <p:strVal val="visible"/>
                                      </p:to>
                                    </p:set>
                                    <p:animEffect transition="in" filter="wipe(down)">
                                      <p:cBhvr>
                                        <p:cTn id="197" dur="450"/>
                                        <p:tgtEl>
                                          <p:spTgt spid="34"/>
                                        </p:tgtEl>
                                      </p:cBhvr>
                                    </p:animEffect>
                                    <p:animEffect transition="in" filter="fade">
                                      <p:cBhvr>
                                        <p:cTn id="198" dur="450"/>
                                        <p:tgtEl>
                                          <p:spTgt spid="34"/>
                                        </p:tgtEl>
                                      </p:cBhvr>
                                    </p:animEffect>
                                  </p:childTnLst>
                                </p:cTn>
                              </p:par>
                              <p:par>
                                <p:cTn id="202" presetID="10" presetClass="exit" presetSubtype="0" fill="hold" grpId="1" nodeType="withEffect">
                                  <p:stCondLst>
                                    <p:cond delay="11400"/>
                                  </p:stCondLst>
                                  <p:childTnLst>
                                    <p:animEffect transition="out" filter="fade">
                                      <p:cBhvr>
                                        <p:cTn id="200" dur="300"/>
                                        <p:tgtEl>
                                          <p:spTgt spid="39"/>
                                        </p:tgtEl>
                                      </p:cBhvr>
                                    </p:animEffect>
                                    <p:set>
                                      <p:cBhvr>
                                        <p:cTn id="201" dur="1" fill="hold">
                                          <p:stCondLst>
                                            <p:cond delay="299"/>
                                          </p:stCondLst>
                                        </p:cTn>
                                        <p:tgtEl>
                                          <p:spTgt spid="39"/>
                                        </p:tgtEl>
                                        <p:attrNameLst>
                                          <p:attrName>style.visibility</p:attrName>
                                        </p:attrNameLst>
                                      </p:cBhvr>
                                      <p:to>
                                        <p:strVal val="hidden"/>
                                      </p:to>
                                    </p:set>
                                  </p:childTnLst>
                                </p:cTn>
                              </p:par>
                              <p:par>
                                <p:cTn id="204" presetID="8" presetClass="emph" presetSubtype="0" fill="hold" grpId="3" nodeType="withEffect">
                                  <p:stCondLst>
                                    <p:cond delay="11400"/>
                                  </p:stCondLst>
                                  <p:childTnLst>
                                    <p:animRot by="-6840000">
                                      <p:cBhvr>
                                        <p:cTn id="203" dur="1300" fill="hold"/>
                                        <p:tgtEl>
                                          <p:spTgt spid="38"/>
                                        </p:tgtEl>
                                        <p:attrNameLst>
                                          <p:attrName>r</p:attrName>
                                        </p:attrNameLst>
                                      </p:cBhvr>
                                    </p:animRot>
                                  </p:childTnLst>
                                </p:cTn>
                              </p:par>
                              <p:par>
                                <p:cTn id="206" presetID="0" presetClass="path" presetSubtype="0" fill="hold" grpId="1" nodeType="withEffect" autoRev="1" repeatCount="4000">
                                  <p:stCondLst>
                                    <p:cond delay="11980"/>
                                  </p:stCondLst>
                                  <p:childTnLst>
                                    <p:animMotion origin="layout" path="M 0 0 L 0.008 0 E" pathEditMode="relative" ptsTypes="AA">
                                      <p:cBhvr>
                                        <p:cTn id="205" dur="40" fill="hold"/>
                                        <p:tgtEl>
                                          <p:spTgt spid="33"/>
                                        </p:tgtEl>
                                        <p:attrNameLst>
                                          <p:attrName>ppt_x</p:attrName>
                                          <p:attrName>ppt_y</p:attrName>
                                        </p:attrNameLst>
                                      </p:cBhvr>
                                    </p:animMotion>
                                  </p:childTnLst>
                                </p:cTn>
                              </p:par>
                              <p:par>
                                <p:cTn id="211" presetID="53" presetClass="entr" presetSubtype="32" fill="hold" grpId="0" nodeType="withEffect">
                                  <p:stCondLst>
                                    <p:cond delay="12500"/>
                                  </p:stCondLst>
                                  <p:childTnLst>
                                    <p:set>
                                      <p:cBhvr>
                                        <p:cTn id="207" dur="1" fill="hold">
                                          <p:stCondLst>
                                            <p:cond delay="0"/>
                                          </p:stCondLst>
                                        </p:cTn>
                                        <p:tgtEl>
                                          <p:spTgt spid="40"/>
                                        </p:tgtEl>
                                        <p:attrNameLst>
                                          <p:attrName>style.visibility</p:attrName>
                                        </p:attrNameLst>
                                      </p:cBhvr>
                                      <p:to>
                                        <p:strVal val="visible"/>
                                      </p:to>
                                    </p:set>
                                    <p:anim calcmode="lin" valueType="num">
                                      <p:cBhvr additive="base">
                                        <p:cTn id="208" dur="450" fill="hold"/>
                                        <p:tgtEl>
                                          <p:spTgt spid="40"/>
                                        </p:tgtEl>
                                        <p:attrNameLst>
                                          <p:attrName>ppt_w</p:attrName>
                                        </p:attrNameLst>
                                      </p:cBhvr>
                                      <p:tavLst>
                                        <p:tav tm="0">
                                          <p:val>
                                            <p:strVal val="#ppt_w*2.4"/>
                                          </p:val>
                                        </p:tav>
                                        <p:tav tm="100000">
                                          <p:val>
                                            <p:strVal val="#ppt_w"/>
                                          </p:val>
                                        </p:tav>
                                      </p:tavLst>
                                    </p:anim>
                                    <p:anim calcmode="lin" valueType="num">
                                      <p:cBhvr additive="base">
                                        <p:cTn id="209" dur="450" fill="hold"/>
                                        <p:tgtEl>
                                          <p:spTgt spid="40"/>
                                        </p:tgtEl>
                                        <p:attrNameLst>
                                          <p:attrName>ppt_h</p:attrName>
                                        </p:attrNameLst>
                                      </p:cBhvr>
                                      <p:tavLst>
                                        <p:tav tm="0">
                                          <p:val>
                                            <p:strVal val="#ppt_h*2.4"/>
                                          </p:val>
                                        </p:tav>
                                        <p:tav tm="100000">
                                          <p:val>
                                            <p:strVal val="#ppt_h"/>
                                          </p:val>
                                        </p:tav>
                                      </p:tavLst>
                                    </p:anim>
                                    <p:animEffect transition="in" filter="fade">
                                      <p:cBhvr>
                                        <p:cTn id="210" dur="450"/>
                                        <p:tgtEl>
                                          <p:spTgt spid="40"/>
                                        </p:tgtEl>
                                      </p:cBhvr>
                                    </p:animEffect>
                                  </p:childTnLst>
                                </p:cTn>
                              </p:par>
                              <p:par>
                                <p:cTn id="214" presetID="22" presetClass="entr" presetSubtype="8" fill="hold" grpId="0" nodeType="withEffect">
                                  <p:stCondLst>
                                    <p:cond delay="13400"/>
                                  </p:stCondLst>
                                  <p:childTnLst>
                                    <p:set>
                                      <p:cBhvr>
                                        <p:cTn id="212" dur="1" fill="hold">
                                          <p:stCondLst>
                                            <p:cond delay="0"/>
                                          </p:stCondLst>
                                        </p:cTn>
                                        <p:tgtEl>
                                          <p:spTgt spid="44"/>
                                        </p:tgtEl>
                                        <p:attrNameLst>
                                          <p:attrName>style.visibility</p:attrName>
                                        </p:attrNameLst>
                                      </p:cBhvr>
                                      <p:to>
                                        <p:strVal val="visible"/>
                                      </p:to>
                                    </p:set>
                                    <p:animEffect transition="in" filter="wipe(left)">
                                      <p:cBhvr>
                                        <p:cTn id="213" dur="8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5" grpId="0" animBg="1"/>
      <p:bldP spid="46" grpId="0" animBg="1"/>
      <p:bldP spid="4" grpId="0" animBg="1"/>
      <p:bldP spid="47" grpId="0" animBg="1"/>
      <p:bldP spid="5" grpId="0" animBg="1"/>
      <p:bldP spid="46" grpId="1" animBg="1"/>
      <p:bldP spid="36" grpId="0" animBg="1"/>
      <p:bldP spid="37" grpId="0" animBg="1"/>
      <p:bldP spid="4" grpId="1" animBg="1"/>
      <p:bldP spid="6" grpId="0" animBg="1"/>
      <p:bldP spid="38" grpId="0" animBg="1"/>
      <p:bldP spid="5" grpId="1" animBg="1"/>
      <p:bldP spid="41" grpId="0" animBg="1"/>
      <p:bldP spid="7" grpId="0" animBg="1"/>
      <p:bldP spid="42" grpId="0" animBg="1"/>
      <p:bldP spid="10" grpId="0" animBg="1"/>
      <p:bldP spid="8" grpId="0" animBg="1"/>
      <p:bldP spid="9" grpId="0" animBg="1"/>
      <p:bldP spid="43" grpId="0" animBg="1"/>
      <p:bldP spid="8" grpId="1" animBg="1"/>
      <p:bldP spid="11" grpId="0" animBg="1"/>
      <p:bldP spid="12" grpId="0" animBg="1"/>
      <p:bldP spid="15" grpId="0" animBg="1"/>
      <p:bldP spid="13" grpId="0" animBg="1"/>
      <p:bldP spid="14" grpId="0" animBg="1"/>
      <p:bldP spid="13" grpId="1" animBg="1"/>
      <p:bldP spid="16" grpId="0" animBg="1"/>
      <p:bldP spid="38" grpId="1" animBg="1"/>
      <p:bldP spid="17" grpId="0" animBg="1"/>
      <p:bldP spid="20" grpId="0" animBg="1"/>
      <p:bldP spid="18" grpId="0" animBg="1"/>
      <p:bldP spid="19" grpId="0" animBg="1"/>
      <p:bldP spid="18" grpId="1" animBg="1"/>
      <p:bldP spid="39" grpId="0" animBg="1"/>
      <p:bldP spid="18" grpId="2" animBg="1"/>
      <p:bldP spid="38" grpId="2" animBg="1"/>
      <p:bldP spid="43" grpId="1" animBg="1"/>
      <p:bldP spid="21" grpId="0" animBg="1"/>
      <p:bldP spid="22" grpId="0" animBg="1"/>
      <p:bldP spid="25" grpId="0" animBg="1"/>
      <p:bldP spid="23" grpId="0" animBg="1"/>
      <p:bldP spid="24" grpId="0" animBg="1"/>
      <p:bldP spid="23" grpId="1" animBg="1"/>
      <p:bldP spid="26" grpId="0" animBg="1"/>
      <p:bldP spid="27" grpId="0" animBg="1"/>
      <p:bldP spid="30" grpId="0" animBg="1"/>
      <p:bldP spid="28" grpId="0" animBg="1"/>
      <p:bldP spid="29" grpId="0" animBg="1"/>
      <p:bldP spid="28" grpId="1" animBg="1"/>
      <p:bldP spid="31" grpId="0" animBg="1"/>
      <p:bldP spid="32" grpId="0" animBg="1"/>
      <p:bldP spid="35" grpId="0" animBg="1"/>
      <p:bldP spid="33" grpId="0" animBg="1"/>
      <p:bldP spid="34" grpId="0" animBg="1"/>
      <p:bldP spid="39" grpId="1" animBg="1"/>
      <p:bldP spid="38" grpId="3" animBg="1"/>
      <p:bldP spid="33" grpId="1" animBg="1"/>
      <p:bldP spid="40" grpId="0" animBg="1"/>
      <p:bldP spid="4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eyebrow"/>
          <p:cNvSpPr txBox="1"/>
          <p:nvPr/>
        </p:nvSpPr>
        <p:spPr>
          <a:xfrm>
            <a:off x="812800" y="520700"/>
            <a:ext cx="9525000" cy="190500"/>
          </a:xfrm>
          <a:prstGeom prst="rect">
            <a:avLst/>
          </a:prstGeom>
          <a:noFill/>
          <a:ln/>
        </p:spPr>
        <p:txBody>
          <a:bodyPr wrap="square" lIns="0" tIns="0" rIns="0" bIns="0" rtlCol="0" anchor="t"/>
          <a:lstStyle/>
          <a:p>
            <a:pPr indent="0" marL="0">
              <a:buNone/>
            </a:pPr>
            <a:r>
              <a:rPr lang="en-US" sz="1100" b="1" spc="300" kern="0" dirty="0">
                <a:solidFill>
                  <a:srgbClr val="FF4F6E"/>
                </a:solidFill>
                <a:latin typeface="Consolas" pitchFamily="34" charset="0"/>
                <a:ea typeface="Consolas" pitchFamily="34" charset="-122"/>
                <a:cs typeface="Consolas" pitchFamily="34" charset="-120"/>
              </a:rPr>
              <a:t>07 / HARDEST TARGET / WHATSAPP</a:t>
            </a:r>
            <a:endParaRPr lang="en-US" sz="1100" dirty="0"/>
          </a:p>
        </p:txBody>
      </p:sp>
      <p:sp>
        <p:nvSpPr>
          <p:cNvPr id="4" name="heading"/>
          <p:cNvSpPr txBox="1"/>
          <p:nvPr/>
        </p:nvSpPr>
        <p:spPr>
          <a:xfrm>
            <a:off x="812800" y="749300"/>
            <a:ext cx="10096500" cy="1016000"/>
          </a:xfrm>
          <a:prstGeom prst="rect">
            <a:avLst/>
          </a:prstGeom>
          <a:noFill/>
          <a:ln/>
        </p:spPr>
        <p:txBody>
          <a:bodyPr wrap="square" lIns="0" tIns="0" rIns="0" bIns="0" rtlCol="0" anchor="t"/>
          <a:lstStyle/>
          <a:p>
            <a:pPr indent="0" marL="0">
              <a:lnSpc>
                <a:spcPct val="95000"/>
              </a:lnSpc>
              <a:buNone/>
            </a:pPr>
            <a:r>
              <a:rPr lang="en-US" sz="3000" b="1" dirty="0">
                <a:solidFill>
                  <a:srgbClr val="E8FBFF"/>
                </a:solidFill>
                <a:effectLst>
                  <a:glow rad="101600">
                    <a:srgbClr val="FF4F6E">
                      <a:alpha val="35000"/>
                    </a:srgbClr>
                  </a:glow>
                </a:effectLst>
                <a:latin typeface="Bahnschrift" pitchFamily="34" charset="0"/>
                <a:ea typeface="Bahnschrift" pitchFamily="34" charset="-122"/>
                <a:cs typeface="Bahnschrift" pitchFamily="34" charset="-120"/>
              </a:rPr>
              <a:t>Target 5 – WhatsApp: the hardest target, so hackers attack the person</a:t>
            </a:r>
            <a:endParaRPr lang="en-US" sz="3000" dirty="0"/>
          </a:p>
        </p:txBody>
      </p:sp>
      <p:sp>
        <p:nvSpPr>
          <p:cNvPr id="5" name="plan"/>
          <p:cNvSpPr/>
          <p:nvPr/>
        </p:nvSpPr>
        <p:spPr>
          <a:xfrm>
            <a:off x="812800" y="1841500"/>
            <a:ext cx="6413500" cy="444500"/>
          </a:xfrm>
          <a:prstGeom prst="roundRect">
            <a:avLst>
              <a:gd name="adj" fmla="val 24686"/>
            </a:avLst>
          </a:prstGeom>
          <a:solidFill>
            <a:srgbClr val="10294A">
              <a:alpha val="70000"/>
            </a:srgbClr>
          </a:solidFill>
          <a:ln w="19050">
            <a:solidFill>
              <a:srgbClr val="FF4F6E"/>
            </a:solidFill>
          </a:ln>
          <a:effectLst>
            <a:outerShdw sx="100000" sy="100000" kx="0" ky="0" algn="bl" rotWithShape="0" blurRad="114300" dist="50800" dir="5400000">
              <a:srgbClr val="FF4F6E">
                <a:alpha val="55000"/>
              </a:srgbClr>
            </a:outerShdw>
          </a:effectLst>
        </p:spPr>
        <p:txBody>
          <a:bodyPr wrap="square" lIns="76200" tIns="76200" rIns="76200" bIns="76200" rtlCol="0" anchor="ctr"/>
          <a:lstStyle/>
          <a:p>
            <a:pPr algn="l" indent="0" marL="0">
              <a:buNone/>
            </a:pPr>
            <a:r>
              <a:rPr lang="en-US" sz="1100" b="1" dirty="0">
                <a:solidFill>
                  <a:srgbClr val="FF4F6E"/>
                </a:solidFill>
                <a:latin typeface="Consolas" pitchFamily="34" charset="0"/>
                <a:ea typeface="Consolas" pitchFamily="34" charset="-122"/>
                <a:cs typeface="Consolas" pitchFamily="34" charset="-120"/>
              </a:rPr>
              <a:t>THE HACKER’S PLAN  </a:t>
            </a:r>
            <a:pPr algn="l" indent="0" marL="0">
              <a:buNone/>
            </a:pPr>
            <a:r>
              <a:rPr lang="en-US" sz="1100" i="1" dirty="0">
                <a:solidFill>
                  <a:srgbClr val="E8FBFF"/>
                </a:solidFill>
                <a:latin typeface="Segoe UI" pitchFamily="34" charset="0"/>
                <a:ea typeface="Segoe UI" pitchFamily="34" charset="-122"/>
                <a:cs typeface="Segoe UI" pitchFamily="34" charset="-120"/>
              </a:rPr>
              <a:t>“I can’t break the encryption, so I break the person: ‘I sent my code to you by mistake, please forward it.’”</a:t>
            </a:r>
            <a:endParaRPr lang="en-US" sz="1100" dirty="0"/>
          </a:p>
        </p:txBody>
      </p:sp>
      <p:sp>
        <p:nvSpPr>
          <p:cNvPr id="6" name="alab"/>
          <p:cNvSpPr txBox="1"/>
          <p:nvPr/>
        </p:nvSpPr>
        <p:spPr>
          <a:xfrm>
            <a:off x="812800" y="2362200"/>
            <a:ext cx="6413500" cy="190500"/>
          </a:xfrm>
          <a:prstGeom prst="rect">
            <a:avLst/>
          </a:prstGeom>
          <a:noFill/>
          <a:ln/>
        </p:spPr>
        <p:txBody>
          <a:bodyPr wrap="square" lIns="0" tIns="0" rIns="0" bIns="0" rtlCol="0" anchor="t"/>
          <a:lstStyle/>
          <a:p>
            <a:pPr algn="l" indent="0" marL="0">
              <a:buNone/>
            </a:pPr>
            <a:r>
              <a:rPr lang="en-US" sz="1150" b="1" spc="300" kern="0" dirty="0">
                <a:solidFill>
                  <a:srgbClr val="FF4F6E"/>
                </a:solidFill>
                <a:latin typeface="Consolas" pitchFamily="34" charset="0"/>
                <a:ea typeface="Consolas" pitchFamily="34" charset="-122"/>
                <a:cs typeface="Consolas" pitchFamily="34" charset="-120"/>
              </a:rPr>
              <a:t>THE ATTACK · HOW I GET IN</a:t>
            </a:r>
            <a:endParaRPr lang="en-US" sz="1150" dirty="0"/>
          </a:p>
        </p:txBody>
      </p:sp>
      <p:sp>
        <p:nvSpPr>
          <p:cNvPr id="7" name="abox0"/>
          <p:cNvSpPr/>
          <p:nvPr/>
        </p:nvSpPr>
        <p:spPr>
          <a:xfrm>
            <a:off x="812800" y="2590800"/>
            <a:ext cx="1968500" cy="1663700"/>
          </a:xfrm>
          <a:prstGeom prst="roundRect">
            <a:avLst>
              <a:gd name="adj" fmla="val 3298"/>
            </a:avLst>
          </a:prstGeom>
          <a:solidFill>
            <a:srgbClr val="10294A">
              <a:alpha val="70000"/>
            </a:srgbClr>
          </a:solidFill>
          <a:ln w="19050">
            <a:solidFill>
              <a:srgbClr val="FF4F6E"/>
            </a:solidFill>
            <a:prstDash val="solid"/>
          </a:ln>
          <a:effectLst>
            <a:outerShdw sx="100000" sy="100000" kx="0" ky="0" algn="bl" rotWithShape="0" blurRad="114300" dist="50800" dir="5400000">
              <a:srgbClr val="FF4F6E">
                <a:alpha val="55000"/>
              </a:srgbClr>
            </a:outerShdw>
          </a:effectLst>
        </p:spPr>
      </p:sp>
      <p:pic>
        <p:nvPicPr>
          <p:cNvPr id="8" name="ashot0" descr="“Rafi” asks for the 6-digit code">    </p:cNvPr>
          <p:cNvPicPr>
            <a:picLocks noChangeAspect="1"/>
          </p:cNvPicPr>
          <p:nvPr/>
        </p:nvPicPr>
        <p:blipFill>
          <a:blip r:embed="rId2"/>
          <a:stretch>
            <a:fillRect/>
          </a:stretch>
        </p:blipFill>
        <p:spPr>
          <a:xfrm>
            <a:off x="1310659" y="2641600"/>
            <a:ext cx="972781" cy="1231900"/>
          </a:xfrm>
          <a:prstGeom prst="rect">
            <a:avLst/>
          </a:prstGeom>
        </p:spPr>
      </p:pic>
      <p:sp>
        <p:nvSpPr>
          <p:cNvPr id="9" name="acap0"/>
          <p:cNvSpPr txBox="1"/>
          <p:nvPr/>
        </p:nvSpPr>
        <p:spPr>
          <a:xfrm>
            <a:off x="876300" y="38989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“Rafi” asks for the 6-digit code</a:t>
            </a:r>
            <a:endParaRPr lang="en-US" sz="1100" dirty="0"/>
          </a:p>
        </p:txBody>
      </p:sp>
      <p:sp>
        <p:nvSpPr>
          <p:cNvPr id="10" name="anum0"/>
          <p:cNvSpPr/>
          <p:nvPr/>
        </p:nvSpPr>
        <p:spPr>
          <a:xfrm>
            <a:off x="863600" y="2641600"/>
            <a:ext cx="254000" cy="254000"/>
          </a:xfrm>
          <a:prstGeom prst="roundRect">
            <a:avLst>
              <a:gd name="adj" fmla="val 180000"/>
            </a:avLst>
          </a:prstGeom>
          <a:solidFill>
            <a:srgbClr val="FF4F6E"/>
          </a:solidFill>
          <a:ln/>
          <a:effectLst>
            <a:outerShdw sx="100000" sy="100000" kx="0" ky="0" algn="bl" rotWithShape="0" blurRad="114300" dist="50800" dir="5400000">
              <a:srgbClr val="FF4F6E">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01</a:t>
            </a:r>
            <a:endParaRPr lang="en-US" sz="1100" dirty="0"/>
          </a:p>
        </p:txBody>
      </p:sp>
      <p:sp>
        <p:nvSpPr>
          <p:cNvPr id="11" name="aarr0"/>
          <p:cNvSpPr/>
          <p:nvPr/>
        </p:nvSpPr>
        <p:spPr>
          <a:xfrm>
            <a:off x="2806700" y="3327400"/>
            <a:ext cx="203200" cy="190500"/>
          </a:xfrm>
          <a:prstGeom prst="rightArrow">
            <a:avLst/>
          </a:prstGeom>
          <a:solidFill>
            <a:srgbClr val="FF4F6E"/>
          </a:solidFill>
          <a:ln/>
          <a:effectLst>
            <a:outerShdw sx="100000" sy="100000" kx="0" ky="0" algn="bl" rotWithShape="0" blurRad="114300" dist="50800" dir="5400000">
              <a:srgbClr val="FF4F6E">
                <a:alpha val="60000"/>
              </a:srgbClr>
            </a:outerShdw>
          </a:effectLst>
        </p:spPr>
      </p:sp>
      <p:sp>
        <p:nvSpPr>
          <p:cNvPr id="12" name="abox1"/>
          <p:cNvSpPr/>
          <p:nvPr/>
        </p:nvSpPr>
        <p:spPr>
          <a:xfrm>
            <a:off x="3035300" y="2590800"/>
            <a:ext cx="1968500" cy="1663700"/>
          </a:xfrm>
          <a:prstGeom prst="roundRect">
            <a:avLst>
              <a:gd name="adj" fmla="val 3298"/>
            </a:avLst>
          </a:prstGeom>
          <a:solidFill>
            <a:srgbClr val="10294A">
              <a:alpha val="70000"/>
            </a:srgbClr>
          </a:solidFill>
          <a:ln w="19050">
            <a:solidFill>
              <a:srgbClr val="FF4F6E"/>
            </a:solidFill>
            <a:prstDash val="solid"/>
          </a:ln>
          <a:effectLst>
            <a:outerShdw sx="100000" sy="100000" kx="0" ky="0" algn="bl" rotWithShape="0" blurRad="114300" dist="50800" dir="5400000">
              <a:srgbClr val="FF4F6E">
                <a:alpha val="55000"/>
              </a:srgbClr>
            </a:outerShdw>
          </a:effectLst>
        </p:spPr>
      </p:sp>
      <p:pic>
        <p:nvPicPr>
          <p:cNvPr id="13" name="ashot1" descr="The code is sent back">    </p:cNvPr>
          <p:cNvPicPr>
            <a:picLocks noChangeAspect="1"/>
          </p:cNvPicPr>
          <p:nvPr/>
        </p:nvPicPr>
        <p:blipFill>
          <a:blip r:embed="rId3"/>
          <a:stretch>
            <a:fillRect/>
          </a:stretch>
        </p:blipFill>
        <p:spPr>
          <a:xfrm>
            <a:off x="3539923" y="2641600"/>
            <a:ext cx="959255" cy="1231900"/>
          </a:xfrm>
          <a:prstGeom prst="rect">
            <a:avLst/>
          </a:prstGeom>
        </p:spPr>
      </p:pic>
      <p:sp>
        <p:nvSpPr>
          <p:cNvPr id="14" name="acap1"/>
          <p:cNvSpPr txBox="1"/>
          <p:nvPr/>
        </p:nvSpPr>
        <p:spPr>
          <a:xfrm>
            <a:off x="3098800" y="38989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The code is sent back</a:t>
            </a:r>
            <a:endParaRPr lang="en-US" sz="1100" dirty="0"/>
          </a:p>
        </p:txBody>
      </p:sp>
      <p:sp>
        <p:nvSpPr>
          <p:cNvPr id="15" name="anum1"/>
          <p:cNvSpPr/>
          <p:nvPr/>
        </p:nvSpPr>
        <p:spPr>
          <a:xfrm>
            <a:off x="3086100" y="2641600"/>
            <a:ext cx="254000" cy="254000"/>
          </a:xfrm>
          <a:prstGeom prst="roundRect">
            <a:avLst>
              <a:gd name="adj" fmla="val 180000"/>
            </a:avLst>
          </a:prstGeom>
          <a:solidFill>
            <a:srgbClr val="FF4F6E"/>
          </a:solidFill>
          <a:ln/>
          <a:effectLst>
            <a:outerShdw sx="100000" sy="100000" kx="0" ky="0" algn="bl" rotWithShape="0" blurRad="114300" dist="50800" dir="5400000">
              <a:srgbClr val="FF4F6E">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02</a:t>
            </a:r>
            <a:endParaRPr lang="en-US" sz="1100" dirty="0"/>
          </a:p>
        </p:txBody>
      </p:sp>
      <p:sp>
        <p:nvSpPr>
          <p:cNvPr id="16" name="aarr1"/>
          <p:cNvSpPr/>
          <p:nvPr/>
        </p:nvSpPr>
        <p:spPr>
          <a:xfrm>
            <a:off x="5029200" y="3327400"/>
            <a:ext cx="203200" cy="190500"/>
          </a:xfrm>
          <a:prstGeom prst="rightArrow">
            <a:avLst/>
          </a:prstGeom>
          <a:solidFill>
            <a:srgbClr val="FF4F6E"/>
          </a:solidFill>
          <a:ln/>
          <a:effectLst>
            <a:outerShdw sx="100000" sy="100000" kx="0" ky="0" algn="bl" rotWithShape="0" blurRad="114300" dist="50800" dir="5400000">
              <a:srgbClr val="FF4F6E">
                <a:alpha val="60000"/>
              </a:srgbClr>
            </a:outerShdw>
          </a:effectLst>
        </p:spPr>
      </p:sp>
      <p:sp>
        <p:nvSpPr>
          <p:cNvPr id="17" name="abox2"/>
          <p:cNvSpPr/>
          <p:nvPr/>
        </p:nvSpPr>
        <p:spPr>
          <a:xfrm>
            <a:off x="5257800" y="2590800"/>
            <a:ext cx="1968500" cy="1663700"/>
          </a:xfrm>
          <a:prstGeom prst="roundRect">
            <a:avLst>
              <a:gd name="adj" fmla="val 3298"/>
            </a:avLst>
          </a:prstGeom>
          <a:solidFill>
            <a:srgbClr val="10294A">
              <a:alpha val="70000"/>
            </a:srgbClr>
          </a:solidFill>
          <a:ln w="19050">
            <a:solidFill>
              <a:srgbClr val="FF4F6E"/>
            </a:solidFill>
            <a:prstDash val="solid"/>
          </a:ln>
          <a:effectLst>
            <a:outerShdw sx="100000" sy="100000" kx="0" ky="0" algn="bl" rotWithShape="0" blurRad="114300" dist="50800" dir="5400000">
              <a:srgbClr val="FF4F6E">
                <a:alpha val="55000"/>
              </a:srgbClr>
            </a:outerShdw>
          </a:effectLst>
        </p:spPr>
      </p:sp>
      <p:pic>
        <p:nvPicPr>
          <p:cNvPr id="18" name="ashot2" descr="No PIN set: WhatsApp moves to his phone">    </p:cNvPr>
          <p:cNvPicPr>
            <a:picLocks noChangeAspect="1"/>
          </p:cNvPicPr>
          <p:nvPr/>
        </p:nvPicPr>
        <p:blipFill>
          <a:blip r:embed="rId4"/>
          <a:stretch>
            <a:fillRect/>
          </a:stretch>
        </p:blipFill>
        <p:spPr>
          <a:xfrm>
            <a:off x="5928238" y="2641600"/>
            <a:ext cx="627625" cy="1231900"/>
          </a:xfrm>
          <a:prstGeom prst="rect">
            <a:avLst/>
          </a:prstGeom>
        </p:spPr>
      </p:pic>
      <p:sp>
        <p:nvSpPr>
          <p:cNvPr id="19" name="acap2"/>
          <p:cNvSpPr txBox="1"/>
          <p:nvPr/>
        </p:nvSpPr>
        <p:spPr>
          <a:xfrm>
            <a:off x="5321300" y="38989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No PIN set: WhatsApp moves to his phone</a:t>
            </a:r>
            <a:endParaRPr lang="en-US" sz="1100" dirty="0"/>
          </a:p>
        </p:txBody>
      </p:sp>
      <p:sp>
        <p:nvSpPr>
          <p:cNvPr id="20" name="anum2"/>
          <p:cNvSpPr/>
          <p:nvPr/>
        </p:nvSpPr>
        <p:spPr>
          <a:xfrm>
            <a:off x="5308600" y="2641600"/>
            <a:ext cx="254000" cy="254000"/>
          </a:xfrm>
          <a:prstGeom prst="roundRect">
            <a:avLst>
              <a:gd name="adj" fmla="val 180000"/>
            </a:avLst>
          </a:prstGeom>
          <a:solidFill>
            <a:srgbClr val="FF4F6E"/>
          </a:solidFill>
          <a:ln/>
          <a:effectLst>
            <a:outerShdw sx="100000" sy="100000" kx="0" ky="0" algn="bl" rotWithShape="0" blurRad="114300" dist="50800" dir="5400000">
              <a:srgbClr val="FF4F6E">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03</a:t>
            </a:r>
            <a:endParaRPr lang="en-US" sz="1100" dirty="0"/>
          </a:p>
        </p:txBody>
      </p:sp>
      <p:sp>
        <p:nvSpPr>
          <p:cNvPr id="21" name="slab"/>
          <p:cNvSpPr txBox="1"/>
          <p:nvPr/>
        </p:nvSpPr>
        <p:spPr>
          <a:xfrm>
            <a:off x="812800" y="4356100"/>
            <a:ext cx="6413500" cy="190500"/>
          </a:xfrm>
          <a:prstGeom prst="rect">
            <a:avLst/>
          </a:prstGeom>
          <a:noFill/>
          <a:ln/>
        </p:spPr>
        <p:txBody>
          <a:bodyPr wrap="square" lIns="0" tIns="0" rIns="0" bIns="0" rtlCol="0" anchor="t"/>
          <a:lstStyle/>
          <a:p>
            <a:pPr algn="l" indent="0" marL="0">
              <a:buNone/>
            </a:pPr>
            <a:r>
              <a:rPr lang="en-US" sz="1150" b="1" spc="300" kern="0" dirty="0">
                <a:solidFill>
                  <a:srgbClr val="3FF0FF"/>
                </a:solidFill>
                <a:latin typeface="Consolas" pitchFamily="34" charset="0"/>
                <a:ea typeface="Consolas" pitchFamily="34" charset="-122"/>
                <a:cs typeface="Consolas" pitchFamily="34" charset="-120"/>
              </a:rPr>
              <a:t>GUARDIANS IN THE WAY · WHAT STOPS ME</a:t>
            </a:r>
            <a:endParaRPr lang="en-US" sz="1150" dirty="0"/>
          </a:p>
        </p:txBody>
      </p:sp>
      <p:sp>
        <p:nvSpPr>
          <p:cNvPr id="22" name="sbox0"/>
          <p:cNvSpPr/>
          <p:nvPr/>
        </p:nvSpPr>
        <p:spPr>
          <a:xfrm>
            <a:off x="812800" y="4584700"/>
            <a:ext cx="1968500" cy="1663700"/>
          </a:xfrm>
          <a:prstGeom prst="roundRect">
            <a:avLst>
              <a:gd name="adj" fmla="val 3298"/>
            </a:avLst>
          </a:prstGeom>
          <a:solidFill>
            <a:srgbClr val="0A1A2E">
              <a:alpha val="70000"/>
            </a:srgbClr>
          </a:solidFill>
          <a:ln w="19050">
            <a:solidFill>
              <a:srgbClr val="3FF0FF"/>
            </a:solidFill>
            <a:prstDash val="solid"/>
          </a:ln>
          <a:effectLst>
            <a:outerShdw sx="100000" sy="100000" kx="0" ky="0" algn="bl" rotWithShape="0" blurRad="114300" dist="50800" dir="5400000">
              <a:srgbClr val="FF4F6E">
                <a:alpha val="55000"/>
              </a:srgbClr>
            </a:outerShdw>
          </a:effectLst>
        </p:spPr>
      </p:sp>
      <p:pic>
        <p:nvPicPr>
          <p:cNvPr id="23" name="sshot0" descr="Set a two-step PIN">    </p:cNvPr>
          <p:cNvPicPr>
            <a:picLocks noChangeAspect="1"/>
          </p:cNvPicPr>
          <p:nvPr/>
        </p:nvPicPr>
        <p:blipFill>
          <a:blip r:embed="rId5"/>
          <a:stretch>
            <a:fillRect/>
          </a:stretch>
        </p:blipFill>
        <p:spPr>
          <a:xfrm>
            <a:off x="1416260" y="4635500"/>
            <a:ext cx="761579" cy="1231900"/>
          </a:xfrm>
          <a:prstGeom prst="rect">
            <a:avLst/>
          </a:prstGeom>
        </p:spPr>
      </p:pic>
      <p:sp>
        <p:nvSpPr>
          <p:cNvPr id="24" name="scap0"/>
          <p:cNvSpPr txBox="1"/>
          <p:nvPr/>
        </p:nvSpPr>
        <p:spPr>
          <a:xfrm>
            <a:off x="876300" y="58928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Set a two-step PIN</a:t>
            </a:r>
            <a:endParaRPr lang="en-US" sz="1100" dirty="0"/>
          </a:p>
        </p:txBody>
      </p:sp>
      <p:sp>
        <p:nvSpPr>
          <p:cNvPr id="25" name="snum0"/>
          <p:cNvSpPr/>
          <p:nvPr/>
        </p:nvSpPr>
        <p:spPr>
          <a:xfrm>
            <a:off x="863600" y="4635500"/>
            <a:ext cx="254000" cy="254000"/>
          </a:xfrm>
          <a:prstGeom prst="roundRect">
            <a:avLst>
              <a:gd name="adj" fmla="val 180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01</a:t>
            </a:r>
            <a:endParaRPr lang="en-US" sz="1100" dirty="0"/>
          </a:p>
        </p:txBody>
      </p:sp>
      <p:sp>
        <p:nvSpPr>
          <p:cNvPr id="26" name="sarr0"/>
          <p:cNvSpPr/>
          <p:nvPr/>
        </p:nvSpPr>
        <p:spPr>
          <a:xfrm>
            <a:off x="2806700" y="5321300"/>
            <a:ext cx="203200" cy="190500"/>
          </a:xfrm>
          <a:prstGeom prst="rightArrow">
            <a:avLst/>
          </a:prstGeom>
          <a:solidFill>
            <a:srgbClr val="3FF0FF"/>
          </a:solidFill>
          <a:ln/>
          <a:effectLst>
            <a:outerShdw sx="100000" sy="100000" kx="0" ky="0" algn="bl" rotWithShape="0" blurRad="114300" dist="50800" dir="5400000">
              <a:srgbClr val="3FF0FF">
                <a:alpha val="60000"/>
              </a:srgbClr>
            </a:outerShdw>
          </a:effectLst>
        </p:spPr>
      </p:sp>
      <p:sp>
        <p:nvSpPr>
          <p:cNvPr id="27" name="sbox1"/>
          <p:cNvSpPr/>
          <p:nvPr/>
        </p:nvSpPr>
        <p:spPr>
          <a:xfrm>
            <a:off x="3035300" y="4584700"/>
            <a:ext cx="1968500" cy="1663700"/>
          </a:xfrm>
          <a:prstGeom prst="roundRect">
            <a:avLst>
              <a:gd name="adj" fmla="val 3298"/>
            </a:avLst>
          </a:prstGeom>
          <a:solidFill>
            <a:srgbClr val="0A1A2E">
              <a:alpha val="70000"/>
            </a:srgbClr>
          </a:solidFill>
          <a:ln w="19050">
            <a:solidFill>
              <a:srgbClr val="3FF0FF"/>
            </a:solidFill>
            <a:prstDash val="solid"/>
          </a:ln>
          <a:effectLst>
            <a:outerShdw sx="100000" sy="100000" kx="0" ky="0" algn="bl" rotWithShape="0" blurRad="114300" dist="50800" dir="5400000">
              <a:srgbClr val="FF4F6E">
                <a:alpha val="55000"/>
              </a:srgbClr>
            </a:outerShdw>
          </a:effectLst>
        </p:spPr>
      </p:sp>
      <p:pic>
        <p:nvPicPr>
          <p:cNvPr id="28" name="sshot1" descr="Never share a code, even with friends">    </p:cNvPr>
          <p:cNvPicPr>
            <a:picLocks noChangeAspect="1"/>
          </p:cNvPicPr>
          <p:nvPr/>
        </p:nvPicPr>
        <p:blipFill>
          <a:blip r:embed="rId6"/>
          <a:stretch>
            <a:fillRect/>
          </a:stretch>
        </p:blipFill>
        <p:spPr>
          <a:xfrm>
            <a:off x="3580612" y="4635500"/>
            <a:ext cx="877876" cy="1231900"/>
          </a:xfrm>
          <a:prstGeom prst="rect">
            <a:avLst/>
          </a:prstGeom>
        </p:spPr>
      </p:pic>
      <p:sp>
        <p:nvSpPr>
          <p:cNvPr id="29" name="scap1"/>
          <p:cNvSpPr txBox="1"/>
          <p:nvPr/>
        </p:nvSpPr>
        <p:spPr>
          <a:xfrm>
            <a:off x="3098800" y="58928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Never share a code, even with friends</a:t>
            </a:r>
            <a:endParaRPr lang="en-US" sz="1100" dirty="0"/>
          </a:p>
        </p:txBody>
      </p:sp>
      <p:sp>
        <p:nvSpPr>
          <p:cNvPr id="30" name="snum1"/>
          <p:cNvSpPr/>
          <p:nvPr/>
        </p:nvSpPr>
        <p:spPr>
          <a:xfrm>
            <a:off x="3086100" y="4635500"/>
            <a:ext cx="254000" cy="254000"/>
          </a:xfrm>
          <a:prstGeom prst="roundRect">
            <a:avLst>
              <a:gd name="adj" fmla="val 180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02</a:t>
            </a:r>
            <a:endParaRPr lang="en-US" sz="1100" dirty="0"/>
          </a:p>
        </p:txBody>
      </p:sp>
      <p:sp>
        <p:nvSpPr>
          <p:cNvPr id="31" name="sarr1"/>
          <p:cNvSpPr/>
          <p:nvPr/>
        </p:nvSpPr>
        <p:spPr>
          <a:xfrm>
            <a:off x="5029200" y="5321300"/>
            <a:ext cx="203200" cy="190500"/>
          </a:xfrm>
          <a:prstGeom prst="rightArrow">
            <a:avLst/>
          </a:prstGeom>
          <a:solidFill>
            <a:srgbClr val="3FF0FF"/>
          </a:solidFill>
          <a:ln/>
          <a:effectLst>
            <a:outerShdw sx="100000" sy="100000" kx="0" ky="0" algn="bl" rotWithShape="0" blurRad="114300" dist="50800" dir="5400000">
              <a:srgbClr val="3FF0FF">
                <a:alpha val="60000"/>
              </a:srgbClr>
            </a:outerShdw>
          </a:effectLst>
        </p:spPr>
      </p:sp>
      <p:sp>
        <p:nvSpPr>
          <p:cNvPr id="32" name="sbox2"/>
          <p:cNvSpPr/>
          <p:nvPr/>
        </p:nvSpPr>
        <p:spPr>
          <a:xfrm>
            <a:off x="5257800" y="4584700"/>
            <a:ext cx="1968500" cy="1663700"/>
          </a:xfrm>
          <a:prstGeom prst="roundRect">
            <a:avLst>
              <a:gd name="adj" fmla="val 3298"/>
            </a:avLst>
          </a:prstGeom>
          <a:solidFill>
            <a:srgbClr val="0A1A2E">
              <a:alpha val="70000"/>
            </a:srgbClr>
          </a:solidFill>
          <a:ln w="19050">
            <a:solidFill>
              <a:srgbClr val="3FF0FF"/>
            </a:solidFill>
            <a:prstDash val="solid"/>
          </a:ln>
          <a:effectLst>
            <a:outerShdw sx="100000" sy="100000" kx="0" ky="0" algn="bl" rotWithShape="0" blurRad="114300" dist="50800" dir="5400000">
              <a:srgbClr val="FF4F6E">
                <a:alpha val="55000"/>
              </a:srgbClr>
            </a:outerShdw>
          </a:effectLst>
        </p:spPr>
      </p:sp>
      <p:pic>
        <p:nvPicPr>
          <p:cNvPr id="33" name="sshot2" descr="Add a passkey + Strict Account Settings">    </p:cNvPr>
          <p:cNvPicPr>
            <a:picLocks noChangeAspect="1"/>
          </p:cNvPicPr>
          <p:nvPr/>
        </p:nvPicPr>
        <p:blipFill>
          <a:blip r:embed="rId7"/>
          <a:stretch>
            <a:fillRect/>
          </a:stretch>
        </p:blipFill>
        <p:spPr>
          <a:xfrm>
            <a:off x="5791649" y="4635500"/>
            <a:ext cx="900802" cy="1231900"/>
          </a:xfrm>
          <a:prstGeom prst="rect">
            <a:avLst/>
          </a:prstGeom>
        </p:spPr>
      </p:pic>
      <p:sp>
        <p:nvSpPr>
          <p:cNvPr id="34" name="scap2"/>
          <p:cNvSpPr txBox="1"/>
          <p:nvPr/>
        </p:nvSpPr>
        <p:spPr>
          <a:xfrm>
            <a:off x="5321300" y="58928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Add a passkey + Strict Account Settings</a:t>
            </a:r>
            <a:endParaRPr lang="en-US" sz="1100" dirty="0"/>
          </a:p>
        </p:txBody>
      </p:sp>
      <p:sp>
        <p:nvSpPr>
          <p:cNvPr id="35" name="snum2"/>
          <p:cNvSpPr/>
          <p:nvPr/>
        </p:nvSpPr>
        <p:spPr>
          <a:xfrm>
            <a:off x="5308600" y="4635500"/>
            <a:ext cx="254000" cy="254000"/>
          </a:xfrm>
          <a:prstGeom prst="roundRect">
            <a:avLst>
              <a:gd name="adj" fmla="val 180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03</a:t>
            </a:r>
            <a:endParaRPr lang="en-US" sz="1100" dirty="0"/>
          </a:p>
        </p:txBody>
      </p:sp>
      <p:sp>
        <p:nvSpPr>
          <p:cNvPr id="36" name="tmlab"/>
          <p:cNvSpPr txBox="1"/>
          <p:nvPr/>
        </p:nvSpPr>
        <p:spPr>
          <a:xfrm>
            <a:off x="7734300" y="1892300"/>
            <a:ext cx="3644900" cy="190500"/>
          </a:xfrm>
          <a:prstGeom prst="rect">
            <a:avLst/>
          </a:prstGeom>
          <a:noFill/>
          <a:ln/>
        </p:spPr>
        <p:txBody>
          <a:bodyPr wrap="square" lIns="0" tIns="0" rIns="0" bIns="0" rtlCol="0" anchor="t"/>
          <a:lstStyle/>
          <a:p>
            <a:pPr algn="ctr" indent="0" marL="0">
              <a:buNone/>
            </a:pPr>
            <a:r>
              <a:rPr lang="en-US" sz="1150" b="1" spc="300" kern="0" dirty="0">
                <a:solidFill>
                  <a:srgbClr val="FF4F6E"/>
                </a:solidFill>
                <a:latin typeface="Consolas" pitchFamily="34" charset="0"/>
                <a:ea typeface="Consolas" pitchFamily="34" charset="-122"/>
                <a:cs typeface="Consolas" pitchFamily="34" charset="-120"/>
              </a:rPr>
              <a:t>THREAT LEVEL</a:t>
            </a:r>
            <a:endParaRPr lang="en-US" sz="1150" dirty="0"/>
          </a:p>
        </p:txBody>
      </p:sp>
      <p:pic>
        <p:nvPicPr>
          <p:cNvPr id="37" name="gauge" descr="Threat level gauge">    </p:cNvPr>
          <p:cNvPicPr>
            <a:picLocks noChangeAspect="1"/>
          </p:cNvPicPr>
          <p:nvPr/>
        </p:nvPicPr>
        <p:blipFill>
          <a:blip r:embed="rId8"/>
          <a:stretch>
            <a:fillRect/>
          </a:stretch>
        </p:blipFill>
        <p:spPr>
          <a:xfrm>
            <a:off x="8350250" y="2133600"/>
            <a:ext cx="2413000" cy="1397000"/>
          </a:xfrm>
          <a:prstGeom prst="rect">
            <a:avLst/>
          </a:prstGeom>
        </p:spPr>
      </p:pic>
      <p:pic>
        <p:nvPicPr>
          <p:cNvPr id="38" name="needle" descr="/tmp/claude-0/-home-user-bangladesh-crime-monitor/cb82e52d-05bf-5acf-9e17-5b7416beecee/scratchpad/animppt/holo/needle.png">    </p:cNvPr>
          <p:cNvPicPr>
            <a:picLocks noChangeAspect="1"/>
          </p:cNvPicPr>
          <p:nvPr/>
        </p:nvPicPr>
        <p:blipFill>
          <a:blip r:embed="rId9"/>
          <a:stretch>
            <a:fillRect/>
          </a:stretch>
        </p:blipFill>
        <p:spPr>
          <a:xfrm>
            <a:off x="8477250" y="2324100"/>
            <a:ext cx="2159000" cy="2159000"/>
          </a:xfrm>
          <a:prstGeom prst="rect">
            <a:avLst/>
          </a:prstGeom>
        </p:spPr>
      </p:pic>
      <p:sp>
        <p:nvSpPr>
          <p:cNvPr id="39" name="tmBad"/>
          <p:cNvSpPr txBox="1"/>
          <p:nvPr/>
        </p:nvSpPr>
        <p:spPr>
          <a:xfrm>
            <a:off x="7734300" y="3556000"/>
            <a:ext cx="3644900" cy="254000"/>
          </a:xfrm>
          <a:prstGeom prst="rect">
            <a:avLst/>
          </a:prstGeom>
          <a:noFill/>
          <a:ln/>
        </p:spPr>
        <p:txBody>
          <a:bodyPr wrap="square" lIns="0" tIns="0" rIns="0" bIns="0" rtlCol="0" anchor="t"/>
          <a:lstStyle/>
          <a:p>
            <a:pPr algn="ctr" indent="0" marL="0">
              <a:buNone/>
            </a:pPr>
            <a:r>
              <a:rPr lang="en-US" sz="1300" b="1" dirty="0">
                <a:solidFill>
                  <a:srgbClr val="FF4F6E"/>
                </a:solidFill>
                <a:latin typeface="Segoe UI" pitchFamily="34" charset="0"/>
                <a:ea typeface="Segoe UI" pitchFamily="34" charset="-122"/>
                <a:cs typeface="Segoe UI" pitchFamily="34" charset="-120"/>
              </a:rPr>
              <a:t>NO GUARDIANS: CRITICAL</a:t>
            </a:r>
            <a:endParaRPr lang="en-US" sz="1300" dirty="0"/>
          </a:p>
        </p:txBody>
      </p:sp>
      <p:sp>
        <p:nvSpPr>
          <p:cNvPr id="40" name="tmGood"/>
          <p:cNvSpPr txBox="1"/>
          <p:nvPr/>
        </p:nvSpPr>
        <p:spPr>
          <a:xfrm>
            <a:off x="7734300" y="3556000"/>
            <a:ext cx="3644900" cy="254000"/>
          </a:xfrm>
          <a:prstGeom prst="rect">
            <a:avLst/>
          </a:prstGeom>
          <a:noFill/>
          <a:ln/>
        </p:spPr>
        <p:txBody>
          <a:bodyPr wrap="square" lIns="0" tIns="0" rIns="0" bIns="0" rtlCol="0" anchor="t"/>
          <a:lstStyle/>
          <a:p>
            <a:pPr algn="ctr" indent="0" marL="0">
              <a:buNone/>
            </a:pPr>
            <a:r>
              <a:rPr lang="en-US" sz="1300" b="1" dirty="0">
                <a:solidFill>
                  <a:srgbClr val="3FF0FF"/>
                </a:solidFill>
                <a:latin typeface="Segoe UI" pitchFamily="34" charset="0"/>
                <a:ea typeface="Segoe UI" pitchFamily="34" charset="-122"/>
                <a:cs typeface="Segoe UI" pitchFamily="34" charset="-120"/>
              </a:rPr>
              <a:t>WITH GUARDIANS: 20/25 · HARD TARGET</a:t>
            </a:r>
            <a:endParaRPr lang="en-US" sz="1300" dirty="0"/>
          </a:p>
        </p:txBody>
      </p:sp>
      <p:sp>
        <p:nvSpPr>
          <p:cNvPr id="41" name="rdlab"/>
          <p:cNvSpPr txBox="1"/>
          <p:nvPr/>
        </p:nvSpPr>
        <p:spPr>
          <a:xfrm>
            <a:off x="7734300" y="3873500"/>
            <a:ext cx="3644900" cy="190500"/>
          </a:xfrm>
          <a:prstGeom prst="rect">
            <a:avLst/>
          </a:prstGeom>
          <a:noFill/>
          <a:ln/>
        </p:spPr>
        <p:txBody>
          <a:bodyPr wrap="square" lIns="0" tIns="0" rIns="0" bIns="0" rtlCol="0" anchor="t"/>
          <a:lstStyle/>
          <a:p>
            <a:pPr algn="ctr" indent="0" marL="0">
              <a:buNone/>
            </a:pPr>
            <a:r>
              <a:rPr lang="en-US" sz="1150" b="1" spc="300" kern="0" dirty="0">
                <a:solidFill>
                  <a:srgbClr val="FF4F6E"/>
                </a:solidFill>
                <a:latin typeface="Consolas" pitchFamily="34" charset="0"/>
                <a:ea typeface="Consolas" pitchFamily="34" charset="-122"/>
                <a:cs typeface="Consolas" pitchFamily="34" charset="-120"/>
              </a:rPr>
              <a:t>GUARDIAN RADAR · 20 / 25</a:t>
            </a:r>
            <a:endParaRPr lang="en-US" sz="1150" dirty="0"/>
          </a:p>
        </p:txBody>
      </p:sp>
      <p:pic>
        <p:nvPicPr>
          <p:cNvPr id="42" name="rgrid" descr="Security radar">    </p:cNvPr>
          <p:cNvPicPr>
            <a:picLocks noChangeAspect="1"/>
          </p:cNvPicPr>
          <p:nvPr/>
        </p:nvPicPr>
        <p:blipFill>
          <a:blip r:embed="rId10"/>
          <a:stretch>
            <a:fillRect/>
          </a:stretch>
        </p:blipFill>
        <p:spPr>
          <a:xfrm>
            <a:off x="8413750" y="4064000"/>
            <a:ext cx="2286000" cy="1778000"/>
          </a:xfrm>
          <a:prstGeom prst="rect">
            <a:avLst/>
          </a:prstGeom>
        </p:spPr>
      </p:pic>
      <p:pic>
        <p:nvPicPr>
          <p:cNvPr id="43" name="rshape" descr="/tmp/claude-0/-home-user-bangladesh-crime-monitor/cb82e52d-05bf-5acf-9e17-5b7416beecee/scratchpad/animppt/holo/radar_shape_door-wa.png">    </p:cNvPr>
          <p:cNvPicPr>
            <a:picLocks noChangeAspect="1"/>
          </p:cNvPicPr>
          <p:nvPr/>
        </p:nvPicPr>
        <p:blipFill>
          <a:blip r:embed="rId11"/>
          <a:stretch>
            <a:fillRect/>
          </a:stretch>
        </p:blipFill>
        <p:spPr>
          <a:xfrm>
            <a:off x="8413750" y="4064000"/>
            <a:ext cx="2286000" cy="1778000"/>
          </a:xfrm>
          <a:prstGeom prst="rect">
            <a:avLst/>
          </a:prstGeom>
        </p:spPr>
      </p:pic>
      <p:sp>
        <p:nvSpPr>
          <p:cNvPr id="44" name="fix"/>
          <p:cNvSpPr/>
          <p:nvPr/>
        </p:nvSpPr>
        <p:spPr>
          <a:xfrm>
            <a:off x="7734300" y="5816600"/>
            <a:ext cx="3644900" cy="520700"/>
          </a:xfrm>
          <a:prstGeom prst="roundRect">
            <a:avLst>
              <a:gd name="adj" fmla="val 21073"/>
            </a:avLst>
          </a:prstGeom>
          <a:solidFill>
            <a:srgbClr val="3FF0FF"/>
          </a:solidFill>
          <a:ln/>
          <a:effectLst>
            <a:outerShdw sx="100000" sy="100000" kx="0" ky="0" algn="bl" rotWithShape="0" blurRad="114300" dist="50800" dir="5400000">
              <a:srgbClr val="3FF0FF">
                <a:alpha val="45000"/>
              </a:srgbClr>
            </a:outerShdw>
          </a:effectLst>
        </p:spPr>
        <p:txBody>
          <a:bodyPr wrap="square" lIns="63500" tIns="63500" rIns="63500" bIns="63500" rtlCol="0" anchor="ctr"/>
          <a:lstStyle/>
          <a:p>
            <a:pPr algn="l" indent="0" marL="0">
              <a:buNone/>
            </a:pPr>
            <a:r>
              <a:rPr lang="en-US" sz="1100" b="1" dirty="0">
                <a:solidFill>
                  <a:srgbClr val="06101E"/>
                </a:solidFill>
                <a:latin typeface="Segoe UI" pitchFamily="34" charset="0"/>
                <a:ea typeface="Segoe UI" pitchFamily="34" charset="-122"/>
                <a:cs typeface="Segoe UI" pitchFamily="34" charset="-120"/>
              </a:rPr>
              <a:t>Guardian to add: </a:t>
            </a:r>
            <a:pPr algn="l" indent="0" marL="0">
              <a:buNone/>
            </a:pPr>
            <a:r>
              <a:rPr lang="en-US" sz="1100" dirty="0">
                <a:solidFill>
                  <a:srgbClr val="06101E"/>
                </a:solidFill>
                <a:latin typeface="Segoe UI" pitchFamily="34" charset="0"/>
                <a:ea typeface="Segoe UI" pitchFamily="34" charset="-122"/>
                <a:cs typeface="Segoe UI" pitchFamily="34" charset="-120"/>
              </a:rPr>
              <a:t>a Bangla warning whenever a code is requested, and a two-step PIN for every new account</a:t>
            </a:r>
            <a:endParaRPr lang="en-US" sz="1100" dirty="0"/>
          </a:p>
        </p:txBody>
      </p:sp>
      <p:pic>
        <p:nvPicPr>
          <p:cNvPr id="45" name="hud" descr="/tmp/claude-0/-home-user-bangladesh-crime-monitor/cb82e52d-05bf-5acf-9e17-5b7416beecee/scratchpad/animppt/holo/hacker/hud.png">    </p:cNvPr>
          <p:cNvPicPr>
            <a:picLocks noChangeAspect="1"/>
          </p:cNvPicPr>
          <p:nvPr/>
        </p:nvPicPr>
        <p:blipFill>
          <a:blip r:embed="rId12"/>
          <a:stretch>
            <a:fillRect/>
          </a:stretch>
        </p:blipFill>
        <p:spPr>
          <a:xfrm>
            <a:off x="0" y="0"/>
            <a:ext cx="12191695" cy="6858000"/>
          </a:xfrm>
          <a:prstGeom prst="rect">
            <a:avLst/>
          </a:prstGeom>
        </p:spPr>
      </p:pic>
      <p:pic>
        <p:nvPicPr>
          <p:cNvPr id="46" name="hudring" descr="/tmp/claude-0/-home-user-bangladesh-crime-monitor/cb82e52d-05bf-5acf-9e17-5b7416beecee/scratchpad/animppt/holo/hacker/ring.png">    </p:cNvPr>
          <p:cNvPicPr>
            <a:picLocks noChangeAspect="1"/>
          </p:cNvPicPr>
          <p:nvPr/>
        </p:nvPicPr>
        <p:blipFill>
          <a:blip r:embed="rId13"/>
          <a:stretch>
            <a:fillRect/>
          </a:stretch>
        </p:blipFill>
        <p:spPr>
          <a:xfrm>
            <a:off x="11125200" y="152400"/>
            <a:ext cx="952500" cy="952500"/>
          </a:xfrm>
          <a:prstGeom prst="rect">
            <a:avLst/>
          </a:prstGeom>
        </p:spPr>
      </p:pic>
      <p:pic>
        <p:nvPicPr>
          <p:cNvPr id="47" name="scanbar" descr="/tmp/claude-0/-home-user-bangladesh-crime-monitor/cb82e52d-05bf-5acf-9e17-5b7416beecee/scratchpad/animppt/holo/hacker/scan.png">    </p:cNvPr>
          <p:cNvPicPr>
            <a:picLocks noChangeAspect="1"/>
          </p:cNvPicPr>
          <p:nvPr/>
        </p:nvPicPr>
        <p:blipFill>
          <a:blip r:embed="rId14"/>
          <a:stretch>
            <a:fillRect/>
          </a:stretch>
        </p:blipFill>
        <p:spPr>
          <a:xfrm>
            <a:off x="0" y="0"/>
            <a:ext cx="12191695" cy="381000"/>
          </a:xfrm>
          <a:prstGeom prst="rect">
            <a:avLst/>
          </a:prstGeom>
        </p:spPr>
      </p:pic>
    </p:spTree>
  </p:cSld>
  <p:clrMapOvr>
    <a:masterClrMapping/>
  </p:clrMapOvr>
  <p:transition spd="med">
    <p:push dir="u"/>
  </p:transition>
  <p:timing>
    <p:tnLst>
      <p:par>
        <p:cTn id="1" dur="indefinite" restart="never" nodeType="tmRoot">
          <p:childTnLst>
            <p:seq concurrent="1" nextAc="seek">
              <p:cTn id="2" dur="indefinite" nodeType="mainSeq">
                <p:childTnLst>
                  <p:par>
                    <p:cTn id="215" fill="hold">
                      <p:stCondLst>
                        <p:cond delay="indefinite"/>
                        <p:cond evt="onBegin" delay="0">
                          <p:tn val="2"/>
                        </p:cond>
                      </p:stCondLst>
                      <p:childTnLst>
                        <p:par>
                          <p:cTn id="216" fill="hold">
                            <p:stCondLst>
                              <p:cond delay="0"/>
                            </p:stCondLst>
                            <p:childTnLst>
                              <p:par>
                                <p:cTn id="6" presetID="22" presetClass="entr" presetSubtype="1"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wipe(down)">
                                      <p:cBhvr>
                                        <p:cTn id="4" dur="400"/>
                                        <p:tgtEl>
                                          <p:spTgt spid="3"/>
                                        </p:tgtEl>
                                      </p:cBhvr>
                                    </p:animEffect>
                                    <p:animEffect transition="in" filter="fade">
                                      <p:cBhvr>
                                        <p:cTn id="5" dur="400"/>
                                        <p:tgtEl>
                                          <p:spTgt spid="3"/>
                                        </p:tgtEl>
                                      </p:cBhvr>
                                    </p:animEffect>
                                  </p:childTnLst>
                                </p:cTn>
                              </p:par>
                              <p:par>
                                <p:cTn id="9" presetID="10" presetClass="entr" presetSubtype="0" fill="hold" grpId="0" nodeType="withEffect">
                                  <p:stCondLst>
                                    <p:cond delay="0"/>
                                  </p:stCondLst>
                                  <p:childTnLst>
                                    <p:set>
                                      <p:cBhvr>
                                        <p:cTn id="7" dur="1" fill="hold">
                                          <p:stCondLst>
                                            <p:cond delay="0"/>
                                          </p:stCondLst>
                                        </p:cTn>
                                        <p:tgtEl>
                                          <p:spTgt spid="45"/>
                                        </p:tgtEl>
                                        <p:attrNameLst>
                                          <p:attrName>style.visibility</p:attrName>
                                        </p:attrNameLst>
                                      </p:cBhvr>
                                      <p:to>
                                        <p:strVal val="visible"/>
                                      </p:to>
                                    </p:set>
                                    <p:animEffect transition="in" filter="fade">
                                      <p:cBhvr>
                                        <p:cTn id="8" dur="500"/>
                                        <p:tgtEl>
                                          <p:spTgt spid="45"/>
                                        </p:tgtEl>
                                      </p:cBhvr>
                                    </p:animEffect>
                                  </p:childTnLst>
                                </p:cTn>
                              </p:par>
                              <p:par>
                                <p:cTn id="12" presetID="10" presetClass="entr" presetSubtype="0" fill="hold" grpId="0" nodeType="with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fade">
                                      <p:cBhvr>
                                        <p:cTn id="11" dur="500"/>
                                        <p:tgtEl>
                                          <p:spTgt spid="46"/>
                                        </p:tgtEl>
                                      </p:cBhvr>
                                    </p:animEffect>
                                  </p:childTnLst>
                                </p:cTn>
                              </p:par>
                              <p:par>
                                <p:cTn id="16" presetID="22" presetClass="entr" presetSubtype="1" fill="hold" grpId="0" nodeType="withEffect">
                                  <p:stCondLst>
                                    <p:cond delay="10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600"/>
                                        <p:tgtEl>
                                          <p:spTgt spid="4"/>
                                        </p:tgtEl>
                                      </p:cBhvr>
                                    </p:animEffect>
                                    <p:animEffect transition="in" filter="fade">
                                      <p:cBhvr>
                                        <p:cTn id="15" dur="600"/>
                                        <p:tgtEl>
                                          <p:spTgt spid="4"/>
                                        </p:tgtEl>
                                      </p:cBhvr>
                                    </p:animEffect>
                                  </p:childTnLst>
                                </p:cTn>
                              </p:par>
                              <p:par>
                                <p:cTn id="18" presetID="0" presetClass="path" presetSubtype="0" fill="hold" grpId="0" nodeType="withEffect" repeatCount="indefinite">
                                  <p:stCondLst>
                                    <p:cond delay="300"/>
                                  </p:stCondLst>
                                  <p:childTnLst>
                                    <p:animMotion origin="layout" path="M 0 0 L 0 1 E" pathEditMode="relative" ptsTypes="AA">
                                      <p:cBhvr>
                                        <p:cTn id="17" dur="5200" fill="hold"/>
                                        <p:tgtEl>
                                          <p:spTgt spid="47"/>
                                        </p:tgtEl>
                                        <p:attrNameLst>
                                          <p:attrName>ppt_x</p:attrName>
                                          <p:attrName>ppt_y</p:attrName>
                                        </p:attrNameLst>
                                      </p:cBhvr>
                                    </p:animMotion>
                                  </p:childTnLst>
                                </p:cTn>
                              </p:par>
                              <p:par>
                                <p:cTn id="22" presetID="22" presetClass="entr" presetSubtype="1" fill="hold" grpId="0" nodeType="withEffect">
                                  <p:stCondLst>
                                    <p:cond delay="500"/>
                                  </p:stCondLst>
                                  <p:childTnLst>
                                    <p:set>
                                      <p:cBhvr>
                                        <p:cTn id="19" dur="1" fill="hold">
                                          <p:stCondLst>
                                            <p:cond delay="0"/>
                                          </p:stCondLst>
                                        </p:cTn>
                                        <p:tgtEl>
                                          <p:spTgt spid="5"/>
                                        </p:tgtEl>
                                        <p:attrNameLst>
                                          <p:attrName>style.visibility</p:attrName>
                                        </p:attrNameLst>
                                      </p:cBhvr>
                                      <p:to>
                                        <p:strVal val="visible"/>
                                      </p:to>
                                    </p:set>
                                    <p:animEffect transition="in" filter="wipe(down)">
                                      <p:cBhvr>
                                        <p:cTn id="20" dur="500"/>
                                        <p:tgtEl>
                                          <p:spTgt spid="5"/>
                                        </p:tgtEl>
                                      </p:cBhvr>
                                    </p:animEffect>
                                    <p:animEffect transition="in" filter="fade">
                                      <p:cBhvr>
                                        <p:cTn id="21" dur="500"/>
                                        <p:tgtEl>
                                          <p:spTgt spid="5"/>
                                        </p:tgtEl>
                                      </p:cBhvr>
                                    </p:animEffect>
                                  </p:childTnLst>
                                </p:cTn>
                              </p:par>
                              <p:par>
                                <p:cTn id="24" presetID="8" presetClass="emph" presetSubtype="0" fill="hold" grpId="1" nodeType="withEffect" repeatCount="indefinite">
                                  <p:stCondLst>
                                    <p:cond delay="500"/>
                                  </p:stCondLst>
                                  <p:childTnLst>
                                    <p:animRot by="21600000">
                                      <p:cBhvr>
                                        <p:cTn id="23" dur="16000" fill="hold"/>
                                        <p:tgtEl>
                                          <p:spTgt spid="46"/>
                                        </p:tgtEl>
                                        <p:attrNameLst>
                                          <p:attrName>r</p:attrName>
                                        </p:attrNameLst>
                                      </p:cBhvr>
                                    </p:animRot>
                                  </p:childTnLst>
                                </p:cTn>
                              </p:par>
                              <p:par>
                                <p:cTn id="28" presetID="22" presetClass="entr" presetSubtype="1" fill="hold" grpId="0" nodeType="withEffect">
                                  <p:stCondLst>
                                    <p:cond delay="600"/>
                                  </p:stCondLst>
                                  <p:childTnLst>
                                    <p:set>
                                      <p:cBhvr>
                                        <p:cTn id="25" dur="1" fill="hold">
                                          <p:stCondLst>
                                            <p:cond delay="0"/>
                                          </p:stCondLst>
                                        </p:cTn>
                                        <p:tgtEl>
                                          <p:spTgt spid="36"/>
                                        </p:tgtEl>
                                        <p:attrNameLst>
                                          <p:attrName>style.visibility</p:attrName>
                                        </p:attrNameLst>
                                      </p:cBhvr>
                                      <p:to>
                                        <p:strVal val="visible"/>
                                      </p:to>
                                    </p:set>
                                    <p:animEffect transition="in" filter="wipe(down)">
                                      <p:cBhvr>
                                        <p:cTn id="26" dur="450"/>
                                        <p:tgtEl>
                                          <p:spTgt spid="36"/>
                                        </p:tgtEl>
                                      </p:cBhvr>
                                    </p:animEffect>
                                    <p:animEffect transition="in" filter="fade">
                                      <p:cBhvr>
                                        <p:cTn id="27" dur="450"/>
                                        <p:tgtEl>
                                          <p:spTgt spid="36"/>
                                        </p:tgtEl>
                                      </p:cBhvr>
                                    </p:animEffect>
                                  </p:childTnLst>
                                </p:cTn>
                              </p:par>
                              <p:par>
                                <p:cTn id="32" presetID="22" presetClass="entr" presetSubtype="1" fill="hold" grpId="0" nodeType="withEffect">
                                  <p:stCondLst>
                                    <p:cond delay="700"/>
                                  </p:stCondLst>
                                  <p:childTnLst>
                                    <p:set>
                                      <p:cBhvr>
                                        <p:cTn id="29" dur="1" fill="hold">
                                          <p:stCondLst>
                                            <p:cond delay="0"/>
                                          </p:stCondLst>
                                        </p:cTn>
                                        <p:tgtEl>
                                          <p:spTgt spid="37"/>
                                        </p:tgtEl>
                                        <p:attrNameLst>
                                          <p:attrName>style.visibility</p:attrName>
                                        </p:attrNameLst>
                                      </p:cBhvr>
                                      <p:to>
                                        <p:strVal val="visible"/>
                                      </p:to>
                                    </p:set>
                                    <p:animEffect transition="in" filter="wipe(down)">
                                      <p:cBhvr>
                                        <p:cTn id="30" dur="600"/>
                                        <p:tgtEl>
                                          <p:spTgt spid="37"/>
                                        </p:tgtEl>
                                      </p:cBhvr>
                                    </p:animEffect>
                                    <p:animEffect transition="in" filter="fade">
                                      <p:cBhvr>
                                        <p:cTn id="31" dur="600"/>
                                        <p:tgtEl>
                                          <p:spTgt spid="37"/>
                                        </p:tgtEl>
                                      </p:cBhvr>
                                    </p:animEffect>
                                  </p:childTnLst>
                                </p:cTn>
                              </p:par>
                              <p:par>
                                <p:cTn id="34" presetID="0" presetClass="path" presetSubtype="0" fill="hold" grpId="1" nodeType="withEffect" autoRev="1" repeatCount="3000">
                                  <p:stCondLst>
                                    <p:cond delay="750"/>
                                  </p:stCondLst>
                                  <p:childTnLst>
                                    <p:animMotion origin="layout" path="M 0 0 L 0.008 0 E" pathEditMode="relative" ptsTypes="AA">
                                      <p:cBhvr>
                                        <p:cTn id="33" dur="45" fill="hold"/>
                                        <p:tgtEl>
                                          <p:spTgt spid="4"/>
                                        </p:tgtEl>
                                        <p:attrNameLst>
                                          <p:attrName>ppt_x</p:attrName>
                                          <p:attrName>ppt_y</p:attrName>
                                        </p:attrNameLst>
                                      </p:cBhvr>
                                    </p:animMotion>
                                  </p:childTnLst>
                                </p:cTn>
                              </p:par>
                              <p:par>
                                <p:cTn id="38" presetID="22" presetClass="entr" presetSubtype="1" fill="hold" grpId="0" nodeType="withEffect">
                                  <p:stCondLst>
                                    <p:cond delay="1000"/>
                                  </p:stCondLst>
                                  <p:childTnLst>
                                    <p:set>
                                      <p:cBhvr>
                                        <p:cTn id="35" dur="1" fill="hold">
                                          <p:stCondLst>
                                            <p:cond delay="0"/>
                                          </p:stCondLst>
                                        </p:cTn>
                                        <p:tgtEl>
                                          <p:spTgt spid="6"/>
                                        </p:tgtEl>
                                        <p:attrNameLst>
                                          <p:attrName>style.visibility</p:attrName>
                                        </p:attrNameLst>
                                      </p:cBhvr>
                                      <p:to>
                                        <p:strVal val="visible"/>
                                      </p:to>
                                    </p:set>
                                    <p:animEffect transition="in" filter="wipe(down)">
                                      <p:cBhvr>
                                        <p:cTn id="36" dur="450"/>
                                        <p:tgtEl>
                                          <p:spTgt spid="6"/>
                                        </p:tgtEl>
                                      </p:cBhvr>
                                    </p:animEffect>
                                    <p:animEffect transition="in" filter="fade">
                                      <p:cBhvr>
                                        <p:cTn id="37" dur="450"/>
                                        <p:tgtEl>
                                          <p:spTgt spid="6"/>
                                        </p:tgtEl>
                                      </p:cBhvr>
                                    </p:animEffect>
                                  </p:childTnLst>
                                </p:cTn>
                              </p:par>
                              <p:par>
                                <p:cTn id="43" presetID="53" presetClass="entr" presetSubtype="16" fill="hold" grpId="0" nodeType="withEffect">
                                  <p:stCondLst>
                                    <p:cond delay="1000"/>
                                  </p:stCondLst>
                                  <p:childTnLst>
                                    <p:set>
                                      <p:cBhvr>
                                        <p:cTn id="39" dur="1" fill="hold">
                                          <p:stCondLst>
                                            <p:cond delay="0"/>
                                          </p:stCondLst>
                                        </p:cTn>
                                        <p:tgtEl>
                                          <p:spTgt spid="38"/>
                                        </p:tgtEl>
                                        <p:attrNameLst>
                                          <p:attrName>style.visibility</p:attrName>
                                        </p:attrNameLst>
                                      </p:cBhvr>
                                      <p:to>
                                        <p:strVal val="visible"/>
                                      </p:to>
                                    </p:set>
                                    <p:anim calcmode="lin" valueType="num">
                                      <p:cBhvr additive="base">
                                        <p:cTn id="40" dur="400" fill="hold"/>
                                        <p:tgtEl>
                                          <p:spTgt spid="38"/>
                                        </p:tgtEl>
                                        <p:attrNameLst>
                                          <p:attrName>ppt_w</p:attrName>
                                        </p:attrNameLst>
                                      </p:cBhvr>
                                      <p:tavLst>
                                        <p:tav tm="0">
                                          <p:val>
                                            <p:strVal val="0"/>
                                          </p:val>
                                        </p:tav>
                                        <p:tav tm="100000">
                                          <p:val>
                                            <p:strVal val="#ppt_w"/>
                                          </p:val>
                                        </p:tav>
                                      </p:tavLst>
                                    </p:anim>
                                    <p:anim calcmode="lin" valueType="num">
                                      <p:cBhvr additive="base">
                                        <p:cTn id="41" dur="400" fill="hold"/>
                                        <p:tgtEl>
                                          <p:spTgt spid="38"/>
                                        </p:tgtEl>
                                        <p:attrNameLst>
                                          <p:attrName>ppt_h</p:attrName>
                                        </p:attrNameLst>
                                      </p:cBhvr>
                                      <p:tavLst>
                                        <p:tav tm="0">
                                          <p:val>
                                            <p:strVal val="0"/>
                                          </p:val>
                                        </p:tav>
                                        <p:tav tm="100000">
                                          <p:val>
                                            <p:strVal val="#ppt_h"/>
                                          </p:val>
                                        </p:tav>
                                      </p:tavLst>
                                    </p:anim>
                                    <p:animEffect transition="in" filter="fade">
                                      <p:cBhvr>
                                        <p:cTn id="42" dur="400"/>
                                        <p:tgtEl>
                                          <p:spTgt spid="38"/>
                                        </p:tgtEl>
                                      </p:cBhvr>
                                    </p:animEffect>
                                  </p:childTnLst>
                                </p:cTn>
                              </p:par>
                              <p:par>
                                <p:cTn id="45" presetID="0" presetClass="path" presetSubtype="0" fill="hold" grpId="1" nodeType="withEffect" autoRev="1" repeatCount="3000">
                                  <p:stCondLst>
                                    <p:cond delay="1050"/>
                                  </p:stCondLst>
                                  <p:childTnLst>
                                    <p:animMotion origin="layout" path="M 0 0 L 0.008 0 E" pathEditMode="relative" ptsTypes="AA">
                                      <p:cBhvr>
                                        <p:cTn id="44" dur="40" fill="hold"/>
                                        <p:tgtEl>
                                          <p:spTgt spid="5"/>
                                        </p:tgtEl>
                                        <p:attrNameLst>
                                          <p:attrName>ppt_x</p:attrName>
                                          <p:attrName>ppt_y</p:attrName>
                                        </p:attrNameLst>
                                      </p:cBhvr>
                                    </p:animMotion>
                                  </p:childTnLst>
                                </p:cTn>
                              </p:par>
                              <p:par>
                                <p:cTn id="49" presetID="22" presetClass="entr" presetSubtype="1" fill="hold" grpId="0" nodeType="withEffect">
                                  <p:stCondLst>
                                    <p:cond delay="1200"/>
                                  </p:stCondLst>
                                  <p:childTnLst>
                                    <p:set>
                                      <p:cBhvr>
                                        <p:cTn id="46" dur="1" fill="hold">
                                          <p:stCondLst>
                                            <p:cond delay="0"/>
                                          </p:stCondLst>
                                        </p:cTn>
                                        <p:tgtEl>
                                          <p:spTgt spid="41"/>
                                        </p:tgtEl>
                                        <p:attrNameLst>
                                          <p:attrName>style.visibility</p:attrName>
                                        </p:attrNameLst>
                                      </p:cBhvr>
                                      <p:to>
                                        <p:strVal val="visible"/>
                                      </p:to>
                                    </p:set>
                                    <p:animEffect transition="in" filter="wipe(down)">
                                      <p:cBhvr>
                                        <p:cTn id="47" dur="450"/>
                                        <p:tgtEl>
                                          <p:spTgt spid="41"/>
                                        </p:tgtEl>
                                      </p:cBhvr>
                                    </p:animEffect>
                                    <p:animEffect transition="in" filter="fade">
                                      <p:cBhvr>
                                        <p:cTn id="48" dur="450"/>
                                        <p:tgtEl>
                                          <p:spTgt spid="41"/>
                                        </p:tgtEl>
                                      </p:cBhvr>
                                    </p:animEffect>
                                  </p:childTnLst>
                                </p:cTn>
                              </p:par>
                              <p:par>
                                <p:cTn id="53" presetID="22" presetClass="entr" presetSubtype="1" fill="hold" grpId="0" nodeType="withEffect">
                                  <p:stCondLst>
                                    <p:cond delay="1300"/>
                                  </p:stCondLst>
                                  <p:childTnLst>
                                    <p:set>
                                      <p:cBhvr>
                                        <p:cTn id="50" dur="1" fill="hold">
                                          <p:stCondLst>
                                            <p:cond delay="0"/>
                                          </p:stCondLst>
                                        </p:cTn>
                                        <p:tgtEl>
                                          <p:spTgt spid="7"/>
                                        </p:tgtEl>
                                        <p:attrNameLst>
                                          <p:attrName>style.visibility</p:attrName>
                                        </p:attrNameLst>
                                      </p:cBhvr>
                                      <p:to>
                                        <p:strVal val="visible"/>
                                      </p:to>
                                    </p:set>
                                    <p:animEffect transition="in" filter="wipe(down)">
                                      <p:cBhvr>
                                        <p:cTn id="51" dur="450"/>
                                        <p:tgtEl>
                                          <p:spTgt spid="7"/>
                                        </p:tgtEl>
                                      </p:cBhvr>
                                    </p:animEffect>
                                    <p:animEffect transition="in" filter="fade">
                                      <p:cBhvr>
                                        <p:cTn id="52" dur="450"/>
                                        <p:tgtEl>
                                          <p:spTgt spid="7"/>
                                        </p:tgtEl>
                                      </p:cBhvr>
                                    </p:animEffect>
                                  </p:childTnLst>
                                </p:cTn>
                              </p:par>
                              <p:par>
                                <p:cTn id="57" presetID="22" presetClass="entr" presetSubtype="1" fill="hold" grpId="0" nodeType="withEffect">
                                  <p:stCondLst>
                                    <p:cond delay="1300"/>
                                  </p:stCondLst>
                                  <p:childTnLst>
                                    <p:set>
                                      <p:cBhvr>
                                        <p:cTn id="54" dur="1" fill="hold">
                                          <p:stCondLst>
                                            <p:cond delay="0"/>
                                          </p:stCondLst>
                                        </p:cTn>
                                        <p:tgtEl>
                                          <p:spTgt spid="42"/>
                                        </p:tgtEl>
                                        <p:attrNameLst>
                                          <p:attrName>style.visibility</p:attrName>
                                        </p:attrNameLst>
                                      </p:cBhvr>
                                      <p:to>
                                        <p:strVal val="visible"/>
                                      </p:to>
                                    </p:set>
                                    <p:animEffect transition="in" filter="wipe(down)">
                                      <p:cBhvr>
                                        <p:cTn id="55" dur="600"/>
                                        <p:tgtEl>
                                          <p:spTgt spid="42"/>
                                        </p:tgtEl>
                                      </p:cBhvr>
                                    </p:animEffect>
                                    <p:animEffect transition="in" filter="fade">
                                      <p:cBhvr>
                                        <p:cTn id="56" dur="600"/>
                                        <p:tgtEl>
                                          <p:spTgt spid="42"/>
                                        </p:tgtEl>
                                      </p:cBhvr>
                                    </p:animEffect>
                                  </p:childTnLst>
                                </p:cTn>
                              </p:par>
                              <p:par>
                                <p:cTn id="62" presetID="53" presetClass="entr" presetSubtype="16" fill="hold" grpId="0" nodeType="withEffect">
                                  <p:stCondLst>
                                    <p:cond delay="1400"/>
                                  </p:stCondLst>
                                  <p:childTnLst>
                                    <p:set>
                                      <p:cBhvr>
                                        <p:cTn id="58" dur="1" fill="hold">
                                          <p:stCondLst>
                                            <p:cond delay="0"/>
                                          </p:stCondLst>
                                        </p:cTn>
                                        <p:tgtEl>
                                          <p:spTgt spid="10"/>
                                        </p:tgtEl>
                                        <p:attrNameLst>
                                          <p:attrName>style.visibility</p:attrName>
                                        </p:attrNameLst>
                                      </p:cBhvr>
                                      <p:to>
                                        <p:strVal val="visible"/>
                                      </p:to>
                                    </p:set>
                                    <p:anim calcmode="lin" valueType="num">
                                      <p:cBhvr additive="base">
                                        <p:cTn id="59" dur="350" fill="hold"/>
                                        <p:tgtEl>
                                          <p:spTgt spid="10"/>
                                        </p:tgtEl>
                                        <p:attrNameLst>
                                          <p:attrName>ppt_w</p:attrName>
                                        </p:attrNameLst>
                                      </p:cBhvr>
                                      <p:tavLst>
                                        <p:tav tm="0">
                                          <p:val>
                                            <p:strVal val="0"/>
                                          </p:val>
                                        </p:tav>
                                        <p:tav tm="100000">
                                          <p:val>
                                            <p:strVal val="#ppt_w"/>
                                          </p:val>
                                        </p:tav>
                                      </p:tavLst>
                                    </p:anim>
                                    <p:anim calcmode="lin" valueType="num">
                                      <p:cBhvr additive="base">
                                        <p:cTn id="60" dur="350" fill="hold"/>
                                        <p:tgtEl>
                                          <p:spTgt spid="10"/>
                                        </p:tgtEl>
                                        <p:attrNameLst>
                                          <p:attrName>ppt_h</p:attrName>
                                        </p:attrNameLst>
                                      </p:cBhvr>
                                      <p:tavLst>
                                        <p:tav tm="0">
                                          <p:val>
                                            <p:strVal val="0"/>
                                          </p:val>
                                        </p:tav>
                                        <p:tav tm="100000">
                                          <p:val>
                                            <p:strVal val="#ppt_h"/>
                                          </p:val>
                                        </p:tav>
                                      </p:tavLst>
                                    </p:anim>
                                    <p:animEffect transition="in" filter="fade">
                                      <p:cBhvr>
                                        <p:cTn id="61" dur="350"/>
                                        <p:tgtEl>
                                          <p:spTgt spid="10"/>
                                        </p:tgtEl>
                                      </p:cBhvr>
                                    </p:animEffect>
                                  </p:childTnLst>
                                </p:cTn>
                              </p:par>
                              <p:par>
                                <p:cTn id="66" presetID="22" presetClass="entr" presetSubtype="1" fill="hold" grpId="0" nodeType="withEffect">
                                  <p:stCondLst>
                                    <p:cond delay="1450"/>
                                  </p:stCondLst>
                                  <p:childTnLst>
                                    <p:set>
                                      <p:cBhvr>
                                        <p:cTn id="63" dur="1" fill="hold">
                                          <p:stCondLst>
                                            <p:cond delay="0"/>
                                          </p:stCondLst>
                                        </p:cTn>
                                        <p:tgtEl>
                                          <p:spTgt spid="8"/>
                                        </p:tgtEl>
                                        <p:attrNameLst>
                                          <p:attrName>style.visibility</p:attrName>
                                        </p:attrNameLst>
                                      </p:cBhvr>
                                      <p:to>
                                        <p:strVal val="visible"/>
                                      </p:to>
                                    </p:set>
                                    <p:animEffect transition="in" filter="wipe(down)">
                                      <p:cBhvr>
                                        <p:cTn id="64" dur="600"/>
                                        <p:tgtEl>
                                          <p:spTgt spid="8"/>
                                        </p:tgtEl>
                                      </p:cBhvr>
                                    </p:animEffect>
                                    <p:animEffect transition="in" filter="fade">
                                      <p:cBhvr>
                                        <p:cTn id="65" dur="600"/>
                                        <p:tgtEl>
                                          <p:spTgt spid="8"/>
                                        </p:tgtEl>
                                      </p:cBhvr>
                                    </p:animEffect>
                                  </p:childTnLst>
                                </p:cTn>
                              </p:par>
                              <p:par>
                                <p:cTn id="70" presetID="22" presetClass="entr" presetSubtype="1" fill="hold" grpId="0" nodeType="withEffect">
                                  <p:stCondLst>
                                    <p:cond delay="1500"/>
                                  </p:stCondLst>
                                  <p:childTnLst>
                                    <p:set>
                                      <p:cBhvr>
                                        <p:cTn id="67" dur="1" fill="hold">
                                          <p:stCondLst>
                                            <p:cond delay="0"/>
                                          </p:stCondLst>
                                        </p:cTn>
                                        <p:tgtEl>
                                          <p:spTgt spid="9"/>
                                        </p:tgtEl>
                                        <p:attrNameLst>
                                          <p:attrName>style.visibility</p:attrName>
                                        </p:attrNameLst>
                                      </p:cBhvr>
                                      <p:to>
                                        <p:strVal val="visible"/>
                                      </p:to>
                                    </p:set>
                                    <p:animEffect transition="in" filter="wipe(down)">
                                      <p:cBhvr>
                                        <p:cTn id="68" dur="450"/>
                                        <p:tgtEl>
                                          <p:spTgt spid="9"/>
                                        </p:tgtEl>
                                      </p:cBhvr>
                                    </p:animEffect>
                                    <p:animEffect transition="in" filter="fade">
                                      <p:cBhvr>
                                        <p:cTn id="69" dur="450"/>
                                        <p:tgtEl>
                                          <p:spTgt spid="9"/>
                                        </p:tgtEl>
                                      </p:cBhvr>
                                    </p:animEffect>
                                  </p:childTnLst>
                                </p:cTn>
                              </p:par>
                              <p:par>
                                <p:cTn id="75" presetID="53" presetClass="entr" presetSubtype="16" fill="hold" grpId="0" nodeType="withEffect">
                                  <p:stCondLst>
                                    <p:cond delay="1800"/>
                                  </p:stCondLst>
                                  <p:childTnLst>
                                    <p:set>
                                      <p:cBhvr>
                                        <p:cTn id="71" dur="1" fill="hold">
                                          <p:stCondLst>
                                            <p:cond delay="0"/>
                                          </p:stCondLst>
                                        </p:cTn>
                                        <p:tgtEl>
                                          <p:spTgt spid="43"/>
                                        </p:tgtEl>
                                        <p:attrNameLst>
                                          <p:attrName>style.visibility</p:attrName>
                                        </p:attrNameLst>
                                      </p:cBhvr>
                                      <p:to>
                                        <p:strVal val="visible"/>
                                      </p:to>
                                    </p:set>
                                    <p:anim calcmode="lin" valueType="num">
                                      <p:cBhvr additive="base">
                                        <p:cTn id="72" dur="900" fill="hold"/>
                                        <p:tgtEl>
                                          <p:spTgt spid="43"/>
                                        </p:tgtEl>
                                        <p:attrNameLst>
                                          <p:attrName>ppt_w</p:attrName>
                                        </p:attrNameLst>
                                      </p:cBhvr>
                                      <p:tavLst>
                                        <p:tav tm="0">
                                          <p:val>
                                            <p:strVal val="0"/>
                                          </p:val>
                                        </p:tav>
                                        <p:tav tm="100000">
                                          <p:val>
                                            <p:strVal val="#ppt_w"/>
                                          </p:val>
                                        </p:tav>
                                      </p:tavLst>
                                    </p:anim>
                                    <p:anim calcmode="lin" valueType="num">
                                      <p:cBhvr additive="base">
                                        <p:cTn id="73" dur="900" fill="hold"/>
                                        <p:tgtEl>
                                          <p:spTgt spid="43"/>
                                        </p:tgtEl>
                                        <p:attrNameLst>
                                          <p:attrName>ppt_h</p:attrName>
                                        </p:attrNameLst>
                                      </p:cBhvr>
                                      <p:tavLst>
                                        <p:tav tm="0">
                                          <p:val>
                                            <p:strVal val="0"/>
                                          </p:val>
                                        </p:tav>
                                        <p:tav tm="100000">
                                          <p:val>
                                            <p:strVal val="#ppt_h"/>
                                          </p:val>
                                        </p:tav>
                                      </p:tavLst>
                                    </p:anim>
                                    <p:animEffect transition="in" filter="fade">
                                      <p:cBhvr>
                                        <p:cTn id="74" dur="900"/>
                                        <p:tgtEl>
                                          <p:spTgt spid="43"/>
                                        </p:tgtEl>
                                      </p:cBhvr>
                                    </p:animEffect>
                                  </p:childTnLst>
                                </p:cTn>
                              </p:par>
                              <p:par>
                                <p:cTn id="77" presetID="0" presetClass="path" presetSubtype="0" fill="hold" grpId="1" nodeType="withEffect" autoRev="1" repeatCount="4000">
                                  <p:stCondLst>
                                    <p:cond delay="2080"/>
                                  </p:stCondLst>
                                  <p:childTnLst>
                                    <p:animMotion origin="layout" path="M 0 0 L 0.008 0 E" pathEditMode="relative" ptsTypes="AA">
                                      <p:cBhvr>
                                        <p:cTn id="76" dur="40" fill="hold"/>
                                        <p:tgtEl>
                                          <p:spTgt spid="8"/>
                                        </p:tgtEl>
                                        <p:attrNameLst>
                                          <p:attrName>ppt_x</p:attrName>
                                          <p:attrName>ppt_y</p:attrName>
                                        </p:attrNameLst>
                                      </p:cBhvr>
                                    </p:animMotion>
                                  </p:childTnLst>
                                </p:cTn>
                              </p:par>
                              <p:par>
                                <p:cTn id="80" presetID="22" presetClass="entr" presetSubtype="8" fill="hold" grpId="0" nodeType="withEffect">
                                  <p:stCondLst>
                                    <p:cond delay="2500"/>
                                  </p:stCondLst>
                                  <p:childTnLst>
                                    <p:set>
                                      <p:cBhvr>
                                        <p:cTn id="78" dur="1" fill="hold">
                                          <p:stCondLst>
                                            <p:cond delay="0"/>
                                          </p:stCondLst>
                                        </p:cTn>
                                        <p:tgtEl>
                                          <p:spTgt spid="11"/>
                                        </p:tgtEl>
                                        <p:attrNameLst>
                                          <p:attrName>style.visibility</p:attrName>
                                        </p:attrNameLst>
                                      </p:cBhvr>
                                      <p:to>
                                        <p:strVal val="visible"/>
                                      </p:to>
                                    </p:set>
                                    <p:animEffect transition="in" filter="wipe(left)">
                                      <p:cBhvr>
                                        <p:cTn id="79" dur="300"/>
                                        <p:tgtEl>
                                          <p:spTgt spid="11"/>
                                        </p:tgtEl>
                                      </p:cBhvr>
                                    </p:animEffect>
                                  </p:childTnLst>
                                </p:cTn>
                              </p:par>
                              <p:par>
                                <p:cTn id="84" presetID="22" presetClass="entr" presetSubtype="1" fill="hold" grpId="0" nodeType="withEffect">
                                  <p:stCondLst>
                                    <p:cond delay="3100"/>
                                  </p:stCondLst>
                                  <p:childTnLst>
                                    <p:set>
                                      <p:cBhvr>
                                        <p:cTn id="81" dur="1" fill="hold">
                                          <p:stCondLst>
                                            <p:cond delay="0"/>
                                          </p:stCondLst>
                                        </p:cTn>
                                        <p:tgtEl>
                                          <p:spTgt spid="12"/>
                                        </p:tgtEl>
                                        <p:attrNameLst>
                                          <p:attrName>style.visibility</p:attrName>
                                        </p:attrNameLst>
                                      </p:cBhvr>
                                      <p:to>
                                        <p:strVal val="visible"/>
                                      </p:to>
                                    </p:set>
                                    <p:animEffect transition="in" filter="wipe(down)">
                                      <p:cBhvr>
                                        <p:cTn id="82" dur="450"/>
                                        <p:tgtEl>
                                          <p:spTgt spid="12"/>
                                        </p:tgtEl>
                                      </p:cBhvr>
                                    </p:animEffect>
                                    <p:animEffect transition="in" filter="fade">
                                      <p:cBhvr>
                                        <p:cTn id="83" dur="450"/>
                                        <p:tgtEl>
                                          <p:spTgt spid="12"/>
                                        </p:tgtEl>
                                      </p:cBhvr>
                                    </p:animEffect>
                                  </p:childTnLst>
                                </p:cTn>
                              </p:par>
                              <p:par>
                                <p:cTn id="89" presetID="53" presetClass="entr" presetSubtype="16" fill="hold" grpId="0" nodeType="withEffect">
                                  <p:stCondLst>
                                    <p:cond delay="3200"/>
                                  </p:stCondLst>
                                  <p:childTnLst>
                                    <p:set>
                                      <p:cBhvr>
                                        <p:cTn id="85" dur="1" fill="hold">
                                          <p:stCondLst>
                                            <p:cond delay="0"/>
                                          </p:stCondLst>
                                        </p:cTn>
                                        <p:tgtEl>
                                          <p:spTgt spid="15"/>
                                        </p:tgtEl>
                                        <p:attrNameLst>
                                          <p:attrName>style.visibility</p:attrName>
                                        </p:attrNameLst>
                                      </p:cBhvr>
                                      <p:to>
                                        <p:strVal val="visible"/>
                                      </p:to>
                                    </p:set>
                                    <p:anim calcmode="lin" valueType="num">
                                      <p:cBhvr additive="base">
                                        <p:cTn id="86" dur="350" fill="hold"/>
                                        <p:tgtEl>
                                          <p:spTgt spid="15"/>
                                        </p:tgtEl>
                                        <p:attrNameLst>
                                          <p:attrName>ppt_w</p:attrName>
                                        </p:attrNameLst>
                                      </p:cBhvr>
                                      <p:tavLst>
                                        <p:tav tm="0">
                                          <p:val>
                                            <p:strVal val="0"/>
                                          </p:val>
                                        </p:tav>
                                        <p:tav tm="100000">
                                          <p:val>
                                            <p:strVal val="#ppt_w"/>
                                          </p:val>
                                        </p:tav>
                                      </p:tavLst>
                                    </p:anim>
                                    <p:anim calcmode="lin" valueType="num">
                                      <p:cBhvr additive="base">
                                        <p:cTn id="87" dur="350" fill="hold"/>
                                        <p:tgtEl>
                                          <p:spTgt spid="15"/>
                                        </p:tgtEl>
                                        <p:attrNameLst>
                                          <p:attrName>ppt_h</p:attrName>
                                        </p:attrNameLst>
                                      </p:cBhvr>
                                      <p:tavLst>
                                        <p:tav tm="0">
                                          <p:val>
                                            <p:strVal val="0"/>
                                          </p:val>
                                        </p:tav>
                                        <p:tav tm="100000">
                                          <p:val>
                                            <p:strVal val="#ppt_h"/>
                                          </p:val>
                                        </p:tav>
                                      </p:tavLst>
                                    </p:anim>
                                    <p:animEffect transition="in" filter="fade">
                                      <p:cBhvr>
                                        <p:cTn id="88" dur="350"/>
                                        <p:tgtEl>
                                          <p:spTgt spid="15"/>
                                        </p:tgtEl>
                                      </p:cBhvr>
                                    </p:animEffect>
                                  </p:childTnLst>
                                </p:cTn>
                              </p:par>
                              <p:par>
                                <p:cTn id="93" presetID="22" presetClass="entr" presetSubtype="1" fill="hold" grpId="0" nodeType="withEffect">
                                  <p:stCondLst>
                                    <p:cond delay="3250"/>
                                  </p:stCondLst>
                                  <p:childTnLst>
                                    <p:set>
                                      <p:cBhvr>
                                        <p:cTn id="90" dur="1" fill="hold">
                                          <p:stCondLst>
                                            <p:cond delay="0"/>
                                          </p:stCondLst>
                                        </p:cTn>
                                        <p:tgtEl>
                                          <p:spTgt spid="13"/>
                                        </p:tgtEl>
                                        <p:attrNameLst>
                                          <p:attrName>style.visibility</p:attrName>
                                        </p:attrNameLst>
                                      </p:cBhvr>
                                      <p:to>
                                        <p:strVal val="visible"/>
                                      </p:to>
                                    </p:set>
                                    <p:animEffect transition="in" filter="wipe(down)">
                                      <p:cBhvr>
                                        <p:cTn id="91" dur="600"/>
                                        <p:tgtEl>
                                          <p:spTgt spid="13"/>
                                        </p:tgtEl>
                                      </p:cBhvr>
                                    </p:animEffect>
                                    <p:animEffect transition="in" filter="fade">
                                      <p:cBhvr>
                                        <p:cTn id="92" dur="600"/>
                                        <p:tgtEl>
                                          <p:spTgt spid="13"/>
                                        </p:tgtEl>
                                      </p:cBhvr>
                                    </p:animEffect>
                                  </p:childTnLst>
                                </p:cTn>
                              </p:par>
                              <p:par>
                                <p:cTn id="97" presetID="22" presetClass="entr" presetSubtype="1" fill="hold" grpId="0" nodeType="withEffect">
                                  <p:stCondLst>
                                    <p:cond delay="3300"/>
                                  </p:stCondLst>
                                  <p:childTnLst>
                                    <p:set>
                                      <p:cBhvr>
                                        <p:cTn id="94" dur="1" fill="hold">
                                          <p:stCondLst>
                                            <p:cond delay="0"/>
                                          </p:stCondLst>
                                        </p:cTn>
                                        <p:tgtEl>
                                          <p:spTgt spid="14"/>
                                        </p:tgtEl>
                                        <p:attrNameLst>
                                          <p:attrName>style.visibility</p:attrName>
                                        </p:attrNameLst>
                                      </p:cBhvr>
                                      <p:to>
                                        <p:strVal val="visible"/>
                                      </p:to>
                                    </p:set>
                                    <p:animEffect transition="in" filter="wipe(down)">
                                      <p:cBhvr>
                                        <p:cTn id="95" dur="450"/>
                                        <p:tgtEl>
                                          <p:spTgt spid="14"/>
                                        </p:tgtEl>
                                      </p:cBhvr>
                                    </p:animEffect>
                                    <p:animEffect transition="in" filter="fade">
                                      <p:cBhvr>
                                        <p:cTn id="96" dur="450"/>
                                        <p:tgtEl>
                                          <p:spTgt spid="14"/>
                                        </p:tgtEl>
                                      </p:cBhvr>
                                    </p:animEffect>
                                  </p:childTnLst>
                                </p:cTn>
                              </p:par>
                              <p:par>
                                <p:cTn id="99" presetID="0" presetClass="path" presetSubtype="0" fill="hold" grpId="1" nodeType="withEffect" autoRev="1" repeatCount="4000">
                                  <p:stCondLst>
                                    <p:cond delay="3880"/>
                                  </p:stCondLst>
                                  <p:childTnLst>
                                    <p:animMotion origin="layout" path="M 0 0 L 0.008 0 E" pathEditMode="relative" ptsTypes="AA">
                                      <p:cBhvr>
                                        <p:cTn id="98" dur="40" fill="hold"/>
                                        <p:tgtEl>
                                          <p:spTgt spid="13"/>
                                        </p:tgtEl>
                                        <p:attrNameLst>
                                          <p:attrName>ppt_x</p:attrName>
                                          <p:attrName>ppt_y</p:attrName>
                                        </p:attrNameLst>
                                      </p:cBhvr>
                                    </p:animMotion>
                                  </p:childTnLst>
                                </p:cTn>
                              </p:par>
                              <p:par>
                                <p:cTn id="102" presetID="22" presetClass="entr" presetSubtype="8" fill="hold" grpId="0" nodeType="withEffect">
                                  <p:stCondLst>
                                    <p:cond delay="4300"/>
                                  </p:stCondLst>
                                  <p:childTnLst>
                                    <p:set>
                                      <p:cBhvr>
                                        <p:cTn id="100" dur="1" fill="hold">
                                          <p:stCondLst>
                                            <p:cond delay="0"/>
                                          </p:stCondLst>
                                        </p:cTn>
                                        <p:tgtEl>
                                          <p:spTgt spid="16"/>
                                        </p:tgtEl>
                                        <p:attrNameLst>
                                          <p:attrName>style.visibility</p:attrName>
                                        </p:attrNameLst>
                                      </p:cBhvr>
                                      <p:to>
                                        <p:strVal val="visible"/>
                                      </p:to>
                                    </p:set>
                                    <p:animEffect transition="in" filter="wipe(left)">
                                      <p:cBhvr>
                                        <p:cTn id="101" dur="300"/>
                                        <p:tgtEl>
                                          <p:spTgt spid="16"/>
                                        </p:tgtEl>
                                      </p:cBhvr>
                                    </p:animEffect>
                                  </p:childTnLst>
                                </p:cTn>
                              </p:par>
                              <p:par>
                                <p:cTn id="104" presetID="8" presetClass="emph" presetSubtype="0" fill="hold" grpId="1" nodeType="withEffect">
                                  <p:stCondLst>
                                    <p:cond delay="4500"/>
                                  </p:stCondLst>
                                  <p:childTnLst>
                                    <p:animRot by="9000000">
                                      <p:cBhvr>
                                        <p:cTn id="103" dur="1300" fill="hold"/>
                                        <p:tgtEl>
                                          <p:spTgt spid="38"/>
                                        </p:tgtEl>
                                        <p:attrNameLst>
                                          <p:attrName>r</p:attrName>
                                        </p:attrNameLst>
                                      </p:cBhvr>
                                    </p:animRot>
                                  </p:childTnLst>
                                </p:cTn>
                              </p:par>
                              <p:par>
                                <p:cTn id="108" presetID="22" presetClass="entr" presetSubtype="1" fill="hold" grpId="0" nodeType="withEffect">
                                  <p:stCondLst>
                                    <p:cond delay="4900"/>
                                  </p:stCondLst>
                                  <p:childTnLst>
                                    <p:set>
                                      <p:cBhvr>
                                        <p:cTn id="105" dur="1" fill="hold">
                                          <p:stCondLst>
                                            <p:cond delay="0"/>
                                          </p:stCondLst>
                                        </p:cTn>
                                        <p:tgtEl>
                                          <p:spTgt spid="17"/>
                                        </p:tgtEl>
                                        <p:attrNameLst>
                                          <p:attrName>style.visibility</p:attrName>
                                        </p:attrNameLst>
                                      </p:cBhvr>
                                      <p:to>
                                        <p:strVal val="visible"/>
                                      </p:to>
                                    </p:set>
                                    <p:animEffect transition="in" filter="wipe(down)">
                                      <p:cBhvr>
                                        <p:cTn id="106" dur="450"/>
                                        <p:tgtEl>
                                          <p:spTgt spid="17"/>
                                        </p:tgtEl>
                                      </p:cBhvr>
                                    </p:animEffect>
                                    <p:animEffect transition="in" filter="fade">
                                      <p:cBhvr>
                                        <p:cTn id="107" dur="450"/>
                                        <p:tgtEl>
                                          <p:spTgt spid="17"/>
                                        </p:tgtEl>
                                      </p:cBhvr>
                                    </p:animEffect>
                                  </p:childTnLst>
                                </p:cTn>
                              </p:par>
                              <p:par>
                                <p:cTn id="113" presetID="53" presetClass="entr" presetSubtype="16" fill="hold" grpId="0" nodeType="withEffect">
                                  <p:stCondLst>
                                    <p:cond delay="5000"/>
                                  </p:stCondLst>
                                  <p:childTnLst>
                                    <p:set>
                                      <p:cBhvr>
                                        <p:cTn id="109" dur="1" fill="hold">
                                          <p:stCondLst>
                                            <p:cond delay="0"/>
                                          </p:stCondLst>
                                        </p:cTn>
                                        <p:tgtEl>
                                          <p:spTgt spid="20"/>
                                        </p:tgtEl>
                                        <p:attrNameLst>
                                          <p:attrName>style.visibility</p:attrName>
                                        </p:attrNameLst>
                                      </p:cBhvr>
                                      <p:to>
                                        <p:strVal val="visible"/>
                                      </p:to>
                                    </p:set>
                                    <p:anim calcmode="lin" valueType="num">
                                      <p:cBhvr additive="base">
                                        <p:cTn id="110" dur="350" fill="hold"/>
                                        <p:tgtEl>
                                          <p:spTgt spid="20"/>
                                        </p:tgtEl>
                                        <p:attrNameLst>
                                          <p:attrName>ppt_w</p:attrName>
                                        </p:attrNameLst>
                                      </p:cBhvr>
                                      <p:tavLst>
                                        <p:tav tm="0">
                                          <p:val>
                                            <p:strVal val="0"/>
                                          </p:val>
                                        </p:tav>
                                        <p:tav tm="100000">
                                          <p:val>
                                            <p:strVal val="#ppt_w"/>
                                          </p:val>
                                        </p:tav>
                                      </p:tavLst>
                                    </p:anim>
                                    <p:anim calcmode="lin" valueType="num">
                                      <p:cBhvr additive="base">
                                        <p:cTn id="111" dur="350" fill="hold"/>
                                        <p:tgtEl>
                                          <p:spTgt spid="20"/>
                                        </p:tgtEl>
                                        <p:attrNameLst>
                                          <p:attrName>ppt_h</p:attrName>
                                        </p:attrNameLst>
                                      </p:cBhvr>
                                      <p:tavLst>
                                        <p:tav tm="0">
                                          <p:val>
                                            <p:strVal val="0"/>
                                          </p:val>
                                        </p:tav>
                                        <p:tav tm="100000">
                                          <p:val>
                                            <p:strVal val="#ppt_h"/>
                                          </p:val>
                                        </p:tav>
                                      </p:tavLst>
                                    </p:anim>
                                    <p:animEffect transition="in" filter="fade">
                                      <p:cBhvr>
                                        <p:cTn id="112" dur="350"/>
                                        <p:tgtEl>
                                          <p:spTgt spid="20"/>
                                        </p:tgtEl>
                                      </p:cBhvr>
                                    </p:animEffect>
                                  </p:childTnLst>
                                </p:cTn>
                              </p:par>
                              <p:par>
                                <p:cTn id="117" presetID="22" presetClass="entr" presetSubtype="1" fill="hold" grpId="0" nodeType="withEffect">
                                  <p:stCondLst>
                                    <p:cond delay="5050"/>
                                  </p:stCondLst>
                                  <p:childTnLst>
                                    <p:set>
                                      <p:cBhvr>
                                        <p:cTn id="114" dur="1" fill="hold">
                                          <p:stCondLst>
                                            <p:cond delay="0"/>
                                          </p:stCondLst>
                                        </p:cTn>
                                        <p:tgtEl>
                                          <p:spTgt spid="18"/>
                                        </p:tgtEl>
                                        <p:attrNameLst>
                                          <p:attrName>style.visibility</p:attrName>
                                        </p:attrNameLst>
                                      </p:cBhvr>
                                      <p:to>
                                        <p:strVal val="visible"/>
                                      </p:to>
                                    </p:set>
                                    <p:animEffect transition="in" filter="wipe(down)">
                                      <p:cBhvr>
                                        <p:cTn id="115" dur="600"/>
                                        <p:tgtEl>
                                          <p:spTgt spid="18"/>
                                        </p:tgtEl>
                                      </p:cBhvr>
                                    </p:animEffect>
                                    <p:animEffect transition="in" filter="fade">
                                      <p:cBhvr>
                                        <p:cTn id="116" dur="600"/>
                                        <p:tgtEl>
                                          <p:spTgt spid="18"/>
                                        </p:tgtEl>
                                      </p:cBhvr>
                                    </p:animEffect>
                                  </p:childTnLst>
                                </p:cTn>
                              </p:par>
                              <p:par>
                                <p:cTn id="121" presetID="22" presetClass="entr" presetSubtype="1" fill="hold" grpId="0" nodeType="withEffect">
                                  <p:stCondLst>
                                    <p:cond delay="5100"/>
                                  </p:stCondLst>
                                  <p:childTnLst>
                                    <p:set>
                                      <p:cBhvr>
                                        <p:cTn id="118" dur="1" fill="hold">
                                          <p:stCondLst>
                                            <p:cond delay="0"/>
                                          </p:stCondLst>
                                        </p:cTn>
                                        <p:tgtEl>
                                          <p:spTgt spid="19"/>
                                        </p:tgtEl>
                                        <p:attrNameLst>
                                          <p:attrName>style.visibility</p:attrName>
                                        </p:attrNameLst>
                                      </p:cBhvr>
                                      <p:to>
                                        <p:strVal val="visible"/>
                                      </p:to>
                                    </p:set>
                                    <p:animEffect transition="in" filter="wipe(down)">
                                      <p:cBhvr>
                                        <p:cTn id="119" dur="450"/>
                                        <p:tgtEl>
                                          <p:spTgt spid="19"/>
                                        </p:tgtEl>
                                      </p:cBhvr>
                                    </p:animEffect>
                                    <p:animEffect transition="in" filter="fade">
                                      <p:cBhvr>
                                        <p:cTn id="120" dur="450"/>
                                        <p:tgtEl>
                                          <p:spTgt spid="19"/>
                                        </p:tgtEl>
                                      </p:cBhvr>
                                    </p:animEffect>
                                  </p:childTnLst>
                                </p:cTn>
                              </p:par>
                              <p:par>
                                <p:cTn id="123" presetID="6" presetClass="emph" presetSubtype="0" fill="hold" grpId="1" nodeType="withEffect" autoRev="1" repeatCount="indefinite">
                                  <p:stCondLst>
                                    <p:cond delay="5600"/>
                                  </p:stCondLst>
                                  <p:childTnLst>
                                    <p:animScale>
                                      <p:cBhvr>
                                        <p:cTn id="122" dur="500" fill="hold"/>
                                        <p:tgtEl>
                                          <p:spTgt spid="18"/>
                                        </p:tgtEl>
                                      </p:cBhvr>
                                      <p:by x="103000" y="103000"/>
                                    </p:animScale>
                                  </p:childTnLst>
                                </p:cTn>
                              </p:par>
                              <p:par>
                                <p:cTn id="128" presetID="53" presetClass="entr" presetSubtype="32" fill="hold" grpId="0" nodeType="withEffect">
                                  <p:stCondLst>
                                    <p:cond delay="5600"/>
                                  </p:stCondLst>
                                  <p:childTnLst>
                                    <p:set>
                                      <p:cBhvr>
                                        <p:cTn id="124" dur="1" fill="hold">
                                          <p:stCondLst>
                                            <p:cond delay="0"/>
                                          </p:stCondLst>
                                        </p:cTn>
                                        <p:tgtEl>
                                          <p:spTgt spid="39"/>
                                        </p:tgtEl>
                                        <p:attrNameLst>
                                          <p:attrName>style.visibility</p:attrName>
                                        </p:attrNameLst>
                                      </p:cBhvr>
                                      <p:to>
                                        <p:strVal val="visible"/>
                                      </p:to>
                                    </p:set>
                                    <p:anim calcmode="lin" valueType="num">
                                      <p:cBhvr additive="base">
                                        <p:cTn id="125" dur="450" fill="hold"/>
                                        <p:tgtEl>
                                          <p:spTgt spid="39"/>
                                        </p:tgtEl>
                                        <p:attrNameLst>
                                          <p:attrName>ppt_w</p:attrName>
                                        </p:attrNameLst>
                                      </p:cBhvr>
                                      <p:tavLst>
                                        <p:tav tm="0">
                                          <p:val>
                                            <p:strVal val="#ppt_w*2.4"/>
                                          </p:val>
                                        </p:tav>
                                        <p:tav tm="100000">
                                          <p:val>
                                            <p:strVal val="#ppt_w"/>
                                          </p:val>
                                        </p:tav>
                                      </p:tavLst>
                                    </p:anim>
                                    <p:anim calcmode="lin" valueType="num">
                                      <p:cBhvr additive="base">
                                        <p:cTn id="126" dur="450" fill="hold"/>
                                        <p:tgtEl>
                                          <p:spTgt spid="39"/>
                                        </p:tgtEl>
                                        <p:attrNameLst>
                                          <p:attrName>ppt_h</p:attrName>
                                        </p:attrNameLst>
                                      </p:cBhvr>
                                      <p:tavLst>
                                        <p:tav tm="0">
                                          <p:val>
                                            <p:strVal val="#ppt_h*2.4"/>
                                          </p:val>
                                        </p:tav>
                                        <p:tav tm="100000">
                                          <p:val>
                                            <p:strVal val="#ppt_h"/>
                                          </p:val>
                                        </p:tav>
                                      </p:tavLst>
                                    </p:anim>
                                    <p:animEffect transition="in" filter="fade">
                                      <p:cBhvr>
                                        <p:cTn id="127" dur="450"/>
                                        <p:tgtEl>
                                          <p:spTgt spid="39"/>
                                        </p:tgtEl>
                                      </p:cBhvr>
                                    </p:animEffect>
                                  </p:childTnLst>
                                </p:cTn>
                              </p:par>
                              <p:par>
                                <p:cTn id="130" presetID="0" presetClass="path" presetSubtype="0" fill="hold" grpId="2" nodeType="withEffect" autoRev="1" repeatCount="4000">
                                  <p:stCondLst>
                                    <p:cond delay="5680"/>
                                  </p:stCondLst>
                                  <p:childTnLst>
                                    <p:animMotion origin="layout" path="M 0 0 L 0.008 0 E" pathEditMode="relative" ptsTypes="AA">
                                      <p:cBhvr>
                                        <p:cTn id="129" dur="40" fill="hold"/>
                                        <p:tgtEl>
                                          <p:spTgt spid="18"/>
                                        </p:tgtEl>
                                        <p:attrNameLst>
                                          <p:attrName>ppt_x</p:attrName>
                                          <p:attrName>ppt_y</p:attrName>
                                        </p:attrNameLst>
                                      </p:cBhvr>
                                    </p:animMotion>
                                  </p:childTnLst>
                                </p:cTn>
                              </p:par>
                              <p:par>
                                <p:cTn id="132" presetID="0" presetClass="path" presetSubtype="0" fill="hold" grpId="2" nodeType="withEffect" autoRev="1" repeatCount="6000">
                                  <p:stCondLst>
                                    <p:cond delay="5850"/>
                                  </p:stCondLst>
                                  <p:childTnLst>
                                    <p:animMotion origin="layout" path="M 0 0 L 0.008 0 E" pathEditMode="relative" ptsTypes="AA">
                                      <p:cBhvr>
                                        <p:cTn id="131" dur="40" fill="hold"/>
                                        <p:tgtEl>
                                          <p:spTgt spid="38"/>
                                        </p:tgtEl>
                                        <p:attrNameLst>
                                          <p:attrName>ppt_x</p:attrName>
                                          <p:attrName>ppt_y</p:attrName>
                                        </p:attrNameLst>
                                      </p:cBhvr>
                                    </p:animMotion>
                                  </p:childTnLst>
                                </p:cTn>
                              </p:par>
                              <p:par>
                                <p:cTn id="134" presetID="6" presetClass="emph" presetSubtype="0" fill="hold" grpId="1" nodeType="withEffect" autoRev="1" repeatCount="indefinite">
                                  <p:stCondLst>
                                    <p:cond delay="6000"/>
                                  </p:stCondLst>
                                  <p:childTnLst>
                                    <p:animScale>
                                      <p:cBhvr>
                                        <p:cTn id="133" dur="700" fill="hold"/>
                                        <p:tgtEl>
                                          <p:spTgt spid="43"/>
                                        </p:tgtEl>
                                      </p:cBhvr>
                                      <p:by x="104000" y="104000"/>
                                    </p:animScale>
                                  </p:childTnLst>
                                </p:cTn>
                              </p:par>
                              <p:par>
                                <p:cTn id="138" presetID="22" presetClass="entr" presetSubtype="1" fill="hold" grpId="0" nodeType="withEffect">
                                  <p:stCondLst>
                                    <p:cond delay="7300"/>
                                  </p:stCondLst>
                                  <p:childTnLst>
                                    <p:set>
                                      <p:cBhvr>
                                        <p:cTn id="135" dur="1" fill="hold">
                                          <p:stCondLst>
                                            <p:cond delay="0"/>
                                          </p:stCondLst>
                                        </p:cTn>
                                        <p:tgtEl>
                                          <p:spTgt spid="21"/>
                                        </p:tgtEl>
                                        <p:attrNameLst>
                                          <p:attrName>style.visibility</p:attrName>
                                        </p:attrNameLst>
                                      </p:cBhvr>
                                      <p:to>
                                        <p:strVal val="visible"/>
                                      </p:to>
                                    </p:set>
                                    <p:animEffect transition="in" filter="wipe(down)">
                                      <p:cBhvr>
                                        <p:cTn id="136" dur="450"/>
                                        <p:tgtEl>
                                          <p:spTgt spid="21"/>
                                        </p:tgtEl>
                                      </p:cBhvr>
                                    </p:animEffect>
                                    <p:animEffect transition="in" filter="fade">
                                      <p:cBhvr>
                                        <p:cTn id="137" dur="450"/>
                                        <p:tgtEl>
                                          <p:spTgt spid="21"/>
                                        </p:tgtEl>
                                      </p:cBhvr>
                                    </p:animEffect>
                                  </p:childTnLst>
                                </p:cTn>
                              </p:par>
                              <p:par>
                                <p:cTn id="142" presetID="22" presetClass="entr" presetSubtype="1" fill="hold" grpId="0" nodeType="withEffect">
                                  <p:stCondLst>
                                    <p:cond delay="7600"/>
                                  </p:stCondLst>
                                  <p:childTnLst>
                                    <p:set>
                                      <p:cBhvr>
                                        <p:cTn id="139" dur="1" fill="hold">
                                          <p:stCondLst>
                                            <p:cond delay="0"/>
                                          </p:stCondLst>
                                        </p:cTn>
                                        <p:tgtEl>
                                          <p:spTgt spid="22"/>
                                        </p:tgtEl>
                                        <p:attrNameLst>
                                          <p:attrName>style.visibility</p:attrName>
                                        </p:attrNameLst>
                                      </p:cBhvr>
                                      <p:to>
                                        <p:strVal val="visible"/>
                                      </p:to>
                                    </p:set>
                                    <p:animEffect transition="in" filter="wipe(down)">
                                      <p:cBhvr>
                                        <p:cTn id="140" dur="450"/>
                                        <p:tgtEl>
                                          <p:spTgt spid="22"/>
                                        </p:tgtEl>
                                      </p:cBhvr>
                                    </p:animEffect>
                                    <p:animEffect transition="in" filter="fade">
                                      <p:cBhvr>
                                        <p:cTn id="141" dur="450"/>
                                        <p:tgtEl>
                                          <p:spTgt spid="22"/>
                                        </p:tgtEl>
                                      </p:cBhvr>
                                    </p:animEffect>
                                  </p:childTnLst>
                                </p:cTn>
                              </p:par>
                              <p:par>
                                <p:cTn id="147" presetID="53" presetClass="entr" presetSubtype="16" fill="hold" grpId="0" nodeType="withEffect">
                                  <p:stCondLst>
                                    <p:cond delay="7700"/>
                                  </p:stCondLst>
                                  <p:childTnLst>
                                    <p:set>
                                      <p:cBhvr>
                                        <p:cTn id="143" dur="1" fill="hold">
                                          <p:stCondLst>
                                            <p:cond delay="0"/>
                                          </p:stCondLst>
                                        </p:cTn>
                                        <p:tgtEl>
                                          <p:spTgt spid="25"/>
                                        </p:tgtEl>
                                        <p:attrNameLst>
                                          <p:attrName>style.visibility</p:attrName>
                                        </p:attrNameLst>
                                      </p:cBhvr>
                                      <p:to>
                                        <p:strVal val="visible"/>
                                      </p:to>
                                    </p:set>
                                    <p:anim calcmode="lin" valueType="num">
                                      <p:cBhvr additive="base">
                                        <p:cTn id="144" dur="350" fill="hold"/>
                                        <p:tgtEl>
                                          <p:spTgt spid="25"/>
                                        </p:tgtEl>
                                        <p:attrNameLst>
                                          <p:attrName>ppt_w</p:attrName>
                                        </p:attrNameLst>
                                      </p:cBhvr>
                                      <p:tavLst>
                                        <p:tav tm="0">
                                          <p:val>
                                            <p:strVal val="0"/>
                                          </p:val>
                                        </p:tav>
                                        <p:tav tm="100000">
                                          <p:val>
                                            <p:strVal val="#ppt_w"/>
                                          </p:val>
                                        </p:tav>
                                      </p:tavLst>
                                    </p:anim>
                                    <p:anim calcmode="lin" valueType="num">
                                      <p:cBhvr additive="base">
                                        <p:cTn id="145" dur="350" fill="hold"/>
                                        <p:tgtEl>
                                          <p:spTgt spid="25"/>
                                        </p:tgtEl>
                                        <p:attrNameLst>
                                          <p:attrName>ppt_h</p:attrName>
                                        </p:attrNameLst>
                                      </p:cBhvr>
                                      <p:tavLst>
                                        <p:tav tm="0">
                                          <p:val>
                                            <p:strVal val="0"/>
                                          </p:val>
                                        </p:tav>
                                        <p:tav tm="100000">
                                          <p:val>
                                            <p:strVal val="#ppt_h"/>
                                          </p:val>
                                        </p:tav>
                                      </p:tavLst>
                                    </p:anim>
                                    <p:animEffect transition="in" filter="fade">
                                      <p:cBhvr>
                                        <p:cTn id="146" dur="350"/>
                                        <p:tgtEl>
                                          <p:spTgt spid="25"/>
                                        </p:tgtEl>
                                      </p:cBhvr>
                                    </p:animEffect>
                                  </p:childTnLst>
                                </p:cTn>
                              </p:par>
                              <p:par>
                                <p:cTn id="151" presetID="22" presetClass="entr" presetSubtype="1" fill="hold" grpId="0" nodeType="withEffect">
                                  <p:stCondLst>
                                    <p:cond delay="7750"/>
                                  </p:stCondLst>
                                  <p:childTnLst>
                                    <p:set>
                                      <p:cBhvr>
                                        <p:cTn id="148" dur="1" fill="hold">
                                          <p:stCondLst>
                                            <p:cond delay="0"/>
                                          </p:stCondLst>
                                        </p:cTn>
                                        <p:tgtEl>
                                          <p:spTgt spid="23"/>
                                        </p:tgtEl>
                                        <p:attrNameLst>
                                          <p:attrName>style.visibility</p:attrName>
                                        </p:attrNameLst>
                                      </p:cBhvr>
                                      <p:to>
                                        <p:strVal val="visible"/>
                                      </p:to>
                                    </p:set>
                                    <p:animEffect transition="in" filter="wipe(down)">
                                      <p:cBhvr>
                                        <p:cTn id="149" dur="600"/>
                                        <p:tgtEl>
                                          <p:spTgt spid="23"/>
                                        </p:tgtEl>
                                      </p:cBhvr>
                                    </p:animEffect>
                                    <p:animEffect transition="in" filter="fade">
                                      <p:cBhvr>
                                        <p:cTn id="150" dur="600"/>
                                        <p:tgtEl>
                                          <p:spTgt spid="23"/>
                                        </p:tgtEl>
                                      </p:cBhvr>
                                    </p:animEffect>
                                  </p:childTnLst>
                                </p:cTn>
                              </p:par>
                              <p:par>
                                <p:cTn id="155" presetID="22" presetClass="entr" presetSubtype="1" fill="hold" grpId="0" nodeType="withEffect">
                                  <p:stCondLst>
                                    <p:cond delay="7800"/>
                                  </p:stCondLst>
                                  <p:childTnLst>
                                    <p:set>
                                      <p:cBhvr>
                                        <p:cTn id="152" dur="1" fill="hold">
                                          <p:stCondLst>
                                            <p:cond delay="0"/>
                                          </p:stCondLst>
                                        </p:cTn>
                                        <p:tgtEl>
                                          <p:spTgt spid="24"/>
                                        </p:tgtEl>
                                        <p:attrNameLst>
                                          <p:attrName>style.visibility</p:attrName>
                                        </p:attrNameLst>
                                      </p:cBhvr>
                                      <p:to>
                                        <p:strVal val="visible"/>
                                      </p:to>
                                    </p:set>
                                    <p:animEffect transition="in" filter="wipe(down)">
                                      <p:cBhvr>
                                        <p:cTn id="153" dur="450"/>
                                        <p:tgtEl>
                                          <p:spTgt spid="24"/>
                                        </p:tgtEl>
                                      </p:cBhvr>
                                    </p:animEffect>
                                    <p:animEffect transition="in" filter="fade">
                                      <p:cBhvr>
                                        <p:cTn id="154" dur="450"/>
                                        <p:tgtEl>
                                          <p:spTgt spid="24"/>
                                        </p:tgtEl>
                                      </p:cBhvr>
                                    </p:animEffect>
                                  </p:childTnLst>
                                </p:cTn>
                              </p:par>
                              <p:par>
                                <p:cTn id="157" presetID="0" presetClass="path" presetSubtype="0" fill="hold" grpId="1" nodeType="withEffect" autoRev="1" repeatCount="4000">
                                  <p:stCondLst>
                                    <p:cond delay="8380"/>
                                  </p:stCondLst>
                                  <p:childTnLst>
                                    <p:animMotion origin="layout" path="M 0 0 L 0.008 0 E" pathEditMode="relative" ptsTypes="AA">
                                      <p:cBhvr>
                                        <p:cTn id="156" dur="40" fill="hold"/>
                                        <p:tgtEl>
                                          <p:spTgt spid="23"/>
                                        </p:tgtEl>
                                        <p:attrNameLst>
                                          <p:attrName>ppt_x</p:attrName>
                                          <p:attrName>ppt_y</p:attrName>
                                        </p:attrNameLst>
                                      </p:cBhvr>
                                    </p:animMotion>
                                  </p:childTnLst>
                                </p:cTn>
                              </p:par>
                              <p:par>
                                <p:cTn id="160" presetID="22" presetClass="entr" presetSubtype="8" fill="hold" grpId="0" nodeType="withEffect">
                                  <p:stCondLst>
                                    <p:cond delay="8800"/>
                                  </p:stCondLst>
                                  <p:childTnLst>
                                    <p:set>
                                      <p:cBhvr>
                                        <p:cTn id="158" dur="1" fill="hold">
                                          <p:stCondLst>
                                            <p:cond delay="0"/>
                                          </p:stCondLst>
                                        </p:cTn>
                                        <p:tgtEl>
                                          <p:spTgt spid="26"/>
                                        </p:tgtEl>
                                        <p:attrNameLst>
                                          <p:attrName>style.visibility</p:attrName>
                                        </p:attrNameLst>
                                      </p:cBhvr>
                                      <p:to>
                                        <p:strVal val="visible"/>
                                      </p:to>
                                    </p:set>
                                    <p:animEffect transition="in" filter="wipe(left)">
                                      <p:cBhvr>
                                        <p:cTn id="159" dur="300"/>
                                        <p:tgtEl>
                                          <p:spTgt spid="26"/>
                                        </p:tgtEl>
                                      </p:cBhvr>
                                    </p:animEffect>
                                  </p:childTnLst>
                                </p:cTn>
                              </p:par>
                              <p:par>
                                <p:cTn id="164" presetID="22" presetClass="entr" presetSubtype="1" fill="hold" grpId="0" nodeType="withEffect">
                                  <p:stCondLst>
                                    <p:cond delay="9400"/>
                                  </p:stCondLst>
                                  <p:childTnLst>
                                    <p:set>
                                      <p:cBhvr>
                                        <p:cTn id="161" dur="1" fill="hold">
                                          <p:stCondLst>
                                            <p:cond delay="0"/>
                                          </p:stCondLst>
                                        </p:cTn>
                                        <p:tgtEl>
                                          <p:spTgt spid="27"/>
                                        </p:tgtEl>
                                        <p:attrNameLst>
                                          <p:attrName>style.visibility</p:attrName>
                                        </p:attrNameLst>
                                      </p:cBhvr>
                                      <p:to>
                                        <p:strVal val="visible"/>
                                      </p:to>
                                    </p:set>
                                    <p:animEffect transition="in" filter="wipe(down)">
                                      <p:cBhvr>
                                        <p:cTn id="162" dur="450"/>
                                        <p:tgtEl>
                                          <p:spTgt spid="27"/>
                                        </p:tgtEl>
                                      </p:cBhvr>
                                    </p:animEffect>
                                    <p:animEffect transition="in" filter="fade">
                                      <p:cBhvr>
                                        <p:cTn id="163" dur="450"/>
                                        <p:tgtEl>
                                          <p:spTgt spid="27"/>
                                        </p:tgtEl>
                                      </p:cBhvr>
                                    </p:animEffect>
                                  </p:childTnLst>
                                </p:cTn>
                              </p:par>
                              <p:par>
                                <p:cTn id="169" presetID="53" presetClass="entr" presetSubtype="16" fill="hold" grpId="0" nodeType="withEffect">
                                  <p:stCondLst>
                                    <p:cond delay="9500"/>
                                  </p:stCondLst>
                                  <p:childTnLst>
                                    <p:set>
                                      <p:cBhvr>
                                        <p:cTn id="165" dur="1" fill="hold">
                                          <p:stCondLst>
                                            <p:cond delay="0"/>
                                          </p:stCondLst>
                                        </p:cTn>
                                        <p:tgtEl>
                                          <p:spTgt spid="30"/>
                                        </p:tgtEl>
                                        <p:attrNameLst>
                                          <p:attrName>style.visibility</p:attrName>
                                        </p:attrNameLst>
                                      </p:cBhvr>
                                      <p:to>
                                        <p:strVal val="visible"/>
                                      </p:to>
                                    </p:set>
                                    <p:anim calcmode="lin" valueType="num">
                                      <p:cBhvr additive="base">
                                        <p:cTn id="166" dur="350" fill="hold"/>
                                        <p:tgtEl>
                                          <p:spTgt spid="30"/>
                                        </p:tgtEl>
                                        <p:attrNameLst>
                                          <p:attrName>ppt_w</p:attrName>
                                        </p:attrNameLst>
                                      </p:cBhvr>
                                      <p:tavLst>
                                        <p:tav tm="0">
                                          <p:val>
                                            <p:strVal val="0"/>
                                          </p:val>
                                        </p:tav>
                                        <p:tav tm="100000">
                                          <p:val>
                                            <p:strVal val="#ppt_w"/>
                                          </p:val>
                                        </p:tav>
                                      </p:tavLst>
                                    </p:anim>
                                    <p:anim calcmode="lin" valueType="num">
                                      <p:cBhvr additive="base">
                                        <p:cTn id="167" dur="350" fill="hold"/>
                                        <p:tgtEl>
                                          <p:spTgt spid="30"/>
                                        </p:tgtEl>
                                        <p:attrNameLst>
                                          <p:attrName>ppt_h</p:attrName>
                                        </p:attrNameLst>
                                      </p:cBhvr>
                                      <p:tavLst>
                                        <p:tav tm="0">
                                          <p:val>
                                            <p:strVal val="0"/>
                                          </p:val>
                                        </p:tav>
                                        <p:tav tm="100000">
                                          <p:val>
                                            <p:strVal val="#ppt_h"/>
                                          </p:val>
                                        </p:tav>
                                      </p:tavLst>
                                    </p:anim>
                                    <p:animEffect transition="in" filter="fade">
                                      <p:cBhvr>
                                        <p:cTn id="168" dur="350"/>
                                        <p:tgtEl>
                                          <p:spTgt spid="30"/>
                                        </p:tgtEl>
                                      </p:cBhvr>
                                    </p:animEffect>
                                  </p:childTnLst>
                                </p:cTn>
                              </p:par>
                              <p:par>
                                <p:cTn id="173" presetID="22" presetClass="entr" presetSubtype="1" fill="hold" grpId="0" nodeType="withEffect">
                                  <p:stCondLst>
                                    <p:cond delay="9550"/>
                                  </p:stCondLst>
                                  <p:childTnLst>
                                    <p:set>
                                      <p:cBhvr>
                                        <p:cTn id="170" dur="1" fill="hold">
                                          <p:stCondLst>
                                            <p:cond delay="0"/>
                                          </p:stCondLst>
                                        </p:cTn>
                                        <p:tgtEl>
                                          <p:spTgt spid="28"/>
                                        </p:tgtEl>
                                        <p:attrNameLst>
                                          <p:attrName>style.visibility</p:attrName>
                                        </p:attrNameLst>
                                      </p:cBhvr>
                                      <p:to>
                                        <p:strVal val="visible"/>
                                      </p:to>
                                    </p:set>
                                    <p:animEffect transition="in" filter="wipe(down)">
                                      <p:cBhvr>
                                        <p:cTn id="171" dur="600"/>
                                        <p:tgtEl>
                                          <p:spTgt spid="28"/>
                                        </p:tgtEl>
                                      </p:cBhvr>
                                    </p:animEffect>
                                    <p:animEffect transition="in" filter="fade">
                                      <p:cBhvr>
                                        <p:cTn id="172" dur="600"/>
                                        <p:tgtEl>
                                          <p:spTgt spid="28"/>
                                        </p:tgtEl>
                                      </p:cBhvr>
                                    </p:animEffect>
                                  </p:childTnLst>
                                </p:cTn>
                              </p:par>
                              <p:par>
                                <p:cTn id="177" presetID="22" presetClass="entr" presetSubtype="1" fill="hold" grpId="0" nodeType="withEffect">
                                  <p:stCondLst>
                                    <p:cond delay="9600"/>
                                  </p:stCondLst>
                                  <p:childTnLst>
                                    <p:set>
                                      <p:cBhvr>
                                        <p:cTn id="174" dur="1" fill="hold">
                                          <p:stCondLst>
                                            <p:cond delay="0"/>
                                          </p:stCondLst>
                                        </p:cTn>
                                        <p:tgtEl>
                                          <p:spTgt spid="29"/>
                                        </p:tgtEl>
                                        <p:attrNameLst>
                                          <p:attrName>style.visibility</p:attrName>
                                        </p:attrNameLst>
                                      </p:cBhvr>
                                      <p:to>
                                        <p:strVal val="visible"/>
                                      </p:to>
                                    </p:set>
                                    <p:animEffect transition="in" filter="wipe(down)">
                                      <p:cBhvr>
                                        <p:cTn id="175" dur="450"/>
                                        <p:tgtEl>
                                          <p:spTgt spid="29"/>
                                        </p:tgtEl>
                                      </p:cBhvr>
                                    </p:animEffect>
                                    <p:animEffect transition="in" filter="fade">
                                      <p:cBhvr>
                                        <p:cTn id="176" dur="450"/>
                                        <p:tgtEl>
                                          <p:spTgt spid="29"/>
                                        </p:tgtEl>
                                      </p:cBhvr>
                                    </p:animEffect>
                                  </p:childTnLst>
                                </p:cTn>
                              </p:par>
                              <p:par>
                                <p:cTn id="179" presetID="0" presetClass="path" presetSubtype="0" fill="hold" grpId="1" nodeType="withEffect" autoRev="1" repeatCount="4000">
                                  <p:stCondLst>
                                    <p:cond delay="10180"/>
                                  </p:stCondLst>
                                  <p:childTnLst>
                                    <p:animMotion origin="layout" path="M 0 0 L 0.008 0 E" pathEditMode="relative" ptsTypes="AA">
                                      <p:cBhvr>
                                        <p:cTn id="178" dur="40" fill="hold"/>
                                        <p:tgtEl>
                                          <p:spTgt spid="28"/>
                                        </p:tgtEl>
                                        <p:attrNameLst>
                                          <p:attrName>ppt_x</p:attrName>
                                          <p:attrName>ppt_y</p:attrName>
                                        </p:attrNameLst>
                                      </p:cBhvr>
                                    </p:animMotion>
                                  </p:childTnLst>
                                </p:cTn>
                              </p:par>
                              <p:par>
                                <p:cTn id="182" presetID="22" presetClass="entr" presetSubtype="8" fill="hold" grpId="0" nodeType="withEffect">
                                  <p:stCondLst>
                                    <p:cond delay="10600"/>
                                  </p:stCondLst>
                                  <p:childTnLst>
                                    <p:set>
                                      <p:cBhvr>
                                        <p:cTn id="180" dur="1" fill="hold">
                                          <p:stCondLst>
                                            <p:cond delay="0"/>
                                          </p:stCondLst>
                                        </p:cTn>
                                        <p:tgtEl>
                                          <p:spTgt spid="31"/>
                                        </p:tgtEl>
                                        <p:attrNameLst>
                                          <p:attrName>style.visibility</p:attrName>
                                        </p:attrNameLst>
                                      </p:cBhvr>
                                      <p:to>
                                        <p:strVal val="visible"/>
                                      </p:to>
                                    </p:set>
                                    <p:animEffect transition="in" filter="wipe(left)">
                                      <p:cBhvr>
                                        <p:cTn id="181" dur="300"/>
                                        <p:tgtEl>
                                          <p:spTgt spid="31"/>
                                        </p:tgtEl>
                                      </p:cBhvr>
                                    </p:animEffect>
                                  </p:childTnLst>
                                </p:cTn>
                              </p:par>
                              <p:par>
                                <p:cTn id="186" presetID="22" presetClass="entr" presetSubtype="1" fill="hold" grpId="0" nodeType="withEffect">
                                  <p:stCondLst>
                                    <p:cond delay="11200"/>
                                  </p:stCondLst>
                                  <p:childTnLst>
                                    <p:set>
                                      <p:cBhvr>
                                        <p:cTn id="183" dur="1" fill="hold">
                                          <p:stCondLst>
                                            <p:cond delay="0"/>
                                          </p:stCondLst>
                                        </p:cTn>
                                        <p:tgtEl>
                                          <p:spTgt spid="32"/>
                                        </p:tgtEl>
                                        <p:attrNameLst>
                                          <p:attrName>style.visibility</p:attrName>
                                        </p:attrNameLst>
                                      </p:cBhvr>
                                      <p:to>
                                        <p:strVal val="visible"/>
                                      </p:to>
                                    </p:set>
                                    <p:animEffect transition="in" filter="wipe(down)">
                                      <p:cBhvr>
                                        <p:cTn id="184" dur="450"/>
                                        <p:tgtEl>
                                          <p:spTgt spid="32"/>
                                        </p:tgtEl>
                                      </p:cBhvr>
                                    </p:animEffect>
                                    <p:animEffect transition="in" filter="fade">
                                      <p:cBhvr>
                                        <p:cTn id="185" dur="450"/>
                                        <p:tgtEl>
                                          <p:spTgt spid="32"/>
                                        </p:tgtEl>
                                      </p:cBhvr>
                                    </p:animEffect>
                                  </p:childTnLst>
                                </p:cTn>
                              </p:par>
                              <p:par>
                                <p:cTn id="191" presetID="53" presetClass="entr" presetSubtype="16" fill="hold" grpId="0" nodeType="withEffect">
                                  <p:stCondLst>
                                    <p:cond delay="11300"/>
                                  </p:stCondLst>
                                  <p:childTnLst>
                                    <p:set>
                                      <p:cBhvr>
                                        <p:cTn id="187" dur="1" fill="hold">
                                          <p:stCondLst>
                                            <p:cond delay="0"/>
                                          </p:stCondLst>
                                        </p:cTn>
                                        <p:tgtEl>
                                          <p:spTgt spid="35"/>
                                        </p:tgtEl>
                                        <p:attrNameLst>
                                          <p:attrName>style.visibility</p:attrName>
                                        </p:attrNameLst>
                                      </p:cBhvr>
                                      <p:to>
                                        <p:strVal val="visible"/>
                                      </p:to>
                                    </p:set>
                                    <p:anim calcmode="lin" valueType="num">
                                      <p:cBhvr additive="base">
                                        <p:cTn id="188" dur="350" fill="hold"/>
                                        <p:tgtEl>
                                          <p:spTgt spid="35"/>
                                        </p:tgtEl>
                                        <p:attrNameLst>
                                          <p:attrName>ppt_w</p:attrName>
                                        </p:attrNameLst>
                                      </p:cBhvr>
                                      <p:tavLst>
                                        <p:tav tm="0">
                                          <p:val>
                                            <p:strVal val="0"/>
                                          </p:val>
                                        </p:tav>
                                        <p:tav tm="100000">
                                          <p:val>
                                            <p:strVal val="#ppt_w"/>
                                          </p:val>
                                        </p:tav>
                                      </p:tavLst>
                                    </p:anim>
                                    <p:anim calcmode="lin" valueType="num">
                                      <p:cBhvr additive="base">
                                        <p:cTn id="189" dur="350" fill="hold"/>
                                        <p:tgtEl>
                                          <p:spTgt spid="35"/>
                                        </p:tgtEl>
                                        <p:attrNameLst>
                                          <p:attrName>ppt_h</p:attrName>
                                        </p:attrNameLst>
                                      </p:cBhvr>
                                      <p:tavLst>
                                        <p:tav tm="0">
                                          <p:val>
                                            <p:strVal val="0"/>
                                          </p:val>
                                        </p:tav>
                                        <p:tav tm="100000">
                                          <p:val>
                                            <p:strVal val="#ppt_h"/>
                                          </p:val>
                                        </p:tav>
                                      </p:tavLst>
                                    </p:anim>
                                    <p:animEffect transition="in" filter="fade">
                                      <p:cBhvr>
                                        <p:cTn id="190" dur="350"/>
                                        <p:tgtEl>
                                          <p:spTgt spid="35"/>
                                        </p:tgtEl>
                                      </p:cBhvr>
                                    </p:animEffect>
                                  </p:childTnLst>
                                </p:cTn>
                              </p:par>
                              <p:par>
                                <p:cTn id="195" presetID="22" presetClass="entr" presetSubtype="1" fill="hold" grpId="0" nodeType="withEffect">
                                  <p:stCondLst>
                                    <p:cond delay="11350"/>
                                  </p:stCondLst>
                                  <p:childTnLst>
                                    <p:set>
                                      <p:cBhvr>
                                        <p:cTn id="192" dur="1" fill="hold">
                                          <p:stCondLst>
                                            <p:cond delay="0"/>
                                          </p:stCondLst>
                                        </p:cTn>
                                        <p:tgtEl>
                                          <p:spTgt spid="33"/>
                                        </p:tgtEl>
                                        <p:attrNameLst>
                                          <p:attrName>style.visibility</p:attrName>
                                        </p:attrNameLst>
                                      </p:cBhvr>
                                      <p:to>
                                        <p:strVal val="visible"/>
                                      </p:to>
                                    </p:set>
                                    <p:animEffect transition="in" filter="wipe(down)">
                                      <p:cBhvr>
                                        <p:cTn id="193" dur="600"/>
                                        <p:tgtEl>
                                          <p:spTgt spid="33"/>
                                        </p:tgtEl>
                                      </p:cBhvr>
                                    </p:animEffect>
                                    <p:animEffect transition="in" filter="fade">
                                      <p:cBhvr>
                                        <p:cTn id="194" dur="600"/>
                                        <p:tgtEl>
                                          <p:spTgt spid="33"/>
                                        </p:tgtEl>
                                      </p:cBhvr>
                                    </p:animEffect>
                                  </p:childTnLst>
                                </p:cTn>
                              </p:par>
                              <p:par>
                                <p:cTn id="199" presetID="22" presetClass="entr" presetSubtype="1" fill="hold" grpId="0" nodeType="withEffect">
                                  <p:stCondLst>
                                    <p:cond delay="11400"/>
                                  </p:stCondLst>
                                  <p:childTnLst>
                                    <p:set>
                                      <p:cBhvr>
                                        <p:cTn id="196" dur="1" fill="hold">
                                          <p:stCondLst>
                                            <p:cond delay="0"/>
                                          </p:stCondLst>
                                        </p:cTn>
                                        <p:tgtEl>
                                          <p:spTgt spid="34"/>
                                        </p:tgtEl>
                                        <p:attrNameLst>
                                          <p:attrName>style.visibility</p:attrName>
                                        </p:attrNameLst>
                                      </p:cBhvr>
                                      <p:to>
                                        <p:strVal val="visible"/>
                                      </p:to>
                                    </p:set>
                                    <p:animEffect transition="in" filter="wipe(down)">
                                      <p:cBhvr>
                                        <p:cTn id="197" dur="450"/>
                                        <p:tgtEl>
                                          <p:spTgt spid="34"/>
                                        </p:tgtEl>
                                      </p:cBhvr>
                                    </p:animEffect>
                                    <p:animEffect transition="in" filter="fade">
                                      <p:cBhvr>
                                        <p:cTn id="198" dur="450"/>
                                        <p:tgtEl>
                                          <p:spTgt spid="34"/>
                                        </p:tgtEl>
                                      </p:cBhvr>
                                    </p:animEffect>
                                  </p:childTnLst>
                                </p:cTn>
                              </p:par>
                              <p:par>
                                <p:cTn id="202" presetID="10" presetClass="exit" presetSubtype="0" fill="hold" grpId="1" nodeType="withEffect">
                                  <p:stCondLst>
                                    <p:cond delay="11400"/>
                                  </p:stCondLst>
                                  <p:childTnLst>
                                    <p:animEffect transition="out" filter="fade">
                                      <p:cBhvr>
                                        <p:cTn id="200" dur="300"/>
                                        <p:tgtEl>
                                          <p:spTgt spid="39"/>
                                        </p:tgtEl>
                                      </p:cBhvr>
                                    </p:animEffect>
                                    <p:set>
                                      <p:cBhvr>
                                        <p:cTn id="201" dur="1" fill="hold">
                                          <p:stCondLst>
                                            <p:cond delay="299"/>
                                          </p:stCondLst>
                                        </p:cTn>
                                        <p:tgtEl>
                                          <p:spTgt spid="39"/>
                                        </p:tgtEl>
                                        <p:attrNameLst>
                                          <p:attrName>style.visibility</p:attrName>
                                        </p:attrNameLst>
                                      </p:cBhvr>
                                      <p:to>
                                        <p:strVal val="hidden"/>
                                      </p:to>
                                    </p:set>
                                  </p:childTnLst>
                                </p:cTn>
                              </p:par>
                              <p:par>
                                <p:cTn id="204" presetID="8" presetClass="emph" presetSubtype="0" fill="hold" grpId="3" nodeType="withEffect">
                                  <p:stCondLst>
                                    <p:cond delay="11400"/>
                                  </p:stCondLst>
                                  <p:childTnLst>
                                    <p:animRot by="-6840000">
                                      <p:cBhvr>
                                        <p:cTn id="203" dur="1300" fill="hold"/>
                                        <p:tgtEl>
                                          <p:spTgt spid="38"/>
                                        </p:tgtEl>
                                        <p:attrNameLst>
                                          <p:attrName>r</p:attrName>
                                        </p:attrNameLst>
                                      </p:cBhvr>
                                    </p:animRot>
                                  </p:childTnLst>
                                </p:cTn>
                              </p:par>
                              <p:par>
                                <p:cTn id="206" presetID="0" presetClass="path" presetSubtype="0" fill="hold" grpId="1" nodeType="withEffect" autoRev="1" repeatCount="4000">
                                  <p:stCondLst>
                                    <p:cond delay="11980"/>
                                  </p:stCondLst>
                                  <p:childTnLst>
                                    <p:animMotion origin="layout" path="M 0 0 L 0.008 0 E" pathEditMode="relative" ptsTypes="AA">
                                      <p:cBhvr>
                                        <p:cTn id="205" dur="40" fill="hold"/>
                                        <p:tgtEl>
                                          <p:spTgt spid="33"/>
                                        </p:tgtEl>
                                        <p:attrNameLst>
                                          <p:attrName>ppt_x</p:attrName>
                                          <p:attrName>ppt_y</p:attrName>
                                        </p:attrNameLst>
                                      </p:cBhvr>
                                    </p:animMotion>
                                  </p:childTnLst>
                                </p:cTn>
                              </p:par>
                              <p:par>
                                <p:cTn id="211" presetID="53" presetClass="entr" presetSubtype="32" fill="hold" grpId="0" nodeType="withEffect">
                                  <p:stCondLst>
                                    <p:cond delay="12500"/>
                                  </p:stCondLst>
                                  <p:childTnLst>
                                    <p:set>
                                      <p:cBhvr>
                                        <p:cTn id="207" dur="1" fill="hold">
                                          <p:stCondLst>
                                            <p:cond delay="0"/>
                                          </p:stCondLst>
                                        </p:cTn>
                                        <p:tgtEl>
                                          <p:spTgt spid="40"/>
                                        </p:tgtEl>
                                        <p:attrNameLst>
                                          <p:attrName>style.visibility</p:attrName>
                                        </p:attrNameLst>
                                      </p:cBhvr>
                                      <p:to>
                                        <p:strVal val="visible"/>
                                      </p:to>
                                    </p:set>
                                    <p:anim calcmode="lin" valueType="num">
                                      <p:cBhvr additive="base">
                                        <p:cTn id="208" dur="450" fill="hold"/>
                                        <p:tgtEl>
                                          <p:spTgt spid="40"/>
                                        </p:tgtEl>
                                        <p:attrNameLst>
                                          <p:attrName>ppt_w</p:attrName>
                                        </p:attrNameLst>
                                      </p:cBhvr>
                                      <p:tavLst>
                                        <p:tav tm="0">
                                          <p:val>
                                            <p:strVal val="#ppt_w*2.4"/>
                                          </p:val>
                                        </p:tav>
                                        <p:tav tm="100000">
                                          <p:val>
                                            <p:strVal val="#ppt_w"/>
                                          </p:val>
                                        </p:tav>
                                      </p:tavLst>
                                    </p:anim>
                                    <p:anim calcmode="lin" valueType="num">
                                      <p:cBhvr additive="base">
                                        <p:cTn id="209" dur="450" fill="hold"/>
                                        <p:tgtEl>
                                          <p:spTgt spid="40"/>
                                        </p:tgtEl>
                                        <p:attrNameLst>
                                          <p:attrName>ppt_h</p:attrName>
                                        </p:attrNameLst>
                                      </p:cBhvr>
                                      <p:tavLst>
                                        <p:tav tm="0">
                                          <p:val>
                                            <p:strVal val="#ppt_h*2.4"/>
                                          </p:val>
                                        </p:tav>
                                        <p:tav tm="100000">
                                          <p:val>
                                            <p:strVal val="#ppt_h"/>
                                          </p:val>
                                        </p:tav>
                                      </p:tavLst>
                                    </p:anim>
                                    <p:animEffect transition="in" filter="fade">
                                      <p:cBhvr>
                                        <p:cTn id="210" dur="450"/>
                                        <p:tgtEl>
                                          <p:spTgt spid="40"/>
                                        </p:tgtEl>
                                      </p:cBhvr>
                                    </p:animEffect>
                                  </p:childTnLst>
                                </p:cTn>
                              </p:par>
                              <p:par>
                                <p:cTn id="214" presetID="22" presetClass="entr" presetSubtype="8" fill="hold" grpId="0" nodeType="withEffect">
                                  <p:stCondLst>
                                    <p:cond delay="13400"/>
                                  </p:stCondLst>
                                  <p:childTnLst>
                                    <p:set>
                                      <p:cBhvr>
                                        <p:cTn id="212" dur="1" fill="hold">
                                          <p:stCondLst>
                                            <p:cond delay="0"/>
                                          </p:stCondLst>
                                        </p:cTn>
                                        <p:tgtEl>
                                          <p:spTgt spid="44"/>
                                        </p:tgtEl>
                                        <p:attrNameLst>
                                          <p:attrName>style.visibility</p:attrName>
                                        </p:attrNameLst>
                                      </p:cBhvr>
                                      <p:to>
                                        <p:strVal val="visible"/>
                                      </p:to>
                                    </p:set>
                                    <p:animEffect transition="in" filter="wipe(left)">
                                      <p:cBhvr>
                                        <p:cTn id="213" dur="8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5" grpId="0" animBg="1"/>
      <p:bldP spid="46" grpId="0" animBg="1"/>
      <p:bldP spid="4" grpId="0" animBg="1"/>
      <p:bldP spid="47" grpId="0" animBg="1"/>
      <p:bldP spid="5" grpId="0" animBg="1"/>
      <p:bldP spid="46" grpId="1" animBg="1"/>
      <p:bldP spid="36" grpId="0" animBg="1"/>
      <p:bldP spid="37" grpId="0" animBg="1"/>
      <p:bldP spid="4" grpId="1" animBg="1"/>
      <p:bldP spid="6" grpId="0" animBg="1"/>
      <p:bldP spid="38" grpId="0" animBg="1"/>
      <p:bldP spid="5" grpId="1" animBg="1"/>
      <p:bldP spid="41" grpId="0" animBg="1"/>
      <p:bldP spid="7" grpId="0" animBg="1"/>
      <p:bldP spid="42" grpId="0" animBg="1"/>
      <p:bldP spid="10" grpId="0" animBg="1"/>
      <p:bldP spid="8" grpId="0" animBg="1"/>
      <p:bldP spid="9" grpId="0" animBg="1"/>
      <p:bldP spid="43" grpId="0" animBg="1"/>
      <p:bldP spid="8" grpId="1" animBg="1"/>
      <p:bldP spid="11" grpId="0" animBg="1"/>
      <p:bldP spid="12" grpId="0" animBg="1"/>
      <p:bldP spid="15" grpId="0" animBg="1"/>
      <p:bldP spid="13" grpId="0" animBg="1"/>
      <p:bldP spid="14" grpId="0" animBg="1"/>
      <p:bldP spid="13" grpId="1" animBg="1"/>
      <p:bldP spid="16" grpId="0" animBg="1"/>
      <p:bldP spid="38" grpId="1" animBg="1"/>
      <p:bldP spid="17" grpId="0" animBg="1"/>
      <p:bldP spid="20" grpId="0" animBg="1"/>
      <p:bldP spid="18" grpId="0" animBg="1"/>
      <p:bldP spid="19" grpId="0" animBg="1"/>
      <p:bldP spid="18" grpId="1" animBg="1"/>
      <p:bldP spid="39" grpId="0" animBg="1"/>
      <p:bldP spid="18" grpId="2" animBg="1"/>
      <p:bldP spid="38" grpId="2" animBg="1"/>
      <p:bldP spid="43" grpId="1" animBg="1"/>
      <p:bldP spid="21" grpId="0" animBg="1"/>
      <p:bldP spid="22" grpId="0" animBg="1"/>
      <p:bldP spid="25" grpId="0" animBg="1"/>
      <p:bldP spid="23" grpId="0" animBg="1"/>
      <p:bldP spid="24" grpId="0" animBg="1"/>
      <p:bldP spid="23" grpId="1" animBg="1"/>
      <p:bldP spid="26" grpId="0" animBg="1"/>
      <p:bldP spid="27" grpId="0" animBg="1"/>
      <p:bldP spid="30" grpId="0" animBg="1"/>
      <p:bldP spid="28" grpId="0" animBg="1"/>
      <p:bldP spid="29" grpId="0" animBg="1"/>
      <p:bldP spid="28" grpId="1" animBg="1"/>
      <p:bldP spid="31" grpId="0" animBg="1"/>
      <p:bldP spid="32" grpId="0" animBg="1"/>
      <p:bldP spid="35" grpId="0" animBg="1"/>
      <p:bldP spid="33" grpId="0" animBg="1"/>
      <p:bldP spid="34" grpId="0" animBg="1"/>
      <p:bldP spid="39" grpId="1" animBg="1"/>
      <p:bldP spid="38" grpId="3" animBg="1"/>
      <p:bldP spid="33" grpId="1" animBg="1"/>
      <p:bldP spid="40" grpId="0" animBg="1"/>
      <p:bldP spid="4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eyebrow"/>
          <p:cNvSpPr txBox="1"/>
          <p:nvPr/>
        </p:nvSpPr>
        <p:spPr>
          <a:xfrm>
            <a:off x="812800" y="520700"/>
            <a:ext cx="9525000" cy="190500"/>
          </a:xfrm>
          <a:prstGeom prst="rect">
            <a:avLst/>
          </a:prstGeom>
          <a:noFill/>
          <a:ln/>
        </p:spPr>
        <p:txBody>
          <a:bodyPr wrap="square" lIns="0" tIns="0" rIns="0" bIns="0" rtlCol="0" anchor="t"/>
          <a:lstStyle/>
          <a:p>
            <a:pPr indent="0" marL="0">
              <a:buNone/>
            </a:pPr>
            <a:r>
              <a:rPr lang="en-US" sz="1100" b="1" spc="300" kern="0" dirty="0">
                <a:solidFill>
                  <a:srgbClr val="FF4F6E"/>
                </a:solidFill>
                <a:latin typeface="Consolas" pitchFamily="34" charset="0"/>
                <a:ea typeface="Consolas" pitchFamily="34" charset="-122"/>
                <a:cs typeface="Consolas" pitchFamily="34" charset="-120"/>
              </a:rPr>
              <a:t>08 / THE HACKER’S VERDICT</a:t>
            </a:r>
            <a:endParaRPr lang="en-US" sz="1100" dirty="0"/>
          </a:p>
        </p:txBody>
      </p:sp>
      <p:sp>
        <p:nvSpPr>
          <p:cNvPr id="4" name="heading"/>
          <p:cNvSpPr txBox="1"/>
          <p:nvPr/>
        </p:nvSpPr>
        <p:spPr>
          <a:xfrm>
            <a:off x="812800" y="749300"/>
            <a:ext cx="10096500" cy="1016000"/>
          </a:xfrm>
          <a:prstGeom prst="rect">
            <a:avLst/>
          </a:prstGeom>
          <a:noFill/>
          <a:ln/>
        </p:spPr>
        <p:txBody>
          <a:bodyPr wrap="square" lIns="0" tIns="0" rIns="0" bIns="0" rtlCol="0" anchor="t"/>
          <a:lstStyle/>
          <a:p>
            <a:pPr indent="0" marL="0">
              <a:lnSpc>
                <a:spcPct val="95000"/>
              </a:lnSpc>
              <a:buNone/>
            </a:pPr>
            <a:r>
              <a:rPr lang="en-US" sz="3000" b="1" dirty="0">
                <a:solidFill>
                  <a:srgbClr val="E8FBFF"/>
                </a:solidFill>
                <a:effectLst>
                  <a:glow rad="101600">
                    <a:srgbClr val="FF4F6E">
                      <a:alpha val="35000"/>
                    </a:srgbClr>
                  </a:glow>
                </a:effectLst>
                <a:latin typeface="Bahnschrift" pitchFamily="34" charset="0"/>
                <a:ea typeface="Bahnschrift" pitchFamily="34" charset="-122"/>
                <a:cs typeface="Bahnschrift" pitchFamily="34" charset="-120"/>
              </a:rPr>
              <a:t>WhatsApp is the hardest target, and the most secure for you</a:t>
            </a:r>
            <a:endParaRPr lang="en-US" sz="3000" dirty="0"/>
          </a:p>
        </p:txBody>
      </p:sp>
      <p:sp>
        <p:nvSpPr>
          <p:cNvPr id="5" name="sc0trk"/>
          <p:cNvSpPr/>
          <p:nvPr/>
        </p:nvSpPr>
        <p:spPr>
          <a:xfrm>
            <a:off x="1374775" y="2047875"/>
            <a:ext cx="984250" cy="984250"/>
          </a:xfrm>
          <a:prstGeom prst="ellipse">
            <a:avLst/>
          </a:prstGeom>
          <a:ln w="47625">
            <a:solidFill>
              <a:srgbClr val="12233D"/>
            </a:solidFill>
            <a:prstDash val="solid"/>
          </a:ln>
        </p:spPr>
      </p:sp>
      <p:sp>
        <p:nvSpPr>
          <p:cNvPr id="6" name="sc0arc"/>
          <p:cNvSpPr/>
          <p:nvPr/>
        </p:nvSpPr>
        <p:spPr>
          <a:xfrm>
            <a:off x="1327150" y="2000250"/>
            <a:ext cx="1079500" cy="1079500"/>
          </a:xfrm>
          <a:prstGeom prst="blockArc">
            <a:avLst>
              <a:gd name="adj1" fmla="val 16200000"/>
              <a:gd name="adj2" fmla="val 7560000"/>
              <a:gd name="adj3" fmla="val 8824"/>
            </a:avLst>
          </a:prstGeom>
          <a:solidFill>
            <a:srgbClr val="FF4F6E"/>
          </a:solidFill>
          <a:ln/>
          <a:effectLst>
            <a:outerShdw sx="100000" sy="100000" kx="0" ky="0" algn="bl" rotWithShape="0" blurRad="114300" dist="50800" dir="5400000">
              <a:srgbClr val="FF4F6E">
                <a:alpha val="60000"/>
              </a:srgbClr>
            </a:outerShdw>
          </a:effectLst>
        </p:spPr>
      </p:sp>
      <p:sp>
        <p:nvSpPr>
          <p:cNvPr id="7" name="sc0big"/>
          <p:cNvSpPr txBox="1"/>
          <p:nvPr/>
        </p:nvSpPr>
        <p:spPr>
          <a:xfrm>
            <a:off x="1327150" y="2324100"/>
            <a:ext cx="1079500" cy="323850"/>
          </a:xfrm>
          <a:prstGeom prst="rect">
            <a:avLst/>
          </a:prstGeom>
          <a:noFill/>
          <a:ln/>
        </p:spPr>
        <p:txBody>
          <a:bodyPr wrap="square" lIns="0" tIns="0" rIns="0" bIns="0" rtlCol="0" anchor="ctr"/>
          <a:lstStyle/>
          <a:p>
            <a:pPr algn="ctr" indent="0" marL="0">
              <a:buNone/>
            </a:pPr>
            <a:r>
              <a:rPr lang="en-US" sz="1700" b="1" dirty="0">
                <a:solidFill>
                  <a:srgbClr val="E8FBFF"/>
                </a:solidFill>
                <a:latin typeface="Segoe UI" pitchFamily="34" charset="0"/>
                <a:ea typeface="Segoe UI" pitchFamily="34" charset="-122"/>
                <a:cs typeface="Segoe UI" pitchFamily="34" charset="-120"/>
              </a:rPr>
              <a:t>15</a:t>
            </a:r>
            <a:endParaRPr lang="en-US" sz="1700" dirty="0"/>
          </a:p>
        </p:txBody>
      </p:sp>
      <p:sp>
        <p:nvSpPr>
          <p:cNvPr id="8" name="sc0sub"/>
          <p:cNvSpPr txBox="1"/>
          <p:nvPr/>
        </p:nvSpPr>
        <p:spPr>
          <a:xfrm>
            <a:off x="1219200" y="3143250"/>
            <a:ext cx="1295400" cy="444500"/>
          </a:xfrm>
          <a:prstGeom prst="rect">
            <a:avLst/>
          </a:prstGeom>
          <a:noFill/>
          <a:ln/>
        </p:spPr>
        <p:txBody>
          <a:bodyPr wrap="square" lIns="0" tIns="0" rIns="0" bIns="0" rtlCol="0" anchor="t"/>
          <a:lstStyle/>
          <a:p>
            <a:pPr algn="ctr" indent="0" marL="0">
              <a:buNone/>
            </a:pPr>
            <a:r>
              <a:rPr lang="en-US" sz="1100" dirty="0">
                <a:solidFill>
                  <a:srgbClr val="9FD8E8"/>
                </a:solidFill>
                <a:latin typeface="Segoe UI" pitchFamily="34" charset="0"/>
                <a:ea typeface="Segoe UI" pitchFamily="34" charset="-122"/>
                <a:cs typeface="Segoe UI" pitchFamily="34" charset="-120"/>
              </a:rPr>
              <a:t>bKash · SOFTEST</a:t>
            </a:r>
            <a:endParaRPr lang="en-US" sz="1100" dirty="0"/>
          </a:p>
        </p:txBody>
      </p:sp>
      <p:sp>
        <p:nvSpPr>
          <p:cNvPr id="9" name="sc1trk"/>
          <p:cNvSpPr/>
          <p:nvPr/>
        </p:nvSpPr>
        <p:spPr>
          <a:xfrm>
            <a:off x="3489325" y="2047875"/>
            <a:ext cx="984250" cy="984250"/>
          </a:xfrm>
          <a:prstGeom prst="ellipse">
            <a:avLst/>
          </a:prstGeom>
          <a:ln w="47625">
            <a:solidFill>
              <a:srgbClr val="12233D"/>
            </a:solidFill>
            <a:prstDash val="solid"/>
          </a:ln>
        </p:spPr>
      </p:sp>
      <p:sp>
        <p:nvSpPr>
          <p:cNvPr id="10" name="sc1arc"/>
          <p:cNvSpPr/>
          <p:nvPr/>
        </p:nvSpPr>
        <p:spPr>
          <a:xfrm>
            <a:off x="3441700" y="2000250"/>
            <a:ext cx="1079500" cy="1079500"/>
          </a:xfrm>
          <a:prstGeom prst="blockArc">
            <a:avLst>
              <a:gd name="adj1" fmla="val 16200000"/>
              <a:gd name="adj2" fmla="val 8424000"/>
              <a:gd name="adj3" fmla="val 8824"/>
            </a:avLst>
          </a:prstGeom>
          <a:solidFill>
            <a:srgbClr val="FF4F6E"/>
          </a:solidFill>
          <a:ln/>
          <a:effectLst>
            <a:outerShdw sx="100000" sy="100000" kx="0" ky="0" algn="bl" rotWithShape="0" blurRad="114300" dist="50800" dir="5400000">
              <a:srgbClr val="FF4F6E">
                <a:alpha val="60000"/>
              </a:srgbClr>
            </a:outerShdw>
          </a:effectLst>
        </p:spPr>
      </p:sp>
      <p:sp>
        <p:nvSpPr>
          <p:cNvPr id="11" name="sc1big"/>
          <p:cNvSpPr txBox="1"/>
          <p:nvPr/>
        </p:nvSpPr>
        <p:spPr>
          <a:xfrm>
            <a:off x="3441700" y="2324100"/>
            <a:ext cx="1079500" cy="323850"/>
          </a:xfrm>
          <a:prstGeom prst="rect">
            <a:avLst/>
          </a:prstGeom>
          <a:noFill/>
          <a:ln/>
        </p:spPr>
        <p:txBody>
          <a:bodyPr wrap="square" lIns="0" tIns="0" rIns="0" bIns="0" rtlCol="0" anchor="ctr"/>
          <a:lstStyle/>
          <a:p>
            <a:pPr algn="ctr" indent="0" marL="0">
              <a:buNone/>
            </a:pPr>
            <a:r>
              <a:rPr lang="en-US" sz="1700" b="1" dirty="0">
                <a:solidFill>
                  <a:srgbClr val="E8FBFF"/>
                </a:solidFill>
                <a:latin typeface="Segoe UI" pitchFamily="34" charset="0"/>
                <a:ea typeface="Segoe UI" pitchFamily="34" charset="-122"/>
                <a:cs typeface="Segoe UI" pitchFamily="34" charset="-120"/>
              </a:rPr>
              <a:t>16</a:t>
            </a:r>
            <a:endParaRPr lang="en-US" sz="1700" dirty="0"/>
          </a:p>
        </p:txBody>
      </p:sp>
      <p:sp>
        <p:nvSpPr>
          <p:cNvPr id="12" name="sc1sub"/>
          <p:cNvSpPr txBox="1"/>
          <p:nvPr/>
        </p:nvSpPr>
        <p:spPr>
          <a:xfrm>
            <a:off x="3333750" y="3143250"/>
            <a:ext cx="1295400" cy="444500"/>
          </a:xfrm>
          <a:prstGeom prst="rect">
            <a:avLst/>
          </a:prstGeom>
          <a:noFill/>
          <a:ln/>
        </p:spPr>
        <p:txBody>
          <a:bodyPr wrap="square" lIns="0" tIns="0" rIns="0" bIns="0" rtlCol="0" anchor="t"/>
          <a:lstStyle/>
          <a:p>
            <a:pPr algn="ctr" indent="0" marL="0">
              <a:buNone/>
            </a:pPr>
            <a:r>
              <a:rPr lang="en-US" sz="1100" dirty="0">
                <a:solidFill>
                  <a:srgbClr val="9FD8E8"/>
                </a:solidFill>
                <a:latin typeface="Segoe UI" pitchFamily="34" charset="0"/>
                <a:ea typeface="Segoe UI" pitchFamily="34" charset="-122"/>
                <a:cs typeface="Segoe UI" pitchFamily="34" charset="-120"/>
              </a:rPr>
              <a:t>Facebook</a:t>
            </a:r>
            <a:endParaRPr lang="en-US" sz="1100" dirty="0"/>
          </a:p>
        </p:txBody>
      </p:sp>
      <p:sp>
        <p:nvSpPr>
          <p:cNvPr id="13" name="sc2trk"/>
          <p:cNvSpPr/>
          <p:nvPr/>
        </p:nvSpPr>
        <p:spPr>
          <a:xfrm>
            <a:off x="5603875" y="2047875"/>
            <a:ext cx="984250" cy="984250"/>
          </a:xfrm>
          <a:prstGeom prst="ellipse">
            <a:avLst/>
          </a:prstGeom>
          <a:ln w="47625">
            <a:solidFill>
              <a:srgbClr val="12233D"/>
            </a:solidFill>
            <a:prstDash val="solid"/>
          </a:ln>
        </p:spPr>
      </p:sp>
      <p:sp>
        <p:nvSpPr>
          <p:cNvPr id="14" name="sc2arc"/>
          <p:cNvSpPr/>
          <p:nvPr/>
        </p:nvSpPr>
        <p:spPr>
          <a:xfrm>
            <a:off x="5556250" y="2000250"/>
            <a:ext cx="1079500" cy="1079500"/>
          </a:xfrm>
          <a:prstGeom prst="blockArc">
            <a:avLst>
              <a:gd name="adj1" fmla="val 16200000"/>
              <a:gd name="adj2" fmla="val 8424000"/>
              <a:gd name="adj3" fmla="val 8824"/>
            </a:avLst>
          </a:prstGeom>
          <a:solidFill>
            <a:srgbClr val="FF4F6E"/>
          </a:solidFill>
          <a:ln/>
          <a:effectLst>
            <a:outerShdw sx="100000" sy="100000" kx="0" ky="0" algn="bl" rotWithShape="0" blurRad="114300" dist="50800" dir="5400000">
              <a:srgbClr val="FF4F6E">
                <a:alpha val="60000"/>
              </a:srgbClr>
            </a:outerShdw>
          </a:effectLst>
        </p:spPr>
      </p:sp>
      <p:sp>
        <p:nvSpPr>
          <p:cNvPr id="15" name="sc2big"/>
          <p:cNvSpPr txBox="1"/>
          <p:nvPr/>
        </p:nvSpPr>
        <p:spPr>
          <a:xfrm>
            <a:off x="5556250" y="2324100"/>
            <a:ext cx="1079500" cy="323850"/>
          </a:xfrm>
          <a:prstGeom prst="rect">
            <a:avLst/>
          </a:prstGeom>
          <a:noFill/>
          <a:ln/>
        </p:spPr>
        <p:txBody>
          <a:bodyPr wrap="square" lIns="0" tIns="0" rIns="0" bIns="0" rtlCol="0" anchor="ctr"/>
          <a:lstStyle/>
          <a:p>
            <a:pPr algn="ctr" indent="0" marL="0">
              <a:buNone/>
            </a:pPr>
            <a:r>
              <a:rPr lang="en-US" sz="1700" b="1" dirty="0">
                <a:solidFill>
                  <a:srgbClr val="E8FBFF"/>
                </a:solidFill>
                <a:latin typeface="Segoe UI" pitchFamily="34" charset="0"/>
                <a:ea typeface="Segoe UI" pitchFamily="34" charset="-122"/>
                <a:cs typeface="Segoe UI" pitchFamily="34" charset="-120"/>
              </a:rPr>
              <a:t>16</a:t>
            </a:r>
            <a:endParaRPr lang="en-US" sz="1700" dirty="0"/>
          </a:p>
        </p:txBody>
      </p:sp>
      <p:sp>
        <p:nvSpPr>
          <p:cNvPr id="16" name="sc2sub"/>
          <p:cNvSpPr txBox="1"/>
          <p:nvPr/>
        </p:nvSpPr>
        <p:spPr>
          <a:xfrm>
            <a:off x="5448300" y="3143250"/>
            <a:ext cx="1295400" cy="444500"/>
          </a:xfrm>
          <a:prstGeom prst="rect">
            <a:avLst/>
          </a:prstGeom>
          <a:noFill/>
          <a:ln/>
        </p:spPr>
        <p:txBody>
          <a:bodyPr wrap="square" lIns="0" tIns="0" rIns="0" bIns="0" rtlCol="0" anchor="t"/>
          <a:lstStyle/>
          <a:p>
            <a:pPr algn="ctr" indent="0" marL="0">
              <a:buNone/>
            </a:pPr>
            <a:r>
              <a:rPr lang="en-US" sz="1100" dirty="0">
                <a:solidFill>
                  <a:srgbClr val="9FD8E8"/>
                </a:solidFill>
                <a:latin typeface="Segoe UI" pitchFamily="34" charset="0"/>
                <a:ea typeface="Segoe UI" pitchFamily="34" charset="-122"/>
                <a:cs typeface="Segoe UI" pitchFamily="34" charset="-120"/>
              </a:rPr>
              <a:t>Instagram</a:t>
            </a:r>
            <a:endParaRPr lang="en-US" sz="1100" dirty="0"/>
          </a:p>
        </p:txBody>
      </p:sp>
      <p:sp>
        <p:nvSpPr>
          <p:cNvPr id="17" name="sc3trk"/>
          <p:cNvSpPr/>
          <p:nvPr/>
        </p:nvSpPr>
        <p:spPr>
          <a:xfrm>
            <a:off x="7718425" y="2047875"/>
            <a:ext cx="984250" cy="984250"/>
          </a:xfrm>
          <a:prstGeom prst="ellipse">
            <a:avLst/>
          </a:prstGeom>
          <a:ln w="47625">
            <a:solidFill>
              <a:srgbClr val="12233D"/>
            </a:solidFill>
            <a:prstDash val="solid"/>
          </a:ln>
        </p:spPr>
      </p:sp>
      <p:sp>
        <p:nvSpPr>
          <p:cNvPr id="18" name="sc3arc"/>
          <p:cNvSpPr/>
          <p:nvPr/>
        </p:nvSpPr>
        <p:spPr>
          <a:xfrm>
            <a:off x="7670800" y="2000250"/>
            <a:ext cx="1079500" cy="1079500"/>
          </a:xfrm>
          <a:prstGeom prst="blockArc">
            <a:avLst>
              <a:gd name="adj1" fmla="val 16200000"/>
              <a:gd name="adj2" fmla="val 11880000"/>
              <a:gd name="adj3" fmla="val 8824"/>
            </a:avLst>
          </a:prstGeom>
          <a:solidFill>
            <a:srgbClr val="3FF0FF"/>
          </a:solidFill>
          <a:ln/>
          <a:effectLst>
            <a:outerShdw sx="100000" sy="100000" kx="0" ky="0" algn="bl" rotWithShape="0" blurRad="114300" dist="50800" dir="5400000">
              <a:srgbClr val="3FF0FF">
                <a:alpha val="60000"/>
              </a:srgbClr>
            </a:outerShdw>
          </a:effectLst>
        </p:spPr>
      </p:sp>
      <p:sp>
        <p:nvSpPr>
          <p:cNvPr id="19" name="sc3big"/>
          <p:cNvSpPr txBox="1"/>
          <p:nvPr/>
        </p:nvSpPr>
        <p:spPr>
          <a:xfrm>
            <a:off x="7670800" y="2324100"/>
            <a:ext cx="1079500" cy="323850"/>
          </a:xfrm>
          <a:prstGeom prst="rect">
            <a:avLst/>
          </a:prstGeom>
          <a:noFill/>
          <a:ln/>
        </p:spPr>
        <p:txBody>
          <a:bodyPr wrap="square" lIns="0" tIns="0" rIns="0" bIns="0" rtlCol="0" anchor="ctr"/>
          <a:lstStyle/>
          <a:p>
            <a:pPr algn="ctr" indent="0" marL="0">
              <a:buNone/>
            </a:pPr>
            <a:r>
              <a:rPr lang="en-US" sz="1700" b="1" dirty="0">
                <a:solidFill>
                  <a:srgbClr val="E8FBFF"/>
                </a:solidFill>
                <a:latin typeface="Segoe UI" pitchFamily="34" charset="0"/>
                <a:ea typeface="Segoe UI" pitchFamily="34" charset="-122"/>
                <a:cs typeface="Segoe UI" pitchFamily="34" charset="-120"/>
              </a:rPr>
              <a:t>20</a:t>
            </a:r>
            <a:endParaRPr lang="en-US" sz="1700" dirty="0"/>
          </a:p>
        </p:txBody>
      </p:sp>
      <p:sp>
        <p:nvSpPr>
          <p:cNvPr id="20" name="sc3sub"/>
          <p:cNvSpPr txBox="1"/>
          <p:nvPr/>
        </p:nvSpPr>
        <p:spPr>
          <a:xfrm>
            <a:off x="7562850" y="3143250"/>
            <a:ext cx="1295400" cy="444500"/>
          </a:xfrm>
          <a:prstGeom prst="rect">
            <a:avLst/>
          </a:prstGeom>
          <a:noFill/>
          <a:ln/>
        </p:spPr>
        <p:txBody>
          <a:bodyPr wrap="square" lIns="0" tIns="0" rIns="0" bIns="0" rtlCol="0" anchor="t"/>
          <a:lstStyle/>
          <a:p>
            <a:pPr algn="ctr" indent="0" marL="0">
              <a:buNone/>
            </a:pPr>
            <a:r>
              <a:rPr lang="en-US" sz="1100" dirty="0">
                <a:solidFill>
                  <a:srgbClr val="9FD8E8"/>
                </a:solidFill>
                <a:latin typeface="Segoe UI" pitchFamily="34" charset="0"/>
                <a:ea typeface="Segoe UI" pitchFamily="34" charset="-122"/>
                <a:cs typeface="Segoe UI" pitchFamily="34" charset="-120"/>
              </a:rPr>
              <a:t>Gmail</a:t>
            </a:r>
            <a:endParaRPr lang="en-US" sz="1100" dirty="0"/>
          </a:p>
        </p:txBody>
      </p:sp>
      <p:sp>
        <p:nvSpPr>
          <p:cNvPr id="21" name="sc4trk"/>
          <p:cNvSpPr/>
          <p:nvPr/>
        </p:nvSpPr>
        <p:spPr>
          <a:xfrm>
            <a:off x="9832975" y="2047875"/>
            <a:ext cx="984250" cy="984250"/>
          </a:xfrm>
          <a:prstGeom prst="ellipse">
            <a:avLst/>
          </a:prstGeom>
          <a:ln w="47625">
            <a:solidFill>
              <a:srgbClr val="12233D"/>
            </a:solidFill>
            <a:prstDash val="solid"/>
          </a:ln>
        </p:spPr>
      </p:sp>
      <p:sp>
        <p:nvSpPr>
          <p:cNvPr id="22" name="sc4arc"/>
          <p:cNvSpPr/>
          <p:nvPr/>
        </p:nvSpPr>
        <p:spPr>
          <a:xfrm>
            <a:off x="9785350" y="2000250"/>
            <a:ext cx="1079500" cy="1079500"/>
          </a:xfrm>
          <a:prstGeom prst="blockArc">
            <a:avLst>
              <a:gd name="adj1" fmla="val 16200000"/>
              <a:gd name="adj2" fmla="val 11880000"/>
              <a:gd name="adj3" fmla="val 8824"/>
            </a:avLst>
          </a:prstGeom>
          <a:solidFill>
            <a:srgbClr val="3FF0FF"/>
          </a:solidFill>
          <a:ln/>
          <a:effectLst>
            <a:outerShdw sx="100000" sy="100000" kx="0" ky="0" algn="bl" rotWithShape="0" blurRad="114300" dist="50800" dir="5400000">
              <a:srgbClr val="3FF0FF">
                <a:alpha val="60000"/>
              </a:srgbClr>
            </a:outerShdw>
          </a:effectLst>
        </p:spPr>
      </p:sp>
      <p:sp>
        <p:nvSpPr>
          <p:cNvPr id="23" name="sc4big"/>
          <p:cNvSpPr txBox="1"/>
          <p:nvPr/>
        </p:nvSpPr>
        <p:spPr>
          <a:xfrm>
            <a:off x="9785350" y="2324100"/>
            <a:ext cx="1079500" cy="323850"/>
          </a:xfrm>
          <a:prstGeom prst="rect">
            <a:avLst/>
          </a:prstGeom>
          <a:noFill/>
          <a:ln/>
        </p:spPr>
        <p:txBody>
          <a:bodyPr wrap="square" lIns="0" tIns="0" rIns="0" bIns="0" rtlCol="0" anchor="ctr"/>
          <a:lstStyle/>
          <a:p>
            <a:pPr algn="ctr" indent="0" marL="0">
              <a:buNone/>
            </a:pPr>
            <a:r>
              <a:rPr lang="en-US" sz="1700" b="1" dirty="0">
                <a:solidFill>
                  <a:srgbClr val="E8FBFF"/>
                </a:solidFill>
                <a:latin typeface="Segoe UI" pitchFamily="34" charset="0"/>
                <a:ea typeface="Segoe UI" pitchFamily="34" charset="-122"/>
                <a:cs typeface="Segoe UI" pitchFamily="34" charset="-120"/>
              </a:rPr>
              <a:t>20</a:t>
            </a:r>
            <a:endParaRPr lang="en-US" sz="1700" dirty="0"/>
          </a:p>
        </p:txBody>
      </p:sp>
      <p:sp>
        <p:nvSpPr>
          <p:cNvPr id="24" name="sc4sub"/>
          <p:cNvSpPr txBox="1"/>
          <p:nvPr/>
        </p:nvSpPr>
        <p:spPr>
          <a:xfrm>
            <a:off x="9677400" y="3143250"/>
            <a:ext cx="1295400" cy="444500"/>
          </a:xfrm>
          <a:prstGeom prst="rect">
            <a:avLst/>
          </a:prstGeom>
          <a:noFill/>
          <a:ln/>
        </p:spPr>
        <p:txBody>
          <a:bodyPr wrap="square" lIns="0" tIns="0" rIns="0" bIns="0" rtlCol="0" anchor="t"/>
          <a:lstStyle/>
          <a:p>
            <a:pPr algn="ctr" indent="0" marL="0">
              <a:buNone/>
            </a:pPr>
            <a:r>
              <a:rPr lang="en-US" sz="1100" dirty="0">
                <a:solidFill>
                  <a:srgbClr val="9FD8E8"/>
                </a:solidFill>
                <a:latin typeface="Segoe UI" pitchFamily="34" charset="0"/>
                <a:ea typeface="Segoe UI" pitchFamily="34" charset="-122"/>
                <a:cs typeface="Segoe UI" pitchFamily="34" charset="-120"/>
              </a:rPr>
              <a:t>WhatsApp · HARDEST</a:t>
            </a:r>
            <a:endParaRPr lang="en-US" sz="1100" dirty="0"/>
          </a:p>
        </p:txBody>
      </p:sp>
      <p:sp>
        <p:nvSpPr>
          <p:cNvPr id="25" name="cmplab"/>
          <p:cNvSpPr txBox="1"/>
          <p:nvPr/>
        </p:nvSpPr>
        <p:spPr>
          <a:xfrm>
            <a:off x="812800" y="3810000"/>
            <a:ext cx="4064000" cy="190500"/>
          </a:xfrm>
          <a:prstGeom prst="rect">
            <a:avLst/>
          </a:prstGeom>
          <a:noFill/>
          <a:ln/>
        </p:spPr>
        <p:txBody>
          <a:bodyPr wrap="square" lIns="0" tIns="0" rIns="0" bIns="0" rtlCol="0" anchor="t"/>
          <a:lstStyle/>
          <a:p>
            <a:pPr algn="ctr" indent="0" marL="0">
              <a:buNone/>
            </a:pPr>
            <a:r>
              <a:rPr lang="en-US" sz="1150" b="1" spc="300" kern="0" dirty="0">
                <a:solidFill>
                  <a:srgbClr val="FF4F6E"/>
                </a:solidFill>
                <a:latin typeface="Consolas" pitchFamily="34" charset="0"/>
                <a:ea typeface="Consolas" pitchFamily="34" charset="-122"/>
                <a:cs typeface="Consolas" pitchFamily="34" charset="-120"/>
              </a:rPr>
              <a:t>GUARDIAN RADAR</a:t>
            </a:r>
            <a:endParaRPr lang="en-US" sz="1150" dirty="0"/>
          </a:p>
        </p:txBody>
      </p:sp>
      <p:pic>
        <p:nvPicPr>
          <p:cNvPr id="26" name="cgrid" descr="Guardian radar of WhatsApp, Gmail and bKash">    </p:cNvPr>
          <p:cNvPicPr>
            <a:picLocks noChangeAspect="1"/>
          </p:cNvPicPr>
          <p:nvPr/>
        </p:nvPicPr>
        <p:blipFill>
          <a:blip r:embed="rId2"/>
          <a:stretch>
            <a:fillRect/>
          </a:stretch>
        </p:blipFill>
        <p:spPr>
          <a:xfrm>
            <a:off x="1066800" y="4038600"/>
            <a:ext cx="3556000" cy="2095500"/>
          </a:xfrm>
          <a:prstGeom prst="rect">
            <a:avLst/>
          </a:prstGeom>
        </p:spPr>
      </p:pic>
      <p:pic>
        <p:nvPicPr>
          <p:cNvPr id="27" name="cwa" descr="/tmp/claude-0/-home-user-bangladesh-crime-monitor/cb82e52d-05bf-5acf-9e17-5b7416beecee/scratchpad/animppt/holo/radar_cmp_wa.png">    </p:cNvPr>
          <p:cNvPicPr>
            <a:picLocks noChangeAspect="1"/>
          </p:cNvPicPr>
          <p:nvPr/>
        </p:nvPicPr>
        <p:blipFill>
          <a:blip r:embed="rId3"/>
          <a:stretch>
            <a:fillRect/>
          </a:stretch>
        </p:blipFill>
        <p:spPr>
          <a:xfrm>
            <a:off x="1066800" y="4038600"/>
            <a:ext cx="3556000" cy="2095500"/>
          </a:xfrm>
          <a:prstGeom prst="rect">
            <a:avLst/>
          </a:prstGeom>
        </p:spPr>
      </p:pic>
      <p:pic>
        <p:nvPicPr>
          <p:cNvPr id="28" name="cgm" descr="/tmp/claude-0/-home-user-bangladesh-crime-monitor/cb82e52d-05bf-5acf-9e17-5b7416beecee/scratchpad/animppt/holo/radar_cmp_gm.png">    </p:cNvPr>
          <p:cNvPicPr>
            <a:picLocks noChangeAspect="1"/>
          </p:cNvPicPr>
          <p:nvPr/>
        </p:nvPicPr>
        <p:blipFill>
          <a:blip r:embed="rId4"/>
          <a:stretch>
            <a:fillRect/>
          </a:stretch>
        </p:blipFill>
        <p:spPr>
          <a:xfrm>
            <a:off x="1066800" y="4038600"/>
            <a:ext cx="3556000" cy="2095500"/>
          </a:xfrm>
          <a:prstGeom prst="rect">
            <a:avLst/>
          </a:prstGeom>
        </p:spPr>
      </p:pic>
      <p:pic>
        <p:nvPicPr>
          <p:cNvPr id="29" name="cbk" descr="/tmp/claude-0/-home-user-bangladesh-crime-monitor/cb82e52d-05bf-5acf-9e17-5b7416beecee/scratchpad/animppt/holo/radar_cmp_bk.png">    </p:cNvPr>
          <p:cNvPicPr>
            <a:picLocks noChangeAspect="1"/>
          </p:cNvPicPr>
          <p:nvPr/>
        </p:nvPicPr>
        <p:blipFill>
          <a:blip r:embed="rId5"/>
          <a:stretch>
            <a:fillRect/>
          </a:stretch>
        </p:blipFill>
        <p:spPr>
          <a:xfrm>
            <a:off x="1066800" y="4038600"/>
            <a:ext cx="3556000" cy="2095500"/>
          </a:xfrm>
          <a:prstGeom prst="rect">
            <a:avLst/>
          </a:prstGeom>
        </p:spPr>
      </p:pic>
      <p:sp>
        <p:nvSpPr>
          <p:cNvPr id="30" name="legend"/>
          <p:cNvSpPr txBox="1"/>
          <p:nvPr/>
        </p:nvSpPr>
        <p:spPr>
          <a:xfrm>
            <a:off x="1066800" y="6146800"/>
            <a:ext cx="3556000" cy="215900"/>
          </a:xfrm>
          <a:prstGeom prst="rect">
            <a:avLst/>
          </a:prstGeom>
          <a:noFill/>
          <a:ln/>
        </p:spPr>
        <p:txBody>
          <a:bodyPr wrap="square" lIns="0" tIns="0" rIns="0" bIns="0" rtlCol="0" anchor="t"/>
          <a:lstStyle/>
          <a:p>
            <a:pPr algn="ctr" indent="0" marL="0">
              <a:buNone/>
            </a:pPr>
            <a:r>
              <a:rPr lang="en-US" sz="1200" b="1" dirty="0">
                <a:solidFill>
                  <a:srgbClr val="3FF0FF"/>
                </a:solidFill>
                <a:latin typeface="Segoe UI" pitchFamily="34" charset="0"/>
                <a:ea typeface="Segoe UI" pitchFamily="34" charset="-122"/>
                <a:cs typeface="Segoe UI" pitchFamily="34" charset="-120"/>
              </a:rPr>
              <a:t>● WhatsApp  </a:t>
            </a:r>
            <a:pPr algn="ctr" indent="0" marL="0">
              <a:buNone/>
            </a:pPr>
            <a:r>
              <a:rPr lang="en-US" sz="1200" b="1" dirty="0">
                <a:solidFill>
                  <a:srgbClr val="FFC94D"/>
                </a:solidFill>
                <a:latin typeface="Segoe UI" pitchFamily="34" charset="0"/>
                <a:ea typeface="Segoe UI" pitchFamily="34" charset="-122"/>
                <a:cs typeface="Segoe UI" pitchFamily="34" charset="-120"/>
              </a:rPr>
              <a:t>● Gmail  </a:t>
            </a:r>
            <a:pPr algn="ctr" indent="0" marL="0">
              <a:buNone/>
            </a:pPr>
            <a:r>
              <a:rPr lang="en-US" sz="1200" b="1" dirty="0">
                <a:solidFill>
                  <a:srgbClr val="FF4F6E"/>
                </a:solidFill>
                <a:latin typeface="Segoe UI" pitchFamily="34" charset="0"/>
                <a:ea typeface="Segoe UI" pitchFamily="34" charset="-122"/>
                <a:cs typeface="Segoe UI" pitchFamily="34" charset="-120"/>
              </a:rPr>
              <a:t>● bKash</a:t>
            </a:r>
            <a:endParaRPr lang="en-US" sz="1200" dirty="0"/>
          </a:p>
        </p:txBody>
      </p:sp>
      <p:sp>
        <p:nvSpPr>
          <p:cNvPr id="31" name="rul0"/>
          <p:cNvSpPr/>
          <p:nvPr/>
        </p:nvSpPr>
        <p:spPr>
          <a:xfrm>
            <a:off x="5080000" y="4064000"/>
            <a:ext cx="6299200" cy="660400"/>
          </a:xfrm>
          <a:prstGeom prst="roundRect">
            <a:avLst>
              <a:gd name="adj" fmla="val 13846"/>
            </a:avLst>
          </a:prstGeom>
          <a:solidFill>
            <a:srgbClr val="0A1A2E">
              <a:alpha val="70000"/>
            </a:srgbClr>
          </a:solidFill>
          <a:ln w="19050">
            <a:solidFill>
              <a:srgbClr val="3FF0FF"/>
            </a:solidFill>
            <a:prstDash val="solid"/>
          </a:ln>
          <a:effectLst>
            <a:outerShdw sx="100000" sy="100000" kx="0" ky="0" algn="bl" rotWithShape="0" blurRad="114300" dist="50800" dir="5400000">
              <a:srgbClr val="FF4F6E">
                <a:alpha val="55000"/>
              </a:srgbClr>
            </a:outerShdw>
          </a:effectLst>
        </p:spPr>
      </p:sp>
      <p:sp>
        <p:nvSpPr>
          <p:cNvPr id="32" name="rult0"/>
          <p:cNvSpPr txBox="1"/>
          <p:nvPr/>
        </p:nvSpPr>
        <p:spPr>
          <a:xfrm>
            <a:off x="5270500" y="4140200"/>
            <a:ext cx="5969000" cy="533400"/>
          </a:xfrm>
          <a:prstGeom prst="rect">
            <a:avLst/>
          </a:prstGeom>
          <a:noFill/>
          <a:ln/>
        </p:spPr>
        <p:txBody>
          <a:bodyPr wrap="square" lIns="0" tIns="0" rIns="0" bIns="0" rtlCol="0" anchor="t"/>
          <a:lstStyle/>
          <a:p>
            <a:pPr indent="0" marL="0">
              <a:buNone/>
            </a:pPr>
            <a:r>
              <a:rPr lang="en-US" sz="1250" b="1" dirty="0">
                <a:solidFill>
                  <a:srgbClr val="3FF0FF"/>
                </a:solidFill>
                <a:latin typeface="Segoe UI" pitchFamily="34" charset="0"/>
                <a:ea typeface="Segoe UI" pitchFamily="34" charset="-122"/>
                <a:cs typeface="Segoe UI" pitchFamily="34" charset="-120"/>
              </a:rPr>
              <a:t>HARDEST TO HACK: WHATSAPP</a:t>
            </a:r>
            <a:endParaRPr lang="en-US" sz="1250" dirty="0"/>
          </a:p>
          <a:p>
            <a:pPr indent="0" marL="0">
              <a:buNone/>
            </a:pPr>
            <a:r>
              <a:rPr lang="en-US" sz="1250" dirty="0">
                <a:solidFill>
                  <a:srgbClr val="E8FBFF"/>
                </a:solidFill>
                <a:latin typeface="Segoe UI" pitchFamily="34" charset="0"/>
                <a:ea typeface="Segoe UI" pitchFamily="34" charset="-122"/>
                <a:cs typeface="Segoe UI" pitchFamily="34" charset="-120"/>
              </a:rPr>
              <a:t>Its strongest guardian, end-to-end encryption, is on from day one with no setup.</a:t>
            </a:r>
            <a:endParaRPr lang="en-US" sz="1250" dirty="0"/>
          </a:p>
        </p:txBody>
      </p:sp>
      <p:sp>
        <p:nvSpPr>
          <p:cNvPr id="33" name="rul1"/>
          <p:cNvSpPr/>
          <p:nvPr/>
        </p:nvSpPr>
        <p:spPr>
          <a:xfrm>
            <a:off x="5080000" y="4813300"/>
            <a:ext cx="6299200" cy="660400"/>
          </a:xfrm>
          <a:prstGeom prst="roundRect">
            <a:avLst>
              <a:gd name="adj" fmla="val 13846"/>
            </a:avLst>
          </a:prstGeom>
          <a:solidFill>
            <a:srgbClr val="0A1A2E">
              <a:alpha val="70000"/>
            </a:srgbClr>
          </a:solidFill>
          <a:ln w="19050">
            <a:solidFill>
              <a:srgbClr val="FFC94D"/>
            </a:solidFill>
            <a:prstDash val="solid"/>
          </a:ln>
          <a:effectLst>
            <a:outerShdw sx="100000" sy="100000" kx="0" ky="0" algn="bl" rotWithShape="0" blurRad="114300" dist="50800" dir="5400000">
              <a:srgbClr val="FF4F6E">
                <a:alpha val="55000"/>
              </a:srgbClr>
            </a:outerShdw>
          </a:effectLst>
        </p:spPr>
      </p:sp>
      <p:sp>
        <p:nvSpPr>
          <p:cNvPr id="34" name="rult1"/>
          <p:cNvSpPr txBox="1"/>
          <p:nvPr/>
        </p:nvSpPr>
        <p:spPr>
          <a:xfrm>
            <a:off x="5270500" y="4889500"/>
            <a:ext cx="5969000" cy="533400"/>
          </a:xfrm>
          <a:prstGeom prst="rect">
            <a:avLst/>
          </a:prstGeom>
          <a:noFill/>
          <a:ln/>
        </p:spPr>
        <p:txBody>
          <a:bodyPr wrap="square" lIns="0" tIns="0" rIns="0" bIns="0" rtlCol="0" anchor="t"/>
          <a:lstStyle/>
          <a:p>
            <a:pPr indent="0" marL="0">
              <a:buNone/>
            </a:pPr>
            <a:r>
              <a:rPr lang="en-US" sz="1250" b="1" dirty="0">
                <a:solidFill>
                  <a:srgbClr val="FFC94D"/>
                </a:solidFill>
                <a:latin typeface="Segoe UI" pitchFamily="34" charset="0"/>
                <a:ea typeface="Segoe UI" pitchFamily="34" charset="-122"/>
                <a:cs typeface="Segoe UI" pitchFamily="34" charset="-120"/>
              </a:rPr>
              <a:t>THE PRIZE TO GUARD: GMAIL</a:t>
            </a:r>
            <a:endParaRPr lang="en-US" sz="1250" dirty="0"/>
          </a:p>
          <a:p>
            <a:pPr indent="0" marL="0">
              <a:buNone/>
            </a:pPr>
            <a:r>
              <a:rPr lang="en-US" sz="1250" dirty="0">
                <a:solidFill>
                  <a:srgbClr val="E8FBFF"/>
                </a:solidFill>
                <a:latin typeface="Segoe UI" pitchFamily="34" charset="0"/>
                <a:ea typeface="Segoe UI" pitchFamily="34" charset="-122"/>
                <a:cs typeface="Segoe UI" pitchFamily="34" charset="-120"/>
              </a:rPr>
              <a:t>The master key to every other account: protect it with a passkey.</a:t>
            </a:r>
            <a:endParaRPr lang="en-US" sz="1250" dirty="0"/>
          </a:p>
        </p:txBody>
      </p:sp>
      <p:sp>
        <p:nvSpPr>
          <p:cNvPr id="35" name="rul2"/>
          <p:cNvSpPr/>
          <p:nvPr/>
        </p:nvSpPr>
        <p:spPr>
          <a:xfrm>
            <a:off x="5080000" y="5562600"/>
            <a:ext cx="6299200" cy="660400"/>
          </a:xfrm>
          <a:prstGeom prst="roundRect">
            <a:avLst>
              <a:gd name="adj" fmla="val 13846"/>
            </a:avLst>
          </a:prstGeom>
          <a:solidFill>
            <a:srgbClr val="0A1A2E">
              <a:alpha val="70000"/>
            </a:srgbClr>
          </a:solidFill>
          <a:ln w="19050">
            <a:solidFill>
              <a:srgbClr val="FF4F6E"/>
            </a:solidFill>
            <a:prstDash val="solid"/>
          </a:ln>
          <a:effectLst>
            <a:outerShdw sx="100000" sy="100000" kx="0" ky="0" algn="bl" rotWithShape="0" blurRad="114300" dist="50800" dir="5400000">
              <a:srgbClr val="FF4F6E">
                <a:alpha val="55000"/>
              </a:srgbClr>
            </a:outerShdw>
          </a:effectLst>
        </p:spPr>
      </p:sp>
      <p:sp>
        <p:nvSpPr>
          <p:cNvPr id="36" name="rult2"/>
          <p:cNvSpPr txBox="1"/>
          <p:nvPr/>
        </p:nvSpPr>
        <p:spPr>
          <a:xfrm>
            <a:off x="5270500" y="5638800"/>
            <a:ext cx="5969000" cy="533400"/>
          </a:xfrm>
          <a:prstGeom prst="rect">
            <a:avLst/>
          </a:prstGeom>
          <a:noFill/>
          <a:ln/>
        </p:spPr>
        <p:txBody>
          <a:bodyPr wrap="square" lIns="0" tIns="0" rIns="0" bIns="0" rtlCol="0" anchor="t"/>
          <a:lstStyle/>
          <a:p>
            <a:pPr indent="0" marL="0">
              <a:buNone/>
            </a:pPr>
            <a:r>
              <a:rPr lang="en-US" sz="1250" b="1" dirty="0">
                <a:solidFill>
                  <a:srgbClr val="FF4F6E"/>
                </a:solidFill>
                <a:latin typeface="Segoe UI" pitchFamily="34" charset="0"/>
                <a:ea typeface="Segoe UI" pitchFamily="34" charset="-122"/>
                <a:cs typeface="Segoe UI" pitchFamily="34" charset="-120"/>
              </a:rPr>
              <a:t>SOFTEST TARGET: bKASH</a:t>
            </a:r>
            <a:endParaRPr lang="en-US" sz="1250" dirty="0"/>
          </a:p>
          <a:p>
            <a:pPr indent="0" marL="0">
              <a:buNone/>
            </a:pPr>
            <a:r>
              <a:rPr lang="en-US" sz="1250" dirty="0">
                <a:solidFill>
                  <a:srgbClr val="E8FBFF"/>
                </a:solidFill>
                <a:latin typeface="Segoe UI" pitchFamily="34" charset="0"/>
                <a:ea typeface="Segoe UI" pitchFamily="34" charset="-122"/>
                <a:cs typeface="Segoe UI" pitchFamily="34" charset="-120"/>
              </a:rPr>
              <a:t>Scammers go after the person, not the app: never read out an OTP.</a:t>
            </a:r>
            <a:endParaRPr lang="en-US" sz="1250" dirty="0"/>
          </a:p>
        </p:txBody>
      </p:sp>
      <p:pic>
        <p:nvPicPr>
          <p:cNvPr id="37" name="hud" descr="/tmp/claude-0/-home-user-bangladesh-crime-monitor/cb82e52d-05bf-5acf-9e17-5b7416beecee/scratchpad/animppt/holo/hacker/hud.png">    </p:cNvPr>
          <p:cNvPicPr>
            <a:picLocks noChangeAspect="1"/>
          </p:cNvPicPr>
          <p:nvPr/>
        </p:nvPicPr>
        <p:blipFill>
          <a:blip r:embed="rId6"/>
          <a:stretch>
            <a:fillRect/>
          </a:stretch>
        </p:blipFill>
        <p:spPr>
          <a:xfrm>
            <a:off x="0" y="0"/>
            <a:ext cx="12191695" cy="6858000"/>
          </a:xfrm>
          <a:prstGeom prst="rect">
            <a:avLst/>
          </a:prstGeom>
        </p:spPr>
      </p:pic>
      <p:pic>
        <p:nvPicPr>
          <p:cNvPr id="38" name="hudring" descr="/tmp/claude-0/-home-user-bangladesh-crime-monitor/cb82e52d-05bf-5acf-9e17-5b7416beecee/scratchpad/animppt/holo/hacker/ring.png">    </p:cNvPr>
          <p:cNvPicPr>
            <a:picLocks noChangeAspect="1"/>
          </p:cNvPicPr>
          <p:nvPr/>
        </p:nvPicPr>
        <p:blipFill>
          <a:blip r:embed="rId7"/>
          <a:stretch>
            <a:fillRect/>
          </a:stretch>
        </p:blipFill>
        <p:spPr>
          <a:xfrm>
            <a:off x="11125200" y="152400"/>
            <a:ext cx="952500" cy="952500"/>
          </a:xfrm>
          <a:prstGeom prst="rect">
            <a:avLst/>
          </a:prstGeom>
        </p:spPr>
      </p:pic>
      <p:pic>
        <p:nvPicPr>
          <p:cNvPr id="39" name="scanbar" descr="/tmp/claude-0/-home-user-bangladesh-crime-monitor/cb82e52d-05bf-5acf-9e17-5b7416beecee/scratchpad/animppt/holo/hacker/scan.png">    </p:cNvPr>
          <p:cNvPicPr>
            <a:picLocks noChangeAspect="1"/>
          </p:cNvPicPr>
          <p:nvPr/>
        </p:nvPicPr>
        <p:blipFill>
          <a:blip r:embed="rId8"/>
          <a:stretch>
            <a:fillRect/>
          </a:stretch>
        </p:blipFill>
        <p:spPr>
          <a:xfrm>
            <a:off x="0" y="0"/>
            <a:ext cx="12191695" cy="381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148" fill="hold">
                      <p:stCondLst>
                        <p:cond delay="indefinite"/>
                        <p:cond evt="onBegin" delay="0">
                          <p:tn val="2"/>
                        </p:cond>
                      </p:stCondLst>
                      <p:childTnLst>
                        <p:par>
                          <p:cTn id="149" fill="hold">
                            <p:stCondLst>
                              <p:cond delay="0"/>
                            </p:stCondLst>
                            <p:childTnLst>
                              <p:par>
                                <p:cTn id="6" presetID="22" presetClass="entr" presetSubtype="1"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wipe(down)">
                                      <p:cBhvr>
                                        <p:cTn id="4" dur="400"/>
                                        <p:tgtEl>
                                          <p:spTgt spid="3"/>
                                        </p:tgtEl>
                                      </p:cBhvr>
                                    </p:animEffect>
                                    <p:animEffect transition="in" filter="fade">
                                      <p:cBhvr>
                                        <p:cTn id="5" dur="400"/>
                                        <p:tgtEl>
                                          <p:spTgt spid="3"/>
                                        </p:tgtEl>
                                      </p:cBhvr>
                                    </p:animEffect>
                                  </p:childTnLst>
                                </p:cTn>
                              </p:par>
                              <p:par>
                                <p:cTn id="9" presetID="10" presetClass="entr" presetSubtype="0" fill="hold" grpId="0" nodeType="withEffect">
                                  <p:stCondLst>
                                    <p:cond delay="0"/>
                                  </p:stCondLst>
                                  <p:childTnLst>
                                    <p:set>
                                      <p:cBhvr>
                                        <p:cTn id="7" dur="1" fill="hold">
                                          <p:stCondLst>
                                            <p:cond delay="0"/>
                                          </p:stCondLst>
                                        </p:cTn>
                                        <p:tgtEl>
                                          <p:spTgt spid="37"/>
                                        </p:tgtEl>
                                        <p:attrNameLst>
                                          <p:attrName>style.visibility</p:attrName>
                                        </p:attrNameLst>
                                      </p:cBhvr>
                                      <p:to>
                                        <p:strVal val="visible"/>
                                      </p:to>
                                    </p:set>
                                    <p:animEffect transition="in" filter="fade">
                                      <p:cBhvr>
                                        <p:cTn id="8" dur="500"/>
                                        <p:tgtEl>
                                          <p:spTgt spid="37"/>
                                        </p:tgtEl>
                                      </p:cBhvr>
                                    </p:animEffect>
                                  </p:childTnLst>
                                </p:cTn>
                              </p:par>
                              <p:par>
                                <p:cTn id="12" presetID="10" presetClass="entr" presetSubtype="0" fill="hold" grpId="0" nodeType="with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500"/>
                                        <p:tgtEl>
                                          <p:spTgt spid="38"/>
                                        </p:tgtEl>
                                      </p:cBhvr>
                                    </p:animEffect>
                                  </p:childTnLst>
                                </p:cTn>
                              </p:par>
                              <p:par>
                                <p:cTn id="16" presetID="22" presetClass="entr" presetSubtype="1" fill="hold" grpId="0" nodeType="withEffect">
                                  <p:stCondLst>
                                    <p:cond delay="10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600"/>
                                        <p:tgtEl>
                                          <p:spTgt spid="4"/>
                                        </p:tgtEl>
                                      </p:cBhvr>
                                    </p:animEffect>
                                    <p:animEffect transition="in" filter="fade">
                                      <p:cBhvr>
                                        <p:cTn id="15" dur="600"/>
                                        <p:tgtEl>
                                          <p:spTgt spid="4"/>
                                        </p:tgtEl>
                                      </p:cBhvr>
                                    </p:animEffect>
                                  </p:childTnLst>
                                </p:cTn>
                              </p:par>
                              <p:par>
                                <p:cTn id="18" presetID="0" presetClass="path" presetSubtype="0" fill="hold" grpId="0" nodeType="withEffect" repeatCount="indefinite">
                                  <p:stCondLst>
                                    <p:cond delay="300"/>
                                  </p:stCondLst>
                                  <p:childTnLst>
                                    <p:animMotion origin="layout" path="M 0 0 L 0 1 E" pathEditMode="relative" ptsTypes="AA">
                                      <p:cBhvr>
                                        <p:cTn id="17" dur="5200" fill="hold"/>
                                        <p:tgtEl>
                                          <p:spTgt spid="39"/>
                                        </p:tgtEl>
                                        <p:attrNameLst>
                                          <p:attrName>ppt_x</p:attrName>
                                          <p:attrName>ppt_y</p:attrName>
                                        </p:attrNameLst>
                                      </p:cBhvr>
                                    </p:animMotion>
                                  </p:childTnLst>
                                </p:cTn>
                              </p:par>
                              <p:par>
                                <p:cTn id="21" presetID="10" presetClass="entr" presetSubtype="0" fill="hold" grpId="0" nodeType="withEffect">
                                  <p:stCondLst>
                                    <p:cond delay="50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400"/>
                                        <p:tgtEl>
                                          <p:spTgt spid="5"/>
                                        </p:tgtEl>
                                      </p:cBhvr>
                                    </p:animEffect>
                                  </p:childTnLst>
                                </p:cTn>
                              </p:par>
                              <p:par>
                                <p:cTn id="23" presetID="8" presetClass="emph" presetSubtype="0" fill="hold" grpId="1" nodeType="withEffect" repeatCount="indefinite">
                                  <p:stCondLst>
                                    <p:cond delay="500"/>
                                  </p:stCondLst>
                                  <p:childTnLst>
                                    <p:animRot by="21600000">
                                      <p:cBhvr>
                                        <p:cTn id="22" dur="16000" fill="hold"/>
                                        <p:tgtEl>
                                          <p:spTgt spid="38"/>
                                        </p:tgtEl>
                                        <p:attrNameLst>
                                          <p:attrName>r</p:attrName>
                                        </p:attrNameLst>
                                      </p:cBhvr>
                                    </p:animRot>
                                  </p:childTnLst>
                                </p:cTn>
                              </p:par>
                              <p:par>
                                <p:cTn id="26" presetID="21" presetClass="entr" presetSubtype="1" fill="hold" grpId="0" nodeType="withEffect">
                                  <p:stCondLst>
                                    <p:cond delay="600"/>
                                  </p:stCondLst>
                                  <p:childTnLst>
                                    <p:set>
                                      <p:cBhvr>
                                        <p:cTn id="24" dur="1" fill="hold">
                                          <p:stCondLst>
                                            <p:cond delay="0"/>
                                          </p:stCondLst>
                                        </p:cTn>
                                        <p:tgtEl>
                                          <p:spTgt spid="6"/>
                                        </p:tgtEl>
                                        <p:attrNameLst>
                                          <p:attrName>style.visibility</p:attrName>
                                        </p:attrNameLst>
                                      </p:cBhvr>
                                      <p:to>
                                        <p:strVal val="visible"/>
                                      </p:to>
                                    </p:set>
                                    <p:animEffect transition="in" filter="wheel(1)">
                                      <p:cBhvr>
                                        <p:cTn id="25" dur="1300"/>
                                        <p:tgtEl>
                                          <p:spTgt spid="6"/>
                                        </p:tgtEl>
                                      </p:cBhvr>
                                    </p:animEffect>
                                  </p:childTnLst>
                                </p:cTn>
                              </p:par>
                              <p:par>
                                <p:cTn id="28" presetID="0" presetClass="path" presetSubtype="0" fill="hold" grpId="1" nodeType="withEffect" autoRev="1" repeatCount="3000">
                                  <p:stCondLst>
                                    <p:cond delay="750"/>
                                  </p:stCondLst>
                                  <p:childTnLst>
                                    <p:animMotion origin="layout" path="M 0 0 L 0.008 0 E" pathEditMode="relative" ptsTypes="AA">
                                      <p:cBhvr>
                                        <p:cTn id="27" dur="45" fill="hold"/>
                                        <p:tgtEl>
                                          <p:spTgt spid="4"/>
                                        </p:tgtEl>
                                        <p:attrNameLst>
                                          <p:attrName>ppt_x</p:attrName>
                                          <p:attrName>ppt_y</p:attrName>
                                        </p:attrNameLst>
                                      </p:cBhvr>
                                    </p:animMotion>
                                  </p:childTnLst>
                                </p:cTn>
                              </p:par>
                              <p:par>
                                <p:cTn id="31" presetID="10" presetClass="entr" presetSubtype="0" fill="hold" grpId="0" nodeType="withEffect">
                                  <p:stCondLst>
                                    <p:cond delay="90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400"/>
                                        <p:tgtEl>
                                          <p:spTgt spid="9"/>
                                        </p:tgtEl>
                                      </p:cBhvr>
                                    </p:animEffect>
                                  </p:childTnLst>
                                </p:cTn>
                              </p:par>
                              <p:par>
                                <p:cTn id="36" presetID="53" presetClass="entr" presetSubtype="16" fill="hold" grpId="0" nodeType="withEffect">
                                  <p:stCondLst>
                                    <p:cond delay="1000"/>
                                  </p:stCondLst>
                                  <p:childTnLst>
                                    <p:set>
                                      <p:cBhvr>
                                        <p:cTn id="32" dur="1" fill="hold">
                                          <p:stCondLst>
                                            <p:cond delay="0"/>
                                          </p:stCondLst>
                                        </p:cTn>
                                        <p:tgtEl>
                                          <p:spTgt spid="7"/>
                                        </p:tgtEl>
                                        <p:attrNameLst>
                                          <p:attrName>style.visibility</p:attrName>
                                        </p:attrNameLst>
                                      </p:cBhvr>
                                      <p:to>
                                        <p:strVal val="visible"/>
                                      </p:to>
                                    </p:set>
                                    <p:anim calcmode="lin" valueType="num">
                                      <p:cBhvr additive="base">
                                        <p:cTn id="33" dur="500" fill="hold"/>
                                        <p:tgtEl>
                                          <p:spTgt spid="7"/>
                                        </p:tgtEl>
                                        <p:attrNameLst>
                                          <p:attrName>ppt_w</p:attrName>
                                        </p:attrNameLst>
                                      </p:cBhvr>
                                      <p:tavLst>
                                        <p:tav tm="0">
                                          <p:val>
                                            <p:strVal val="0"/>
                                          </p:val>
                                        </p:tav>
                                        <p:tav tm="100000">
                                          <p:val>
                                            <p:strVal val="#ppt_w"/>
                                          </p:val>
                                        </p:tav>
                                      </p:tavLst>
                                    </p:anim>
                                    <p:anim calcmode="lin" valueType="num">
                                      <p:cBhvr additive="base">
                                        <p:cTn id="34" dur="500" fill="hold"/>
                                        <p:tgtEl>
                                          <p:spTgt spid="7"/>
                                        </p:tgtEl>
                                        <p:attrNameLst>
                                          <p:attrName>ppt_h</p:attrName>
                                        </p:attrNameLst>
                                      </p:cBhvr>
                                      <p:tavLst>
                                        <p:tav tm="0">
                                          <p:val>
                                            <p:strVal val="0"/>
                                          </p:val>
                                        </p:tav>
                                        <p:tav tm="100000">
                                          <p:val>
                                            <p:strVal val="#ppt_h"/>
                                          </p:val>
                                        </p:tav>
                                      </p:tavLst>
                                    </p:anim>
                                    <p:animEffect transition="in" filter="fade">
                                      <p:cBhvr>
                                        <p:cTn id="35" dur="500"/>
                                        <p:tgtEl>
                                          <p:spTgt spid="7"/>
                                        </p:tgtEl>
                                      </p:cBhvr>
                                    </p:animEffect>
                                  </p:childTnLst>
                                </p:cTn>
                              </p:par>
                              <p:par>
                                <p:cTn id="39" presetID="21" presetClass="entr" presetSubtype="1" fill="hold" grpId="0" nodeType="withEffect">
                                  <p:stCondLst>
                                    <p:cond delay="1000"/>
                                  </p:stCondLst>
                                  <p:childTnLst>
                                    <p:set>
                                      <p:cBhvr>
                                        <p:cTn id="37" dur="1" fill="hold">
                                          <p:stCondLst>
                                            <p:cond delay="0"/>
                                          </p:stCondLst>
                                        </p:cTn>
                                        <p:tgtEl>
                                          <p:spTgt spid="10"/>
                                        </p:tgtEl>
                                        <p:attrNameLst>
                                          <p:attrName>style.visibility</p:attrName>
                                        </p:attrNameLst>
                                      </p:cBhvr>
                                      <p:to>
                                        <p:strVal val="visible"/>
                                      </p:to>
                                    </p:set>
                                    <p:animEffect transition="in" filter="wheel(1)">
                                      <p:cBhvr>
                                        <p:cTn id="38" dur="1300"/>
                                        <p:tgtEl>
                                          <p:spTgt spid="10"/>
                                        </p:tgtEl>
                                      </p:cBhvr>
                                    </p:animEffect>
                                  </p:childTnLst>
                                </p:cTn>
                              </p:par>
                              <p:par>
                                <p:cTn id="43" presetID="22" presetClass="entr" presetSubtype="1" fill="hold" grpId="0" nodeType="withEffect">
                                  <p:stCondLst>
                                    <p:cond delay="1200"/>
                                  </p:stCondLst>
                                  <p:childTnLst>
                                    <p:set>
                                      <p:cBhvr>
                                        <p:cTn id="40" dur="1" fill="hold">
                                          <p:stCondLst>
                                            <p:cond delay="0"/>
                                          </p:stCondLst>
                                        </p:cTn>
                                        <p:tgtEl>
                                          <p:spTgt spid="8"/>
                                        </p:tgtEl>
                                        <p:attrNameLst>
                                          <p:attrName>style.visibility</p:attrName>
                                        </p:attrNameLst>
                                      </p:cBhvr>
                                      <p:to>
                                        <p:strVal val="visible"/>
                                      </p:to>
                                    </p:set>
                                    <p:animEffect transition="in" filter="wipe(down)">
                                      <p:cBhvr>
                                        <p:cTn id="41" dur="500"/>
                                        <p:tgtEl>
                                          <p:spTgt spid="8"/>
                                        </p:tgtEl>
                                      </p:cBhvr>
                                    </p:animEffect>
                                    <p:animEffect transition="in" filter="fade">
                                      <p:cBhvr>
                                        <p:cTn id="42" dur="500"/>
                                        <p:tgtEl>
                                          <p:spTgt spid="8"/>
                                        </p:tgtEl>
                                      </p:cBhvr>
                                    </p:animEffect>
                                  </p:childTnLst>
                                </p:cTn>
                              </p:par>
                              <p:par>
                                <p:cTn id="46" presetID="10" presetClass="entr" presetSubtype="0" fill="hold" grpId="0" nodeType="withEffect">
                                  <p:stCondLst>
                                    <p:cond delay="130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400"/>
                                        <p:tgtEl>
                                          <p:spTgt spid="13"/>
                                        </p:tgtEl>
                                      </p:cBhvr>
                                    </p:animEffect>
                                  </p:childTnLst>
                                </p:cTn>
                              </p:par>
                              <p:par>
                                <p:cTn id="51" presetID="53" presetClass="entr" presetSubtype="16" fill="hold" grpId="0" nodeType="withEffect">
                                  <p:stCondLst>
                                    <p:cond delay="1400"/>
                                  </p:stCondLst>
                                  <p:childTnLst>
                                    <p:set>
                                      <p:cBhvr>
                                        <p:cTn id="47" dur="1" fill="hold">
                                          <p:stCondLst>
                                            <p:cond delay="0"/>
                                          </p:stCondLst>
                                        </p:cTn>
                                        <p:tgtEl>
                                          <p:spTgt spid="11"/>
                                        </p:tgtEl>
                                        <p:attrNameLst>
                                          <p:attrName>style.visibility</p:attrName>
                                        </p:attrNameLst>
                                      </p:cBhvr>
                                      <p:to>
                                        <p:strVal val="visible"/>
                                      </p:to>
                                    </p:set>
                                    <p:anim calcmode="lin" valueType="num">
                                      <p:cBhvr additive="base">
                                        <p:cTn id="48" dur="500" fill="hold"/>
                                        <p:tgtEl>
                                          <p:spTgt spid="11"/>
                                        </p:tgtEl>
                                        <p:attrNameLst>
                                          <p:attrName>ppt_w</p:attrName>
                                        </p:attrNameLst>
                                      </p:cBhvr>
                                      <p:tavLst>
                                        <p:tav tm="0">
                                          <p:val>
                                            <p:strVal val="0"/>
                                          </p:val>
                                        </p:tav>
                                        <p:tav tm="100000">
                                          <p:val>
                                            <p:strVal val="#ppt_w"/>
                                          </p:val>
                                        </p:tav>
                                      </p:tavLst>
                                    </p:anim>
                                    <p:anim calcmode="lin" valueType="num">
                                      <p:cBhvr additive="base">
                                        <p:cTn id="49" dur="500" fill="hold"/>
                                        <p:tgtEl>
                                          <p:spTgt spid="11"/>
                                        </p:tgtEl>
                                        <p:attrNameLst>
                                          <p:attrName>ppt_h</p:attrName>
                                        </p:attrNameLst>
                                      </p:cBhvr>
                                      <p:tavLst>
                                        <p:tav tm="0">
                                          <p:val>
                                            <p:strVal val="0"/>
                                          </p:val>
                                        </p:tav>
                                        <p:tav tm="100000">
                                          <p:val>
                                            <p:strVal val="#ppt_h"/>
                                          </p:val>
                                        </p:tav>
                                      </p:tavLst>
                                    </p:anim>
                                    <p:animEffect transition="in" filter="fade">
                                      <p:cBhvr>
                                        <p:cTn id="50" dur="500"/>
                                        <p:tgtEl>
                                          <p:spTgt spid="11"/>
                                        </p:tgtEl>
                                      </p:cBhvr>
                                    </p:animEffect>
                                  </p:childTnLst>
                                </p:cTn>
                              </p:par>
                              <p:par>
                                <p:cTn id="54" presetID="21" presetClass="entr" presetSubtype="1" fill="hold" grpId="0" nodeType="withEffect">
                                  <p:stCondLst>
                                    <p:cond delay="1400"/>
                                  </p:stCondLst>
                                  <p:childTnLst>
                                    <p:set>
                                      <p:cBhvr>
                                        <p:cTn id="52" dur="1" fill="hold">
                                          <p:stCondLst>
                                            <p:cond delay="0"/>
                                          </p:stCondLst>
                                        </p:cTn>
                                        <p:tgtEl>
                                          <p:spTgt spid="14"/>
                                        </p:tgtEl>
                                        <p:attrNameLst>
                                          <p:attrName>style.visibility</p:attrName>
                                        </p:attrNameLst>
                                      </p:cBhvr>
                                      <p:to>
                                        <p:strVal val="visible"/>
                                      </p:to>
                                    </p:set>
                                    <p:animEffect transition="in" filter="wheel(1)">
                                      <p:cBhvr>
                                        <p:cTn id="53" dur="1300"/>
                                        <p:tgtEl>
                                          <p:spTgt spid="14"/>
                                        </p:tgtEl>
                                      </p:cBhvr>
                                    </p:animEffect>
                                  </p:childTnLst>
                                </p:cTn>
                              </p:par>
                              <p:par>
                                <p:cTn id="58" presetID="22" presetClass="entr" presetSubtype="1" fill="hold" grpId="0" nodeType="withEffect">
                                  <p:stCondLst>
                                    <p:cond delay="1600"/>
                                  </p:stCondLst>
                                  <p:childTnLst>
                                    <p:set>
                                      <p:cBhvr>
                                        <p:cTn id="55" dur="1" fill="hold">
                                          <p:stCondLst>
                                            <p:cond delay="0"/>
                                          </p:stCondLst>
                                        </p:cTn>
                                        <p:tgtEl>
                                          <p:spTgt spid="12"/>
                                        </p:tgtEl>
                                        <p:attrNameLst>
                                          <p:attrName>style.visibility</p:attrName>
                                        </p:attrNameLst>
                                      </p:cBhvr>
                                      <p:to>
                                        <p:strVal val="visible"/>
                                      </p:to>
                                    </p:set>
                                    <p:animEffect transition="in" filter="wipe(down)">
                                      <p:cBhvr>
                                        <p:cTn id="56" dur="500"/>
                                        <p:tgtEl>
                                          <p:spTgt spid="12"/>
                                        </p:tgtEl>
                                      </p:cBhvr>
                                    </p:animEffect>
                                    <p:animEffect transition="in" filter="fade">
                                      <p:cBhvr>
                                        <p:cTn id="57" dur="500"/>
                                        <p:tgtEl>
                                          <p:spTgt spid="12"/>
                                        </p:tgtEl>
                                      </p:cBhvr>
                                    </p:animEffect>
                                  </p:childTnLst>
                                </p:cTn>
                              </p:par>
                              <p:par>
                                <p:cTn id="61" presetID="10" presetClass="entr" presetSubtype="0" fill="hold" grpId="0" nodeType="withEffect">
                                  <p:stCondLst>
                                    <p:cond delay="1700"/>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400"/>
                                        <p:tgtEl>
                                          <p:spTgt spid="17"/>
                                        </p:tgtEl>
                                      </p:cBhvr>
                                    </p:animEffect>
                                  </p:childTnLst>
                                </p:cTn>
                              </p:par>
                              <p:par>
                                <p:cTn id="66" presetID="53" presetClass="entr" presetSubtype="16" fill="hold" grpId="0" nodeType="withEffect">
                                  <p:stCondLst>
                                    <p:cond delay="1800"/>
                                  </p:stCondLst>
                                  <p:childTnLst>
                                    <p:set>
                                      <p:cBhvr>
                                        <p:cTn id="62" dur="1" fill="hold">
                                          <p:stCondLst>
                                            <p:cond delay="0"/>
                                          </p:stCondLst>
                                        </p:cTn>
                                        <p:tgtEl>
                                          <p:spTgt spid="15"/>
                                        </p:tgtEl>
                                        <p:attrNameLst>
                                          <p:attrName>style.visibility</p:attrName>
                                        </p:attrNameLst>
                                      </p:cBhvr>
                                      <p:to>
                                        <p:strVal val="visible"/>
                                      </p:to>
                                    </p:set>
                                    <p:anim calcmode="lin" valueType="num">
                                      <p:cBhvr additive="base">
                                        <p:cTn id="63" dur="500" fill="hold"/>
                                        <p:tgtEl>
                                          <p:spTgt spid="15"/>
                                        </p:tgtEl>
                                        <p:attrNameLst>
                                          <p:attrName>ppt_w</p:attrName>
                                        </p:attrNameLst>
                                      </p:cBhvr>
                                      <p:tavLst>
                                        <p:tav tm="0">
                                          <p:val>
                                            <p:strVal val="0"/>
                                          </p:val>
                                        </p:tav>
                                        <p:tav tm="100000">
                                          <p:val>
                                            <p:strVal val="#ppt_w"/>
                                          </p:val>
                                        </p:tav>
                                      </p:tavLst>
                                    </p:anim>
                                    <p:anim calcmode="lin" valueType="num">
                                      <p:cBhvr additive="base">
                                        <p:cTn id="64" dur="500" fill="hold"/>
                                        <p:tgtEl>
                                          <p:spTgt spid="15"/>
                                        </p:tgtEl>
                                        <p:attrNameLst>
                                          <p:attrName>ppt_h</p:attrName>
                                        </p:attrNameLst>
                                      </p:cBhvr>
                                      <p:tavLst>
                                        <p:tav tm="0">
                                          <p:val>
                                            <p:strVal val="0"/>
                                          </p:val>
                                        </p:tav>
                                        <p:tav tm="100000">
                                          <p:val>
                                            <p:strVal val="#ppt_h"/>
                                          </p:val>
                                        </p:tav>
                                      </p:tavLst>
                                    </p:anim>
                                    <p:animEffect transition="in" filter="fade">
                                      <p:cBhvr>
                                        <p:cTn id="65" dur="500"/>
                                        <p:tgtEl>
                                          <p:spTgt spid="15"/>
                                        </p:tgtEl>
                                      </p:cBhvr>
                                    </p:animEffect>
                                  </p:childTnLst>
                                </p:cTn>
                              </p:par>
                              <p:par>
                                <p:cTn id="69" presetID="21" presetClass="entr" presetSubtype="1" fill="hold" grpId="0" nodeType="withEffect">
                                  <p:stCondLst>
                                    <p:cond delay="1800"/>
                                  </p:stCondLst>
                                  <p:childTnLst>
                                    <p:set>
                                      <p:cBhvr>
                                        <p:cTn id="67" dur="1" fill="hold">
                                          <p:stCondLst>
                                            <p:cond delay="0"/>
                                          </p:stCondLst>
                                        </p:cTn>
                                        <p:tgtEl>
                                          <p:spTgt spid="18"/>
                                        </p:tgtEl>
                                        <p:attrNameLst>
                                          <p:attrName>style.visibility</p:attrName>
                                        </p:attrNameLst>
                                      </p:cBhvr>
                                      <p:to>
                                        <p:strVal val="visible"/>
                                      </p:to>
                                    </p:set>
                                    <p:animEffect transition="in" filter="wheel(1)">
                                      <p:cBhvr>
                                        <p:cTn id="68" dur="1300"/>
                                        <p:tgtEl>
                                          <p:spTgt spid="18"/>
                                        </p:tgtEl>
                                      </p:cBhvr>
                                    </p:animEffect>
                                  </p:childTnLst>
                                </p:cTn>
                              </p:par>
                              <p:par>
                                <p:cTn id="73" presetID="22" presetClass="entr" presetSubtype="1" fill="hold" grpId="0" nodeType="withEffect">
                                  <p:stCondLst>
                                    <p:cond delay="2000"/>
                                  </p:stCondLst>
                                  <p:childTnLst>
                                    <p:set>
                                      <p:cBhvr>
                                        <p:cTn id="70" dur="1" fill="hold">
                                          <p:stCondLst>
                                            <p:cond delay="0"/>
                                          </p:stCondLst>
                                        </p:cTn>
                                        <p:tgtEl>
                                          <p:spTgt spid="16"/>
                                        </p:tgtEl>
                                        <p:attrNameLst>
                                          <p:attrName>style.visibility</p:attrName>
                                        </p:attrNameLst>
                                      </p:cBhvr>
                                      <p:to>
                                        <p:strVal val="visible"/>
                                      </p:to>
                                    </p:set>
                                    <p:animEffect transition="in" filter="wipe(down)">
                                      <p:cBhvr>
                                        <p:cTn id="71" dur="500"/>
                                        <p:tgtEl>
                                          <p:spTgt spid="16"/>
                                        </p:tgtEl>
                                      </p:cBhvr>
                                    </p:animEffect>
                                    <p:animEffect transition="in" filter="fade">
                                      <p:cBhvr>
                                        <p:cTn id="72" dur="500"/>
                                        <p:tgtEl>
                                          <p:spTgt spid="16"/>
                                        </p:tgtEl>
                                      </p:cBhvr>
                                    </p:animEffect>
                                  </p:childTnLst>
                                </p:cTn>
                              </p:par>
                              <p:par>
                                <p:cTn id="76" presetID="10" presetClass="entr" presetSubtype="0" fill="hold" grpId="0" nodeType="withEffect">
                                  <p:stCondLst>
                                    <p:cond delay="2100"/>
                                  </p:stCondLst>
                                  <p:childTnLst>
                                    <p:set>
                                      <p:cBhvr>
                                        <p:cTn id="74" dur="1" fill="hold">
                                          <p:stCondLst>
                                            <p:cond delay="0"/>
                                          </p:stCondLst>
                                        </p:cTn>
                                        <p:tgtEl>
                                          <p:spTgt spid="21"/>
                                        </p:tgtEl>
                                        <p:attrNameLst>
                                          <p:attrName>style.visibility</p:attrName>
                                        </p:attrNameLst>
                                      </p:cBhvr>
                                      <p:to>
                                        <p:strVal val="visible"/>
                                      </p:to>
                                    </p:set>
                                    <p:animEffect transition="in" filter="fade">
                                      <p:cBhvr>
                                        <p:cTn id="75" dur="400"/>
                                        <p:tgtEl>
                                          <p:spTgt spid="21"/>
                                        </p:tgtEl>
                                      </p:cBhvr>
                                    </p:animEffect>
                                  </p:childTnLst>
                                </p:cTn>
                              </p:par>
                              <p:par>
                                <p:cTn id="81" presetID="53" presetClass="entr" presetSubtype="16" fill="hold" grpId="0" nodeType="withEffect">
                                  <p:stCondLst>
                                    <p:cond delay="2200"/>
                                  </p:stCondLst>
                                  <p:childTnLst>
                                    <p:set>
                                      <p:cBhvr>
                                        <p:cTn id="77" dur="1" fill="hold">
                                          <p:stCondLst>
                                            <p:cond delay="0"/>
                                          </p:stCondLst>
                                        </p:cTn>
                                        <p:tgtEl>
                                          <p:spTgt spid="19"/>
                                        </p:tgtEl>
                                        <p:attrNameLst>
                                          <p:attrName>style.visibility</p:attrName>
                                        </p:attrNameLst>
                                      </p:cBhvr>
                                      <p:to>
                                        <p:strVal val="visible"/>
                                      </p:to>
                                    </p:set>
                                    <p:anim calcmode="lin" valueType="num">
                                      <p:cBhvr additive="base">
                                        <p:cTn id="78" dur="500" fill="hold"/>
                                        <p:tgtEl>
                                          <p:spTgt spid="19"/>
                                        </p:tgtEl>
                                        <p:attrNameLst>
                                          <p:attrName>ppt_w</p:attrName>
                                        </p:attrNameLst>
                                      </p:cBhvr>
                                      <p:tavLst>
                                        <p:tav tm="0">
                                          <p:val>
                                            <p:strVal val="0"/>
                                          </p:val>
                                        </p:tav>
                                        <p:tav tm="100000">
                                          <p:val>
                                            <p:strVal val="#ppt_w"/>
                                          </p:val>
                                        </p:tav>
                                      </p:tavLst>
                                    </p:anim>
                                    <p:anim calcmode="lin" valueType="num">
                                      <p:cBhvr additive="base">
                                        <p:cTn id="79" dur="500" fill="hold"/>
                                        <p:tgtEl>
                                          <p:spTgt spid="19"/>
                                        </p:tgtEl>
                                        <p:attrNameLst>
                                          <p:attrName>ppt_h</p:attrName>
                                        </p:attrNameLst>
                                      </p:cBhvr>
                                      <p:tavLst>
                                        <p:tav tm="0">
                                          <p:val>
                                            <p:strVal val="0"/>
                                          </p:val>
                                        </p:tav>
                                        <p:tav tm="100000">
                                          <p:val>
                                            <p:strVal val="#ppt_h"/>
                                          </p:val>
                                        </p:tav>
                                      </p:tavLst>
                                    </p:anim>
                                    <p:animEffect transition="in" filter="fade">
                                      <p:cBhvr>
                                        <p:cTn id="80" dur="500"/>
                                        <p:tgtEl>
                                          <p:spTgt spid="19"/>
                                        </p:tgtEl>
                                      </p:cBhvr>
                                    </p:animEffect>
                                  </p:childTnLst>
                                </p:cTn>
                              </p:par>
                              <p:par>
                                <p:cTn id="84" presetID="21" presetClass="entr" presetSubtype="1" fill="hold" grpId="0" nodeType="withEffect">
                                  <p:stCondLst>
                                    <p:cond delay="2200"/>
                                  </p:stCondLst>
                                  <p:childTnLst>
                                    <p:set>
                                      <p:cBhvr>
                                        <p:cTn id="82" dur="1" fill="hold">
                                          <p:stCondLst>
                                            <p:cond delay="0"/>
                                          </p:stCondLst>
                                        </p:cTn>
                                        <p:tgtEl>
                                          <p:spTgt spid="22"/>
                                        </p:tgtEl>
                                        <p:attrNameLst>
                                          <p:attrName>style.visibility</p:attrName>
                                        </p:attrNameLst>
                                      </p:cBhvr>
                                      <p:to>
                                        <p:strVal val="visible"/>
                                      </p:to>
                                    </p:set>
                                    <p:animEffect transition="in" filter="wheel(1)">
                                      <p:cBhvr>
                                        <p:cTn id="83" dur="1300"/>
                                        <p:tgtEl>
                                          <p:spTgt spid="22"/>
                                        </p:tgtEl>
                                      </p:cBhvr>
                                    </p:animEffect>
                                  </p:childTnLst>
                                </p:cTn>
                              </p:par>
                              <p:par>
                                <p:cTn id="88" presetID="22" presetClass="entr" presetSubtype="1" fill="hold" grpId="0" nodeType="withEffect">
                                  <p:stCondLst>
                                    <p:cond delay="2400"/>
                                  </p:stCondLst>
                                  <p:childTnLst>
                                    <p:set>
                                      <p:cBhvr>
                                        <p:cTn id="85" dur="1" fill="hold">
                                          <p:stCondLst>
                                            <p:cond delay="0"/>
                                          </p:stCondLst>
                                        </p:cTn>
                                        <p:tgtEl>
                                          <p:spTgt spid="20"/>
                                        </p:tgtEl>
                                        <p:attrNameLst>
                                          <p:attrName>style.visibility</p:attrName>
                                        </p:attrNameLst>
                                      </p:cBhvr>
                                      <p:to>
                                        <p:strVal val="visible"/>
                                      </p:to>
                                    </p:set>
                                    <p:animEffect transition="in" filter="wipe(down)">
                                      <p:cBhvr>
                                        <p:cTn id="86" dur="500"/>
                                        <p:tgtEl>
                                          <p:spTgt spid="20"/>
                                        </p:tgtEl>
                                      </p:cBhvr>
                                    </p:animEffect>
                                    <p:animEffect transition="in" filter="fade">
                                      <p:cBhvr>
                                        <p:cTn id="87" dur="500"/>
                                        <p:tgtEl>
                                          <p:spTgt spid="20"/>
                                        </p:tgtEl>
                                      </p:cBhvr>
                                    </p:animEffect>
                                  </p:childTnLst>
                                </p:cTn>
                              </p:par>
                              <p:par>
                                <p:cTn id="93" presetID="53" presetClass="entr" presetSubtype="16" fill="hold" grpId="0" nodeType="withEffect">
                                  <p:stCondLst>
                                    <p:cond delay="2600"/>
                                  </p:stCondLst>
                                  <p:childTnLst>
                                    <p:set>
                                      <p:cBhvr>
                                        <p:cTn id="89" dur="1" fill="hold">
                                          <p:stCondLst>
                                            <p:cond delay="0"/>
                                          </p:stCondLst>
                                        </p:cTn>
                                        <p:tgtEl>
                                          <p:spTgt spid="23"/>
                                        </p:tgtEl>
                                        <p:attrNameLst>
                                          <p:attrName>style.visibility</p:attrName>
                                        </p:attrNameLst>
                                      </p:cBhvr>
                                      <p:to>
                                        <p:strVal val="visible"/>
                                      </p:to>
                                    </p:set>
                                    <p:anim calcmode="lin" valueType="num">
                                      <p:cBhvr additive="base">
                                        <p:cTn id="90" dur="500" fill="hold"/>
                                        <p:tgtEl>
                                          <p:spTgt spid="23"/>
                                        </p:tgtEl>
                                        <p:attrNameLst>
                                          <p:attrName>ppt_w</p:attrName>
                                        </p:attrNameLst>
                                      </p:cBhvr>
                                      <p:tavLst>
                                        <p:tav tm="0">
                                          <p:val>
                                            <p:strVal val="0"/>
                                          </p:val>
                                        </p:tav>
                                        <p:tav tm="100000">
                                          <p:val>
                                            <p:strVal val="#ppt_w"/>
                                          </p:val>
                                        </p:tav>
                                      </p:tavLst>
                                    </p:anim>
                                    <p:anim calcmode="lin" valueType="num">
                                      <p:cBhvr additive="base">
                                        <p:cTn id="91" dur="500" fill="hold"/>
                                        <p:tgtEl>
                                          <p:spTgt spid="23"/>
                                        </p:tgtEl>
                                        <p:attrNameLst>
                                          <p:attrName>ppt_h</p:attrName>
                                        </p:attrNameLst>
                                      </p:cBhvr>
                                      <p:tavLst>
                                        <p:tav tm="0">
                                          <p:val>
                                            <p:strVal val="0"/>
                                          </p:val>
                                        </p:tav>
                                        <p:tav tm="100000">
                                          <p:val>
                                            <p:strVal val="#ppt_h"/>
                                          </p:val>
                                        </p:tav>
                                      </p:tavLst>
                                    </p:anim>
                                    <p:animEffect transition="in" filter="fade">
                                      <p:cBhvr>
                                        <p:cTn id="92" dur="500"/>
                                        <p:tgtEl>
                                          <p:spTgt spid="23"/>
                                        </p:tgtEl>
                                      </p:cBhvr>
                                    </p:animEffect>
                                  </p:childTnLst>
                                </p:cTn>
                              </p:par>
                              <p:par>
                                <p:cTn id="97" presetID="22" presetClass="entr" presetSubtype="1" fill="hold" grpId="0" nodeType="withEffect">
                                  <p:stCondLst>
                                    <p:cond delay="2600"/>
                                  </p:stCondLst>
                                  <p:childTnLst>
                                    <p:set>
                                      <p:cBhvr>
                                        <p:cTn id="94" dur="1" fill="hold">
                                          <p:stCondLst>
                                            <p:cond delay="0"/>
                                          </p:stCondLst>
                                        </p:cTn>
                                        <p:tgtEl>
                                          <p:spTgt spid="25"/>
                                        </p:tgtEl>
                                        <p:attrNameLst>
                                          <p:attrName>style.visibility</p:attrName>
                                        </p:attrNameLst>
                                      </p:cBhvr>
                                      <p:to>
                                        <p:strVal val="visible"/>
                                      </p:to>
                                    </p:set>
                                    <p:animEffect transition="in" filter="wipe(down)">
                                      <p:cBhvr>
                                        <p:cTn id="95" dur="450"/>
                                        <p:tgtEl>
                                          <p:spTgt spid="25"/>
                                        </p:tgtEl>
                                      </p:cBhvr>
                                    </p:animEffect>
                                    <p:animEffect transition="in" filter="fade">
                                      <p:cBhvr>
                                        <p:cTn id="96" dur="450"/>
                                        <p:tgtEl>
                                          <p:spTgt spid="25"/>
                                        </p:tgtEl>
                                      </p:cBhvr>
                                    </p:animEffect>
                                  </p:childTnLst>
                                </p:cTn>
                              </p:par>
                              <p:par>
                                <p:cTn id="101" presetID="22" presetClass="entr" presetSubtype="1" fill="hold" grpId="0" nodeType="withEffect">
                                  <p:stCondLst>
                                    <p:cond delay="2700"/>
                                  </p:stCondLst>
                                  <p:childTnLst>
                                    <p:set>
                                      <p:cBhvr>
                                        <p:cTn id="98" dur="1" fill="hold">
                                          <p:stCondLst>
                                            <p:cond delay="0"/>
                                          </p:stCondLst>
                                        </p:cTn>
                                        <p:tgtEl>
                                          <p:spTgt spid="26"/>
                                        </p:tgtEl>
                                        <p:attrNameLst>
                                          <p:attrName>style.visibility</p:attrName>
                                        </p:attrNameLst>
                                      </p:cBhvr>
                                      <p:to>
                                        <p:strVal val="visible"/>
                                      </p:to>
                                    </p:set>
                                    <p:animEffect transition="in" filter="wipe(down)">
                                      <p:cBhvr>
                                        <p:cTn id="99" dur="600"/>
                                        <p:tgtEl>
                                          <p:spTgt spid="26"/>
                                        </p:tgtEl>
                                      </p:cBhvr>
                                    </p:animEffect>
                                    <p:animEffect transition="in" filter="fade">
                                      <p:cBhvr>
                                        <p:cTn id="100" dur="600"/>
                                        <p:tgtEl>
                                          <p:spTgt spid="26"/>
                                        </p:tgtEl>
                                      </p:cBhvr>
                                    </p:animEffect>
                                  </p:childTnLst>
                                </p:cTn>
                              </p:par>
                              <p:par>
                                <p:cTn id="105" presetID="22" presetClass="entr" presetSubtype="1" fill="hold" grpId="0" nodeType="withEffect">
                                  <p:stCondLst>
                                    <p:cond delay="2800"/>
                                  </p:stCondLst>
                                  <p:childTnLst>
                                    <p:set>
                                      <p:cBhvr>
                                        <p:cTn id="102" dur="1" fill="hold">
                                          <p:stCondLst>
                                            <p:cond delay="0"/>
                                          </p:stCondLst>
                                        </p:cTn>
                                        <p:tgtEl>
                                          <p:spTgt spid="24"/>
                                        </p:tgtEl>
                                        <p:attrNameLst>
                                          <p:attrName>style.visibility</p:attrName>
                                        </p:attrNameLst>
                                      </p:cBhvr>
                                      <p:to>
                                        <p:strVal val="visible"/>
                                      </p:to>
                                    </p:set>
                                    <p:animEffect transition="in" filter="wipe(down)">
                                      <p:cBhvr>
                                        <p:cTn id="103" dur="500"/>
                                        <p:tgtEl>
                                          <p:spTgt spid="24"/>
                                        </p:tgtEl>
                                      </p:cBhvr>
                                    </p:animEffect>
                                    <p:animEffect transition="in" filter="fade">
                                      <p:cBhvr>
                                        <p:cTn id="104" dur="500"/>
                                        <p:tgtEl>
                                          <p:spTgt spid="24"/>
                                        </p:tgtEl>
                                      </p:cBhvr>
                                    </p:animEffect>
                                  </p:childTnLst>
                                </p:cTn>
                              </p:par>
                              <p:par>
                                <p:cTn id="110" presetID="53" presetClass="entr" presetSubtype="16" fill="hold" grpId="0" nodeType="withEffect">
                                  <p:stCondLst>
                                    <p:cond delay="3200"/>
                                  </p:stCondLst>
                                  <p:childTnLst>
                                    <p:set>
                                      <p:cBhvr>
                                        <p:cTn id="106" dur="1" fill="hold">
                                          <p:stCondLst>
                                            <p:cond delay="0"/>
                                          </p:stCondLst>
                                        </p:cTn>
                                        <p:tgtEl>
                                          <p:spTgt spid="27"/>
                                        </p:tgtEl>
                                        <p:attrNameLst>
                                          <p:attrName>style.visibility</p:attrName>
                                        </p:attrNameLst>
                                      </p:cBhvr>
                                      <p:to>
                                        <p:strVal val="visible"/>
                                      </p:to>
                                    </p:set>
                                    <p:anim calcmode="lin" valueType="num">
                                      <p:cBhvr additive="base">
                                        <p:cTn id="107" dur="800" fill="hold"/>
                                        <p:tgtEl>
                                          <p:spTgt spid="27"/>
                                        </p:tgtEl>
                                        <p:attrNameLst>
                                          <p:attrName>ppt_w</p:attrName>
                                        </p:attrNameLst>
                                      </p:cBhvr>
                                      <p:tavLst>
                                        <p:tav tm="0">
                                          <p:val>
                                            <p:strVal val="0"/>
                                          </p:val>
                                        </p:tav>
                                        <p:tav tm="100000">
                                          <p:val>
                                            <p:strVal val="#ppt_w"/>
                                          </p:val>
                                        </p:tav>
                                      </p:tavLst>
                                    </p:anim>
                                    <p:anim calcmode="lin" valueType="num">
                                      <p:cBhvr additive="base">
                                        <p:cTn id="108" dur="800" fill="hold"/>
                                        <p:tgtEl>
                                          <p:spTgt spid="27"/>
                                        </p:tgtEl>
                                        <p:attrNameLst>
                                          <p:attrName>ppt_h</p:attrName>
                                        </p:attrNameLst>
                                      </p:cBhvr>
                                      <p:tavLst>
                                        <p:tav tm="0">
                                          <p:val>
                                            <p:strVal val="0"/>
                                          </p:val>
                                        </p:tav>
                                        <p:tav tm="100000">
                                          <p:val>
                                            <p:strVal val="#ppt_h"/>
                                          </p:val>
                                        </p:tav>
                                      </p:tavLst>
                                    </p:anim>
                                    <p:animEffect transition="in" filter="fade">
                                      <p:cBhvr>
                                        <p:cTn id="109" dur="800"/>
                                        <p:tgtEl>
                                          <p:spTgt spid="27"/>
                                        </p:tgtEl>
                                      </p:cBhvr>
                                    </p:animEffect>
                                  </p:childTnLst>
                                </p:cTn>
                              </p:par>
                              <p:par>
                                <p:cTn id="115" presetID="53" presetClass="entr" presetSubtype="16" fill="hold" grpId="0" nodeType="withEffect">
                                  <p:stCondLst>
                                    <p:cond delay="3700"/>
                                  </p:stCondLst>
                                  <p:childTnLst>
                                    <p:set>
                                      <p:cBhvr>
                                        <p:cTn id="111" dur="1" fill="hold">
                                          <p:stCondLst>
                                            <p:cond delay="0"/>
                                          </p:stCondLst>
                                        </p:cTn>
                                        <p:tgtEl>
                                          <p:spTgt spid="28"/>
                                        </p:tgtEl>
                                        <p:attrNameLst>
                                          <p:attrName>style.visibility</p:attrName>
                                        </p:attrNameLst>
                                      </p:cBhvr>
                                      <p:to>
                                        <p:strVal val="visible"/>
                                      </p:to>
                                    </p:set>
                                    <p:anim calcmode="lin" valueType="num">
                                      <p:cBhvr additive="base">
                                        <p:cTn id="112" dur="800" fill="hold"/>
                                        <p:tgtEl>
                                          <p:spTgt spid="28"/>
                                        </p:tgtEl>
                                        <p:attrNameLst>
                                          <p:attrName>ppt_w</p:attrName>
                                        </p:attrNameLst>
                                      </p:cBhvr>
                                      <p:tavLst>
                                        <p:tav tm="0">
                                          <p:val>
                                            <p:strVal val="0"/>
                                          </p:val>
                                        </p:tav>
                                        <p:tav tm="100000">
                                          <p:val>
                                            <p:strVal val="#ppt_w"/>
                                          </p:val>
                                        </p:tav>
                                      </p:tavLst>
                                    </p:anim>
                                    <p:anim calcmode="lin" valueType="num">
                                      <p:cBhvr additive="base">
                                        <p:cTn id="113" dur="800" fill="hold"/>
                                        <p:tgtEl>
                                          <p:spTgt spid="28"/>
                                        </p:tgtEl>
                                        <p:attrNameLst>
                                          <p:attrName>ppt_h</p:attrName>
                                        </p:attrNameLst>
                                      </p:cBhvr>
                                      <p:tavLst>
                                        <p:tav tm="0">
                                          <p:val>
                                            <p:strVal val="0"/>
                                          </p:val>
                                        </p:tav>
                                        <p:tav tm="100000">
                                          <p:val>
                                            <p:strVal val="#ppt_h"/>
                                          </p:val>
                                        </p:tav>
                                      </p:tavLst>
                                    </p:anim>
                                    <p:animEffect transition="in" filter="fade">
                                      <p:cBhvr>
                                        <p:cTn id="114" dur="800"/>
                                        <p:tgtEl>
                                          <p:spTgt spid="28"/>
                                        </p:tgtEl>
                                      </p:cBhvr>
                                    </p:animEffect>
                                  </p:childTnLst>
                                </p:cTn>
                              </p:par>
                              <p:par>
                                <p:cTn id="120" presetID="53" presetClass="entr" presetSubtype="16" fill="hold" grpId="0" nodeType="withEffect">
                                  <p:stCondLst>
                                    <p:cond delay="4200"/>
                                  </p:stCondLst>
                                  <p:childTnLst>
                                    <p:set>
                                      <p:cBhvr>
                                        <p:cTn id="116" dur="1" fill="hold">
                                          <p:stCondLst>
                                            <p:cond delay="0"/>
                                          </p:stCondLst>
                                        </p:cTn>
                                        <p:tgtEl>
                                          <p:spTgt spid="29"/>
                                        </p:tgtEl>
                                        <p:attrNameLst>
                                          <p:attrName>style.visibility</p:attrName>
                                        </p:attrNameLst>
                                      </p:cBhvr>
                                      <p:to>
                                        <p:strVal val="visible"/>
                                      </p:to>
                                    </p:set>
                                    <p:anim calcmode="lin" valueType="num">
                                      <p:cBhvr additive="base">
                                        <p:cTn id="117" dur="800" fill="hold"/>
                                        <p:tgtEl>
                                          <p:spTgt spid="29"/>
                                        </p:tgtEl>
                                        <p:attrNameLst>
                                          <p:attrName>ppt_w</p:attrName>
                                        </p:attrNameLst>
                                      </p:cBhvr>
                                      <p:tavLst>
                                        <p:tav tm="0">
                                          <p:val>
                                            <p:strVal val="0"/>
                                          </p:val>
                                        </p:tav>
                                        <p:tav tm="100000">
                                          <p:val>
                                            <p:strVal val="#ppt_w"/>
                                          </p:val>
                                        </p:tav>
                                      </p:tavLst>
                                    </p:anim>
                                    <p:anim calcmode="lin" valueType="num">
                                      <p:cBhvr additive="base">
                                        <p:cTn id="118" dur="800" fill="hold"/>
                                        <p:tgtEl>
                                          <p:spTgt spid="29"/>
                                        </p:tgtEl>
                                        <p:attrNameLst>
                                          <p:attrName>ppt_h</p:attrName>
                                        </p:attrNameLst>
                                      </p:cBhvr>
                                      <p:tavLst>
                                        <p:tav tm="0">
                                          <p:val>
                                            <p:strVal val="0"/>
                                          </p:val>
                                        </p:tav>
                                        <p:tav tm="100000">
                                          <p:val>
                                            <p:strVal val="#ppt_h"/>
                                          </p:val>
                                        </p:tav>
                                      </p:tavLst>
                                    </p:anim>
                                    <p:animEffect transition="in" filter="fade">
                                      <p:cBhvr>
                                        <p:cTn id="119" dur="800"/>
                                        <p:tgtEl>
                                          <p:spTgt spid="29"/>
                                        </p:tgtEl>
                                      </p:cBhvr>
                                    </p:animEffect>
                                  </p:childTnLst>
                                </p:cTn>
                              </p:par>
                              <p:par>
                                <p:cTn id="123" presetID="10" presetClass="entr" presetSubtype="0" fill="hold" grpId="0" nodeType="withEffect">
                                  <p:stCondLst>
                                    <p:cond delay="4600"/>
                                  </p:stCondLst>
                                  <p:childTnLst>
                                    <p:set>
                                      <p:cBhvr>
                                        <p:cTn id="121" dur="1" fill="hold">
                                          <p:stCondLst>
                                            <p:cond delay="0"/>
                                          </p:stCondLst>
                                        </p:cTn>
                                        <p:tgtEl>
                                          <p:spTgt spid="30"/>
                                        </p:tgtEl>
                                        <p:attrNameLst>
                                          <p:attrName>style.visibility</p:attrName>
                                        </p:attrNameLst>
                                      </p:cBhvr>
                                      <p:to>
                                        <p:strVal val="visible"/>
                                      </p:to>
                                    </p:set>
                                    <p:animEffect transition="in" filter="fade">
                                      <p:cBhvr>
                                        <p:cTn id="122" dur="500"/>
                                        <p:tgtEl>
                                          <p:spTgt spid="30"/>
                                        </p:tgtEl>
                                      </p:cBhvr>
                                    </p:animEffect>
                                  </p:childTnLst>
                                </p:cTn>
                              </p:par>
                              <p:par>
                                <p:cTn id="127" presetID="22" presetClass="entr" presetSubtype="1" fill="hold" grpId="0" nodeType="withEffect">
                                  <p:stCondLst>
                                    <p:cond delay="5000"/>
                                  </p:stCondLst>
                                  <p:childTnLst>
                                    <p:set>
                                      <p:cBhvr>
                                        <p:cTn id="124" dur="1" fill="hold">
                                          <p:stCondLst>
                                            <p:cond delay="0"/>
                                          </p:stCondLst>
                                        </p:cTn>
                                        <p:tgtEl>
                                          <p:spTgt spid="31"/>
                                        </p:tgtEl>
                                        <p:attrNameLst>
                                          <p:attrName>style.visibility</p:attrName>
                                        </p:attrNameLst>
                                      </p:cBhvr>
                                      <p:to>
                                        <p:strVal val="visible"/>
                                      </p:to>
                                    </p:set>
                                    <p:animEffect transition="in" filter="wipe(down)">
                                      <p:cBhvr>
                                        <p:cTn id="125" dur="500"/>
                                        <p:tgtEl>
                                          <p:spTgt spid="31"/>
                                        </p:tgtEl>
                                      </p:cBhvr>
                                    </p:animEffect>
                                    <p:animEffect transition="in" filter="fade">
                                      <p:cBhvr>
                                        <p:cTn id="126" dur="500"/>
                                        <p:tgtEl>
                                          <p:spTgt spid="31"/>
                                        </p:tgtEl>
                                      </p:cBhvr>
                                    </p:animEffect>
                                  </p:childTnLst>
                                </p:cTn>
                              </p:par>
                              <p:par>
                                <p:cTn id="131" presetID="22" presetClass="entr" presetSubtype="1" fill="hold" grpId="0" nodeType="withEffect">
                                  <p:stCondLst>
                                    <p:cond delay="5100"/>
                                  </p:stCondLst>
                                  <p:childTnLst>
                                    <p:set>
                                      <p:cBhvr>
                                        <p:cTn id="128" dur="1" fill="hold">
                                          <p:stCondLst>
                                            <p:cond delay="0"/>
                                          </p:stCondLst>
                                        </p:cTn>
                                        <p:tgtEl>
                                          <p:spTgt spid="32"/>
                                        </p:tgtEl>
                                        <p:attrNameLst>
                                          <p:attrName>style.visibility</p:attrName>
                                        </p:attrNameLst>
                                      </p:cBhvr>
                                      <p:to>
                                        <p:strVal val="visible"/>
                                      </p:to>
                                    </p:set>
                                    <p:animEffect transition="in" filter="wipe(down)">
                                      <p:cBhvr>
                                        <p:cTn id="129" dur="500"/>
                                        <p:tgtEl>
                                          <p:spTgt spid="32"/>
                                        </p:tgtEl>
                                      </p:cBhvr>
                                    </p:animEffect>
                                    <p:animEffect transition="in" filter="fade">
                                      <p:cBhvr>
                                        <p:cTn id="130" dur="500"/>
                                        <p:tgtEl>
                                          <p:spTgt spid="32"/>
                                        </p:tgtEl>
                                      </p:cBhvr>
                                    </p:animEffect>
                                  </p:childTnLst>
                                </p:cTn>
                              </p:par>
                              <p:par>
                                <p:cTn id="135" presetID="22" presetClass="entr" presetSubtype="1" fill="hold" grpId="0" nodeType="withEffect">
                                  <p:stCondLst>
                                    <p:cond delay="5600"/>
                                  </p:stCondLst>
                                  <p:childTnLst>
                                    <p:set>
                                      <p:cBhvr>
                                        <p:cTn id="132" dur="1" fill="hold">
                                          <p:stCondLst>
                                            <p:cond delay="0"/>
                                          </p:stCondLst>
                                        </p:cTn>
                                        <p:tgtEl>
                                          <p:spTgt spid="33"/>
                                        </p:tgtEl>
                                        <p:attrNameLst>
                                          <p:attrName>style.visibility</p:attrName>
                                        </p:attrNameLst>
                                      </p:cBhvr>
                                      <p:to>
                                        <p:strVal val="visible"/>
                                      </p:to>
                                    </p:set>
                                    <p:animEffect transition="in" filter="wipe(down)">
                                      <p:cBhvr>
                                        <p:cTn id="133" dur="500"/>
                                        <p:tgtEl>
                                          <p:spTgt spid="33"/>
                                        </p:tgtEl>
                                      </p:cBhvr>
                                    </p:animEffect>
                                    <p:animEffect transition="in" filter="fade">
                                      <p:cBhvr>
                                        <p:cTn id="134" dur="500"/>
                                        <p:tgtEl>
                                          <p:spTgt spid="33"/>
                                        </p:tgtEl>
                                      </p:cBhvr>
                                    </p:animEffect>
                                  </p:childTnLst>
                                </p:cTn>
                              </p:par>
                              <p:par>
                                <p:cTn id="139" presetID="22" presetClass="entr" presetSubtype="1" fill="hold" grpId="0" nodeType="withEffect">
                                  <p:stCondLst>
                                    <p:cond delay="5700"/>
                                  </p:stCondLst>
                                  <p:childTnLst>
                                    <p:set>
                                      <p:cBhvr>
                                        <p:cTn id="136" dur="1" fill="hold">
                                          <p:stCondLst>
                                            <p:cond delay="0"/>
                                          </p:stCondLst>
                                        </p:cTn>
                                        <p:tgtEl>
                                          <p:spTgt spid="34"/>
                                        </p:tgtEl>
                                        <p:attrNameLst>
                                          <p:attrName>style.visibility</p:attrName>
                                        </p:attrNameLst>
                                      </p:cBhvr>
                                      <p:to>
                                        <p:strVal val="visible"/>
                                      </p:to>
                                    </p:set>
                                    <p:animEffect transition="in" filter="wipe(down)">
                                      <p:cBhvr>
                                        <p:cTn id="137" dur="500"/>
                                        <p:tgtEl>
                                          <p:spTgt spid="34"/>
                                        </p:tgtEl>
                                      </p:cBhvr>
                                    </p:animEffect>
                                    <p:animEffect transition="in" filter="fade">
                                      <p:cBhvr>
                                        <p:cTn id="138" dur="500"/>
                                        <p:tgtEl>
                                          <p:spTgt spid="34"/>
                                        </p:tgtEl>
                                      </p:cBhvr>
                                    </p:animEffect>
                                  </p:childTnLst>
                                </p:cTn>
                              </p:par>
                              <p:par>
                                <p:cTn id="143" presetID="22" presetClass="entr" presetSubtype="1" fill="hold" grpId="0" nodeType="withEffect">
                                  <p:stCondLst>
                                    <p:cond delay="6200"/>
                                  </p:stCondLst>
                                  <p:childTnLst>
                                    <p:set>
                                      <p:cBhvr>
                                        <p:cTn id="140" dur="1" fill="hold">
                                          <p:stCondLst>
                                            <p:cond delay="0"/>
                                          </p:stCondLst>
                                        </p:cTn>
                                        <p:tgtEl>
                                          <p:spTgt spid="35"/>
                                        </p:tgtEl>
                                        <p:attrNameLst>
                                          <p:attrName>style.visibility</p:attrName>
                                        </p:attrNameLst>
                                      </p:cBhvr>
                                      <p:to>
                                        <p:strVal val="visible"/>
                                      </p:to>
                                    </p:set>
                                    <p:animEffect transition="in" filter="wipe(down)">
                                      <p:cBhvr>
                                        <p:cTn id="141" dur="500"/>
                                        <p:tgtEl>
                                          <p:spTgt spid="35"/>
                                        </p:tgtEl>
                                      </p:cBhvr>
                                    </p:animEffect>
                                    <p:animEffect transition="in" filter="fade">
                                      <p:cBhvr>
                                        <p:cTn id="142" dur="500"/>
                                        <p:tgtEl>
                                          <p:spTgt spid="35"/>
                                        </p:tgtEl>
                                      </p:cBhvr>
                                    </p:animEffect>
                                  </p:childTnLst>
                                </p:cTn>
                              </p:par>
                              <p:par>
                                <p:cTn id="147" presetID="22" presetClass="entr" presetSubtype="1" fill="hold" grpId="0" nodeType="withEffect">
                                  <p:stCondLst>
                                    <p:cond delay="6300"/>
                                  </p:stCondLst>
                                  <p:childTnLst>
                                    <p:set>
                                      <p:cBhvr>
                                        <p:cTn id="144" dur="1" fill="hold">
                                          <p:stCondLst>
                                            <p:cond delay="0"/>
                                          </p:stCondLst>
                                        </p:cTn>
                                        <p:tgtEl>
                                          <p:spTgt spid="36"/>
                                        </p:tgtEl>
                                        <p:attrNameLst>
                                          <p:attrName>style.visibility</p:attrName>
                                        </p:attrNameLst>
                                      </p:cBhvr>
                                      <p:to>
                                        <p:strVal val="visible"/>
                                      </p:to>
                                    </p:set>
                                    <p:animEffect transition="in" filter="wipe(down)">
                                      <p:cBhvr>
                                        <p:cTn id="145" dur="500"/>
                                        <p:tgtEl>
                                          <p:spTgt spid="36"/>
                                        </p:tgtEl>
                                      </p:cBhvr>
                                    </p:animEffect>
                                    <p:animEffect transition="in" filter="fade">
                                      <p:cBhvr>
                                        <p:cTn id="146"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7" grpId="0" animBg="1"/>
      <p:bldP spid="38" grpId="0" animBg="1"/>
      <p:bldP spid="4" grpId="0" animBg="1"/>
      <p:bldP spid="39" grpId="0" animBg="1"/>
      <p:bldP spid="5" grpId="0" animBg="1"/>
      <p:bldP spid="38" grpId="1" animBg="1"/>
      <p:bldP spid="6" grpId="0" animBg="1"/>
      <p:bldP spid="4" grpId="1" animBg="1"/>
      <p:bldP spid="9" grpId="0" animBg="1"/>
      <p:bldP spid="7" grpId="0" animBg="1"/>
      <p:bldP spid="10" grpId="0" animBg="1"/>
      <p:bldP spid="8" grpId="0" animBg="1"/>
      <p:bldP spid="13" grpId="0" animBg="1"/>
      <p:bldP spid="11" grpId="0" animBg="1"/>
      <p:bldP spid="14" grpId="0" animBg="1"/>
      <p:bldP spid="12" grpId="0" animBg="1"/>
      <p:bldP spid="17" grpId="0" animBg="1"/>
      <p:bldP spid="15" grpId="0" animBg="1"/>
      <p:bldP spid="18" grpId="0" animBg="1"/>
      <p:bldP spid="16" grpId="0" animBg="1"/>
      <p:bldP spid="21" grpId="0" animBg="1"/>
      <p:bldP spid="19" grpId="0" animBg="1"/>
      <p:bldP spid="22" grpId="0" animBg="1"/>
      <p:bldP spid="20" grpId="0" animBg="1"/>
      <p:bldP spid="23" grpId="0" animBg="1"/>
      <p:bldP spid="25" grpId="0" animBg="1"/>
      <p:bldP spid="26" grpId="0" animBg="1"/>
      <p:bldP spid="24"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eyebrow"/>
          <p:cNvSpPr txBox="1"/>
          <p:nvPr/>
        </p:nvSpPr>
        <p:spPr>
          <a:xfrm>
            <a:off x="812800" y="520700"/>
            <a:ext cx="9525000" cy="190500"/>
          </a:xfrm>
          <a:prstGeom prst="rect">
            <a:avLst/>
          </a:prstGeom>
          <a:noFill/>
          <a:ln/>
        </p:spPr>
        <p:txBody>
          <a:bodyPr wrap="square" lIns="0" tIns="0" rIns="0" bIns="0" rtlCol="0" anchor="t"/>
          <a:lstStyle/>
          <a:p>
            <a:pPr indent="0" marL="0">
              <a:buNone/>
            </a:pPr>
            <a:r>
              <a:rPr lang="en-US" sz="1100" b="1" spc="300" kern="0" dirty="0">
                <a:solidFill>
                  <a:srgbClr val="FF4F6E"/>
                </a:solidFill>
                <a:latin typeface="Consolas" pitchFamily="34" charset="0"/>
                <a:ea typeface="Consolas" pitchFamily="34" charset="-122"/>
                <a:cs typeface="Consolas" pitchFamily="34" charset="-120"/>
              </a:rPr>
              <a:t>09 / BE THE CAPABLE GUARDIAN</a:t>
            </a:r>
            <a:endParaRPr lang="en-US" sz="1100" dirty="0"/>
          </a:p>
        </p:txBody>
      </p:sp>
      <p:sp>
        <p:nvSpPr>
          <p:cNvPr id="4" name="heading"/>
          <p:cNvSpPr txBox="1"/>
          <p:nvPr/>
        </p:nvSpPr>
        <p:spPr>
          <a:xfrm>
            <a:off x="812800" y="749300"/>
            <a:ext cx="10096500" cy="1016000"/>
          </a:xfrm>
          <a:prstGeom prst="rect">
            <a:avLst/>
          </a:prstGeom>
          <a:noFill/>
          <a:ln/>
        </p:spPr>
        <p:txBody>
          <a:bodyPr wrap="square" lIns="0" tIns="0" rIns="0" bIns="0" rtlCol="0" anchor="t"/>
          <a:lstStyle/>
          <a:p>
            <a:pPr indent="0" marL="0">
              <a:lnSpc>
                <a:spcPct val="95000"/>
              </a:lnSpc>
              <a:buNone/>
            </a:pPr>
            <a:r>
              <a:rPr lang="en-US" sz="3000" b="1" dirty="0">
                <a:solidFill>
                  <a:srgbClr val="E8FBFF"/>
                </a:solidFill>
                <a:effectLst>
                  <a:glow rad="101600">
                    <a:srgbClr val="FF4F6E">
                      <a:alpha val="35000"/>
                    </a:srgbClr>
                  </a:glow>
                </a:effectLst>
                <a:latin typeface="Bahnschrift" pitchFamily="34" charset="0"/>
                <a:ea typeface="Bahnschrift" pitchFamily="34" charset="-122"/>
                <a:cs typeface="Bahnschrift" pitchFamily="34" charset="-120"/>
              </a:rPr>
              <a:t>Make yourself the target hackers skip</a:t>
            </a:r>
            <a:endParaRPr lang="en-US" sz="3000" dirty="0"/>
          </a:p>
        </p:txBody>
      </p:sp>
      <p:sp>
        <p:nvSpPr>
          <p:cNvPr id="5" name="segtrk"/>
          <p:cNvSpPr/>
          <p:nvPr/>
        </p:nvSpPr>
        <p:spPr>
          <a:xfrm>
            <a:off x="8616950" y="2203450"/>
            <a:ext cx="2451100" cy="2451100"/>
          </a:xfrm>
          <a:prstGeom prst="ellipse">
            <a:avLst/>
          </a:prstGeom>
          <a:ln w="215900">
            <a:solidFill>
              <a:srgbClr val="12233D"/>
            </a:solidFill>
            <a:prstDash val="solid"/>
          </a:ln>
        </p:spPr>
      </p:sp>
      <p:sp>
        <p:nvSpPr>
          <p:cNvPr id="6" name="ord0"/>
          <p:cNvSpPr/>
          <p:nvPr/>
        </p:nvSpPr>
        <p:spPr>
          <a:xfrm>
            <a:off x="812800" y="1905000"/>
            <a:ext cx="6985000" cy="609600"/>
          </a:xfrm>
          <a:prstGeom prst="roundRect">
            <a:avLst>
              <a:gd name="adj" fmla="val 18000"/>
            </a:avLst>
          </a:prstGeom>
          <a:solidFill>
            <a:srgbClr val="0A1A2E">
              <a:alpha val="70000"/>
            </a:srgbClr>
          </a:solidFill>
          <a:ln w="12700">
            <a:solidFill>
              <a:srgbClr val="3FF0FF"/>
            </a:solidFill>
            <a:prstDash val="solid"/>
          </a:ln>
          <a:effectLst>
            <a:outerShdw sx="100000" sy="100000" kx="0" ky="0" algn="bl" rotWithShape="0" blurRad="114300" dist="50800" dir="5400000">
              <a:srgbClr val="FF4F6E">
                <a:alpha val="55000"/>
              </a:srgbClr>
            </a:outerShdw>
          </a:effectLst>
        </p:spPr>
      </p:sp>
      <p:sp>
        <p:nvSpPr>
          <p:cNvPr id="7" name="ordn0"/>
          <p:cNvSpPr/>
          <p:nvPr/>
        </p:nvSpPr>
        <p:spPr>
          <a:xfrm>
            <a:off x="939800" y="2019300"/>
            <a:ext cx="381000" cy="381000"/>
          </a:xfrm>
          <a:prstGeom prst="roundRect">
            <a:avLst>
              <a:gd name="adj" fmla="val 120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300" b="1" dirty="0">
                <a:solidFill>
                  <a:srgbClr val="06101E"/>
                </a:solidFill>
                <a:latin typeface="Consolas" pitchFamily="34" charset="0"/>
                <a:ea typeface="Consolas" pitchFamily="34" charset="-122"/>
                <a:cs typeface="Consolas" pitchFamily="34" charset="-120"/>
              </a:rPr>
              <a:t>01</a:t>
            </a:r>
            <a:endParaRPr lang="en-US" sz="1300" dirty="0"/>
          </a:p>
        </p:txBody>
      </p:sp>
      <p:sp>
        <p:nvSpPr>
          <p:cNvPr id="8" name="ordt0"/>
          <p:cNvSpPr txBox="1"/>
          <p:nvPr/>
        </p:nvSpPr>
        <p:spPr>
          <a:xfrm>
            <a:off x="1498600" y="1993900"/>
            <a:ext cx="6159500" cy="444500"/>
          </a:xfrm>
          <a:prstGeom prst="rect">
            <a:avLst/>
          </a:prstGeom>
          <a:noFill/>
          <a:ln/>
        </p:spPr>
        <p:txBody>
          <a:bodyPr wrap="square" lIns="0" tIns="0" rIns="0" bIns="0" rtlCol="0" anchor="ctr"/>
          <a:lstStyle/>
          <a:p>
            <a:pPr indent="0" marL="0">
              <a:buNone/>
            </a:pPr>
            <a:r>
              <a:rPr lang="en-US" sz="1400" b="1" dirty="0">
                <a:solidFill>
                  <a:srgbClr val="E8FBFF"/>
                </a:solidFill>
                <a:latin typeface="Segoe UI" pitchFamily="34" charset="0"/>
                <a:ea typeface="Segoe UI" pitchFamily="34" charset="-122"/>
                <a:cs typeface="Segoe UI" pitchFamily="34" charset="-120"/>
              </a:rPr>
              <a:t>Turn on 2FA or a passkey everywhere</a:t>
            </a:r>
            <a:pPr indent="0" marL="0">
              <a:buNone/>
            </a:pPr>
            <a:r>
              <a:rPr lang="en-US" sz="1400" dirty="0">
                <a:solidFill>
                  <a:srgbClr val="9FD8E8"/>
                </a:solidFill>
                <a:latin typeface="Segoe UI" pitchFamily="34" charset="0"/>
                <a:ea typeface="Segoe UI" pitchFamily="34" charset="-122"/>
                <a:cs typeface="Segoe UI" pitchFamily="34" charset="-120"/>
              </a:rPr>
              <a:t>  ·  Stolen passwords stop working</a:t>
            </a:r>
            <a:endParaRPr lang="en-US" sz="1400" dirty="0"/>
          </a:p>
        </p:txBody>
      </p:sp>
      <p:sp>
        <p:nvSpPr>
          <p:cNvPr id="9" name="seg0"/>
          <p:cNvSpPr/>
          <p:nvPr/>
        </p:nvSpPr>
        <p:spPr>
          <a:xfrm>
            <a:off x="8509000" y="2095500"/>
            <a:ext cx="2667000" cy="2667000"/>
          </a:xfrm>
          <a:prstGeom prst="blockArc">
            <a:avLst>
              <a:gd name="adj1" fmla="val 16200000"/>
              <a:gd name="adj2" fmla="val 20280000"/>
              <a:gd name="adj3" fmla="val 8000"/>
            </a:avLst>
          </a:prstGeom>
          <a:solidFill>
            <a:srgbClr val="3FF0FF"/>
          </a:solidFill>
          <a:ln/>
          <a:effectLst>
            <a:outerShdw sx="100000" sy="100000" kx="0" ky="0" algn="bl" rotWithShape="0" blurRad="114300" dist="50800" dir="5400000">
              <a:srgbClr val="3FF0FF">
                <a:alpha val="70000"/>
              </a:srgbClr>
            </a:outerShdw>
          </a:effectLst>
        </p:spPr>
      </p:sp>
      <p:sp>
        <p:nvSpPr>
          <p:cNvPr id="10" name="ord1"/>
          <p:cNvSpPr/>
          <p:nvPr/>
        </p:nvSpPr>
        <p:spPr>
          <a:xfrm>
            <a:off x="812800" y="2616200"/>
            <a:ext cx="6985000" cy="609600"/>
          </a:xfrm>
          <a:prstGeom prst="roundRect">
            <a:avLst>
              <a:gd name="adj" fmla="val 18000"/>
            </a:avLst>
          </a:prstGeom>
          <a:solidFill>
            <a:srgbClr val="0A1A2E">
              <a:alpha val="70000"/>
            </a:srgbClr>
          </a:solidFill>
          <a:ln w="12700">
            <a:solidFill>
              <a:srgbClr val="3FF0FF"/>
            </a:solidFill>
            <a:prstDash val="solid"/>
          </a:ln>
          <a:effectLst>
            <a:outerShdw sx="100000" sy="100000" kx="0" ky="0" algn="bl" rotWithShape="0" blurRad="114300" dist="50800" dir="5400000">
              <a:srgbClr val="FF4F6E">
                <a:alpha val="55000"/>
              </a:srgbClr>
            </a:outerShdw>
          </a:effectLst>
        </p:spPr>
      </p:sp>
      <p:sp>
        <p:nvSpPr>
          <p:cNvPr id="11" name="ordn1"/>
          <p:cNvSpPr/>
          <p:nvPr/>
        </p:nvSpPr>
        <p:spPr>
          <a:xfrm>
            <a:off x="939800" y="2730500"/>
            <a:ext cx="381000" cy="381000"/>
          </a:xfrm>
          <a:prstGeom prst="roundRect">
            <a:avLst>
              <a:gd name="adj" fmla="val 120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300" b="1" dirty="0">
                <a:solidFill>
                  <a:srgbClr val="06101E"/>
                </a:solidFill>
                <a:latin typeface="Consolas" pitchFamily="34" charset="0"/>
                <a:ea typeface="Consolas" pitchFamily="34" charset="-122"/>
                <a:cs typeface="Consolas" pitchFamily="34" charset="-120"/>
              </a:rPr>
              <a:t>02</a:t>
            </a:r>
            <a:endParaRPr lang="en-US" sz="1300" dirty="0"/>
          </a:p>
        </p:txBody>
      </p:sp>
      <p:sp>
        <p:nvSpPr>
          <p:cNvPr id="12" name="ordt1"/>
          <p:cNvSpPr txBox="1"/>
          <p:nvPr/>
        </p:nvSpPr>
        <p:spPr>
          <a:xfrm>
            <a:off x="1498600" y="2705100"/>
            <a:ext cx="6159500" cy="444500"/>
          </a:xfrm>
          <a:prstGeom prst="rect">
            <a:avLst/>
          </a:prstGeom>
          <a:noFill/>
          <a:ln/>
        </p:spPr>
        <p:txBody>
          <a:bodyPr wrap="square" lIns="0" tIns="0" rIns="0" bIns="0" rtlCol="0" anchor="ctr"/>
          <a:lstStyle/>
          <a:p>
            <a:pPr indent="0" marL="0">
              <a:buNone/>
            </a:pPr>
            <a:r>
              <a:rPr lang="en-US" sz="1400" b="1" dirty="0">
                <a:solidFill>
                  <a:srgbClr val="E8FBFF"/>
                </a:solidFill>
                <a:latin typeface="Segoe UI" pitchFamily="34" charset="0"/>
                <a:ea typeface="Segoe UI" pitchFamily="34" charset="-122"/>
                <a:cs typeface="Segoe UI" pitchFamily="34" charset="-120"/>
              </a:rPr>
              <a:t>Set a WhatsApp two-step PIN</a:t>
            </a:r>
            <a:pPr indent="0" marL="0">
              <a:buNone/>
            </a:pPr>
            <a:r>
              <a:rPr lang="en-US" sz="1400" dirty="0">
                <a:solidFill>
                  <a:srgbClr val="9FD8E8"/>
                </a:solidFill>
                <a:latin typeface="Segoe UI" pitchFamily="34" charset="0"/>
                <a:ea typeface="Segoe UI" pitchFamily="34" charset="-122"/>
                <a:cs typeface="Segoe UI" pitchFamily="34" charset="-120"/>
              </a:rPr>
              <a:t>  ·  The code scam fails</a:t>
            </a:r>
            <a:endParaRPr lang="en-US" sz="1400" dirty="0"/>
          </a:p>
        </p:txBody>
      </p:sp>
      <p:sp>
        <p:nvSpPr>
          <p:cNvPr id="13" name="seg1"/>
          <p:cNvSpPr/>
          <p:nvPr/>
        </p:nvSpPr>
        <p:spPr>
          <a:xfrm>
            <a:off x="8509000" y="2095500"/>
            <a:ext cx="2667000" cy="2667000"/>
          </a:xfrm>
          <a:prstGeom prst="blockArc">
            <a:avLst>
              <a:gd name="adj1" fmla="val 20520000"/>
              <a:gd name="adj2" fmla="val 3000000"/>
              <a:gd name="adj3" fmla="val 8000"/>
            </a:avLst>
          </a:prstGeom>
          <a:solidFill>
            <a:srgbClr val="3FF0FF"/>
          </a:solidFill>
          <a:ln/>
          <a:effectLst>
            <a:outerShdw sx="100000" sy="100000" kx="0" ky="0" algn="bl" rotWithShape="0" blurRad="114300" dist="50800" dir="5400000">
              <a:srgbClr val="3FF0FF">
                <a:alpha val="70000"/>
              </a:srgbClr>
            </a:outerShdw>
          </a:effectLst>
        </p:spPr>
      </p:sp>
      <p:sp>
        <p:nvSpPr>
          <p:cNvPr id="14" name="ord2"/>
          <p:cNvSpPr/>
          <p:nvPr/>
        </p:nvSpPr>
        <p:spPr>
          <a:xfrm>
            <a:off x="812800" y="3327400"/>
            <a:ext cx="6985000" cy="609600"/>
          </a:xfrm>
          <a:prstGeom prst="roundRect">
            <a:avLst>
              <a:gd name="adj" fmla="val 18000"/>
            </a:avLst>
          </a:prstGeom>
          <a:solidFill>
            <a:srgbClr val="0A1A2E">
              <a:alpha val="70000"/>
            </a:srgbClr>
          </a:solidFill>
          <a:ln w="12700">
            <a:solidFill>
              <a:srgbClr val="3FF0FF"/>
            </a:solidFill>
            <a:prstDash val="solid"/>
          </a:ln>
          <a:effectLst>
            <a:outerShdw sx="100000" sy="100000" kx="0" ky="0" algn="bl" rotWithShape="0" blurRad="114300" dist="50800" dir="5400000">
              <a:srgbClr val="FF4F6E">
                <a:alpha val="55000"/>
              </a:srgbClr>
            </a:outerShdw>
          </a:effectLst>
        </p:spPr>
      </p:sp>
      <p:sp>
        <p:nvSpPr>
          <p:cNvPr id="15" name="ordn2"/>
          <p:cNvSpPr/>
          <p:nvPr/>
        </p:nvSpPr>
        <p:spPr>
          <a:xfrm>
            <a:off x="939800" y="3441700"/>
            <a:ext cx="381000" cy="381000"/>
          </a:xfrm>
          <a:prstGeom prst="roundRect">
            <a:avLst>
              <a:gd name="adj" fmla="val 120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300" b="1" dirty="0">
                <a:solidFill>
                  <a:srgbClr val="06101E"/>
                </a:solidFill>
                <a:latin typeface="Consolas" pitchFamily="34" charset="0"/>
                <a:ea typeface="Consolas" pitchFamily="34" charset="-122"/>
                <a:cs typeface="Consolas" pitchFamily="34" charset="-120"/>
              </a:rPr>
              <a:t>03</a:t>
            </a:r>
            <a:endParaRPr lang="en-US" sz="1300" dirty="0"/>
          </a:p>
        </p:txBody>
      </p:sp>
      <p:sp>
        <p:nvSpPr>
          <p:cNvPr id="16" name="ordt2"/>
          <p:cNvSpPr txBox="1"/>
          <p:nvPr/>
        </p:nvSpPr>
        <p:spPr>
          <a:xfrm>
            <a:off x="1498600" y="3416300"/>
            <a:ext cx="6159500" cy="444500"/>
          </a:xfrm>
          <a:prstGeom prst="rect">
            <a:avLst/>
          </a:prstGeom>
          <a:noFill/>
          <a:ln/>
        </p:spPr>
        <p:txBody>
          <a:bodyPr wrap="square" lIns="0" tIns="0" rIns="0" bIns="0" rtlCol="0" anchor="ctr"/>
          <a:lstStyle/>
          <a:p>
            <a:pPr indent="0" marL="0">
              <a:buNone/>
            </a:pPr>
            <a:r>
              <a:rPr lang="en-US" sz="1400" b="1" dirty="0">
                <a:solidFill>
                  <a:srgbClr val="E8FBFF"/>
                </a:solidFill>
                <a:latin typeface="Segoe UI" pitchFamily="34" charset="0"/>
                <a:ea typeface="Segoe UI" pitchFamily="34" charset="-122"/>
                <a:cs typeface="Segoe UI" pitchFamily="34" charset="-120"/>
              </a:rPr>
              <a:t>Never share an OTP with anyone</a:t>
            </a:r>
            <a:pPr indent="0" marL="0">
              <a:buNone/>
            </a:pPr>
            <a:r>
              <a:rPr lang="en-US" sz="1400" dirty="0">
                <a:solidFill>
                  <a:srgbClr val="9FD8E8"/>
                </a:solidFill>
                <a:latin typeface="Segoe UI" pitchFamily="34" charset="0"/>
                <a:ea typeface="Segoe UI" pitchFamily="34" charset="-122"/>
                <a:cs typeface="Segoe UI" pitchFamily="34" charset="-120"/>
              </a:rPr>
              <a:t>  ·  No one can “borrow” your account</a:t>
            </a:r>
            <a:endParaRPr lang="en-US" sz="1400" dirty="0"/>
          </a:p>
        </p:txBody>
      </p:sp>
      <p:sp>
        <p:nvSpPr>
          <p:cNvPr id="17" name="seg2"/>
          <p:cNvSpPr/>
          <p:nvPr/>
        </p:nvSpPr>
        <p:spPr>
          <a:xfrm>
            <a:off x="8509000" y="2095500"/>
            <a:ext cx="2667000" cy="2667000"/>
          </a:xfrm>
          <a:prstGeom prst="blockArc">
            <a:avLst>
              <a:gd name="adj1" fmla="val 3240000"/>
              <a:gd name="adj2" fmla="val 7320000"/>
              <a:gd name="adj3" fmla="val 8000"/>
            </a:avLst>
          </a:prstGeom>
          <a:solidFill>
            <a:srgbClr val="3FF0FF"/>
          </a:solidFill>
          <a:ln/>
          <a:effectLst>
            <a:outerShdw sx="100000" sy="100000" kx="0" ky="0" algn="bl" rotWithShape="0" blurRad="114300" dist="50800" dir="5400000">
              <a:srgbClr val="3FF0FF">
                <a:alpha val="70000"/>
              </a:srgbClr>
            </a:outerShdw>
          </a:effectLst>
        </p:spPr>
      </p:sp>
      <p:sp>
        <p:nvSpPr>
          <p:cNvPr id="18" name="ord3"/>
          <p:cNvSpPr/>
          <p:nvPr/>
        </p:nvSpPr>
        <p:spPr>
          <a:xfrm>
            <a:off x="812800" y="4038600"/>
            <a:ext cx="6985000" cy="609600"/>
          </a:xfrm>
          <a:prstGeom prst="roundRect">
            <a:avLst>
              <a:gd name="adj" fmla="val 18000"/>
            </a:avLst>
          </a:prstGeom>
          <a:solidFill>
            <a:srgbClr val="0A1A2E">
              <a:alpha val="70000"/>
            </a:srgbClr>
          </a:solidFill>
          <a:ln w="12700">
            <a:solidFill>
              <a:srgbClr val="3FF0FF"/>
            </a:solidFill>
            <a:prstDash val="solid"/>
          </a:ln>
          <a:effectLst>
            <a:outerShdw sx="100000" sy="100000" kx="0" ky="0" algn="bl" rotWithShape="0" blurRad="114300" dist="50800" dir="5400000">
              <a:srgbClr val="FF4F6E">
                <a:alpha val="55000"/>
              </a:srgbClr>
            </a:outerShdw>
          </a:effectLst>
        </p:spPr>
      </p:sp>
      <p:sp>
        <p:nvSpPr>
          <p:cNvPr id="19" name="ordn3"/>
          <p:cNvSpPr/>
          <p:nvPr/>
        </p:nvSpPr>
        <p:spPr>
          <a:xfrm>
            <a:off x="939800" y="4152900"/>
            <a:ext cx="381000" cy="381000"/>
          </a:xfrm>
          <a:prstGeom prst="roundRect">
            <a:avLst>
              <a:gd name="adj" fmla="val 120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300" b="1" dirty="0">
                <a:solidFill>
                  <a:srgbClr val="06101E"/>
                </a:solidFill>
                <a:latin typeface="Consolas" pitchFamily="34" charset="0"/>
                <a:ea typeface="Consolas" pitchFamily="34" charset="-122"/>
                <a:cs typeface="Consolas" pitchFamily="34" charset="-120"/>
              </a:rPr>
              <a:t>04</a:t>
            </a:r>
            <a:endParaRPr lang="en-US" sz="1300" dirty="0"/>
          </a:p>
        </p:txBody>
      </p:sp>
      <p:sp>
        <p:nvSpPr>
          <p:cNvPr id="20" name="ordt3"/>
          <p:cNvSpPr txBox="1"/>
          <p:nvPr/>
        </p:nvSpPr>
        <p:spPr>
          <a:xfrm>
            <a:off x="1498600" y="4127500"/>
            <a:ext cx="6159500" cy="444500"/>
          </a:xfrm>
          <a:prstGeom prst="rect">
            <a:avLst/>
          </a:prstGeom>
          <a:noFill/>
          <a:ln/>
        </p:spPr>
        <p:txBody>
          <a:bodyPr wrap="square" lIns="0" tIns="0" rIns="0" bIns="0" rtlCol="0" anchor="ctr"/>
          <a:lstStyle/>
          <a:p>
            <a:pPr indent="0" marL="0">
              <a:buNone/>
            </a:pPr>
            <a:r>
              <a:rPr lang="en-US" sz="1400" b="1" dirty="0">
                <a:solidFill>
                  <a:srgbClr val="E8FBFF"/>
                </a:solidFill>
                <a:latin typeface="Segoe UI" pitchFamily="34" charset="0"/>
                <a:ea typeface="Segoe UI" pitchFamily="34" charset="-122"/>
                <a:cs typeface="Segoe UI" pitchFamily="34" charset="-120"/>
              </a:rPr>
              <a:t>Check recovery email and phone</a:t>
            </a:r>
            <a:pPr indent="0" marL="0">
              <a:buNone/>
            </a:pPr>
            <a:r>
              <a:rPr lang="en-US" sz="1400" dirty="0">
                <a:solidFill>
                  <a:srgbClr val="9FD8E8"/>
                </a:solidFill>
                <a:latin typeface="Segoe UI" pitchFamily="34" charset="0"/>
                <a:ea typeface="Segoe UI" pitchFamily="34" charset="-122"/>
                <a:cs typeface="Segoe UI" pitchFamily="34" charset="-120"/>
              </a:rPr>
              <a:t>  ·  No silent takeovers</a:t>
            </a:r>
            <a:endParaRPr lang="en-US" sz="1400" dirty="0"/>
          </a:p>
        </p:txBody>
      </p:sp>
      <p:sp>
        <p:nvSpPr>
          <p:cNvPr id="21" name="seg3"/>
          <p:cNvSpPr/>
          <p:nvPr/>
        </p:nvSpPr>
        <p:spPr>
          <a:xfrm>
            <a:off x="8509000" y="2095500"/>
            <a:ext cx="2667000" cy="2667000"/>
          </a:xfrm>
          <a:prstGeom prst="blockArc">
            <a:avLst>
              <a:gd name="adj1" fmla="val 7560000"/>
              <a:gd name="adj2" fmla="val 11640000"/>
              <a:gd name="adj3" fmla="val 8000"/>
            </a:avLst>
          </a:prstGeom>
          <a:solidFill>
            <a:srgbClr val="3FF0FF"/>
          </a:solidFill>
          <a:ln/>
          <a:effectLst>
            <a:outerShdw sx="100000" sy="100000" kx="0" ky="0" algn="bl" rotWithShape="0" blurRad="114300" dist="50800" dir="5400000">
              <a:srgbClr val="3FF0FF">
                <a:alpha val="70000"/>
              </a:srgbClr>
            </a:outerShdw>
          </a:effectLst>
        </p:spPr>
      </p:sp>
      <p:sp>
        <p:nvSpPr>
          <p:cNvPr id="22" name="ord4"/>
          <p:cNvSpPr/>
          <p:nvPr/>
        </p:nvSpPr>
        <p:spPr>
          <a:xfrm>
            <a:off x="812800" y="4749800"/>
            <a:ext cx="6985000" cy="609600"/>
          </a:xfrm>
          <a:prstGeom prst="roundRect">
            <a:avLst>
              <a:gd name="adj" fmla="val 18000"/>
            </a:avLst>
          </a:prstGeom>
          <a:solidFill>
            <a:srgbClr val="0A1A2E">
              <a:alpha val="70000"/>
            </a:srgbClr>
          </a:solidFill>
          <a:ln w="12700">
            <a:solidFill>
              <a:srgbClr val="3FF0FF"/>
            </a:solidFill>
            <a:prstDash val="solid"/>
          </a:ln>
          <a:effectLst>
            <a:outerShdw sx="100000" sy="100000" kx="0" ky="0" algn="bl" rotWithShape="0" blurRad="114300" dist="50800" dir="5400000">
              <a:srgbClr val="FF4F6E">
                <a:alpha val="55000"/>
              </a:srgbClr>
            </a:outerShdw>
          </a:effectLst>
        </p:spPr>
      </p:sp>
      <p:sp>
        <p:nvSpPr>
          <p:cNvPr id="23" name="ordn4"/>
          <p:cNvSpPr/>
          <p:nvPr/>
        </p:nvSpPr>
        <p:spPr>
          <a:xfrm>
            <a:off x="939800" y="4864100"/>
            <a:ext cx="381000" cy="381000"/>
          </a:xfrm>
          <a:prstGeom prst="roundRect">
            <a:avLst>
              <a:gd name="adj" fmla="val 120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300" b="1" dirty="0">
                <a:solidFill>
                  <a:srgbClr val="06101E"/>
                </a:solidFill>
                <a:latin typeface="Consolas" pitchFamily="34" charset="0"/>
                <a:ea typeface="Consolas" pitchFamily="34" charset="-122"/>
                <a:cs typeface="Consolas" pitchFamily="34" charset="-120"/>
              </a:rPr>
              <a:t>05</a:t>
            </a:r>
            <a:endParaRPr lang="en-US" sz="1300" dirty="0"/>
          </a:p>
        </p:txBody>
      </p:sp>
      <p:sp>
        <p:nvSpPr>
          <p:cNvPr id="24" name="ordt4"/>
          <p:cNvSpPr txBox="1"/>
          <p:nvPr/>
        </p:nvSpPr>
        <p:spPr>
          <a:xfrm>
            <a:off x="1498600" y="4838700"/>
            <a:ext cx="6159500" cy="444500"/>
          </a:xfrm>
          <a:prstGeom prst="rect">
            <a:avLst/>
          </a:prstGeom>
          <a:noFill/>
          <a:ln/>
        </p:spPr>
        <p:txBody>
          <a:bodyPr wrap="square" lIns="0" tIns="0" rIns="0" bIns="0" rtlCol="0" anchor="ctr"/>
          <a:lstStyle/>
          <a:p>
            <a:pPr indent="0" marL="0">
              <a:buNone/>
            </a:pPr>
            <a:r>
              <a:rPr lang="en-US" sz="1400" b="1" dirty="0">
                <a:solidFill>
                  <a:srgbClr val="E8FBFF"/>
                </a:solidFill>
                <a:latin typeface="Segoe UI" pitchFamily="34" charset="0"/>
                <a:ea typeface="Segoe UI" pitchFamily="34" charset="-122"/>
                <a:cs typeface="Segoe UI" pitchFamily="34" charset="-120"/>
              </a:rPr>
              <a:t>Log out unknown devices</a:t>
            </a:r>
            <a:pPr indent="0" marL="0">
              <a:buNone/>
            </a:pPr>
            <a:r>
              <a:rPr lang="en-US" sz="1400" dirty="0">
                <a:solidFill>
                  <a:srgbClr val="9FD8E8"/>
                </a:solidFill>
                <a:latin typeface="Segoe UI" pitchFamily="34" charset="0"/>
                <a:ea typeface="Segoe UI" pitchFamily="34" charset="-122"/>
                <a:cs typeface="Segoe UI" pitchFamily="34" charset="-120"/>
              </a:rPr>
              <a:t>  ·  Intruders get kicked out</a:t>
            </a:r>
            <a:endParaRPr lang="en-US" sz="1400" dirty="0"/>
          </a:p>
        </p:txBody>
      </p:sp>
      <p:sp>
        <p:nvSpPr>
          <p:cNvPr id="25" name="seg4"/>
          <p:cNvSpPr/>
          <p:nvPr/>
        </p:nvSpPr>
        <p:spPr>
          <a:xfrm>
            <a:off x="8509000" y="2095500"/>
            <a:ext cx="2667000" cy="2667000"/>
          </a:xfrm>
          <a:prstGeom prst="blockArc">
            <a:avLst>
              <a:gd name="adj1" fmla="val 11880000"/>
              <a:gd name="adj2" fmla="val 15960000"/>
              <a:gd name="adj3" fmla="val 8000"/>
            </a:avLst>
          </a:prstGeom>
          <a:solidFill>
            <a:srgbClr val="3FF0FF"/>
          </a:solidFill>
          <a:ln/>
          <a:effectLst>
            <a:outerShdw sx="100000" sy="100000" kx="0" ky="0" algn="bl" rotWithShape="0" blurRad="114300" dist="50800" dir="5400000">
              <a:srgbClr val="3FF0FF">
                <a:alpha val="70000"/>
              </a:srgbClr>
            </a:outerShdw>
          </a:effectLst>
        </p:spPr>
      </p:sp>
      <p:pic>
        <p:nvPicPr>
          <p:cNvPr id="26" name="shield" descr="Shield">    </p:cNvPr>
          <p:cNvPicPr>
            <a:picLocks noChangeAspect="1"/>
          </p:cNvPicPr>
          <p:nvPr/>
        </p:nvPicPr>
        <p:blipFill>
          <a:blip r:embed="rId2"/>
          <a:stretch>
            <a:fillRect/>
          </a:stretch>
        </p:blipFill>
        <p:spPr>
          <a:xfrm>
            <a:off x="9207500" y="2794000"/>
            <a:ext cx="1270000" cy="1270000"/>
          </a:xfrm>
          <a:prstGeom prst="rect">
            <a:avLst/>
          </a:prstGeom>
        </p:spPr>
      </p:pic>
      <p:sp>
        <p:nvSpPr>
          <p:cNvPr id="27" name="pct"/>
          <p:cNvSpPr txBox="1"/>
          <p:nvPr/>
        </p:nvSpPr>
        <p:spPr>
          <a:xfrm>
            <a:off x="8255000" y="4953000"/>
            <a:ext cx="3175000" cy="317500"/>
          </a:xfrm>
          <a:prstGeom prst="rect">
            <a:avLst/>
          </a:prstGeom>
          <a:noFill/>
          <a:ln/>
        </p:spPr>
        <p:txBody>
          <a:bodyPr wrap="square" lIns="0" tIns="0" rIns="0" bIns="0" rtlCol="0" anchor="t"/>
          <a:lstStyle/>
          <a:p>
            <a:pPr algn="ctr" indent="0" marL="0">
              <a:buNone/>
            </a:pPr>
            <a:r>
              <a:rPr lang="en-US" sz="1700" b="1" dirty="0">
                <a:solidFill>
                  <a:srgbClr val="3FF0FF"/>
                </a:solidFill>
                <a:latin typeface="Segoe UI" pitchFamily="34" charset="0"/>
                <a:ea typeface="Segoe UI" pitchFamily="34" charset="-122"/>
                <a:cs typeface="Segoe UI" pitchFamily="34" charset="-120"/>
              </a:rPr>
              <a:t>GUARDIAN 100%</a:t>
            </a:r>
            <a:endParaRPr lang="en-US" sz="1700" dirty="0"/>
          </a:p>
        </p:txBody>
      </p:sp>
      <p:sp>
        <p:nvSpPr>
          <p:cNvPr id="28" name="adj"/>
          <p:cNvSpPr txBox="1"/>
          <p:nvPr/>
        </p:nvSpPr>
        <p:spPr>
          <a:xfrm>
            <a:off x="812800" y="5588000"/>
            <a:ext cx="10566400" cy="381000"/>
          </a:xfrm>
          <a:prstGeom prst="rect">
            <a:avLst/>
          </a:prstGeom>
          <a:noFill/>
          <a:ln/>
        </p:spPr>
        <p:txBody>
          <a:bodyPr wrap="square" lIns="0" tIns="0" rIns="0" bIns="0" rtlCol="0" anchor="t"/>
          <a:lstStyle/>
          <a:p>
            <a:pPr indent="0" marL="0">
              <a:buNone/>
            </a:pPr>
            <a:r>
              <a:rPr lang="en-US" sz="1800" dirty="0">
                <a:solidFill>
                  <a:srgbClr val="E8FBFF"/>
                </a:solidFill>
                <a:latin typeface="Segoe UI" pitchFamily="34" charset="0"/>
                <a:ea typeface="Segoe UI" pitchFamily="34" charset="-122"/>
                <a:cs typeface="Segoe UI" pitchFamily="34" charset="-120"/>
              </a:rPr>
              <a:t>Hackers look for the easiest target. </a:t>
            </a:r>
            <a:pPr indent="0" marL="0">
              <a:buNone/>
            </a:pPr>
            <a:r>
              <a:rPr lang="en-US" sz="1800" b="1" dirty="0">
                <a:solidFill>
                  <a:srgbClr val="FF4F6E"/>
                </a:solidFill>
                <a:latin typeface="Segoe UI" pitchFamily="34" charset="0"/>
                <a:ea typeface="Segoe UI" pitchFamily="34" charset="-122"/>
                <a:cs typeface="Segoe UI" pitchFamily="34" charset="-120"/>
              </a:rPr>
              <a:t>Don’t be it.</a:t>
            </a:r>
            <a:pPr indent="0" marL="0">
              <a:buNone/>
            </a:pPr>
            <a:r>
              <a:rPr lang="en-US" sz="1800" dirty="0">
                <a:solidFill>
                  <a:srgbClr val="9FD8E8"/>
                </a:solidFill>
                <a:latin typeface="Segoe UI" pitchFamily="34" charset="0"/>
                <a:ea typeface="Segoe UI" pitchFamily="34" charset="-122"/>
                <a:cs typeface="Segoe UI" pitchFamily="34" charset="-120"/>
              </a:rPr>
              <a:t>  Thank you · Questions?</a:t>
            </a:r>
            <a:endParaRPr lang="en-US" sz="1800" dirty="0"/>
          </a:p>
        </p:txBody>
      </p:sp>
      <p:pic>
        <p:nvPicPr>
          <p:cNvPr id="29" name="hud" descr="/tmp/claude-0/-home-user-bangladesh-crime-monitor/cb82e52d-05bf-5acf-9e17-5b7416beecee/scratchpad/animppt/holo/hacker/hud.png">    </p:cNvPr>
          <p:cNvPicPr>
            <a:picLocks noChangeAspect="1"/>
          </p:cNvPicPr>
          <p:nvPr/>
        </p:nvPicPr>
        <p:blipFill>
          <a:blip r:embed="rId3"/>
          <a:stretch>
            <a:fillRect/>
          </a:stretch>
        </p:blipFill>
        <p:spPr>
          <a:xfrm>
            <a:off x="0" y="0"/>
            <a:ext cx="12191695" cy="6858000"/>
          </a:xfrm>
          <a:prstGeom prst="rect">
            <a:avLst/>
          </a:prstGeom>
        </p:spPr>
      </p:pic>
      <p:pic>
        <p:nvPicPr>
          <p:cNvPr id="30" name="hudring" descr="/tmp/claude-0/-home-user-bangladesh-crime-monitor/cb82e52d-05bf-5acf-9e17-5b7416beecee/scratchpad/animppt/holo/hacker/ring.png">    </p:cNvPr>
          <p:cNvPicPr>
            <a:picLocks noChangeAspect="1"/>
          </p:cNvPicPr>
          <p:nvPr/>
        </p:nvPicPr>
        <p:blipFill>
          <a:blip r:embed="rId4"/>
          <a:stretch>
            <a:fillRect/>
          </a:stretch>
        </p:blipFill>
        <p:spPr>
          <a:xfrm>
            <a:off x="11125200" y="152400"/>
            <a:ext cx="952500" cy="952500"/>
          </a:xfrm>
          <a:prstGeom prst="rect">
            <a:avLst/>
          </a:prstGeom>
        </p:spPr>
      </p:pic>
      <p:pic>
        <p:nvPicPr>
          <p:cNvPr id="31" name="scanbar" descr="/tmp/claude-0/-home-user-bangladesh-crime-monitor/cb82e52d-05bf-5acf-9e17-5b7416beecee/scratchpad/animppt/holo/hacker/scan.png">    </p:cNvPr>
          <p:cNvPicPr>
            <a:picLocks noChangeAspect="1"/>
          </p:cNvPicPr>
          <p:nvPr/>
        </p:nvPicPr>
        <p:blipFill>
          <a:blip r:embed="rId5"/>
          <a:stretch>
            <a:fillRect/>
          </a:stretch>
        </p:blipFill>
        <p:spPr>
          <a:xfrm>
            <a:off x="0" y="0"/>
            <a:ext cx="12191695" cy="381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121" fill="hold">
                      <p:stCondLst>
                        <p:cond delay="indefinite"/>
                        <p:cond evt="onBegin" delay="0">
                          <p:tn val="2"/>
                        </p:cond>
                      </p:stCondLst>
                      <p:childTnLst>
                        <p:par>
                          <p:cTn id="122" fill="hold">
                            <p:stCondLst>
                              <p:cond delay="0"/>
                            </p:stCondLst>
                            <p:childTnLst>
                              <p:par>
                                <p:cTn id="6" presetID="22" presetClass="entr" presetSubtype="1"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wipe(down)">
                                      <p:cBhvr>
                                        <p:cTn id="4" dur="400"/>
                                        <p:tgtEl>
                                          <p:spTgt spid="3"/>
                                        </p:tgtEl>
                                      </p:cBhvr>
                                    </p:animEffect>
                                    <p:animEffect transition="in" filter="fade">
                                      <p:cBhvr>
                                        <p:cTn id="5" dur="400"/>
                                        <p:tgtEl>
                                          <p:spTgt spid="3"/>
                                        </p:tgtEl>
                                      </p:cBhvr>
                                    </p:animEffect>
                                  </p:childTnLst>
                                </p:cTn>
                              </p:par>
                              <p:par>
                                <p:cTn id="9" presetID="10" presetClass="entr" presetSubtype="0" fill="hold" grpId="0" nodeType="withEffect">
                                  <p:stCondLst>
                                    <p:cond delay="0"/>
                                  </p:stCondLst>
                                  <p:childTnLst>
                                    <p:set>
                                      <p:cBhvr>
                                        <p:cTn id="7" dur="1" fill="hold">
                                          <p:stCondLst>
                                            <p:cond delay="0"/>
                                          </p:stCondLst>
                                        </p:cTn>
                                        <p:tgtEl>
                                          <p:spTgt spid="29"/>
                                        </p:tgtEl>
                                        <p:attrNameLst>
                                          <p:attrName>style.visibility</p:attrName>
                                        </p:attrNameLst>
                                      </p:cBhvr>
                                      <p:to>
                                        <p:strVal val="visible"/>
                                      </p:to>
                                    </p:set>
                                    <p:animEffect transition="in" filter="fade">
                                      <p:cBhvr>
                                        <p:cTn id="8" dur="500"/>
                                        <p:tgtEl>
                                          <p:spTgt spid="29"/>
                                        </p:tgtEl>
                                      </p:cBhvr>
                                    </p:animEffect>
                                  </p:childTnLst>
                                </p:cTn>
                              </p:par>
                              <p:par>
                                <p:cTn id="12" presetID="10"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500"/>
                                        <p:tgtEl>
                                          <p:spTgt spid="30"/>
                                        </p:tgtEl>
                                      </p:cBhvr>
                                    </p:animEffect>
                                  </p:childTnLst>
                                </p:cTn>
                              </p:par>
                              <p:par>
                                <p:cTn id="16" presetID="22" presetClass="entr" presetSubtype="1" fill="hold" grpId="0" nodeType="withEffect">
                                  <p:stCondLst>
                                    <p:cond delay="10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600"/>
                                        <p:tgtEl>
                                          <p:spTgt spid="4"/>
                                        </p:tgtEl>
                                      </p:cBhvr>
                                    </p:animEffect>
                                    <p:animEffect transition="in" filter="fade">
                                      <p:cBhvr>
                                        <p:cTn id="15" dur="600"/>
                                        <p:tgtEl>
                                          <p:spTgt spid="4"/>
                                        </p:tgtEl>
                                      </p:cBhvr>
                                    </p:animEffect>
                                  </p:childTnLst>
                                </p:cTn>
                              </p:par>
                              <p:par>
                                <p:cTn id="18" presetID="0" presetClass="path" presetSubtype="0" fill="hold" grpId="0" nodeType="withEffect" repeatCount="indefinite">
                                  <p:stCondLst>
                                    <p:cond delay="300"/>
                                  </p:stCondLst>
                                  <p:childTnLst>
                                    <p:animMotion origin="layout" path="M 0 0 L 0 1 E" pathEditMode="relative" ptsTypes="AA">
                                      <p:cBhvr>
                                        <p:cTn id="17" dur="5200" fill="hold"/>
                                        <p:tgtEl>
                                          <p:spTgt spid="31"/>
                                        </p:tgtEl>
                                        <p:attrNameLst>
                                          <p:attrName>ppt_x</p:attrName>
                                          <p:attrName>ppt_y</p:attrName>
                                        </p:attrNameLst>
                                      </p:cBhvr>
                                    </p:animMotion>
                                  </p:childTnLst>
                                </p:cTn>
                              </p:par>
                              <p:par>
                                <p:cTn id="21" presetID="10" presetClass="entr" presetSubtype="0" fill="hold" grpId="0" nodeType="withEffect">
                                  <p:stCondLst>
                                    <p:cond delay="40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par>
                                <p:cTn id="25" presetID="22" presetClass="entr" presetSubtype="1" fill="hold" grpId="0" nodeType="withEffect">
                                  <p:stCondLst>
                                    <p:cond delay="500"/>
                                  </p:stCondLst>
                                  <p:childTnLst>
                                    <p:set>
                                      <p:cBhvr>
                                        <p:cTn id="22" dur="1" fill="hold">
                                          <p:stCondLst>
                                            <p:cond delay="0"/>
                                          </p:stCondLst>
                                        </p:cTn>
                                        <p:tgtEl>
                                          <p:spTgt spid="26"/>
                                        </p:tgtEl>
                                        <p:attrNameLst>
                                          <p:attrName>style.visibility</p:attrName>
                                        </p:attrNameLst>
                                      </p:cBhvr>
                                      <p:to>
                                        <p:strVal val="visible"/>
                                      </p:to>
                                    </p:set>
                                    <p:animEffect transition="in" filter="wipe(down)">
                                      <p:cBhvr>
                                        <p:cTn id="23" dur="600"/>
                                        <p:tgtEl>
                                          <p:spTgt spid="26"/>
                                        </p:tgtEl>
                                      </p:cBhvr>
                                    </p:animEffect>
                                    <p:animEffect transition="in" filter="fade">
                                      <p:cBhvr>
                                        <p:cTn id="24" dur="600"/>
                                        <p:tgtEl>
                                          <p:spTgt spid="26"/>
                                        </p:tgtEl>
                                      </p:cBhvr>
                                    </p:animEffect>
                                  </p:childTnLst>
                                </p:cTn>
                              </p:par>
                              <p:par>
                                <p:cTn id="27" presetID="8" presetClass="emph" presetSubtype="0" fill="hold" grpId="1" nodeType="withEffect" repeatCount="indefinite">
                                  <p:stCondLst>
                                    <p:cond delay="500"/>
                                  </p:stCondLst>
                                  <p:childTnLst>
                                    <p:animRot by="21600000">
                                      <p:cBhvr>
                                        <p:cTn id="26" dur="16000" fill="hold"/>
                                        <p:tgtEl>
                                          <p:spTgt spid="30"/>
                                        </p:tgtEl>
                                        <p:attrNameLst>
                                          <p:attrName>r</p:attrName>
                                        </p:attrNameLst>
                                      </p:cBhvr>
                                    </p:animRot>
                                  </p:childTnLst>
                                </p:cTn>
                              </p:par>
                              <p:par>
                                <p:cTn id="31" presetID="22" presetClass="entr" presetSubtype="1" fill="hold" grpId="0" nodeType="withEffect">
                                  <p:stCondLst>
                                    <p:cond delay="700"/>
                                  </p:stCondLst>
                                  <p:childTnLst>
                                    <p:set>
                                      <p:cBhvr>
                                        <p:cTn id="28" dur="1" fill="hold">
                                          <p:stCondLst>
                                            <p:cond delay="0"/>
                                          </p:stCondLst>
                                        </p:cTn>
                                        <p:tgtEl>
                                          <p:spTgt spid="6"/>
                                        </p:tgtEl>
                                        <p:attrNameLst>
                                          <p:attrName>style.visibility</p:attrName>
                                        </p:attrNameLst>
                                      </p:cBhvr>
                                      <p:to>
                                        <p:strVal val="visible"/>
                                      </p:to>
                                    </p:set>
                                    <p:animEffect transition="in" filter="wipe(down)">
                                      <p:cBhvr>
                                        <p:cTn id="29" dur="450"/>
                                        <p:tgtEl>
                                          <p:spTgt spid="6"/>
                                        </p:tgtEl>
                                      </p:cBhvr>
                                    </p:animEffect>
                                    <p:animEffect transition="in" filter="fade">
                                      <p:cBhvr>
                                        <p:cTn id="30" dur="450"/>
                                        <p:tgtEl>
                                          <p:spTgt spid="6"/>
                                        </p:tgtEl>
                                      </p:cBhvr>
                                    </p:animEffect>
                                  </p:childTnLst>
                                </p:cTn>
                              </p:par>
                              <p:par>
                                <p:cTn id="33" presetID="0" presetClass="path" presetSubtype="0" fill="hold" grpId="1" nodeType="withEffect" autoRev="1" repeatCount="3000">
                                  <p:stCondLst>
                                    <p:cond delay="750"/>
                                  </p:stCondLst>
                                  <p:childTnLst>
                                    <p:animMotion origin="layout" path="M 0 0 L 0.008 0 E" pathEditMode="relative" ptsTypes="AA">
                                      <p:cBhvr>
                                        <p:cTn id="32" dur="45" fill="hold"/>
                                        <p:tgtEl>
                                          <p:spTgt spid="4"/>
                                        </p:tgtEl>
                                        <p:attrNameLst>
                                          <p:attrName>ppt_x</p:attrName>
                                          <p:attrName>ppt_y</p:attrName>
                                        </p:attrNameLst>
                                      </p:cBhvr>
                                    </p:animMotion>
                                  </p:childTnLst>
                                </p:cTn>
                              </p:par>
                              <p:par>
                                <p:cTn id="38" presetID="53" presetClass="entr" presetSubtype="16" fill="hold" grpId="0" nodeType="withEffect">
                                  <p:stCondLst>
                                    <p:cond delay="850"/>
                                  </p:stCondLst>
                                  <p:childTnLst>
                                    <p:set>
                                      <p:cBhvr>
                                        <p:cTn id="34" dur="1" fill="hold">
                                          <p:stCondLst>
                                            <p:cond delay="0"/>
                                          </p:stCondLst>
                                        </p:cTn>
                                        <p:tgtEl>
                                          <p:spTgt spid="7"/>
                                        </p:tgtEl>
                                        <p:attrNameLst>
                                          <p:attrName>style.visibility</p:attrName>
                                        </p:attrNameLst>
                                      </p:cBhvr>
                                      <p:to>
                                        <p:strVal val="visible"/>
                                      </p:to>
                                    </p:set>
                                    <p:anim calcmode="lin" valueType="num">
                                      <p:cBhvr additive="base">
                                        <p:cTn id="35" dur="350" fill="hold"/>
                                        <p:tgtEl>
                                          <p:spTgt spid="7"/>
                                        </p:tgtEl>
                                        <p:attrNameLst>
                                          <p:attrName>ppt_w</p:attrName>
                                        </p:attrNameLst>
                                      </p:cBhvr>
                                      <p:tavLst>
                                        <p:tav tm="0">
                                          <p:val>
                                            <p:strVal val="0"/>
                                          </p:val>
                                        </p:tav>
                                        <p:tav tm="100000">
                                          <p:val>
                                            <p:strVal val="#ppt_w"/>
                                          </p:val>
                                        </p:tav>
                                      </p:tavLst>
                                    </p:anim>
                                    <p:anim calcmode="lin" valueType="num">
                                      <p:cBhvr additive="base">
                                        <p:cTn id="36" dur="350" fill="hold"/>
                                        <p:tgtEl>
                                          <p:spTgt spid="7"/>
                                        </p:tgtEl>
                                        <p:attrNameLst>
                                          <p:attrName>ppt_h</p:attrName>
                                        </p:attrNameLst>
                                      </p:cBhvr>
                                      <p:tavLst>
                                        <p:tav tm="0">
                                          <p:val>
                                            <p:strVal val="0"/>
                                          </p:val>
                                        </p:tav>
                                        <p:tav tm="100000">
                                          <p:val>
                                            <p:strVal val="#ppt_h"/>
                                          </p:val>
                                        </p:tav>
                                      </p:tavLst>
                                    </p:anim>
                                    <p:animEffect transition="in" filter="fade">
                                      <p:cBhvr>
                                        <p:cTn id="37" dur="350"/>
                                        <p:tgtEl>
                                          <p:spTgt spid="7"/>
                                        </p:tgtEl>
                                      </p:cBhvr>
                                    </p:animEffect>
                                  </p:childTnLst>
                                </p:cTn>
                              </p:par>
                              <p:par>
                                <p:cTn id="42" presetID="22" presetClass="entr" presetSubtype="1" fill="hold" grpId="0" nodeType="withEffect">
                                  <p:stCondLst>
                                    <p:cond delay="850"/>
                                  </p:stCondLst>
                                  <p:childTnLst>
                                    <p:set>
                                      <p:cBhvr>
                                        <p:cTn id="39" dur="1" fill="hold">
                                          <p:stCondLst>
                                            <p:cond delay="0"/>
                                          </p:stCondLst>
                                        </p:cTn>
                                        <p:tgtEl>
                                          <p:spTgt spid="8"/>
                                        </p:tgtEl>
                                        <p:attrNameLst>
                                          <p:attrName>style.visibility</p:attrName>
                                        </p:attrNameLst>
                                      </p:cBhvr>
                                      <p:to>
                                        <p:strVal val="visible"/>
                                      </p:to>
                                    </p:set>
                                    <p:animEffect transition="in" filter="wipe(down)">
                                      <p:cBhvr>
                                        <p:cTn id="40" dur="450"/>
                                        <p:tgtEl>
                                          <p:spTgt spid="8"/>
                                        </p:tgtEl>
                                      </p:cBhvr>
                                    </p:animEffect>
                                    <p:animEffect transition="in" filter="fade">
                                      <p:cBhvr>
                                        <p:cTn id="41" dur="450"/>
                                        <p:tgtEl>
                                          <p:spTgt spid="8"/>
                                        </p:tgtEl>
                                      </p:cBhvr>
                                    </p:animEffect>
                                  </p:childTnLst>
                                </p:cTn>
                              </p:par>
                              <p:par>
                                <p:cTn id="45" presetID="21" presetClass="entr" presetSubtype="1" fill="hold" grpId="0" nodeType="withEffect">
                                  <p:stCondLst>
                                    <p:cond delay="1000"/>
                                  </p:stCondLst>
                                  <p:childTnLst>
                                    <p:set>
                                      <p:cBhvr>
                                        <p:cTn id="43" dur="1" fill="hold">
                                          <p:stCondLst>
                                            <p:cond delay="0"/>
                                          </p:stCondLst>
                                        </p:cTn>
                                        <p:tgtEl>
                                          <p:spTgt spid="9"/>
                                        </p:tgtEl>
                                        <p:attrNameLst>
                                          <p:attrName>style.visibility</p:attrName>
                                        </p:attrNameLst>
                                      </p:cBhvr>
                                      <p:to>
                                        <p:strVal val="visible"/>
                                      </p:to>
                                    </p:set>
                                    <p:animEffect transition="in" filter="wheel(1)">
                                      <p:cBhvr>
                                        <p:cTn id="44" dur="700"/>
                                        <p:tgtEl>
                                          <p:spTgt spid="9"/>
                                        </p:tgtEl>
                                      </p:cBhvr>
                                    </p:animEffect>
                                  </p:childTnLst>
                                </p:cTn>
                              </p:par>
                              <p:par>
                                <p:cTn id="49" presetID="22" presetClass="entr" presetSubtype="1" fill="hold" grpId="0" nodeType="withEffect">
                                  <p:stCondLst>
                                    <p:cond delay="1800"/>
                                  </p:stCondLst>
                                  <p:childTnLst>
                                    <p:set>
                                      <p:cBhvr>
                                        <p:cTn id="46" dur="1" fill="hold">
                                          <p:stCondLst>
                                            <p:cond delay="0"/>
                                          </p:stCondLst>
                                        </p:cTn>
                                        <p:tgtEl>
                                          <p:spTgt spid="10"/>
                                        </p:tgtEl>
                                        <p:attrNameLst>
                                          <p:attrName>style.visibility</p:attrName>
                                        </p:attrNameLst>
                                      </p:cBhvr>
                                      <p:to>
                                        <p:strVal val="visible"/>
                                      </p:to>
                                    </p:set>
                                    <p:animEffect transition="in" filter="wipe(down)">
                                      <p:cBhvr>
                                        <p:cTn id="47" dur="450"/>
                                        <p:tgtEl>
                                          <p:spTgt spid="10"/>
                                        </p:tgtEl>
                                      </p:cBhvr>
                                    </p:animEffect>
                                    <p:animEffect transition="in" filter="fade">
                                      <p:cBhvr>
                                        <p:cTn id="48" dur="450"/>
                                        <p:tgtEl>
                                          <p:spTgt spid="10"/>
                                        </p:tgtEl>
                                      </p:cBhvr>
                                    </p:animEffect>
                                  </p:childTnLst>
                                </p:cTn>
                              </p:par>
                              <p:par>
                                <p:cTn id="54" presetID="53" presetClass="entr" presetSubtype="16" fill="hold" grpId="0" nodeType="withEffect">
                                  <p:stCondLst>
                                    <p:cond delay="1950"/>
                                  </p:stCondLst>
                                  <p:childTnLst>
                                    <p:set>
                                      <p:cBhvr>
                                        <p:cTn id="50" dur="1" fill="hold">
                                          <p:stCondLst>
                                            <p:cond delay="0"/>
                                          </p:stCondLst>
                                        </p:cTn>
                                        <p:tgtEl>
                                          <p:spTgt spid="11"/>
                                        </p:tgtEl>
                                        <p:attrNameLst>
                                          <p:attrName>style.visibility</p:attrName>
                                        </p:attrNameLst>
                                      </p:cBhvr>
                                      <p:to>
                                        <p:strVal val="visible"/>
                                      </p:to>
                                    </p:set>
                                    <p:anim calcmode="lin" valueType="num">
                                      <p:cBhvr additive="base">
                                        <p:cTn id="51" dur="350" fill="hold"/>
                                        <p:tgtEl>
                                          <p:spTgt spid="11"/>
                                        </p:tgtEl>
                                        <p:attrNameLst>
                                          <p:attrName>ppt_w</p:attrName>
                                        </p:attrNameLst>
                                      </p:cBhvr>
                                      <p:tavLst>
                                        <p:tav tm="0">
                                          <p:val>
                                            <p:strVal val="0"/>
                                          </p:val>
                                        </p:tav>
                                        <p:tav tm="100000">
                                          <p:val>
                                            <p:strVal val="#ppt_w"/>
                                          </p:val>
                                        </p:tav>
                                      </p:tavLst>
                                    </p:anim>
                                    <p:anim calcmode="lin" valueType="num">
                                      <p:cBhvr additive="base">
                                        <p:cTn id="52" dur="350" fill="hold"/>
                                        <p:tgtEl>
                                          <p:spTgt spid="11"/>
                                        </p:tgtEl>
                                        <p:attrNameLst>
                                          <p:attrName>ppt_h</p:attrName>
                                        </p:attrNameLst>
                                      </p:cBhvr>
                                      <p:tavLst>
                                        <p:tav tm="0">
                                          <p:val>
                                            <p:strVal val="0"/>
                                          </p:val>
                                        </p:tav>
                                        <p:tav tm="100000">
                                          <p:val>
                                            <p:strVal val="#ppt_h"/>
                                          </p:val>
                                        </p:tav>
                                      </p:tavLst>
                                    </p:anim>
                                    <p:animEffect transition="in" filter="fade">
                                      <p:cBhvr>
                                        <p:cTn id="53" dur="350"/>
                                        <p:tgtEl>
                                          <p:spTgt spid="11"/>
                                        </p:tgtEl>
                                      </p:cBhvr>
                                    </p:animEffect>
                                  </p:childTnLst>
                                </p:cTn>
                              </p:par>
                              <p:par>
                                <p:cTn id="58" presetID="22" presetClass="entr" presetSubtype="1" fill="hold" grpId="0" nodeType="withEffect">
                                  <p:stCondLst>
                                    <p:cond delay="1950"/>
                                  </p:stCondLst>
                                  <p:childTnLst>
                                    <p:set>
                                      <p:cBhvr>
                                        <p:cTn id="55" dur="1" fill="hold">
                                          <p:stCondLst>
                                            <p:cond delay="0"/>
                                          </p:stCondLst>
                                        </p:cTn>
                                        <p:tgtEl>
                                          <p:spTgt spid="12"/>
                                        </p:tgtEl>
                                        <p:attrNameLst>
                                          <p:attrName>style.visibility</p:attrName>
                                        </p:attrNameLst>
                                      </p:cBhvr>
                                      <p:to>
                                        <p:strVal val="visible"/>
                                      </p:to>
                                    </p:set>
                                    <p:animEffect transition="in" filter="wipe(down)">
                                      <p:cBhvr>
                                        <p:cTn id="56" dur="450"/>
                                        <p:tgtEl>
                                          <p:spTgt spid="12"/>
                                        </p:tgtEl>
                                      </p:cBhvr>
                                    </p:animEffect>
                                    <p:animEffect transition="in" filter="fade">
                                      <p:cBhvr>
                                        <p:cTn id="57" dur="450"/>
                                        <p:tgtEl>
                                          <p:spTgt spid="12"/>
                                        </p:tgtEl>
                                      </p:cBhvr>
                                    </p:animEffect>
                                  </p:childTnLst>
                                </p:cTn>
                              </p:par>
                              <p:par>
                                <p:cTn id="61" presetID="21" presetClass="entr" presetSubtype="1" fill="hold" grpId="0" nodeType="withEffect">
                                  <p:stCondLst>
                                    <p:cond delay="2100"/>
                                  </p:stCondLst>
                                  <p:childTnLst>
                                    <p:set>
                                      <p:cBhvr>
                                        <p:cTn id="59" dur="1" fill="hold">
                                          <p:stCondLst>
                                            <p:cond delay="0"/>
                                          </p:stCondLst>
                                        </p:cTn>
                                        <p:tgtEl>
                                          <p:spTgt spid="13"/>
                                        </p:tgtEl>
                                        <p:attrNameLst>
                                          <p:attrName>style.visibility</p:attrName>
                                        </p:attrNameLst>
                                      </p:cBhvr>
                                      <p:to>
                                        <p:strVal val="visible"/>
                                      </p:to>
                                    </p:set>
                                    <p:animEffect transition="in" filter="wheel(1)">
                                      <p:cBhvr>
                                        <p:cTn id="60" dur="700"/>
                                        <p:tgtEl>
                                          <p:spTgt spid="13"/>
                                        </p:tgtEl>
                                      </p:cBhvr>
                                    </p:animEffect>
                                  </p:childTnLst>
                                </p:cTn>
                              </p:par>
                              <p:par>
                                <p:cTn id="65" presetID="22" presetClass="entr" presetSubtype="1" fill="hold" grpId="0" nodeType="withEffect">
                                  <p:stCondLst>
                                    <p:cond delay="2900"/>
                                  </p:stCondLst>
                                  <p:childTnLst>
                                    <p:set>
                                      <p:cBhvr>
                                        <p:cTn id="62" dur="1" fill="hold">
                                          <p:stCondLst>
                                            <p:cond delay="0"/>
                                          </p:stCondLst>
                                        </p:cTn>
                                        <p:tgtEl>
                                          <p:spTgt spid="14"/>
                                        </p:tgtEl>
                                        <p:attrNameLst>
                                          <p:attrName>style.visibility</p:attrName>
                                        </p:attrNameLst>
                                      </p:cBhvr>
                                      <p:to>
                                        <p:strVal val="visible"/>
                                      </p:to>
                                    </p:set>
                                    <p:animEffect transition="in" filter="wipe(down)">
                                      <p:cBhvr>
                                        <p:cTn id="63" dur="450"/>
                                        <p:tgtEl>
                                          <p:spTgt spid="14"/>
                                        </p:tgtEl>
                                      </p:cBhvr>
                                    </p:animEffect>
                                    <p:animEffect transition="in" filter="fade">
                                      <p:cBhvr>
                                        <p:cTn id="64" dur="450"/>
                                        <p:tgtEl>
                                          <p:spTgt spid="14"/>
                                        </p:tgtEl>
                                      </p:cBhvr>
                                    </p:animEffect>
                                  </p:childTnLst>
                                </p:cTn>
                              </p:par>
                              <p:par>
                                <p:cTn id="70" presetID="53" presetClass="entr" presetSubtype="16" fill="hold" grpId="0" nodeType="withEffect">
                                  <p:stCondLst>
                                    <p:cond delay="3050"/>
                                  </p:stCondLst>
                                  <p:childTnLst>
                                    <p:set>
                                      <p:cBhvr>
                                        <p:cTn id="66" dur="1" fill="hold">
                                          <p:stCondLst>
                                            <p:cond delay="0"/>
                                          </p:stCondLst>
                                        </p:cTn>
                                        <p:tgtEl>
                                          <p:spTgt spid="15"/>
                                        </p:tgtEl>
                                        <p:attrNameLst>
                                          <p:attrName>style.visibility</p:attrName>
                                        </p:attrNameLst>
                                      </p:cBhvr>
                                      <p:to>
                                        <p:strVal val="visible"/>
                                      </p:to>
                                    </p:set>
                                    <p:anim calcmode="lin" valueType="num">
                                      <p:cBhvr additive="base">
                                        <p:cTn id="67" dur="350" fill="hold"/>
                                        <p:tgtEl>
                                          <p:spTgt spid="15"/>
                                        </p:tgtEl>
                                        <p:attrNameLst>
                                          <p:attrName>ppt_w</p:attrName>
                                        </p:attrNameLst>
                                      </p:cBhvr>
                                      <p:tavLst>
                                        <p:tav tm="0">
                                          <p:val>
                                            <p:strVal val="0"/>
                                          </p:val>
                                        </p:tav>
                                        <p:tav tm="100000">
                                          <p:val>
                                            <p:strVal val="#ppt_w"/>
                                          </p:val>
                                        </p:tav>
                                      </p:tavLst>
                                    </p:anim>
                                    <p:anim calcmode="lin" valueType="num">
                                      <p:cBhvr additive="base">
                                        <p:cTn id="68" dur="350" fill="hold"/>
                                        <p:tgtEl>
                                          <p:spTgt spid="15"/>
                                        </p:tgtEl>
                                        <p:attrNameLst>
                                          <p:attrName>ppt_h</p:attrName>
                                        </p:attrNameLst>
                                      </p:cBhvr>
                                      <p:tavLst>
                                        <p:tav tm="0">
                                          <p:val>
                                            <p:strVal val="0"/>
                                          </p:val>
                                        </p:tav>
                                        <p:tav tm="100000">
                                          <p:val>
                                            <p:strVal val="#ppt_h"/>
                                          </p:val>
                                        </p:tav>
                                      </p:tavLst>
                                    </p:anim>
                                    <p:animEffect transition="in" filter="fade">
                                      <p:cBhvr>
                                        <p:cTn id="69" dur="350"/>
                                        <p:tgtEl>
                                          <p:spTgt spid="15"/>
                                        </p:tgtEl>
                                      </p:cBhvr>
                                    </p:animEffect>
                                  </p:childTnLst>
                                </p:cTn>
                              </p:par>
                              <p:par>
                                <p:cTn id="74" presetID="22" presetClass="entr" presetSubtype="1" fill="hold" grpId="0" nodeType="withEffect">
                                  <p:stCondLst>
                                    <p:cond delay="3050"/>
                                  </p:stCondLst>
                                  <p:childTnLst>
                                    <p:set>
                                      <p:cBhvr>
                                        <p:cTn id="71" dur="1" fill="hold">
                                          <p:stCondLst>
                                            <p:cond delay="0"/>
                                          </p:stCondLst>
                                        </p:cTn>
                                        <p:tgtEl>
                                          <p:spTgt spid="16"/>
                                        </p:tgtEl>
                                        <p:attrNameLst>
                                          <p:attrName>style.visibility</p:attrName>
                                        </p:attrNameLst>
                                      </p:cBhvr>
                                      <p:to>
                                        <p:strVal val="visible"/>
                                      </p:to>
                                    </p:set>
                                    <p:animEffect transition="in" filter="wipe(down)">
                                      <p:cBhvr>
                                        <p:cTn id="72" dur="450"/>
                                        <p:tgtEl>
                                          <p:spTgt spid="16"/>
                                        </p:tgtEl>
                                      </p:cBhvr>
                                    </p:animEffect>
                                    <p:animEffect transition="in" filter="fade">
                                      <p:cBhvr>
                                        <p:cTn id="73" dur="450"/>
                                        <p:tgtEl>
                                          <p:spTgt spid="16"/>
                                        </p:tgtEl>
                                      </p:cBhvr>
                                    </p:animEffect>
                                  </p:childTnLst>
                                </p:cTn>
                              </p:par>
                              <p:par>
                                <p:cTn id="77" presetID="21" presetClass="entr" presetSubtype="1" fill="hold" grpId="0" nodeType="withEffect">
                                  <p:stCondLst>
                                    <p:cond delay="3200"/>
                                  </p:stCondLst>
                                  <p:childTnLst>
                                    <p:set>
                                      <p:cBhvr>
                                        <p:cTn id="75" dur="1" fill="hold">
                                          <p:stCondLst>
                                            <p:cond delay="0"/>
                                          </p:stCondLst>
                                        </p:cTn>
                                        <p:tgtEl>
                                          <p:spTgt spid="17"/>
                                        </p:tgtEl>
                                        <p:attrNameLst>
                                          <p:attrName>style.visibility</p:attrName>
                                        </p:attrNameLst>
                                      </p:cBhvr>
                                      <p:to>
                                        <p:strVal val="visible"/>
                                      </p:to>
                                    </p:set>
                                    <p:animEffect transition="in" filter="wheel(1)">
                                      <p:cBhvr>
                                        <p:cTn id="76" dur="700"/>
                                        <p:tgtEl>
                                          <p:spTgt spid="17"/>
                                        </p:tgtEl>
                                      </p:cBhvr>
                                    </p:animEffect>
                                  </p:childTnLst>
                                </p:cTn>
                              </p:par>
                              <p:par>
                                <p:cTn id="81" presetID="22" presetClass="entr" presetSubtype="1" fill="hold" grpId="0" nodeType="withEffect">
                                  <p:stCondLst>
                                    <p:cond delay="4000"/>
                                  </p:stCondLst>
                                  <p:childTnLst>
                                    <p:set>
                                      <p:cBhvr>
                                        <p:cTn id="78" dur="1" fill="hold">
                                          <p:stCondLst>
                                            <p:cond delay="0"/>
                                          </p:stCondLst>
                                        </p:cTn>
                                        <p:tgtEl>
                                          <p:spTgt spid="18"/>
                                        </p:tgtEl>
                                        <p:attrNameLst>
                                          <p:attrName>style.visibility</p:attrName>
                                        </p:attrNameLst>
                                      </p:cBhvr>
                                      <p:to>
                                        <p:strVal val="visible"/>
                                      </p:to>
                                    </p:set>
                                    <p:animEffect transition="in" filter="wipe(down)">
                                      <p:cBhvr>
                                        <p:cTn id="79" dur="450"/>
                                        <p:tgtEl>
                                          <p:spTgt spid="18"/>
                                        </p:tgtEl>
                                      </p:cBhvr>
                                    </p:animEffect>
                                    <p:animEffect transition="in" filter="fade">
                                      <p:cBhvr>
                                        <p:cTn id="80" dur="450"/>
                                        <p:tgtEl>
                                          <p:spTgt spid="18"/>
                                        </p:tgtEl>
                                      </p:cBhvr>
                                    </p:animEffect>
                                  </p:childTnLst>
                                </p:cTn>
                              </p:par>
                              <p:par>
                                <p:cTn id="86" presetID="53" presetClass="entr" presetSubtype="16" fill="hold" grpId="0" nodeType="withEffect">
                                  <p:stCondLst>
                                    <p:cond delay="4150"/>
                                  </p:stCondLst>
                                  <p:childTnLst>
                                    <p:set>
                                      <p:cBhvr>
                                        <p:cTn id="82" dur="1" fill="hold">
                                          <p:stCondLst>
                                            <p:cond delay="0"/>
                                          </p:stCondLst>
                                        </p:cTn>
                                        <p:tgtEl>
                                          <p:spTgt spid="19"/>
                                        </p:tgtEl>
                                        <p:attrNameLst>
                                          <p:attrName>style.visibility</p:attrName>
                                        </p:attrNameLst>
                                      </p:cBhvr>
                                      <p:to>
                                        <p:strVal val="visible"/>
                                      </p:to>
                                    </p:set>
                                    <p:anim calcmode="lin" valueType="num">
                                      <p:cBhvr additive="base">
                                        <p:cTn id="83" dur="350" fill="hold"/>
                                        <p:tgtEl>
                                          <p:spTgt spid="19"/>
                                        </p:tgtEl>
                                        <p:attrNameLst>
                                          <p:attrName>ppt_w</p:attrName>
                                        </p:attrNameLst>
                                      </p:cBhvr>
                                      <p:tavLst>
                                        <p:tav tm="0">
                                          <p:val>
                                            <p:strVal val="0"/>
                                          </p:val>
                                        </p:tav>
                                        <p:tav tm="100000">
                                          <p:val>
                                            <p:strVal val="#ppt_w"/>
                                          </p:val>
                                        </p:tav>
                                      </p:tavLst>
                                    </p:anim>
                                    <p:anim calcmode="lin" valueType="num">
                                      <p:cBhvr additive="base">
                                        <p:cTn id="84" dur="350" fill="hold"/>
                                        <p:tgtEl>
                                          <p:spTgt spid="19"/>
                                        </p:tgtEl>
                                        <p:attrNameLst>
                                          <p:attrName>ppt_h</p:attrName>
                                        </p:attrNameLst>
                                      </p:cBhvr>
                                      <p:tavLst>
                                        <p:tav tm="0">
                                          <p:val>
                                            <p:strVal val="0"/>
                                          </p:val>
                                        </p:tav>
                                        <p:tav tm="100000">
                                          <p:val>
                                            <p:strVal val="#ppt_h"/>
                                          </p:val>
                                        </p:tav>
                                      </p:tavLst>
                                    </p:anim>
                                    <p:animEffect transition="in" filter="fade">
                                      <p:cBhvr>
                                        <p:cTn id="85" dur="350"/>
                                        <p:tgtEl>
                                          <p:spTgt spid="19"/>
                                        </p:tgtEl>
                                      </p:cBhvr>
                                    </p:animEffect>
                                  </p:childTnLst>
                                </p:cTn>
                              </p:par>
                              <p:par>
                                <p:cTn id="90" presetID="22" presetClass="entr" presetSubtype="1" fill="hold" grpId="0" nodeType="withEffect">
                                  <p:stCondLst>
                                    <p:cond delay="4150"/>
                                  </p:stCondLst>
                                  <p:childTnLst>
                                    <p:set>
                                      <p:cBhvr>
                                        <p:cTn id="87" dur="1" fill="hold">
                                          <p:stCondLst>
                                            <p:cond delay="0"/>
                                          </p:stCondLst>
                                        </p:cTn>
                                        <p:tgtEl>
                                          <p:spTgt spid="20"/>
                                        </p:tgtEl>
                                        <p:attrNameLst>
                                          <p:attrName>style.visibility</p:attrName>
                                        </p:attrNameLst>
                                      </p:cBhvr>
                                      <p:to>
                                        <p:strVal val="visible"/>
                                      </p:to>
                                    </p:set>
                                    <p:animEffect transition="in" filter="wipe(down)">
                                      <p:cBhvr>
                                        <p:cTn id="88" dur="450"/>
                                        <p:tgtEl>
                                          <p:spTgt spid="20"/>
                                        </p:tgtEl>
                                      </p:cBhvr>
                                    </p:animEffect>
                                    <p:animEffect transition="in" filter="fade">
                                      <p:cBhvr>
                                        <p:cTn id="89" dur="450"/>
                                        <p:tgtEl>
                                          <p:spTgt spid="20"/>
                                        </p:tgtEl>
                                      </p:cBhvr>
                                    </p:animEffect>
                                  </p:childTnLst>
                                </p:cTn>
                              </p:par>
                              <p:par>
                                <p:cTn id="93" presetID="21" presetClass="entr" presetSubtype="1" fill="hold" grpId="0" nodeType="withEffect">
                                  <p:stCondLst>
                                    <p:cond delay="4300"/>
                                  </p:stCondLst>
                                  <p:childTnLst>
                                    <p:set>
                                      <p:cBhvr>
                                        <p:cTn id="91" dur="1" fill="hold">
                                          <p:stCondLst>
                                            <p:cond delay="0"/>
                                          </p:stCondLst>
                                        </p:cTn>
                                        <p:tgtEl>
                                          <p:spTgt spid="21"/>
                                        </p:tgtEl>
                                        <p:attrNameLst>
                                          <p:attrName>style.visibility</p:attrName>
                                        </p:attrNameLst>
                                      </p:cBhvr>
                                      <p:to>
                                        <p:strVal val="visible"/>
                                      </p:to>
                                    </p:set>
                                    <p:animEffect transition="in" filter="wheel(1)">
                                      <p:cBhvr>
                                        <p:cTn id="92" dur="700"/>
                                        <p:tgtEl>
                                          <p:spTgt spid="21"/>
                                        </p:tgtEl>
                                      </p:cBhvr>
                                    </p:animEffect>
                                  </p:childTnLst>
                                </p:cTn>
                              </p:par>
                              <p:par>
                                <p:cTn id="97" presetID="22" presetClass="entr" presetSubtype="1" fill="hold" grpId="0" nodeType="withEffect">
                                  <p:stCondLst>
                                    <p:cond delay="5100"/>
                                  </p:stCondLst>
                                  <p:childTnLst>
                                    <p:set>
                                      <p:cBhvr>
                                        <p:cTn id="94" dur="1" fill="hold">
                                          <p:stCondLst>
                                            <p:cond delay="0"/>
                                          </p:stCondLst>
                                        </p:cTn>
                                        <p:tgtEl>
                                          <p:spTgt spid="22"/>
                                        </p:tgtEl>
                                        <p:attrNameLst>
                                          <p:attrName>style.visibility</p:attrName>
                                        </p:attrNameLst>
                                      </p:cBhvr>
                                      <p:to>
                                        <p:strVal val="visible"/>
                                      </p:to>
                                    </p:set>
                                    <p:animEffect transition="in" filter="wipe(down)">
                                      <p:cBhvr>
                                        <p:cTn id="95" dur="450"/>
                                        <p:tgtEl>
                                          <p:spTgt spid="22"/>
                                        </p:tgtEl>
                                      </p:cBhvr>
                                    </p:animEffect>
                                    <p:animEffect transition="in" filter="fade">
                                      <p:cBhvr>
                                        <p:cTn id="96" dur="450"/>
                                        <p:tgtEl>
                                          <p:spTgt spid="22"/>
                                        </p:tgtEl>
                                      </p:cBhvr>
                                    </p:animEffect>
                                  </p:childTnLst>
                                </p:cTn>
                              </p:par>
                              <p:par>
                                <p:cTn id="102" presetID="53" presetClass="entr" presetSubtype="16" fill="hold" grpId="0" nodeType="withEffect">
                                  <p:stCondLst>
                                    <p:cond delay="5250"/>
                                  </p:stCondLst>
                                  <p:childTnLst>
                                    <p:set>
                                      <p:cBhvr>
                                        <p:cTn id="98" dur="1" fill="hold">
                                          <p:stCondLst>
                                            <p:cond delay="0"/>
                                          </p:stCondLst>
                                        </p:cTn>
                                        <p:tgtEl>
                                          <p:spTgt spid="23"/>
                                        </p:tgtEl>
                                        <p:attrNameLst>
                                          <p:attrName>style.visibility</p:attrName>
                                        </p:attrNameLst>
                                      </p:cBhvr>
                                      <p:to>
                                        <p:strVal val="visible"/>
                                      </p:to>
                                    </p:set>
                                    <p:anim calcmode="lin" valueType="num">
                                      <p:cBhvr additive="base">
                                        <p:cTn id="99" dur="350" fill="hold"/>
                                        <p:tgtEl>
                                          <p:spTgt spid="23"/>
                                        </p:tgtEl>
                                        <p:attrNameLst>
                                          <p:attrName>ppt_w</p:attrName>
                                        </p:attrNameLst>
                                      </p:cBhvr>
                                      <p:tavLst>
                                        <p:tav tm="0">
                                          <p:val>
                                            <p:strVal val="0"/>
                                          </p:val>
                                        </p:tav>
                                        <p:tav tm="100000">
                                          <p:val>
                                            <p:strVal val="#ppt_w"/>
                                          </p:val>
                                        </p:tav>
                                      </p:tavLst>
                                    </p:anim>
                                    <p:anim calcmode="lin" valueType="num">
                                      <p:cBhvr additive="base">
                                        <p:cTn id="100" dur="350" fill="hold"/>
                                        <p:tgtEl>
                                          <p:spTgt spid="23"/>
                                        </p:tgtEl>
                                        <p:attrNameLst>
                                          <p:attrName>ppt_h</p:attrName>
                                        </p:attrNameLst>
                                      </p:cBhvr>
                                      <p:tavLst>
                                        <p:tav tm="0">
                                          <p:val>
                                            <p:strVal val="0"/>
                                          </p:val>
                                        </p:tav>
                                        <p:tav tm="100000">
                                          <p:val>
                                            <p:strVal val="#ppt_h"/>
                                          </p:val>
                                        </p:tav>
                                      </p:tavLst>
                                    </p:anim>
                                    <p:animEffect transition="in" filter="fade">
                                      <p:cBhvr>
                                        <p:cTn id="101" dur="350"/>
                                        <p:tgtEl>
                                          <p:spTgt spid="23"/>
                                        </p:tgtEl>
                                      </p:cBhvr>
                                    </p:animEffect>
                                  </p:childTnLst>
                                </p:cTn>
                              </p:par>
                              <p:par>
                                <p:cTn id="106" presetID="22" presetClass="entr" presetSubtype="1" fill="hold" grpId="0" nodeType="withEffect">
                                  <p:stCondLst>
                                    <p:cond delay="5250"/>
                                  </p:stCondLst>
                                  <p:childTnLst>
                                    <p:set>
                                      <p:cBhvr>
                                        <p:cTn id="103" dur="1" fill="hold">
                                          <p:stCondLst>
                                            <p:cond delay="0"/>
                                          </p:stCondLst>
                                        </p:cTn>
                                        <p:tgtEl>
                                          <p:spTgt spid="24"/>
                                        </p:tgtEl>
                                        <p:attrNameLst>
                                          <p:attrName>style.visibility</p:attrName>
                                        </p:attrNameLst>
                                      </p:cBhvr>
                                      <p:to>
                                        <p:strVal val="visible"/>
                                      </p:to>
                                    </p:set>
                                    <p:animEffect transition="in" filter="wipe(down)">
                                      <p:cBhvr>
                                        <p:cTn id="104" dur="450"/>
                                        <p:tgtEl>
                                          <p:spTgt spid="24"/>
                                        </p:tgtEl>
                                      </p:cBhvr>
                                    </p:animEffect>
                                    <p:animEffect transition="in" filter="fade">
                                      <p:cBhvr>
                                        <p:cTn id="105" dur="450"/>
                                        <p:tgtEl>
                                          <p:spTgt spid="24"/>
                                        </p:tgtEl>
                                      </p:cBhvr>
                                    </p:animEffect>
                                  </p:childTnLst>
                                </p:cTn>
                              </p:par>
                              <p:par>
                                <p:cTn id="109" presetID="21" presetClass="entr" presetSubtype="1" fill="hold" grpId="0" nodeType="withEffect">
                                  <p:stCondLst>
                                    <p:cond delay="5400"/>
                                  </p:stCondLst>
                                  <p:childTnLst>
                                    <p:set>
                                      <p:cBhvr>
                                        <p:cTn id="107" dur="1" fill="hold">
                                          <p:stCondLst>
                                            <p:cond delay="0"/>
                                          </p:stCondLst>
                                        </p:cTn>
                                        <p:tgtEl>
                                          <p:spTgt spid="25"/>
                                        </p:tgtEl>
                                        <p:attrNameLst>
                                          <p:attrName>style.visibility</p:attrName>
                                        </p:attrNameLst>
                                      </p:cBhvr>
                                      <p:to>
                                        <p:strVal val="visible"/>
                                      </p:to>
                                    </p:set>
                                    <p:animEffect transition="in" filter="wheel(1)">
                                      <p:cBhvr>
                                        <p:cTn id="108" dur="700"/>
                                        <p:tgtEl>
                                          <p:spTgt spid="25"/>
                                        </p:tgtEl>
                                      </p:cBhvr>
                                    </p:animEffect>
                                  </p:childTnLst>
                                </p:cTn>
                              </p:par>
                              <p:par>
                                <p:cTn id="114" presetID="53" presetClass="entr" presetSubtype="32" fill="hold" grpId="0" nodeType="withEffect">
                                  <p:stCondLst>
                                    <p:cond delay="6200"/>
                                  </p:stCondLst>
                                  <p:childTnLst>
                                    <p:set>
                                      <p:cBhvr>
                                        <p:cTn id="110" dur="1" fill="hold">
                                          <p:stCondLst>
                                            <p:cond delay="0"/>
                                          </p:stCondLst>
                                        </p:cTn>
                                        <p:tgtEl>
                                          <p:spTgt spid="27"/>
                                        </p:tgtEl>
                                        <p:attrNameLst>
                                          <p:attrName>style.visibility</p:attrName>
                                        </p:attrNameLst>
                                      </p:cBhvr>
                                      <p:to>
                                        <p:strVal val="visible"/>
                                      </p:to>
                                    </p:set>
                                    <p:anim calcmode="lin" valueType="num">
                                      <p:cBhvr additive="base">
                                        <p:cTn id="111" dur="450" fill="hold"/>
                                        <p:tgtEl>
                                          <p:spTgt spid="27"/>
                                        </p:tgtEl>
                                        <p:attrNameLst>
                                          <p:attrName>ppt_w</p:attrName>
                                        </p:attrNameLst>
                                      </p:cBhvr>
                                      <p:tavLst>
                                        <p:tav tm="0">
                                          <p:val>
                                            <p:strVal val="#ppt_w*2.4"/>
                                          </p:val>
                                        </p:tav>
                                        <p:tav tm="100000">
                                          <p:val>
                                            <p:strVal val="#ppt_w"/>
                                          </p:val>
                                        </p:tav>
                                      </p:tavLst>
                                    </p:anim>
                                    <p:anim calcmode="lin" valueType="num">
                                      <p:cBhvr additive="base">
                                        <p:cTn id="112" dur="450" fill="hold"/>
                                        <p:tgtEl>
                                          <p:spTgt spid="27"/>
                                        </p:tgtEl>
                                        <p:attrNameLst>
                                          <p:attrName>ppt_h</p:attrName>
                                        </p:attrNameLst>
                                      </p:cBhvr>
                                      <p:tavLst>
                                        <p:tav tm="0">
                                          <p:val>
                                            <p:strVal val="#ppt_h*2.4"/>
                                          </p:val>
                                        </p:tav>
                                        <p:tav tm="100000">
                                          <p:val>
                                            <p:strVal val="#ppt_h"/>
                                          </p:val>
                                        </p:tav>
                                      </p:tavLst>
                                    </p:anim>
                                    <p:animEffect transition="in" filter="fade">
                                      <p:cBhvr>
                                        <p:cTn id="113" dur="450"/>
                                        <p:tgtEl>
                                          <p:spTgt spid="27"/>
                                        </p:tgtEl>
                                      </p:cBhvr>
                                    </p:animEffect>
                                  </p:childTnLst>
                                </p:cTn>
                              </p:par>
                              <p:par>
                                <p:cTn id="116" presetID="6" presetClass="emph" presetSubtype="0" fill="hold" grpId="1" nodeType="withEffect" autoRev="1" repeatCount="indefinite">
                                  <p:stCondLst>
                                    <p:cond delay="6600"/>
                                  </p:stCondLst>
                                  <p:childTnLst>
                                    <p:animScale>
                                      <p:cBhvr>
                                        <p:cTn id="115" dur="900" fill="hold"/>
                                        <p:tgtEl>
                                          <p:spTgt spid="26"/>
                                        </p:tgtEl>
                                      </p:cBhvr>
                                      <p:by x="106000" y="106000"/>
                                    </p:animScale>
                                  </p:childTnLst>
                                </p:cTn>
                              </p:par>
                              <p:par>
                                <p:cTn id="120" presetID="22" presetClass="entr" presetSubtype="1" fill="hold" grpId="0" nodeType="withEffect">
                                  <p:stCondLst>
                                    <p:cond delay="6800"/>
                                  </p:stCondLst>
                                  <p:childTnLst>
                                    <p:set>
                                      <p:cBhvr>
                                        <p:cTn id="117" dur="1" fill="hold">
                                          <p:stCondLst>
                                            <p:cond delay="0"/>
                                          </p:stCondLst>
                                        </p:cTn>
                                        <p:tgtEl>
                                          <p:spTgt spid="28"/>
                                        </p:tgtEl>
                                        <p:attrNameLst>
                                          <p:attrName>style.visibility</p:attrName>
                                        </p:attrNameLst>
                                      </p:cBhvr>
                                      <p:to>
                                        <p:strVal val="visible"/>
                                      </p:to>
                                    </p:set>
                                    <p:animEffect transition="in" filter="wipe(down)">
                                      <p:cBhvr>
                                        <p:cTn id="118" dur="700"/>
                                        <p:tgtEl>
                                          <p:spTgt spid="28"/>
                                        </p:tgtEl>
                                      </p:cBhvr>
                                    </p:animEffect>
                                    <p:animEffect transition="in" filter="fade">
                                      <p:cBhvr>
                                        <p:cTn id="119" dur="7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9" grpId="0" animBg="1"/>
      <p:bldP spid="30" grpId="0" animBg="1"/>
      <p:bldP spid="4" grpId="0" animBg="1"/>
      <p:bldP spid="31" grpId="0" animBg="1"/>
      <p:bldP spid="5" grpId="0" animBg="1"/>
      <p:bldP spid="26" grpId="0" animBg="1"/>
      <p:bldP spid="30" grpId="1" animBg="1"/>
      <p:bldP spid="6" grpId="0" animBg="1"/>
      <p:bldP spid="4" grpId="1"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7" grpId="0" animBg="1"/>
      <p:bldP spid="26" grpId="1" animBg="1"/>
      <p:bldP spid="28"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ahnschrif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Think Like a Hacker – Holographic Edition</dc:title>
  <dc:subject>PptxGenJS Presentation</dc:subject>
  <dc:creator>Ahnaf Akif</dc:creator>
  <cp:lastModifiedBy>Ahnaf Akif</cp:lastModifiedBy>
  <cp:revision>1</cp:revision>
  <dcterms:created xsi:type="dcterms:W3CDTF">2026-10-30T23:05:45Z</dcterms:created>
  <dcterms:modified xsi:type="dcterms:W3CDTF">2026-10-30T23:05:45Z</dcterms:modified>
</cp:coreProperties>
</file>