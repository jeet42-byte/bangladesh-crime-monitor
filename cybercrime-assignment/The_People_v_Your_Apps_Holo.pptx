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[Stand up straight, speak with authority. Optional: tap the desk like a gavel.]
All rise! The Cyber Security Tribunal is now in session. Case number MCCJ-525: The People versus Your Apps.
[Normal voice.] Good morning. I am Ahnaf Akif, Roll 24. Today, five apps that live on almost every phone in this room stand trial: Facebook, Instagram, WhatsApp, Gmail and bKash.
Every day we hand them our photos, our conversations, and even the OTPs for our mobile banking. They promise to keep us safe. Today we ask: did they keep that promise?
I will play every role today: clerk, prosecutor and judge. For each app, the court sees the evidence for the prosecution, meaning exactly how the account was broken into, and the evidence for the defence, meaning the security features that would have stopped it. Then the court delivers its verdict.
But first, the court must hear why this case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The court enters Exhibit 1: the statement of harm. These figures come from the Cyber Crime Awareness Foundation's 2024 study of cybercrime victims in Bangladesh.
[First card.] Social media and online account hacking was the most common cybercrime, affecting 21.65 percent of victims.
[Second card.] About 59 percent of victims were women, often facing leaked photos, blackmail and harassment.
[Third card.] 78.78 percent of victims were aged 18 to 30, the same age as everyone in this room.
[Fourth card.] And only 12 percent ever reported the crime to the police.
[Bottom quote.] Around 64 million Bangladeshis use Facebook. Criminals no longer need to hack a computer; they simply take over an account.
So the question before this court is serious: are these platforms doing enough to protect us? I now call the first prosecutor to read the charge.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Thank you. Your Honour, the charge against all five defendants is the same. [Read the charge slowly.] "That each defendant failed to adequately protect the accounts of its users in Bangladesh against cyber attacks."
How did we gather the evidence? We reviewed every security setting on our own accounts, and cross-checked what we found with official help pages and recent news.
[Right side.] Each defendant is judged against our Security Code, five sections:
Section 1, login protection: can a stolen password alone get someone in?
Section 2, encryption by default: can the company read my messages?
Section 3, threat alerts: will it warn me of an attack?
Section 4, recovery safety: can a hacker lock me out for good?
Section 5, privacy controls: can strangers find and contact me?
Each section is scored from 1 to 5, a maximum of 25. Our standard: 20 or more is adequate; below 20, the defendant is guilty on its weakest count.
The prosecution calls its first defendant: Facebook.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Case 1: The People versus Facebook. Score: 16 out of 25.
[Cyan exhibits.] In fairness, the defence has strong evidence. Exhibit A: two-factor authentication through an app, SMS or a physical security key. Exhibit B: login alerts and remote log-out. Exhibit C: passkeys since June 2025. Exhibit D: profile lock. Exhibit E: Messenger chats encrypted by default since December 2023.
[Red exhibits.] But the prosecution's case is this: once a hacker gets in, they can change the recovery email and phone number within minutes. Recovery for the real owner is slow and automated. Facebook scored just 2 out of 5 on recovery safety.
[Verdict.] The court finds Facebook guilty of leaving account recovery unguarded.
[Sentence.] The sentence we request: a 48-hour cool-down before recovery details can change, alerts to the old email and phone, and real human support in Bangla.
I hand over to my colleague for the next defendant.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Thank you. Case 2: The People versus Instagram. Score: 16 out of 25.
[Cyan exhibits.] The defence presents Meta's two-factor authentication and login alerts, plus a feature we found impressive: "Emails from Instagram", which lists every genuine security email sent in the last 14 days, so users can expose fake ones. It also offers Restrict, Hidden Words, and private-by-default Teen Accounts.
[Red exhibits.] But here is the prosecution's key evidence. Instagram's direct messages were never end-to-end encrypted by default, and on 8 May 2026 Meta removed even the optional encrypted chats. That means Meta can technically access users' private messages. On encryption, Instagram scored just 1 out of 5. And sextortion usually begins in DMs.
[Verdict.] The court finds Instagram guilty of leaving private messages unencrypted.
[Sentence.] We request that encrypted DMs be restored as the default, and that unsolicited explicit images be blurred for all users, not only teenagers.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Case 3: The People versus WhatsApp. Score: 20 out of 25.
[Red exhibits.] The prosecution charged WhatsApp with allowing account hijacking. In Bangladesh, a common scam goes like this: "I sent my code to your number by mistake, please forward it." The victim sends it, and the account is gone.
[Cyan exhibits.] But the defence evidence is overwhelming. Every personal chat and call is end-to-end encrypted by default; not even WhatsApp can read them. There is a six-digit two-step PIN, which defeats the code scam entirely; passkey login and passkey-protected backups since October 2025; and since January 2026, Strict Account Settings, a one-tap lockdown.
[Verdict.] The court finds WhatsApp not guilty. The locks exist; users are being tricked into opening them.
[Advice.] However, the court advises a clear warning in Bangla whenever a registration code is requested, and making the two-step PIN mandatory.
My colleague will present the next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Thank you. Case 4: The People versus Gmail. Score: 20 out of 25, tied for the highest.
[Red exhibits.] The prosecution's concern: personal Gmail is not end-to-end encrypted, so Google can scan message content. And Gmail is the master key. Every "forgot password" link, for Facebook, Instagram, even bKash, goes to your email. If Gmail falls, everything falls.
[Cyan exhibits.] But the defence has the strongest login protection of any defendant. Passkeys have been the default sign-in since October 2023. There is 2-Step Verification, a Security Checkup and critical sign-in alerts. Google reports that its filters block over 99.9 percent of phishing and malware. And the Advanced Protection Program protects high-risk users with hardware keys.
[Verdict.] The court finds Gmail not guilty.
[Advice.] Still, the court advises optional end-to-end encryption for personal accounts, and special warnings for emails imitating bKash, Nagad or local banks.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Case 5: The People versus bKash. Score: 15 out of 25, the lowest.
bKash protects money, so its front door is strong. [Defence exhibits, cyan.] An OTP on first login, a PIN for every login and transaction, and Face ID or fingerprint login since December 2023.
[Prosecution exhibits, red.] But the prosecution shows how scammers walk around that lock. A hacked WhatsApp asks friends for “urgent” bKash money. A call “from bKash” asks the victim to read out an OTP. And that OTP lets the scammer reset the PIN. Recovery safety scores just 2 out of 5.
[Threat meter.] The needle swings to critical during the attack, and settles in the risky zone with the defences on.
[Verdict.] The court finds bKash guilty on its weakest count: recovery. Police have arrested gangs running exactly these scams.
[Sentence.] The court orders a separate warning whenever a PIN-reset code is requested, and a short hold on transfers after a reset code is sent.
The prosecution rests, Your Honour.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[Speak slowly and formally.] Thank you to the prosecution. The court has heard all five cases and is ready to deliver its final judgment.
[Point to the ranking.] WhatsApp and Gmail each score 20 out of 25 and are found not guilty. Facebook and Instagram score 16 and are found guilty on their weakest counts: recovery and encryption. bKash scores 15, the lowest, and is found guilty on recovery.
[Right side.] On the question of which platform is the most secure for an individual user, the court finds in favour of WhatsApp. Its strongest protection, end-to-end encryption, works the moment you install it. You do not need to change a single setting.
The court also rules that Gmail must be guarded hardest, because it is the master key to every other account.
And bKash reminds us that scammers target the user, not the app.
But this court has one final order, and it is addressed not to the apps, but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Our biggest finding is this: almost every attack we studied succeeded not because a lock was broken, but because a lock was never switched on, or a code was handed over.
So this court issues five orders to everyone in this room, effective tonight. [Go through the cards.]
Order 1: enable two-factor authentication or a passkey on every account, starting with your email.
Order 2: set a two-step verification PIN on WhatsApp. It takes thirty seconds.
Order 3: never share an OTP or six-digit code with anyone. Not a friend, not "Facebook support", not "bKash". Genuine companies never ask.
Order 4: confirm your recovery email and phone number still belong to you.
Order 5: log out of any device you do not recognise.
[Pause.] The most secure app is the one you set up.
[Optional: tap the desk like a gavel.] Court is adjourned. Thank you, and we welcome questions from the gallery.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slideLayout" Target="../slideLayouts/slideLayout1.xml"/><Relationship Id="rId1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slideLayout" Target="../slideLayouts/slideLayout1.xml"/><Relationship Id="rId1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slideLayout" Target="../slideLayouts/slideLayout1.xml"/><Relationship Id="rId1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slideLayout" Target="../slideLayouts/slideLayout1.xml"/><Relationship Id="rId1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slideLayout" Target="../slideLayouts/slideLayout1.xml"/><Relationship Id="rId1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3" name="beam" descr="/tmp/claude-0/-home-user-bangladesh-crime-monitor/cb82e52d-05bf-5acf-9e17-5b7416beecee/scratchpad/animppt/holo/court/beam.png">    </p:cNvPr>
          <p:cNvPicPr>
            <a:picLocks noChangeAspect="1"/>
          </p:cNvPicPr>
          <p:nvPr/>
        </p:nvPicPr>
        <p:blipFill>
          <a:blip r:embed="rId2"/>
          <a:stretch>
            <a:fillRect/>
          </a:stretch>
        </p:blipFill>
        <p:spPr>
          <a:xfrm>
            <a:off x="7715250" y="1905000"/>
            <a:ext cx="2857500" cy="3556000"/>
          </a:xfrm>
          <a:prstGeom prst="rect">
            <a:avLst/>
          </a:prstGeom>
        </p:spPr>
      </p:pic>
      <p:pic>
        <p:nvPicPr>
          <p:cNvPr id="4" name="scales" descr="Hologram scales of justice">    </p:cNvPr>
          <p:cNvPicPr>
            <a:picLocks noChangeAspect="1"/>
          </p:cNvPicPr>
          <p:nvPr/>
        </p:nvPicPr>
        <p:blipFill>
          <a:blip r:embed="rId3"/>
          <a:stretch>
            <a:fillRect/>
          </a:stretch>
        </p:blipFill>
        <p:spPr>
          <a:xfrm>
            <a:off x="7937500" y="1841500"/>
            <a:ext cx="2413000" cy="2413000"/>
          </a:xfrm>
          <a:prstGeom prst="rect">
            <a:avLst/>
          </a:prstGeom>
        </p:spPr>
      </p:pic>
      <p:pic>
        <p:nvPicPr>
          <p:cNvPr id="5" name="emitter" descr="/tmp/claude-0/-home-user-bangladesh-crime-monitor/cb82e52d-05bf-5acf-9e17-5b7416beecee/scratchpad/animppt/holo/court/emitter.png">    </p:cNvPr>
          <p:cNvPicPr>
            <a:picLocks noChangeAspect="1"/>
          </p:cNvPicPr>
          <p:nvPr/>
        </p:nvPicPr>
        <p:blipFill>
          <a:blip r:embed="rId4"/>
          <a:stretch>
            <a:fillRect/>
          </a:stretch>
        </p:blipFill>
        <p:spPr>
          <a:xfrm>
            <a:off x="7715250" y="5080000"/>
            <a:ext cx="2857500" cy="800100"/>
          </a:xfrm>
          <a:prstGeom prst="rect">
            <a:avLst/>
          </a:prstGeom>
        </p:spPr>
      </p:pic>
      <p:sp>
        <p:nvSpPr>
          <p:cNvPr id="6" name="eyebrow"/>
          <p:cNvSpPr txBox="1"/>
          <p:nvPr/>
        </p:nvSpPr>
        <p:spPr>
          <a:xfrm>
            <a:off x="812800" y="1816100"/>
            <a:ext cx="6985000" cy="228600"/>
          </a:xfrm>
          <a:prstGeom prst="rect">
            <a:avLst/>
          </a:prstGeom>
          <a:noFill/>
          <a:ln/>
        </p:spPr>
        <p:txBody>
          <a:bodyPr wrap="square" lIns="0" tIns="0" rIns="0" bIns="0" rtlCol="0" anchor="t"/>
          <a:lstStyle/>
          <a:p>
            <a:pPr indent="0" marL="0">
              <a:buNone/>
            </a:pPr>
            <a:r>
              <a:rPr lang="en-US" sz="1100" b="1" spc="300" kern="0" dirty="0">
                <a:solidFill>
                  <a:srgbClr val="FFC94D"/>
                </a:solidFill>
                <a:latin typeface="Consolas" pitchFamily="34" charset="0"/>
                <a:ea typeface="Consolas" pitchFamily="34" charset="-122"/>
                <a:cs typeface="Consolas" pitchFamily="34" charset="-120"/>
              </a:rPr>
              <a:t>CASE NO. MCCJ-525/2026 · CYBER SECURITY TRIBUNAL</a:t>
            </a:r>
            <a:endParaRPr lang="en-US" sz="1100" dirty="0"/>
          </a:p>
        </p:txBody>
      </p:sp>
      <p:sp>
        <p:nvSpPr>
          <p:cNvPr id="7" name="title"/>
          <p:cNvSpPr txBox="1"/>
          <p:nvPr/>
        </p:nvSpPr>
        <p:spPr>
          <a:xfrm>
            <a:off x="812800" y="2159000"/>
            <a:ext cx="6667500" cy="1524000"/>
          </a:xfrm>
          <a:prstGeom prst="rect">
            <a:avLst/>
          </a:prstGeom>
          <a:noFill/>
          <a:ln/>
        </p:spPr>
        <p:txBody>
          <a:bodyPr wrap="square" lIns="0" tIns="0" rIns="0" bIns="0" rtlCol="0" anchor="t"/>
          <a:lstStyle/>
          <a:p>
            <a:pPr indent="0" marL="0">
              <a:lnSpc>
                <a:spcPct val="90000"/>
              </a:lnSpc>
              <a:buNone/>
            </a:pPr>
            <a:r>
              <a:rPr lang="en-US" sz="5400" b="1" dirty="0">
                <a:solidFill>
                  <a:srgbClr val="E8FBFF"/>
                </a:solidFill>
                <a:effectLst>
                  <a:glow rad="101600">
                    <a:srgbClr val="FFC94D">
                      <a:alpha val="35000"/>
                    </a:srgbClr>
                  </a:glow>
                </a:effectLst>
                <a:latin typeface="Bahnschrift" pitchFamily="34" charset="0"/>
                <a:ea typeface="Bahnschrift" pitchFamily="34" charset="-122"/>
                <a:cs typeface="Bahnschrift" pitchFamily="34" charset="-120"/>
              </a:rPr>
              <a:t>The People v. Your Apps</a:t>
            </a:r>
            <a:endParaRPr lang="en-US" sz="5400" dirty="0"/>
          </a:p>
        </p:txBody>
      </p:sp>
      <p:sp>
        <p:nvSpPr>
          <p:cNvPr id="8" name="sub"/>
          <p:cNvSpPr txBox="1"/>
          <p:nvPr/>
        </p:nvSpPr>
        <p:spPr>
          <a:xfrm>
            <a:off x="812800" y="3810000"/>
            <a:ext cx="6223000" cy="698500"/>
          </a:xfrm>
          <a:prstGeom prst="rect">
            <a:avLst/>
          </a:prstGeom>
          <a:noFill/>
          <a:ln/>
        </p:spPr>
        <p:txBody>
          <a:bodyPr wrap="square" lIns="0" tIns="0" rIns="0" bIns="0" rtlCol="0" anchor="t"/>
          <a:lstStyle/>
          <a:p>
            <a:pPr indent="0" marL="0">
              <a:buNone/>
            </a:pPr>
            <a:r>
              <a:rPr lang="en-US" sz="1900" i="1" dirty="0">
                <a:solidFill>
                  <a:srgbClr val="9FD8E8"/>
                </a:solidFill>
                <a:latin typeface="Segoe UI" pitchFamily="34" charset="0"/>
                <a:ea typeface="Segoe UI" pitchFamily="34" charset="-122"/>
                <a:cs typeface="Segoe UI" pitchFamily="34" charset="-120"/>
              </a:rPr>
              <a:t>A security trial of Facebook, Instagram, WhatsApp, Gmail and bKash</a:t>
            </a:r>
            <a:endParaRPr lang="en-US" sz="1900" dirty="0"/>
          </a:p>
        </p:txBody>
      </p:sp>
      <p:sp>
        <p:nvSpPr>
          <p:cNvPr id="9" name="name"/>
          <p:cNvSpPr txBox="1"/>
          <p:nvPr/>
        </p:nvSpPr>
        <p:spPr>
          <a:xfrm>
            <a:off x="812800" y="4826000"/>
            <a:ext cx="6223000" cy="317500"/>
          </a:xfrm>
          <a:prstGeom prst="rect">
            <a:avLst/>
          </a:prstGeom>
          <a:noFill/>
          <a:ln/>
        </p:spPr>
        <p:txBody>
          <a:bodyPr wrap="square" lIns="0" tIns="0" rIns="0" bIns="0" rtlCol="0" anchor="t"/>
          <a:lstStyle/>
          <a:p>
            <a:pPr indent="0" marL="0">
              <a:buNone/>
            </a:pPr>
            <a:r>
              <a:rPr lang="en-US" sz="1500" b="1" dirty="0">
                <a:solidFill>
                  <a:srgbClr val="E8FBFF"/>
                </a:solidFill>
                <a:latin typeface="Segoe UI" pitchFamily="34" charset="0"/>
                <a:ea typeface="Segoe UI" pitchFamily="34" charset="-122"/>
                <a:cs typeface="Segoe UI" pitchFamily="34" charset="-120"/>
              </a:rPr>
              <a:t>Presented by Ahnaf Akif</a:t>
            </a:r>
            <a:pPr indent="0" marL="0">
              <a:buNone/>
            </a:pPr>
            <a:r>
              <a:rPr lang="en-US" sz="1500" dirty="0">
                <a:solidFill>
                  <a:srgbClr val="E8FBFF"/>
                </a:solidFill>
                <a:latin typeface="Segoe UI" pitchFamily="34" charset="0"/>
                <a:ea typeface="Segoe UI" pitchFamily="34" charset="-122"/>
                <a:cs typeface="Segoe UI" pitchFamily="34" charset="-120"/>
              </a:rPr>
              <a:t> · Roll 24 · MCCJ 525</a:t>
            </a:r>
            <a:endParaRPr lang="en-US" sz="1500" dirty="0"/>
          </a:p>
        </p:txBody>
      </p:sp>
      <p:sp>
        <p:nvSpPr>
          <p:cNvPr id="10" name="rise"/>
          <p:cNvSpPr txBox="1"/>
          <p:nvPr/>
        </p:nvSpPr>
        <p:spPr>
          <a:xfrm>
            <a:off x="8191500" y="5969000"/>
            <a:ext cx="1905000" cy="254000"/>
          </a:xfrm>
          <a:prstGeom prst="rect">
            <a:avLst/>
          </a:prstGeom>
          <a:noFill/>
          <a:ln/>
        </p:spPr>
        <p:txBody>
          <a:bodyPr wrap="square" lIns="0" tIns="0" rIns="0" bIns="0" rtlCol="0" anchor="t"/>
          <a:lstStyle/>
          <a:p>
            <a:pPr algn="ctr" indent="0" marL="0">
              <a:buNone/>
            </a:pPr>
            <a:r>
              <a:rPr lang="en-US" sz="1500" b="1" spc="800" kern="0" dirty="0">
                <a:solidFill>
                  <a:srgbClr val="FFC94D"/>
                </a:solidFill>
                <a:latin typeface="Segoe UI" pitchFamily="34" charset="0"/>
                <a:ea typeface="Segoe UI" pitchFamily="34" charset="-122"/>
                <a:cs typeface="Segoe UI" pitchFamily="34" charset="-120"/>
              </a:rPr>
              <a:t>ALL RISE</a:t>
            </a:r>
            <a:endParaRPr lang="en-US" sz="1500" dirty="0"/>
          </a:p>
        </p:txBody>
      </p:sp>
      <p:pic>
        <p:nvPicPr>
          <p:cNvPr id="11" name="hud" descr="/tmp/claude-0/-home-user-bangladesh-crime-monitor/cb82e52d-05bf-5acf-9e17-5b7416beecee/scratchpad/animppt/holo/court/hud.png">    </p:cNvPr>
          <p:cNvPicPr>
            <a:picLocks noChangeAspect="1"/>
          </p:cNvPicPr>
          <p:nvPr/>
        </p:nvPicPr>
        <p:blipFill>
          <a:blip r:embed="rId5"/>
          <a:stretch>
            <a:fillRect/>
          </a:stretch>
        </p:blipFill>
        <p:spPr>
          <a:xfrm>
            <a:off x="0" y="0"/>
            <a:ext cx="12191695" cy="6858000"/>
          </a:xfrm>
          <a:prstGeom prst="rect">
            <a:avLst/>
          </a:prstGeom>
        </p:spPr>
      </p:pic>
      <p:pic>
        <p:nvPicPr>
          <p:cNvPr id="12" name="hudring" descr="/tmp/claude-0/-home-user-bangladesh-crime-monitor/cb82e52d-05bf-5acf-9e17-5b7416beecee/scratchpad/animppt/holo/court/ring.png">    </p:cNvPr>
          <p:cNvPicPr>
            <a:picLocks noChangeAspect="1"/>
          </p:cNvPicPr>
          <p:nvPr/>
        </p:nvPicPr>
        <p:blipFill>
          <a:blip r:embed="rId6"/>
          <a:stretch>
            <a:fillRect/>
          </a:stretch>
        </p:blipFill>
        <p:spPr>
          <a:xfrm>
            <a:off x="11125200" y="152400"/>
            <a:ext cx="952500" cy="952500"/>
          </a:xfrm>
          <a:prstGeom prst="rect">
            <a:avLst/>
          </a:prstGeom>
        </p:spPr>
      </p:pic>
      <p:pic>
        <p:nvPicPr>
          <p:cNvPr id="13" name="scanbar" descr="/tmp/claude-0/-home-user-bangladesh-crime-monitor/cb82e52d-05bf-5acf-9e17-5b7416beecee/scratchpad/animppt/holo/court/scan.png">    </p:cNvPr>
          <p:cNvPicPr>
            <a:picLocks noChangeAspect="1"/>
          </p:cNvPicPr>
          <p:nvPr/>
        </p:nvPicPr>
        <p:blipFill>
          <a:blip r:embed="rId7"/>
          <a:stretch>
            <a:fillRect/>
          </a:stretch>
        </p:blipFill>
        <p:spPr>
          <a:xfrm>
            <a:off x="0" y="0"/>
            <a:ext cx="12191695" cy="381000"/>
          </a:xfrm>
          <a:prstGeom prst="rect">
            <a:avLst/>
          </a:prstGeom>
        </p:spPr>
      </p:pic>
    </p:spTree>
  </p:cSld>
  <p:clrMapOvr>
    <a:masterClrMapping/>
  </p:clrMapOvr>
  <p:transition spd="slow">
    <p:fade thruBlk="1"/>
  </p:transition>
  <p:timing>
    <p:tnLst>
      <p:par>
        <p:cTn id="1" dur="indefinite" restart="never" nodeType="tmRoot">
          <p:childTnLst>
            <p:seq concurrent="1" nextAc="seek">
              <p:cTn id="2" dur="indefinite" nodeType="mainSeq">
                <p:childTnLst>
                  <p:par>
                    <p:cTn id="57" fill="hold">
                      <p:stCondLst>
                        <p:cond delay="indefinite"/>
                        <p:cond evt="onBegin" delay="0">
                          <p:tn val="2"/>
                        </p:cond>
                      </p:stCondLst>
                      <p:childTnLst>
                        <p:par>
                          <p:cTn id="58"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5"/>
                                        </p:tgtEl>
                                        <p:attrNameLst>
                                          <p:attrName>style.visibility</p:attrName>
                                        </p:attrNameLst>
                                      </p:cBhvr>
                                      <p:to>
                                        <p:strVal val="visible"/>
                                      </p:to>
                                    </p:set>
                                    <p:anim calcmode="lin" valueType="num">
                                      <p:cBhvr additive="base">
                                        <p:cTn id="4" dur="600" fill="hold"/>
                                        <p:tgtEl>
                                          <p:spTgt spid="5"/>
                                        </p:tgtEl>
                                        <p:attrNameLst>
                                          <p:attrName>ppt_w</p:attrName>
                                        </p:attrNameLst>
                                      </p:cBhvr>
                                      <p:tavLst>
                                        <p:tav tm="0">
                                          <p:val>
                                            <p:strVal val="0"/>
                                          </p:val>
                                        </p:tav>
                                        <p:tav tm="100000">
                                          <p:val>
                                            <p:strVal val="#ppt_w"/>
                                          </p:val>
                                        </p:tav>
                                      </p:tavLst>
                                    </p:anim>
                                    <p:anim calcmode="lin" valueType="num">
                                      <p:cBhvr additive="base">
                                        <p:cTn id="5" dur="600" fill="hold"/>
                                        <p:tgtEl>
                                          <p:spTgt spid="5"/>
                                        </p:tgtEl>
                                        <p:attrNameLst>
                                          <p:attrName>ppt_h</p:attrName>
                                        </p:attrNameLst>
                                      </p:cBhvr>
                                      <p:tavLst>
                                        <p:tav tm="0">
                                          <p:val>
                                            <p:strVal val="0"/>
                                          </p:val>
                                        </p:tav>
                                        <p:tav tm="100000">
                                          <p:val>
                                            <p:strVal val="#ppt_h"/>
                                          </p:val>
                                        </p:tav>
                                      </p:tavLst>
                                    </p:anim>
                                    <p:animEffect transition="in" filter="fade">
                                      <p:cBhvr>
                                        <p:cTn id="6" dur="600"/>
                                        <p:tgtEl>
                                          <p:spTgt spid="5"/>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500"/>
                                        <p:tgtEl>
                                          <p:spTgt spid="11"/>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par>
                                <p:cTn id="17" presetID="22" presetClass="entr" presetSubtype="1" fill="hold" grpId="0" nodeType="withEffect">
                                  <p:stCondLst>
                                    <p:cond delay="300"/>
                                  </p:stCondLst>
                                  <p:childTnLst>
                                    <p:set>
                                      <p:cBhvr>
                                        <p:cTn id="14" dur="1" fill="hold">
                                          <p:stCondLst>
                                            <p:cond delay="0"/>
                                          </p:stCondLst>
                                        </p:cTn>
                                        <p:tgtEl>
                                          <p:spTgt spid="3"/>
                                        </p:tgtEl>
                                        <p:attrNameLst>
                                          <p:attrName>style.visibility</p:attrName>
                                        </p:attrNameLst>
                                      </p:cBhvr>
                                      <p:to>
                                        <p:strVal val="visible"/>
                                      </p:to>
                                    </p:set>
                                    <p:animEffect transition="in" filter="wipe(down)">
                                      <p:cBhvr>
                                        <p:cTn id="15" dur="700"/>
                                        <p:tgtEl>
                                          <p:spTgt spid="3"/>
                                        </p:tgtEl>
                                      </p:cBhvr>
                                    </p:animEffect>
                                    <p:animEffect transition="in" filter="fade">
                                      <p:cBhvr>
                                        <p:cTn id="16" dur="700"/>
                                        <p:tgtEl>
                                          <p:spTgt spid="3"/>
                                        </p:tgtEl>
                                      </p:cBhvr>
                                    </p:animEffect>
                                  </p:childTnLst>
                                </p:cTn>
                              </p:par>
                              <p:par>
                                <p:cTn id="21" presetID="22" presetClass="entr" presetSubtype="1" fill="hold" grpId="0" nodeType="withEffect">
                                  <p:stCondLst>
                                    <p:cond delay="300"/>
                                  </p:stCondLst>
                                  <p:childTnLst>
                                    <p:set>
                                      <p:cBhvr>
                                        <p:cTn id="18" dur="1" fill="hold">
                                          <p:stCondLst>
                                            <p:cond delay="0"/>
                                          </p:stCondLst>
                                        </p:cTn>
                                        <p:tgtEl>
                                          <p:spTgt spid="6"/>
                                        </p:tgtEl>
                                        <p:attrNameLst>
                                          <p:attrName>style.visibility</p:attrName>
                                        </p:attrNameLst>
                                      </p:cBhvr>
                                      <p:to>
                                        <p:strVal val="visible"/>
                                      </p:to>
                                    </p:set>
                                    <p:animEffect transition="in" filter="wipe(down)">
                                      <p:cBhvr>
                                        <p:cTn id="19" dur="500"/>
                                        <p:tgtEl>
                                          <p:spTgt spid="6"/>
                                        </p:tgtEl>
                                      </p:cBhvr>
                                    </p:animEffect>
                                    <p:animEffect transition="in" filter="fade">
                                      <p:cBhvr>
                                        <p:cTn id="20" dur="500"/>
                                        <p:tgtEl>
                                          <p:spTgt spid="6"/>
                                        </p:tgtEl>
                                      </p:cBhvr>
                                    </p:animEffect>
                                  </p:childTnLst>
                                </p:cTn>
                              </p:par>
                              <p:par>
                                <p:cTn id="23" presetID="0" presetClass="path" presetSubtype="0" fill="hold" grpId="0" nodeType="withEffect" repeatCount="indefinite">
                                  <p:stCondLst>
                                    <p:cond delay="300"/>
                                  </p:stCondLst>
                                  <p:childTnLst>
                                    <p:animMotion origin="layout" path="M 0 0 L 0 1 E" pathEditMode="relative" ptsTypes="AA">
                                      <p:cBhvr>
                                        <p:cTn id="22" dur="5200" fill="hold"/>
                                        <p:tgtEl>
                                          <p:spTgt spid="13"/>
                                        </p:tgtEl>
                                        <p:attrNameLst>
                                          <p:attrName>ppt_x</p:attrName>
                                          <p:attrName>ppt_y</p:attrName>
                                        </p:attrNameLst>
                                      </p:cBhvr>
                                    </p:animMotion>
                                  </p:childTnLst>
                                </p:cTn>
                              </p:par>
                              <p:par>
                                <p:cTn id="25" presetID="8" presetClass="emph" presetSubtype="0" fill="hold" grpId="1" nodeType="withEffect" repeatCount="indefinite">
                                  <p:stCondLst>
                                    <p:cond delay="500"/>
                                  </p:stCondLst>
                                  <p:childTnLst>
                                    <p:animRot by="21600000">
                                      <p:cBhvr>
                                        <p:cTn id="24" dur="16000" fill="hold"/>
                                        <p:tgtEl>
                                          <p:spTgt spid="12"/>
                                        </p:tgtEl>
                                        <p:attrNameLst>
                                          <p:attrName>r</p:attrName>
                                        </p:attrNameLst>
                                      </p:cBhvr>
                                    </p:animRot>
                                  </p:childTnLst>
                                </p:cTn>
                              </p:par>
                              <p:par>
                                <p:cTn id="29" presetID="22" presetClass="entr" presetSubtype="1" fill="hold" grpId="0" nodeType="withEffect">
                                  <p:stCondLst>
                                    <p:cond delay="600"/>
                                  </p:stCondLst>
                                  <p:childTnLst>
                                    <p:set>
                                      <p:cBhvr>
                                        <p:cTn id="26" dur="1" fill="hold">
                                          <p:stCondLst>
                                            <p:cond delay="0"/>
                                          </p:stCondLst>
                                        </p:cTn>
                                        <p:tgtEl>
                                          <p:spTgt spid="7"/>
                                        </p:tgtEl>
                                        <p:attrNameLst>
                                          <p:attrName>style.visibility</p:attrName>
                                        </p:attrNameLst>
                                      </p:cBhvr>
                                      <p:to>
                                        <p:strVal val="visible"/>
                                      </p:to>
                                    </p:set>
                                    <p:animEffect transition="in" filter="wipe(down)">
                                      <p:cBhvr>
                                        <p:cTn id="27" dur="800"/>
                                        <p:tgtEl>
                                          <p:spTgt spid="7"/>
                                        </p:tgtEl>
                                      </p:cBhvr>
                                    </p:animEffect>
                                    <p:animEffect transition="in" filter="fade">
                                      <p:cBhvr>
                                        <p:cTn id="28" dur="800"/>
                                        <p:tgtEl>
                                          <p:spTgt spid="7"/>
                                        </p:tgtEl>
                                      </p:cBhvr>
                                    </p:animEffect>
                                  </p:childTnLst>
                                </p:cTn>
                              </p:par>
                              <p:par>
                                <p:cTn id="33" presetID="22" presetClass="entr" presetSubtype="1" fill="hold" grpId="0" nodeType="withEffect">
                                  <p:stCondLst>
                                    <p:cond delay="700"/>
                                  </p:stCondLst>
                                  <p:childTnLst>
                                    <p:set>
                                      <p:cBhvr>
                                        <p:cTn id="30" dur="1" fill="hold">
                                          <p:stCondLst>
                                            <p:cond delay="0"/>
                                          </p:stCondLst>
                                        </p:cTn>
                                        <p:tgtEl>
                                          <p:spTgt spid="4"/>
                                        </p:tgtEl>
                                        <p:attrNameLst>
                                          <p:attrName>style.visibility</p:attrName>
                                        </p:attrNameLst>
                                      </p:cBhvr>
                                      <p:to>
                                        <p:strVal val="visible"/>
                                      </p:to>
                                    </p:set>
                                    <p:animEffect transition="in" filter="wipe(down)">
                                      <p:cBhvr>
                                        <p:cTn id="31" dur="900"/>
                                        <p:tgtEl>
                                          <p:spTgt spid="4"/>
                                        </p:tgtEl>
                                      </p:cBhvr>
                                    </p:animEffect>
                                    <p:animEffect transition="in" filter="fade">
                                      <p:cBhvr>
                                        <p:cTn id="32" dur="900"/>
                                        <p:tgtEl>
                                          <p:spTgt spid="4"/>
                                        </p:tgtEl>
                                      </p:cBhvr>
                                    </p:animEffect>
                                  </p:childTnLst>
                                </p:cTn>
                              </p:par>
                              <p:par>
                                <p:cTn id="35" presetID="6" presetClass="emph" presetSubtype="0" fill="hold" grpId="1" nodeType="withEffect" autoRev="1" repeatCount="indefinite">
                                  <p:stCondLst>
                                    <p:cond delay="1200"/>
                                  </p:stCondLst>
                                  <p:childTnLst>
                                    <p:animScale>
                                      <p:cBhvr>
                                        <p:cTn id="34" dur="900" fill="hold"/>
                                        <p:tgtEl>
                                          <p:spTgt spid="5"/>
                                        </p:tgtEl>
                                      </p:cBhvr>
                                      <p:by x="106000" y="106000"/>
                                    </p:animScale>
                                  </p:childTnLst>
                                </p:cTn>
                              </p:par>
                              <p:par>
                                <p:cTn id="39" presetID="22" presetClass="entr" presetSubtype="1" fill="hold" grpId="0" nodeType="withEffect">
                                  <p:stCondLst>
                                    <p:cond delay="1300"/>
                                  </p:stCondLst>
                                  <p:childTnLst>
                                    <p:set>
                                      <p:cBhvr>
                                        <p:cTn id="36" dur="1" fill="hold">
                                          <p:stCondLst>
                                            <p:cond delay="0"/>
                                          </p:stCondLst>
                                        </p:cTn>
                                        <p:tgtEl>
                                          <p:spTgt spid="8"/>
                                        </p:tgtEl>
                                        <p:attrNameLst>
                                          <p:attrName>style.visibility</p:attrName>
                                        </p:attrNameLst>
                                      </p:cBhvr>
                                      <p:to>
                                        <p:strVal val="visible"/>
                                      </p:to>
                                    </p:set>
                                    <p:animEffect transition="in" filter="wipe(down)">
                                      <p:cBhvr>
                                        <p:cTn id="37" dur="600"/>
                                        <p:tgtEl>
                                          <p:spTgt spid="8"/>
                                        </p:tgtEl>
                                      </p:cBhvr>
                                    </p:animEffect>
                                    <p:animEffect transition="in" filter="fade">
                                      <p:cBhvr>
                                        <p:cTn id="38" dur="600"/>
                                        <p:tgtEl>
                                          <p:spTgt spid="8"/>
                                        </p:tgtEl>
                                      </p:cBhvr>
                                    </p:animEffect>
                                  </p:childTnLst>
                                </p:cTn>
                              </p:par>
                              <p:par>
                                <p:cTn id="41" presetID="0" presetClass="path" presetSubtype="0" fill="hold" grpId="1" nodeType="withEffect" autoRev="1" repeatCount="3000">
                                  <p:stCondLst>
                                    <p:cond delay="1450"/>
                                  </p:stCondLst>
                                  <p:childTnLst>
                                    <p:animMotion origin="layout" path="M 0 0 L 0.008 0 E" pathEditMode="relative" ptsTypes="AA">
                                      <p:cBhvr>
                                        <p:cTn id="40" dur="45" fill="hold"/>
                                        <p:tgtEl>
                                          <p:spTgt spid="7"/>
                                        </p:tgtEl>
                                        <p:attrNameLst>
                                          <p:attrName>ppt_x</p:attrName>
                                          <p:attrName>ppt_y</p:attrName>
                                        </p:attrNameLst>
                                      </p:cBhvr>
                                    </p:animMotion>
                                  </p:childTnLst>
                                </p:cTn>
                              </p:par>
                              <p:par>
                                <p:cTn id="43" presetID="0" presetClass="path" presetSubtype="0" fill="hold" grpId="1" nodeType="withEffect" autoRev="1" repeatCount="4000">
                                  <p:stCondLst>
                                    <p:cond delay="1650"/>
                                  </p:stCondLst>
                                  <p:childTnLst>
                                    <p:animMotion origin="layout" path="M 0 0 L 0.008 0 E" pathEditMode="relative" ptsTypes="AA">
                                      <p:cBhvr>
                                        <p:cTn id="42" dur="45" fill="hold"/>
                                        <p:tgtEl>
                                          <p:spTgt spid="4"/>
                                        </p:tgtEl>
                                        <p:attrNameLst>
                                          <p:attrName>ppt_x</p:attrName>
                                          <p:attrName>ppt_y</p:attrName>
                                        </p:attrNameLst>
                                      </p:cBhvr>
                                    </p:animMotion>
                                  </p:childTnLst>
                                </p:cTn>
                              </p:par>
                              <p:par>
                                <p:cTn id="47" presetID="22" presetClass="entr" presetSubtype="1" fill="hold" grpId="0" nodeType="withEffect">
                                  <p:stCondLst>
                                    <p:cond delay="1800"/>
                                  </p:stCondLst>
                                  <p:childTnLst>
                                    <p:set>
                                      <p:cBhvr>
                                        <p:cTn id="44" dur="1" fill="hold">
                                          <p:stCondLst>
                                            <p:cond delay="0"/>
                                          </p:stCondLst>
                                        </p:cTn>
                                        <p:tgtEl>
                                          <p:spTgt spid="9"/>
                                        </p:tgtEl>
                                        <p:attrNameLst>
                                          <p:attrName>style.visibility</p:attrName>
                                        </p:attrNameLst>
                                      </p:cBhvr>
                                      <p:to>
                                        <p:strVal val="visible"/>
                                      </p:to>
                                    </p:set>
                                    <p:animEffect transition="in" filter="wipe(down)">
                                      <p:cBhvr>
                                        <p:cTn id="45" dur="600"/>
                                        <p:tgtEl>
                                          <p:spTgt spid="9"/>
                                        </p:tgtEl>
                                      </p:cBhvr>
                                    </p:animEffect>
                                    <p:animEffect transition="in" filter="fade">
                                      <p:cBhvr>
                                        <p:cTn id="46" dur="600"/>
                                        <p:tgtEl>
                                          <p:spTgt spid="9"/>
                                        </p:tgtEl>
                                      </p:cBhvr>
                                    </p:animEffect>
                                  </p:childTnLst>
                                </p:cTn>
                              </p:par>
                              <p:par>
                                <p:cTn id="49" presetID="0" presetClass="path" presetSubtype="0" fill="hold" grpId="2" nodeType="withEffect" autoRev="1" repeatCount="indefinite">
                                  <p:stCondLst>
                                    <p:cond delay="2200"/>
                                  </p:stCondLst>
                                  <p:childTnLst>
                                    <p:animMotion origin="layout" path="M 0 0 L 0 -0.035 E" pathEditMode="relative" ptsTypes="AA">
                                      <p:cBhvr>
                                        <p:cTn id="48" dur="1600" fill="hold"/>
                                        <p:tgtEl>
                                          <p:spTgt spid="4"/>
                                        </p:tgtEl>
                                        <p:attrNameLst>
                                          <p:attrName>ppt_x</p:attrName>
                                          <p:attrName>ppt_y</p:attrName>
                                        </p:attrNameLst>
                                      </p:cBhvr>
                                    </p:animMotion>
                                  </p:childTnLst>
                                </p:cTn>
                              </p:par>
                              <p:par>
                                <p:cTn id="54" presetID="53" presetClass="entr" presetSubtype="16" fill="hold" grpId="0" nodeType="withEffect">
                                  <p:stCondLst>
                                    <p:cond delay="2400"/>
                                  </p:stCondLst>
                                  <p:childTnLst>
                                    <p:set>
                                      <p:cBhvr>
                                        <p:cTn id="50" dur="1" fill="hold">
                                          <p:stCondLst>
                                            <p:cond delay="0"/>
                                          </p:stCondLst>
                                        </p:cTn>
                                        <p:tgtEl>
                                          <p:spTgt spid="10"/>
                                        </p:tgtEl>
                                        <p:attrNameLst>
                                          <p:attrName>style.visibility</p:attrName>
                                        </p:attrNameLst>
                                      </p:cBhvr>
                                      <p:to>
                                        <p:strVal val="visible"/>
                                      </p:to>
                                    </p:set>
                                    <p:anim calcmode="lin" valueType="num">
                                      <p:cBhvr additive="base">
                                        <p:cTn id="51" dur="500" fill="hold"/>
                                        <p:tgtEl>
                                          <p:spTgt spid="10"/>
                                        </p:tgtEl>
                                        <p:attrNameLst>
                                          <p:attrName>ppt_w</p:attrName>
                                        </p:attrNameLst>
                                      </p:cBhvr>
                                      <p:tavLst>
                                        <p:tav tm="0">
                                          <p:val>
                                            <p:strVal val="0"/>
                                          </p:val>
                                        </p:tav>
                                        <p:tav tm="100000">
                                          <p:val>
                                            <p:strVal val="#ppt_w"/>
                                          </p:val>
                                        </p:tav>
                                      </p:tavLst>
                                    </p:anim>
                                    <p:anim calcmode="lin" valueType="num">
                                      <p:cBhvr additive="base">
                                        <p:cTn id="52" dur="500" fill="hold"/>
                                        <p:tgtEl>
                                          <p:spTgt spid="10"/>
                                        </p:tgtEl>
                                        <p:attrNameLst>
                                          <p:attrName>ppt_h</p:attrName>
                                        </p:attrNameLst>
                                      </p:cBhvr>
                                      <p:tavLst>
                                        <p:tav tm="0">
                                          <p:val>
                                            <p:strVal val="0"/>
                                          </p:val>
                                        </p:tav>
                                        <p:tav tm="100000">
                                          <p:val>
                                            <p:strVal val="#ppt_h"/>
                                          </p:val>
                                        </p:tav>
                                      </p:tavLst>
                                    </p:anim>
                                    <p:animEffect transition="in" filter="fade">
                                      <p:cBhvr>
                                        <p:cTn id="53" dur="500"/>
                                        <p:tgtEl>
                                          <p:spTgt spid="10"/>
                                        </p:tgtEl>
                                      </p:cBhvr>
                                    </p:animEffect>
                                  </p:childTnLst>
                                </p:cTn>
                              </p:par>
                              <p:par>
                                <p:cTn id="56" presetID="6" presetClass="emph" presetSubtype="0" fill="hold" grpId="1" nodeType="withEffect" autoRev="1" repeatCount="indefinite">
                                  <p:stCondLst>
                                    <p:cond delay="3000"/>
                                  </p:stCondLst>
                                  <p:childTnLst>
                                    <p:animScale>
                                      <p:cBhvr>
                                        <p:cTn id="55" dur="700" fill="hold"/>
                                        <p:tgtEl>
                                          <p:spTgt spid="10"/>
                                        </p:tgtEl>
                                      </p:cBhvr>
                                      <p:by x="108000" y="108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animBg="1"/>
      <p:bldP spid="12" grpId="0" animBg="1"/>
      <p:bldP spid="3" grpId="0" animBg="1"/>
      <p:bldP spid="6" grpId="0" animBg="1"/>
      <p:bldP spid="13" grpId="0" animBg="1"/>
      <p:bldP spid="12" grpId="1" animBg="1"/>
      <p:bldP spid="7" grpId="0" animBg="1"/>
      <p:bldP spid="4" grpId="0" animBg="1"/>
      <p:bldP spid="5" grpId="1" animBg="1"/>
      <p:bldP spid="8" grpId="0" animBg="1"/>
      <p:bldP spid="7" grpId="1" animBg="1"/>
      <p:bldP spid="4" grpId="1" animBg="1"/>
      <p:bldP spid="9" grpId="0" animBg="1"/>
      <p:bldP spid="4" grpId="2" animBg="1"/>
      <p:bldP spid="10" grpId="0" animBg="1"/>
      <p:bldP spid="10" grpId="1"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eyebrow"/>
          <p:cNvSpPr txBox="1"/>
          <p:nvPr/>
        </p:nvSpPr>
        <p:spPr>
          <a:xfrm>
            <a:off x="812800" y="520700"/>
            <a:ext cx="9525000" cy="190500"/>
          </a:xfrm>
          <a:prstGeom prst="rect">
            <a:avLst/>
          </a:prstGeom>
          <a:noFill/>
          <a:ln/>
        </p:spPr>
        <p:txBody>
          <a:bodyPr wrap="square" lIns="0" tIns="0" rIns="0" bIns="0" rtlCol="0" anchor="t"/>
          <a:lstStyle/>
          <a:p>
            <a:pPr indent="0" marL="0">
              <a:buNone/>
            </a:pPr>
            <a:r>
              <a:rPr lang="en-US" sz="1100" b="1" spc="300" kern="0" dirty="0">
                <a:solidFill>
                  <a:srgbClr val="FFC94D"/>
                </a:solidFill>
                <a:latin typeface="Consolas" pitchFamily="34" charset="0"/>
                <a:ea typeface="Consolas" pitchFamily="34" charset="-122"/>
                <a:cs typeface="Consolas" pitchFamily="34" charset="-120"/>
              </a:rPr>
              <a:t>EXHIBIT 1 · STATEMENT OF HARM</a:t>
            </a:r>
            <a:endParaRPr lang="en-US" sz="1100" dirty="0"/>
          </a:p>
        </p:txBody>
      </p:sp>
      <p:sp>
        <p:nvSpPr>
          <p:cNvPr id="4" name="heading"/>
          <p:cNvSpPr txBox="1"/>
          <p:nvPr/>
        </p:nvSpPr>
        <p:spPr>
          <a:xfrm>
            <a:off x="812800" y="749300"/>
            <a:ext cx="10096500" cy="1016000"/>
          </a:xfrm>
          <a:prstGeom prst="rect">
            <a:avLst/>
          </a:prstGeom>
          <a:noFill/>
          <a:ln/>
        </p:spPr>
        <p:txBody>
          <a:bodyPr wrap="square" lIns="0" tIns="0" rIns="0" bIns="0" rtlCol="0" anchor="t"/>
          <a:lstStyle/>
          <a:p>
            <a:pPr indent="0" marL="0">
              <a:lnSpc>
                <a:spcPct val="95000"/>
              </a:lnSpc>
              <a:buNone/>
            </a:pPr>
            <a:r>
              <a:rPr lang="en-US" sz="3000" b="1" dirty="0">
                <a:solidFill>
                  <a:srgbClr val="E8FBFF"/>
                </a:solidFill>
                <a:effectLst>
                  <a:glow rad="101600">
                    <a:srgbClr val="FFC94D">
                      <a:alpha val="35000"/>
                    </a:srgbClr>
                  </a:glow>
                </a:effectLst>
                <a:latin typeface="Bahnschrift" pitchFamily="34" charset="0"/>
                <a:ea typeface="Bahnschrift" pitchFamily="34" charset="-122"/>
                <a:cs typeface="Bahnschrift" pitchFamily="34" charset="-120"/>
              </a:rPr>
              <a:t>Account hacking is Bangladesh’s most common cybercrime</a:t>
            </a:r>
            <a:endParaRPr lang="en-US" sz="3000" dirty="0"/>
          </a:p>
        </p:txBody>
      </p:sp>
      <p:sp>
        <p:nvSpPr>
          <p:cNvPr id="5" name="st0trk"/>
          <p:cNvSpPr/>
          <p:nvPr/>
        </p:nvSpPr>
        <p:spPr>
          <a:xfrm>
            <a:off x="1470025" y="2320925"/>
            <a:ext cx="1327150" cy="1327150"/>
          </a:xfrm>
          <a:prstGeom prst="ellipse">
            <a:avLst/>
          </a:prstGeom>
          <a:ln w="66675">
            <a:solidFill>
              <a:srgbClr val="12233D"/>
            </a:solidFill>
            <a:prstDash val="solid"/>
          </a:ln>
        </p:spPr>
      </p:sp>
      <p:sp>
        <p:nvSpPr>
          <p:cNvPr id="6" name="st0arc"/>
          <p:cNvSpPr/>
          <p:nvPr/>
        </p:nvSpPr>
        <p:spPr>
          <a:xfrm>
            <a:off x="1403350" y="2254250"/>
            <a:ext cx="1460500" cy="1460500"/>
          </a:xfrm>
          <a:prstGeom prst="blockArc">
            <a:avLst>
              <a:gd name="adj1" fmla="val 16200000"/>
              <a:gd name="adj2" fmla="val 20876400"/>
              <a:gd name="adj3" fmla="val 9130"/>
            </a:avLst>
          </a:prstGeom>
          <a:solidFill>
            <a:srgbClr val="FF4F6E"/>
          </a:solidFill>
          <a:ln/>
          <a:effectLst>
            <a:outerShdw sx="100000" sy="100000" kx="0" ky="0" algn="bl" rotWithShape="0" blurRad="114300" dist="50800" dir="5400000">
              <a:srgbClr val="FF4F6E">
                <a:alpha val="60000"/>
              </a:srgbClr>
            </a:outerShdw>
          </a:effectLst>
        </p:spPr>
      </p:sp>
      <p:sp>
        <p:nvSpPr>
          <p:cNvPr id="7" name="st0big"/>
          <p:cNvSpPr txBox="1"/>
          <p:nvPr/>
        </p:nvSpPr>
        <p:spPr>
          <a:xfrm>
            <a:off x="1403350" y="2692400"/>
            <a:ext cx="1460500" cy="438150"/>
          </a:xfrm>
          <a:prstGeom prst="rect">
            <a:avLst/>
          </a:prstGeom>
          <a:noFill/>
          <a:ln/>
        </p:spPr>
        <p:txBody>
          <a:bodyPr wrap="square" lIns="0" tIns="0" rIns="0" bIns="0" rtlCol="0" anchor="ctr"/>
          <a:lstStyle/>
          <a:p>
            <a:pPr algn="ctr" indent="0" marL="0">
              <a:buNone/>
            </a:pPr>
            <a:r>
              <a:rPr lang="en-US" sz="2300" b="1" dirty="0">
                <a:solidFill>
                  <a:srgbClr val="E8FBFF"/>
                </a:solidFill>
                <a:latin typeface="Segoe UI" pitchFamily="34" charset="0"/>
                <a:ea typeface="Segoe UI" pitchFamily="34" charset="-122"/>
                <a:cs typeface="Segoe UI" pitchFamily="34" charset="-120"/>
              </a:rPr>
              <a:t>21.65%</a:t>
            </a:r>
            <a:endParaRPr lang="en-US" sz="2300" dirty="0"/>
          </a:p>
        </p:txBody>
      </p:sp>
      <p:sp>
        <p:nvSpPr>
          <p:cNvPr id="8" name="st0sub"/>
          <p:cNvSpPr txBox="1"/>
          <p:nvPr/>
        </p:nvSpPr>
        <p:spPr>
          <a:xfrm>
            <a:off x="1257300" y="3778250"/>
            <a:ext cx="1752600" cy="444500"/>
          </a:xfrm>
          <a:prstGeom prst="rect">
            <a:avLst/>
          </a:prstGeom>
          <a:noFill/>
          <a:ln/>
        </p:spPr>
        <p:txBody>
          <a:bodyPr wrap="square" lIns="0" tIns="0" rIns="0" bIns="0" rtlCol="0" anchor="t"/>
          <a:lstStyle/>
          <a:p>
            <a:pPr algn="ctr" indent="0" marL="0">
              <a:buNone/>
            </a:pPr>
            <a:r>
              <a:rPr lang="en-US" sz="1100" dirty="0">
                <a:solidFill>
                  <a:srgbClr val="9FD8E8"/>
                </a:solidFill>
                <a:latin typeface="Segoe UI" pitchFamily="34" charset="0"/>
                <a:ea typeface="Segoe UI" pitchFamily="34" charset="-122"/>
                <a:cs typeface="Segoe UI" pitchFamily="34" charset="-120"/>
              </a:rPr>
              <a:t>had an account hacked, the #1 cybercrime</a:t>
            </a:r>
            <a:endParaRPr lang="en-US" sz="1100" dirty="0"/>
          </a:p>
        </p:txBody>
      </p:sp>
      <p:sp>
        <p:nvSpPr>
          <p:cNvPr id="9" name="st1trk"/>
          <p:cNvSpPr/>
          <p:nvPr/>
        </p:nvSpPr>
        <p:spPr>
          <a:xfrm>
            <a:off x="4111625" y="2320925"/>
            <a:ext cx="1327150" cy="1327150"/>
          </a:xfrm>
          <a:prstGeom prst="ellipse">
            <a:avLst/>
          </a:prstGeom>
          <a:ln w="66675">
            <a:solidFill>
              <a:srgbClr val="12233D"/>
            </a:solidFill>
            <a:prstDash val="solid"/>
          </a:ln>
        </p:spPr>
      </p:sp>
      <p:sp>
        <p:nvSpPr>
          <p:cNvPr id="10" name="st1arc"/>
          <p:cNvSpPr/>
          <p:nvPr/>
        </p:nvSpPr>
        <p:spPr>
          <a:xfrm>
            <a:off x="4044950" y="2254250"/>
            <a:ext cx="1460500" cy="1460500"/>
          </a:xfrm>
          <a:prstGeom prst="blockArc">
            <a:avLst>
              <a:gd name="adj1" fmla="val 16200000"/>
              <a:gd name="adj2" fmla="val 7344000"/>
              <a:gd name="adj3" fmla="val 9130"/>
            </a:avLst>
          </a:prstGeom>
          <a:solidFill>
            <a:srgbClr val="FFC94D"/>
          </a:solidFill>
          <a:ln/>
          <a:effectLst>
            <a:outerShdw sx="100000" sy="100000" kx="0" ky="0" algn="bl" rotWithShape="0" blurRad="114300" dist="50800" dir="5400000">
              <a:srgbClr val="FFC94D">
                <a:alpha val="60000"/>
              </a:srgbClr>
            </a:outerShdw>
          </a:effectLst>
        </p:spPr>
      </p:sp>
      <p:sp>
        <p:nvSpPr>
          <p:cNvPr id="11" name="st1big"/>
          <p:cNvSpPr txBox="1"/>
          <p:nvPr/>
        </p:nvSpPr>
        <p:spPr>
          <a:xfrm>
            <a:off x="4044950" y="2692400"/>
            <a:ext cx="1460500" cy="438150"/>
          </a:xfrm>
          <a:prstGeom prst="rect">
            <a:avLst/>
          </a:prstGeom>
          <a:noFill/>
          <a:ln/>
        </p:spPr>
        <p:txBody>
          <a:bodyPr wrap="square" lIns="0" tIns="0" rIns="0" bIns="0" rtlCol="0" anchor="ctr"/>
          <a:lstStyle/>
          <a:p>
            <a:pPr algn="ctr" indent="0" marL="0">
              <a:buNone/>
            </a:pPr>
            <a:r>
              <a:rPr lang="en-US" sz="2300" b="1" dirty="0">
                <a:solidFill>
                  <a:srgbClr val="E8FBFF"/>
                </a:solidFill>
                <a:latin typeface="Segoe UI" pitchFamily="34" charset="0"/>
                <a:ea typeface="Segoe UI" pitchFamily="34" charset="-122"/>
                <a:cs typeface="Segoe UI" pitchFamily="34" charset="-120"/>
              </a:rPr>
              <a:t>≈59%</a:t>
            </a:r>
            <a:endParaRPr lang="en-US" sz="2300" dirty="0"/>
          </a:p>
        </p:txBody>
      </p:sp>
      <p:sp>
        <p:nvSpPr>
          <p:cNvPr id="12" name="st1sub"/>
          <p:cNvSpPr txBox="1"/>
          <p:nvPr/>
        </p:nvSpPr>
        <p:spPr>
          <a:xfrm>
            <a:off x="3898900" y="3778250"/>
            <a:ext cx="1752600" cy="444500"/>
          </a:xfrm>
          <a:prstGeom prst="rect">
            <a:avLst/>
          </a:prstGeom>
          <a:noFill/>
          <a:ln/>
        </p:spPr>
        <p:txBody>
          <a:bodyPr wrap="square" lIns="0" tIns="0" rIns="0" bIns="0" rtlCol="0" anchor="t"/>
          <a:lstStyle/>
          <a:p>
            <a:pPr algn="ctr" indent="0" marL="0">
              <a:buNone/>
            </a:pPr>
            <a:r>
              <a:rPr lang="en-US" sz="1100" dirty="0">
                <a:solidFill>
                  <a:srgbClr val="9FD8E8"/>
                </a:solidFill>
                <a:latin typeface="Segoe UI" pitchFamily="34" charset="0"/>
                <a:ea typeface="Segoe UI" pitchFamily="34" charset="-122"/>
                <a:cs typeface="Segoe UI" pitchFamily="34" charset="-120"/>
              </a:rPr>
              <a:t>of victims are women</a:t>
            </a:r>
            <a:endParaRPr lang="en-US" sz="1100" dirty="0"/>
          </a:p>
        </p:txBody>
      </p:sp>
      <p:sp>
        <p:nvSpPr>
          <p:cNvPr id="13" name="st2trk"/>
          <p:cNvSpPr/>
          <p:nvPr/>
        </p:nvSpPr>
        <p:spPr>
          <a:xfrm>
            <a:off x="6753225" y="2320925"/>
            <a:ext cx="1327150" cy="1327150"/>
          </a:xfrm>
          <a:prstGeom prst="ellipse">
            <a:avLst/>
          </a:prstGeom>
          <a:ln w="66675">
            <a:solidFill>
              <a:srgbClr val="12233D"/>
            </a:solidFill>
            <a:prstDash val="solid"/>
          </a:ln>
        </p:spPr>
      </p:sp>
      <p:sp>
        <p:nvSpPr>
          <p:cNvPr id="14" name="st2arc"/>
          <p:cNvSpPr/>
          <p:nvPr/>
        </p:nvSpPr>
        <p:spPr>
          <a:xfrm>
            <a:off x="6686550" y="2254250"/>
            <a:ext cx="1460500" cy="1460500"/>
          </a:xfrm>
          <a:prstGeom prst="blockArc">
            <a:avLst>
              <a:gd name="adj1" fmla="val 16200000"/>
              <a:gd name="adj2" fmla="val 11616480"/>
              <a:gd name="adj3" fmla="val 9130"/>
            </a:avLst>
          </a:prstGeom>
          <a:solidFill>
            <a:srgbClr val="FF4F6E"/>
          </a:solidFill>
          <a:ln/>
          <a:effectLst>
            <a:outerShdw sx="100000" sy="100000" kx="0" ky="0" algn="bl" rotWithShape="0" blurRad="114300" dist="50800" dir="5400000">
              <a:srgbClr val="FF4F6E">
                <a:alpha val="60000"/>
              </a:srgbClr>
            </a:outerShdw>
          </a:effectLst>
        </p:spPr>
      </p:sp>
      <p:sp>
        <p:nvSpPr>
          <p:cNvPr id="15" name="st2big"/>
          <p:cNvSpPr txBox="1"/>
          <p:nvPr/>
        </p:nvSpPr>
        <p:spPr>
          <a:xfrm>
            <a:off x="6686550" y="2692400"/>
            <a:ext cx="1460500" cy="438150"/>
          </a:xfrm>
          <a:prstGeom prst="rect">
            <a:avLst/>
          </a:prstGeom>
          <a:noFill/>
          <a:ln/>
        </p:spPr>
        <p:txBody>
          <a:bodyPr wrap="square" lIns="0" tIns="0" rIns="0" bIns="0" rtlCol="0" anchor="ctr"/>
          <a:lstStyle/>
          <a:p>
            <a:pPr algn="ctr" indent="0" marL="0">
              <a:buNone/>
            </a:pPr>
            <a:r>
              <a:rPr lang="en-US" sz="2300" b="1" dirty="0">
                <a:solidFill>
                  <a:srgbClr val="E8FBFF"/>
                </a:solidFill>
                <a:latin typeface="Segoe UI" pitchFamily="34" charset="0"/>
                <a:ea typeface="Segoe UI" pitchFamily="34" charset="-122"/>
                <a:cs typeface="Segoe UI" pitchFamily="34" charset="-120"/>
              </a:rPr>
              <a:t>78.78%</a:t>
            </a:r>
            <a:endParaRPr lang="en-US" sz="2300" dirty="0"/>
          </a:p>
        </p:txBody>
      </p:sp>
      <p:sp>
        <p:nvSpPr>
          <p:cNvPr id="16" name="st2sub"/>
          <p:cNvSpPr txBox="1"/>
          <p:nvPr/>
        </p:nvSpPr>
        <p:spPr>
          <a:xfrm>
            <a:off x="6540500" y="3778250"/>
            <a:ext cx="1752600" cy="444500"/>
          </a:xfrm>
          <a:prstGeom prst="rect">
            <a:avLst/>
          </a:prstGeom>
          <a:noFill/>
          <a:ln/>
        </p:spPr>
        <p:txBody>
          <a:bodyPr wrap="square" lIns="0" tIns="0" rIns="0" bIns="0" rtlCol="0" anchor="t"/>
          <a:lstStyle/>
          <a:p>
            <a:pPr algn="ctr" indent="0" marL="0">
              <a:buNone/>
            </a:pPr>
            <a:r>
              <a:rPr lang="en-US" sz="1100" dirty="0">
                <a:solidFill>
                  <a:srgbClr val="9FD8E8"/>
                </a:solidFill>
                <a:latin typeface="Segoe UI" pitchFamily="34" charset="0"/>
                <a:ea typeface="Segoe UI" pitchFamily="34" charset="-122"/>
                <a:cs typeface="Segoe UI" pitchFamily="34" charset="-120"/>
              </a:rPr>
              <a:t>are aged 18–30, the age of this room</a:t>
            </a:r>
            <a:endParaRPr lang="en-US" sz="1100" dirty="0"/>
          </a:p>
        </p:txBody>
      </p:sp>
      <p:sp>
        <p:nvSpPr>
          <p:cNvPr id="17" name="st3trk"/>
          <p:cNvSpPr/>
          <p:nvPr/>
        </p:nvSpPr>
        <p:spPr>
          <a:xfrm>
            <a:off x="9394825" y="2320925"/>
            <a:ext cx="1327150" cy="1327150"/>
          </a:xfrm>
          <a:prstGeom prst="ellipse">
            <a:avLst/>
          </a:prstGeom>
          <a:ln w="66675">
            <a:solidFill>
              <a:srgbClr val="12233D"/>
            </a:solidFill>
            <a:prstDash val="solid"/>
          </a:ln>
        </p:spPr>
      </p:sp>
      <p:sp>
        <p:nvSpPr>
          <p:cNvPr id="18" name="st3arc"/>
          <p:cNvSpPr/>
          <p:nvPr/>
        </p:nvSpPr>
        <p:spPr>
          <a:xfrm>
            <a:off x="9328150" y="2254250"/>
            <a:ext cx="1460500" cy="1460500"/>
          </a:xfrm>
          <a:prstGeom prst="blockArc">
            <a:avLst>
              <a:gd name="adj1" fmla="val 16200000"/>
              <a:gd name="adj2" fmla="val 18792000"/>
              <a:gd name="adj3" fmla="val 9130"/>
            </a:avLst>
          </a:prstGeom>
          <a:solidFill>
            <a:srgbClr val="3FF0FF"/>
          </a:solidFill>
          <a:ln/>
          <a:effectLst>
            <a:outerShdw sx="100000" sy="100000" kx="0" ky="0" algn="bl" rotWithShape="0" blurRad="114300" dist="50800" dir="5400000">
              <a:srgbClr val="3FF0FF">
                <a:alpha val="60000"/>
              </a:srgbClr>
            </a:outerShdw>
          </a:effectLst>
        </p:spPr>
      </p:sp>
      <p:sp>
        <p:nvSpPr>
          <p:cNvPr id="19" name="st3big"/>
          <p:cNvSpPr txBox="1"/>
          <p:nvPr/>
        </p:nvSpPr>
        <p:spPr>
          <a:xfrm>
            <a:off x="9328150" y="2692400"/>
            <a:ext cx="1460500" cy="438150"/>
          </a:xfrm>
          <a:prstGeom prst="rect">
            <a:avLst/>
          </a:prstGeom>
          <a:noFill/>
          <a:ln/>
        </p:spPr>
        <p:txBody>
          <a:bodyPr wrap="square" lIns="0" tIns="0" rIns="0" bIns="0" rtlCol="0" anchor="ctr"/>
          <a:lstStyle/>
          <a:p>
            <a:pPr algn="ctr" indent="0" marL="0">
              <a:buNone/>
            </a:pPr>
            <a:r>
              <a:rPr lang="en-US" sz="2300" b="1" dirty="0">
                <a:solidFill>
                  <a:srgbClr val="E8FBFF"/>
                </a:solidFill>
                <a:latin typeface="Segoe UI" pitchFamily="34" charset="0"/>
                <a:ea typeface="Segoe UI" pitchFamily="34" charset="-122"/>
                <a:cs typeface="Segoe UI" pitchFamily="34" charset="-120"/>
              </a:rPr>
              <a:t>12%</a:t>
            </a:r>
            <a:endParaRPr lang="en-US" sz="2300" dirty="0"/>
          </a:p>
        </p:txBody>
      </p:sp>
      <p:sp>
        <p:nvSpPr>
          <p:cNvPr id="20" name="st3sub"/>
          <p:cNvSpPr txBox="1"/>
          <p:nvPr/>
        </p:nvSpPr>
        <p:spPr>
          <a:xfrm>
            <a:off x="9182100" y="3778250"/>
            <a:ext cx="1752600" cy="444500"/>
          </a:xfrm>
          <a:prstGeom prst="rect">
            <a:avLst/>
          </a:prstGeom>
          <a:noFill/>
          <a:ln/>
        </p:spPr>
        <p:txBody>
          <a:bodyPr wrap="square" lIns="0" tIns="0" rIns="0" bIns="0" rtlCol="0" anchor="t"/>
          <a:lstStyle/>
          <a:p>
            <a:pPr algn="ctr" indent="0" marL="0">
              <a:buNone/>
            </a:pPr>
            <a:r>
              <a:rPr lang="en-US" sz="1100" dirty="0">
                <a:solidFill>
                  <a:srgbClr val="9FD8E8"/>
                </a:solidFill>
                <a:latin typeface="Segoe UI" pitchFamily="34" charset="0"/>
                <a:ea typeface="Segoe UI" pitchFamily="34" charset="-122"/>
                <a:cs typeface="Segoe UI" pitchFamily="34" charset="-120"/>
              </a:rPr>
              <a:t>ever reported it to the police</a:t>
            </a:r>
            <a:endParaRPr lang="en-US" sz="1100" dirty="0"/>
          </a:p>
        </p:txBody>
      </p:sp>
      <p:sp>
        <p:nvSpPr>
          <p:cNvPr id="21" name="quote"/>
          <p:cNvSpPr/>
          <p:nvPr/>
        </p:nvSpPr>
        <p:spPr>
          <a:xfrm>
            <a:off x="812800" y="4826000"/>
            <a:ext cx="10566400" cy="698500"/>
          </a:xfrm>
          <a:prstGeom prst="roundRect">
            <a:avLst>
              <a:gd name="adj" fmla="val 15709"/>
            </a:avLst>
          </a:prstGeom>
          <a:solidFill>
            <a:srgbClr val="0A1A2E">
              <a:alpha val="70000"/>
            </a:srgbClr>
          </a:solidFill>
          <a:ln w="9525">
            <a:solidFill>
              <a:srgbClr val="FFC94D"/>
            </a:solidFill>
          </a:ln>
          <a:effectLst>
            <a:outerShdw sx="100000" sy="100000" kx="0" ky="0" algn="bl" rotWithShape="0" blurRad="114300" dist="50800" dir="5400000">
              <a:srgbClr val="FFC94D">
                <a:alpha val="55000"/>
              </a:srgbClr>
            </a:outerShdw>
          </a:effectLst>
        </p:spPr>
        <p:txBody>
          <a:bodyPr wrap="square" lIns="165100" tIns="165100" rIns="165100" bIns="165100" rtlCol="0" anchor="ctr"/>
          <a:lstStyle/>
          <a:p>
            <a:pPr algn="ctr" indent="0" marL="0">
              <a:buNone/>
            </a:pPr>
            <a:r>
              <a:rPr lang="en-US" sz="1700" i="1" dirty="0">
                <a:solidFill>
                  <a:srgbClr val="E8FBFF"/>
                </a:solidFill>
                <a:latin typeface="Segoe UI" pitchFamily="34" charset="0"/>
                <a:ea typeface="Segoe UI" pitchFamily="34" charset="-122"/>
                <a:cs typeface="Segoe UI" pitchFamily="34" charset="-120"/>
              </a:rPr>
              <a:t>“With ≈64 million Bangladeshis on Facebook, attackers no longer break into computers. </a:t>
            </a:r>
            <a:pPr algn="ctr" indent="0" marL="0">
              <a:buNone/>
            </a:pPr>
            <a:r>
              <a:rPr lang="en-US" sz="1700" b="1" i="1" dirty="0">
                <a:solidFill>
                  <a:srgbClr val="FFC94D"/>
                </a:solidFill>
                <a:latin typeface="Segoe UI" pitchFamily="34" charset="0"/>
                <a:ea typeface="Segoe UI" pitchFamily="34" charset="-122"/>
                <a:cs typeface="Segoe UI" pitchFamily="34" charset="-120"/>
              </a:rPr>
              <a:t>They walk into accounts.”</a:t>
            </a:r>
            <a:endParaRPr lang="en-US" sz="1700" dirty="0"/>
          </a:p>
        </p:txBody>
      </p:sp>
      <p:sp>
        <p:nvSpPr>
          <p:cNvPr id="22" name="src"/>
          <p:cNvSpPr txBox="1"/>
          <p:nvPr/>
        </p:nvSpPr>
        <p:spPr>
          <a:xfrm>
            <a:off x="812800" y="5715000"/>
            <a:ext cx="10566400" cy="190500"/>
          </a:xfrm>
          <a:prstGeom prst="rect">
            <a:avLst/>
          </a:prstGeom>
          <a:noFill/>
          <a:ln/>
        </p:spPr>
        <p:txBody>
          <a:bodyPr wrap="square" lIns="0" tIns="0" rIns="0" bIns="0" rtlCol="0" anchor="t"/>
          <a:lstStyle/>
          <a:p>
            <a:pPr indent="0" marL="0">
              <a:buNone/>
            </a:pPr>
            <a:r>
              <a:rPr lang="en-US" sz="1100" dirty="0">
                <a:solidFill>
                  <a:srgbClr val="9FD8E8"/>
                </a:solidFill>
                <a:latin typeface="Segoe UI" pitchFamily="34" charset="0"/>
                <a:ea typeface="Segoe UI" pitchFamily="34" charset="-122"/>
                <a:cs typeface="Segoe UI" pitchFamily="34" charset="-120"/>
              </a:rPr>
              <a:t>Sources: Cyber Crime Awareness Foundation (2024), reported by Dhaka Tribune (2024); Statista (2025).</a:t>
            </a:r>
            <a:endParaRPr lang="en-US" sz="1100" dirty="0"/>
          </a:p>
        </p:txBody>
      </p:sp>
      <p:pic>
        <p:nvPicPr>
          <p:cNvPr id="23" name="hud" descr="/tmp/claude-0/-home-user-bangladesh-crime-monitor/cb82e52d-05bf-5acf-9e17-5b7416beecee/scratchpad/animppt/holo/court/hud.png">    </p:cNvPr>
          <p:cNvPicPr>
            <a:picLocks noChangeAspect="1"/>
          </p:cNvPicPr>
          <p:nvPr/>
        </p:nvPicPr>
        <p:blipFill>
          <a:blip r:embed="rId2"/>
          <a:stretch>
            <a:fillRect/>
          </a:stretch>
        </p:blipFill>
        <p:spPr>
          <a:xfrm>
            <a:off x="0" y="0"/>
            <a:ext cx="12191695" cy="6858000"/>
          </a:xfrm>
          <a:prstGeom prst="rect">
            <a:avLst/>
          </a:prstGeom>
        </p:spPr>
      </p:pic>
      <p:pic>
        <p:nvPicPr>
          <p:cNvPr id="24" name="hudring" descr="/tmp/claude-0/-home-user-bangladesh-crime-monitor/cb82e52d-05bf-5acf-9e17-5b7416beecee/scratchpad/animppt/holo/court/ring.png">    </p:cNvPr>
          <p:cNvPicPr>
            <a:picLocks noChangeAspect="1"/>
          </p:cNvPicPr>
          <p:nvPr/>
        </p:nvPicPr>
        <p:blipFill>
          <a:blip r:embed="rId3"/>
          <a:stretch>
            <a:fillRect/>
          </a:stretch>
        </p:blipFill>
        <p:spPr>
          <a:xfrm>
            <a:off x="11125200" y="152400"/>
            <a:ext cx="952500" cy="952500"/>
          </a:xfrm>
          <a:prstGeom prst="rect">
            <a:avLst/>
          </a:prstGeom>
        </p:spPr>
      </p:pic>
      <p:pic>
        <p:nvPicPr>
          <p:cNvPr id="25" name="scanbar" descr="/tmp/claude-0/-home-user-bangladesh-crime-monitor/cb82e52d-05bf-5acf-9e17-5b7416beecee/scratchpad/animppt/holo/court/scan.png">    </p:cNvPr>
          <p:cNvPicPr>
            <a:picLocks noChangeAspect="1"/>
          </p:cNvPicPr>
          <p:nvPr/>
        </p:nvPicPr>
        <p:blipFill>
          <a:blip r:embed="rId4"/>
          <a:stretch>
            <a:fillRect/>
          </a:stretch>
        </p:blipFill>
        <p:spPr>
          <a:xfrm>
            <a:off x="0" y="0"/>
            <a:ext cx="12191695" cy="381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90" fill="hold">
                      <p:stCondLst>
                        <p:cond delay="indefinite"/>
                        <p:cond evt="onBegin" delay="0">
                          <p:tn val="2"/>
                        </p:cond>
                      </p:stCondLst>
                      <p:childTnLst>
                        <p:par>
                          <p:cTn id="91" fill="hold">
                            <p:stCondLst>
                              <p:cond delay="0"/>
                            </p:stCondLst>
                            <p:childTnLst>
                              <p:par>
                                <p:cTn id="6" presetID="22" presetClass="entr" presetSubtype="1"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wipe(down)">
                                      <p:cBhvr>
                                        <p:cTn id="4" dur="400"/>
                                        <p:tgtEl>
                                          <p:spTgt spid="3"/>
                                        </p:tgtEl>
                                      </p:cBhvr>
                                    </p:animEffect>
                                    <p:animEffect transition="in" filter="fade">
                                      <p:cBhvr>
                                        <p:cTn id="5" dur="400"/>
                                        <p:tgtEl>
                                          <p:spTgt spid="3"/>
                                        </p:tgtEl>
                                      </p:cBhvr>
                                    </p:animEffect>
                                  </p:childTnLst>
                                </p:cTn>
                              </p:par>
                              <p:par>
                                <p:cTn id="9" presetID="10" presetClass="entr" presetSubtype="0" fill="hold" grpId="0" nodeType="withEffect">
                                  <p:stCondLst>
                                    <p:cond delay="0"/>
                                  </p:stCondLst>
                                  <p:childTnLst>
                                    <p:set>
                                      <p:cBhvr>
                                        <p:cTn id="7" dur="1" fill="hold">
                                          <p:stCondLst>
                                            <p:cond delay="0"/>
                                          </p:stCondLst>
                                        </p:cTn>
                                        <p:tgtEl>
                                          <p:spTgt spid="23"/>
                                        </p:tgtEl>
                                        <p:attrNameLst>
                                          <p:attrName>style.visibility</p:attrName>
                                        </p:attrNameLst>
                                      </p:cBhvr>
                                      <p:to>
                                        <p:strVal val="visible"/>
                                      </p:to>
                                    </p:set>
                                    <p:animEffect transition="in" filter="fade">
                                      <p:cBhvr>
                                        <p:cTn id="8" dur="500"/>
                                        <p:tgtEl>
                                          <p:spTgt spid="23"/>
                                        </p:tgtEl>
                                      </p:cBhvr>
                                    </p:animEffect>
                                  </p:childTnLst>
                                </p:cTn>
                              </p:par>
                              <p:par>
                                <p:cTn id="12" presetID="10"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500"/>
                                        <p:tgtEl>
                                          <p:spTgt spid="24"/>
                                        </p:tgtEl>
                                      </p:cBhvr>
                                    </p:animEffect>
                                  </p:childTnLst>
                                </p:cTn>
                              </p:par>
                              <p:par>
                                <p:cTn id="16" presetID="22" presetClass="entr" presetSubtype="1" fill="hold" grpId="0" nodeType="withEffect">
                                  <p:stCondLst>
                                    <p:cond delay="100"/>
                                  </p:stCondLst>
                                  <p:childTnLst>
                                    <p:set>
                                      <p:cBhvr>
                                        <p:cTn id="13" dur="1" fill="hold">
                                          <p:stCondLst>
                                            <p:cond delay="0"/>
                                          </p:stCondLst>
                                        </p:cTn>
                                        <p:tgtEl>
                                          <p:spTgt spid="4"/>
                                        </p:tgtEl>
                                        <p:attrNameLst>
                                          <p:attrName>style.visibility</p:attrName>
                                        </p:attrNameLst>
                                      </p:cBhvr>
                                      <p:to>
                                        <p:strVal val="visible"/>
                                      </p:to>
                                    </p:set>
                                    <p:animEffect transition="in" filter="wipe(down)">
                                      <p:cBhvr>
                                        <p:cTn id="14" dur="600"/>
                                        <p:tgtEl>
                                          <p:spTgt spid="4"/>
                                        </p:tgtEl>
                                      </p:cBhvr>
                                    </p:animEffect>
                                    <p:animEffect transition="in" filter="fade">
                                      <p:cBhvr>
                                        <p:cTn id="15" dur="600"/>
                                        <p:tgtEl>
                                          <p:spTgt spid="4"/>
                                        </p:tgtEl>
                                      </p:cBhvr>
                                    </p:animEffect>
                                  </p:childTnLst>
                                </p:cTn>
                              </p:par>
                              <p:par>
                                <p:cTn id="18" presetID="0" presetClass="path" presetSubtype="0" fill="hold" grpId="0" nodeType="withEffect" repeatCount="indefinite">
                                  <p:stCondLst>
                                    <p:cond delay="300"/>
                                  </p:stCondLst>
                                  <p:childTnLst>
                                    <p:animMotion origin="layout" path="M 0 0 L 0 1 E" pathEditMode="relative" ptsTypes="AA">
                                      <p:cBhvr>
                                        <p:cTn id="17" dur="5200" fill="hold"/>
                                        <p:tgtEl>
                                          <p:spTgt spid="25"/>
                                        </p:tgtEl>
                                        <p:attrNameLst>
                                          <p:attrName>ppt_x</p:attrName>
                                          <p:attrName>ppt_y</p:attrName>
                                        </p:attrNameLst>
                                      </p:cBhvr>
                                    </p:animMotion>
                                  </p:childTnLst>
                                </p:cTn>
                              </p:par>
                              <p:par>
                                <p:cTn id="20" presetID="8" presetClass="emph" presetSubtype="0" fill="hold" grpId="1" nodeType="withEffect" repeatCount="indefinite">
                                  <p:stCondLst>
                                    <p:cond delay="500"/>
                                  </p:stCondLst>
                                  <p:childTnLst>
                                    <p:animRot by="21600000">
                                      <p:cBhvr>
                                        <p:cTn id="19" dur="16000" fill="hold"/>
                                        <p:tgtEl>
                                          <p:spTgt spid="24"/>
                                        </p:tgtEl>
                                        <p:attrNameLst>
                                          <p:attrName>r</p:attrName>
                                        </p:attrNameLst>
                                      </p:cBhvr>
                                    </p:animRot>
                                  </p:childTnLst>
                                </p:cTn>
                              </p:par>
                              <p:par>
                                <p:cTn id="23" presetID="10" presetClass="entr" presetSubtype="0" fill="hold" grpId="0" nodeType="withEffect">
                                  <p:stCondLst>
                                    <p:cond delay="60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400"/>
                                        <p:tgtEl>
                                          <p:spTgt spid="5"/>
                                        </p:tgtEl>
                                      </p:cBhvr>
                                    </p:animEffect>
                                  </p:childTnLst>
                                </p:cTn>
                              </p:par>
                              <p:par>
                                <p:cTn id="26" presetID="21" presetClass="entr" presetSubtype="1" fill="hold" grpId="0" nodeType="withEffect">
                                  <p:stCondLst>
                                    <p:cond delay="700"/>
                                  </p:stCondLst>
                                  <p:childTnLst>
                                    <p:set>
                                      <p:cBhvr>
                                        <p:cTn id="24" dur="1" fill="hold">
                                          <p:stCondLst>
                                            <p:cond delay="0"/>
                                          </p:stCondLst>
                                        </p:cTn>
                                        <p:tgtEl>
                                          <p:spTgt spid="6"/>
                                        </p:tgtEl>
                                        <p:attrNameLst>
                                          <p:attrName>style.visibility</p:attrName>
                                        </p:attrNameLst>
                                      </p:cBhvr>
                                      <p:to>
                                        <p:strVal val="visible"/>
                                      </p:to>
                                    </p:set>
                                    <p:animEffect transition="in" filter="wheel(1)">
                                      <p:cBhvr>
                                        <p:cTn id="25" dur="1300"/>
                                        <p:tgtEl>
                                          <p:spTgt spid="6"/>
                                        </p:tgtEl>
                                      </p:cBhvr>
                                    </p:animEffect>
                                  </p:childTnLst>
                                </p:cTn>
                              </p:par>
                              <p:par>
                                <p:cTn id="28" presetID="0" presetClass="path" presetSubtype="0" fill="hold" grpId="1" nodeType="withEffect" autoRev="1" repeatCount="3000">
                                  <p:stCondLst>
                                    <p:cond delay="750"/>
                                  </p:stCondLst>
                                  <p:childTnLst>
                                    <p:animMotion origin="layout" path="M 0 0 L 0.008 0 E" pathEditMode="relative" ptsTypes="AA">
                                      <p:cBhvr>
                                        <p:cTn id="27" dur="45" fill="hold"/>
                                        <p:tgtEl>
                                          <p:spTgt spid="4"/>
                                        </p:tgtEl>
                                        <p:attrNameLst>
                                          <p:attrName>ppt_x</p:attrName>
                                          <p:attrName>ppt_y</p:attrName>
                                        </p:attrNameLst>
                                      </p:cBhvr>
                                    </p:animMotion>
                                  </p:childTnLst>
                                </p:cTn>
                              </p:par>
                              <p:par>
                                <p:cTn id="33" presetID="53" presetClass="entr" presetSubtype="16" fill="hold" grpId="0" nodeType="withEffect">
                                  <p:stCondLst>
                                    <p:cond delay="1100"/>
                                  </p:stCondLst>
                                  <p:childTnLst>
                                    <p:set>
                                      <p:cBhvr>
                                        <p:cTn id="29" dur="1" fill="hold">
                                          <p:stCondLst>
                                            <p:cond delay="0"/>
                                          </p:stCondLst>
                                        </p:cTn>
                                        <p:tgtEl>
                                          <p:spTgt spid="7"/>
                                        </p:tgtEl>
                                        <p:attrNameLst>
                                          <p:attrName>style.visibility</p:attrName>
                                        </p:attrNameLst>
                                      </p:cBhvr>
                                      <p:to>
                                        <p:strVal val="visible"/>
                                      </p:to>
                                    </p:set>
                                    <p:anim calcmode="lin" valueType="num">
                                      <p:cBhvr additive="base">
                                        <p:cTn id="30" dur="500" fill="hold"/>
                                        <p:tgtEl>
                                          <p:spTgt spid="7"/>
                                        </p:tgtEl>
                                        <p:attrNameLst>
                                          <p:attrName>ppt_w</p:attrName>
                                        </p:attrNameLst>
                                      </p:cBhvr>
                                      <p:tavLst>
                                        <p:tav tm="0">
                                          <p:val>
                                            <p:strVal val="0"/>
                                          </p:val>
                                        </p:tav>
                                        <p:tav tm="100000">
                                          <p:val>
                                            <p:strVal val="#ppt_w"/>
                                          </p:val>
                                        </p:tav>
                                      </p:tavLst>
                                    </p:anim>
                                    <p:anim calcmode="lin" valueType="num">
                                      <p:cBhvr additive="base">
                                        <p:cTn id="31" dur="500" fill="hold"/>
                                        <p:tgtEl>
                                          <p:spTgt spid="7"/>
                                        </p:tgtEl>
                                        <p:attrNameLst>
                                          <p:attrName>ppt_h</p:attrName>
                                        </p:attrNameLst>
                                      </p:cBhvr>
                                      <p:tavLst>
                                        <p:tav tm="0">
                                          <p:val>
                                            <p:strVal val="0"/>
                                          </p:val>
                                        </p:tav>
                                        <p:tav tm="100000">
                                          <p:val>
                                            <p:strVal val="#ppt_h"/>
                                          </p:val>
                                        </p:tav>
                                      </p:tavLst>
                                    </p:anim>
                                    <p:animEffect transition="in" filter="fade">
                                      <p:cBhvr>
                                        <p:cTn id="32" dur="500"/>
                                        <p:tgtEl>
                                          <p:spTgt spid="7"/>
                                        </p:tgtEl>
                                      </p:cBhvr>
                                    </p:animEffect>
                                  </p:childTnLst>
                                </p:cTn>
                              </p:par>
                              <p:par>
                                <p:cTn id="36" presetID="10" presetClass="entr" presetSubtype="0" fill="hold" grpId="0" nodeType="withEffect">
                                  <p:stCondLst>
                                    <p:cond delay="110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400"/>
                                        <p:tgtEl>
                                          <p:spTgt spid="9"/>
                                        </p:tgtEl>
                                      </p:cBhvr>
                                    </p:animEffect>
                                  </p:childTnLst>
                                </p:cTn>
                              </p:par>
                              <p:par>
                                <p:cTn id="39" presetID="21" presetClass="entr" presetSubtype="1" fill="hold" grpId="0" nodeType="withEffect">
                                  <p:stCondLst>
                                    <p:cond delay="1200"/>
                                  </p:stCondLst>
                                  <p:childTnLst>
                                    <p:set>
                                      <p:cBhvr>
                                        <p:cTn id="37" dur="1" fill="hold">
                                          <p:stCondLst>
                                            <p:cond delay="0"/>
                                          </p:stCondLst>
                                        </p:cTn>
                                        <p:tgtEl>
                                          <p:spTgt spid="10"/>
                                        </p:tgtEl>
                                        <p:attrNameLst>
                                          <p:attrName>style.visibility</p:attrName>
                                        </p:attrNameLst>
                                      </p:cBhvr>
                                      <p:to>
                                        <p:strVal val="visible"/>
                                      </p:to>
                                    </p:set>
                                    <p:animEffect transition="in" filter="wheel(1)">
                                      <p:cBhvr>
                                        <p:cTn id="38" dur="1300"/>
                                        <p:tgtEl>
                                          <p:spTgt spid="10"/>
                                        </p:tgtEl>
                                      </p:cBhvr>
                                    </p:animEffect>
                                  </p:childTnLst>
                                </p:cTn>
                              </p:par>
                              <p:par>
                                <p:cTn id="43" presetID="22" presetClass="entr" presetSubtype="1" fill="hold" grpId="0" nodeType="withEffect">
                                  <p:stCondLst>
                                    <p:cond delay="1300"/>
                                  </p:stCondLst>
                                  <p:childTnLst>
                                    <p:set>
                                      <p:cBhvr>
                                        <p:cTn id="40" dur="1" fill="hold">
                                          <p:stCondLst>
                                            <p:cond delay="0"/>
                                          </p:stCondLst>
                                        </p:cTn>
                                        <p:tgtEl>
                                          <p:spTgt spid="8"/>
                                        </p:tgtEl>
                                        <p:attrNameLst>
                                          <p:attrName>style.visibility</p:attrName>
                                        </p:attrNameLst>
                                      </p:cBhvr>
                                      <p:to>
                                        <p:strVal val="visible"/>
                                      </p:to>
                                    </p:set>
                                    <p:animEffect transition="in" filter="wipe(down)">
                                      <p:cBhvr>
                                        <p:cTn id="41" dur="500"/>
                                        <p:tgtEl>
                                          <p:spTgt spid="8"/>
                                        </p:tgtEl>
                                      </p:cBhvr>
                                    </p:animEffect>
                                    <p:animEffect transition="in" filter="fade">
                                      <p:cBhvr>
                                        <p:cTn id="42" dur="500"/>
                                        <p:tgtEl>
                                          <p:spTgt spid="8"/>
                                        </p:tgtEl>
                                      </p:cBhvr>
                                    </p:animEffect>
                                  </p:childTnLst>
                                </p:cTn>
                              </p:par>
                              <p:par>
                                <p:cTn id="48" presetID="53" presetClass="entr" presetSubtype="16" fill="hold" grpId="0" nodeType="withEffect">
                                  <p:stCondLst>
                                    <p:cond delay="1600"/>
                                  </p:stCondLst>
                                  <p:childTnLst>
                                    <p:set>
                                      <p:cBhvr>
                                        <p:cTn id="44" dur="1" fill="hold">
                                          <p:stCondLst>
                                            <p:cond delay="0"/>
                                          </p:stCondLst>
                                        </p:cTn>
                                        <p:tgtEl>
                                          <p:spTgt spid="11"/>
                                        </p:tgtEl>
                                        <p:attrNameLst>
                                          <p:attrName>style.visibility</p:attrName>
                                        </p:attrNameLst>
                                      </p:cBhvr>
                                      <p:to>
                                        <p:strVal val="visible"/>
                                      </p:to>
                                    </p:set>
                                    <p:anim calcmode="lin" valueType="num">
                                      <p:cBhvr additive="base">
                                        <p:cTn id="45" dur="500" fill="hold"/>
                                        <p:tgtEl>
                                          <p:spTgt spid="11"/>
                                        </p:tgtEl>
                                        <p:attrNameLst>
                                          <p:attrName>ppt_w</p:attrName>
                                        </p:attrNameLst>
                                      </p:cBhvr>
                                      <p:tavLst>
                                        <p:tav tm="0">
                                          <p:val>
                                            <p:strVal val="0"/>
                                          </p:val>
                                        </p:tav>
                                        <p:tav tm="100000">
                                          <p:val>
                                            <p:strVal val="#ppt_w"/>
                                          </p:val>
                                        </p:tav>
                                      </p:tavLst>
                                    </p:anim>
                                    <p:anim calcmode="lin" valueType="num">
                                      <p:cBhvr additive="base">
                                        <p:cTn id="46" dur="500" fill="hold"/>
                                        <p:tgtEl>
                                          <p:spTgt spid="11"/>
                                        </p:tgtEl>
                                        <p:attrNameLst>
                                          <p:attrName>ppt_h</p:attrName>
                                        </p:attrNameLst>
                                      </p:cBhvr>
                                      <p:tavLst>
                                        <p:tav tm="0">
                                          <p:val>
                                            <p:strVal val="0"/>
                                          </p:val>
                                        </p:tav>
                                        <p:tav tm="100000">
                                          <p:val>
                                            <p:strVal val="#ppt_h"/>
                                          </p:val>
                                        </p:tav>
                                      </p:tavLst>
                                    </p:anim>
                                    <p:animEffect transition="in" filter="fade">
                                      <p:cBhvr>
                                        <p:cTn id="47" dur="500"/>
                                        <p:tgtEl>
                                          <p:spTgt spid="11"/>
                                        </p:tgtEl>
                                      </p:cBhvr>
                                    </p:animEffect>
                                  </p:childTnLst>
                                </p:cTn>
                              </p:par>
                              <p:par>
                                <p:cTn id="51" presetID="10" presetClass="entr" presetSubtype="0" fill="hold" grpId="0" nodeType="withEffect">
                                  <p:stCondLst>
                                    <p:cond delay="160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400"/>
                                        <p:tgtEl>
                                          <p:spTgt spid="13"/>
                                        </p:tgtEl>
                                      </p:cBhvr>
                                    </p:animEffect>
                                  </p:childTnLst>
                                </p:cTn>
                              </p:par>
                              <p:par>
                                <p:cTn id="54" presetID="21" presetClass="entr" presetSubtype="1" fill="hold" grpId="0" nodeType="withEffect">
                                  <p:stCondLst>
                                    <p:cond delay="1700"/>
                                  </p:stCondLst>
                                  <p:childTnLst>
                                    <p:set>
                                      <p:cBhvr>
                                        <p:cTn id="52" dur="1" fill="hold">
                                          <p:stCondLst>
                                            <p:cond delay="0"/>
                                          </p:stCondLst>
                                        </p:cTn>
                                        <p:tgtEl>
                                          <p:spTgt spid="14"/>
                                        </p:tgtEl>
                                        <p:attrNameLst>
                                          <p:attrName>style.visibility</p:attrName>
                                        </p:attrNameLst>
                                      </p:cBhvr>
                                      <p:to>
                                        <p:strVal val="visible"/>
                                      </p:to>
                                    </p:set>
                                    <p:animEffect transition="in" filter="wheel(1)">
                                      <p:cBhvr>
                                        <p:cTn id="53" dur="1300"/>
                                        <p:tgtEl>
                                          <p:spTgt spid="14"/>
                                        </p:tgtEl>
                                      </p:cBhvr>
                                    </p:animEffect>
                                  </p:childTnLst>
                                </p:cTn>
                              </p:par>
                              <p:par>
                                <p:cTn id="58" presetID="22" presetClass="entr" presetSubtype="1" fill="hold" grpId="0" nodeType="withEffect">
                                  <p:stCondLst>
                                    <p:cond delay="1800"/>
                                  </p:stCondLst>
                                  <p:childTnLst>
                                    <p:set>
                                      <p:cBhvr>
                                        <p:cTn id="55" dur="1" fill="hold">
                                          <p:stCondLst>
                                            <p:cond delay="0"/>
                                          </p:stCondLst>
                                        </p:cTn>
                                        <p:tgtEl>
                                          <p:spTgt spid="12"/>
                                        </p:tgtEl>
                                        <p:attrNameLst>
                                          <p:attrName>style.visibility</p:attrName>
                                        </p:attrNameLst>
                                      </p:cBhvr>
                                      <p:to>
                                        <p:strVal val="visible"/>
                                      </p:to>
                                    </p:set>
                                    <p:animEffect transition="in" filter="wipe(down)">
                                      <p:cBhvr>
                                        <p:cTn id="56" dur="500"/>
                                        <p:tgtEl>
                                          <p:spTgt spid="12"/>
                                        </p:tgtEl>
                                      </p:cBhvr>
                                    </p:animEffect>
                                    <p:animEffect transition="in" filter="fade">
                                      <p:cBhvr>
                                        <p:cTn id="57" dur="500"/>
                                        <p:tgtEl>
                                          <p:spTgt spid="12"/>
                                        </p:tgtEl>
                                      </p:cBhvr>
                                    </p:animEffect>
                                  </p:childTnLst>
                                </p:cTn>
                              </p:par>
                              <p:par>
                                <p:cTn id="63" presetID="53" presetClass="entr" presetSubtype="16" fill="hold" grpId="0" nodeType="withEffect">
                                  <p:stCondLst>
                                    <p:cond delay="2100"/>
                                  </p:stCondLst>
                                  <p:childTnLst>
                                    <p:set>
                                      <p:cBhvr>
                                        <p:cTn id="59" dur="1" fill="hold">
                                          <p:stCondLst>
                                            <p:cond delay="0"/>
                                          </p:stCondLst>
                                        </p:cTn>
                                        <p:tgtEl>
                                          <p:spTgt spid="15"/>
                                        </p:tgtEl>
                                        <p:attrNameLst>
                                          <p:attrName>style.visibility</p:attrName>
                                        </p:attrNameLst>
                                      </p:cBhvr>
                                      <p:to>
                                        <p:strVal val="visible"/>
                                      </p:to>
                                    </p:set>
                                    <p:anim calcmode="lin" valueType="num">
                                      <p:cBhvr additive="base">
                                        <p:cTn id="60" dur="500" fill="hold"/>
                                        <p:tgtEl>
                                          <p:spTgt spid="15"/>
                                        </p:tgtEl>
                                        <p:attrNameLst>
                                          <p:attrName>ppt_w</p:attrName>
                                        </p:attrNameLst>
                                      </p:cBhvr>
                                      <p:tavLst>
                                        <p:tav tm="0">
                                          <p:val>
                                            <p:strVal val="0"/>
                                          </p:val>
                                        </p:tav>
                                        <p:tav tm="100000">
                                          <p:val>
                                            <p:strVal val="#ppt_w"/>
                                          </p:val>
                                        </p:tav>
                                      </p:tavLst>
                                    </p:anim>
                                    <p:anim calcmode="lin" valueType="num">
                                      <p:cBhvr additive="base">
                                        <p:cTn id="61" dur="500" fill="hold"/>
                                        <p:tgtEl>
                                          <p:spTgt spid="15"/>
                                        </p:tgtEl>
                                        <p:attrNameLst>
                                          <p:attrName>ppt_h</p:attrName>
                                        </p:attrNameLst>
                                      </p:cBhvr>
                                      <p:tavLst>
                                        <p:tav tm="0">
                                          <p:val>
                                            <p:strVal val="0"/>
                                          </p:val>
                                        </p:tav>
                                        <p:tav tm="100000">
                                          <p:val>
                                            <p:strVal val="#ppt_h"/>
                                          </p:val>
                                        </p:tav>
                                      </p:tavLst>
                                    </p:anim>
                                    <p:animEffect transition="in" filter="fade">
                                      <p:cBhvr>
                                        <p:cTn id="62" dur="500"/>
                                        <p:tgtEl>
                                          <p:spTgt spid="15"/>
                                        </p:tgtEl>
                                      </p:cBhvr>
                                    </p:animEffect>
                                  </p:childTnLst>
                                </p:cTn>
                              </p:par>
                              <p:par>
                                <p:cTn id="66" presetID="10" presetClass="entr" presetSubtype="0" fill="hold" grpId="0" nodeType="withEffect">
                                  <p:stCondLst>
                                    <p:cond delay="210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400"/>
                                        <p:tgtEl>
                                          <p:spTgt spid="17"/>
                                        </p:tgtEl>
                                      </p:cBhvr>
                                    </p:animEffect>
                                  </p:childTnLst>
                                </p:cTn>
                              </p:par>
                              <p:par>
                                <p:cTn id="69" presetID="21" presetClass="entr" presetSubtype="1" fill="hold" grpId="0" nodeType="withEffect">
                                  <p:stCondLst>
                                    <p:cond delay="2200"/>
                                  </p:stCondLst>
                                  <p:childTnLst>
                                    <p:set>
                                      <p:cBhvr>
                                        <p:cTn id="67" dur="1" fill="hold">
                                          <p:stCondLst>
                                            <p:cond delay="0"/>
                                          </p:stCondLst>
                                        </p:cTn>
                                        <p:tgtEl>
                                          <p:spTgt spid="18"/>
                                        </p:tgtEl>
                                        <p:attrNameLst>
                                          <p:attrName>style.visibility</p:attrName>
                                        </p:attrNameLst>
                                      </p:cBhvr>
                                      <p:to>
                                        <p:strVal val="visible"/>
                                      </p:to>
                                    </p:set>
                                    <p:animEffect transition="in" filter="wheel(1)">
                                      <p:cBhvr>
                                        <p:cTn id="68" dur="1300"/>
                                        <p:tgtEl>
                                          <p:spTgt spid="18"/>
                                        </p:tgtEl>
                                      </p:cBhvr>
                                    </p:animEffect>
                                  </p:childTnLst>
                                </p:cTn>
                              </p:par>
                              <p:par>
                                <p:cTn id="73" presetID="22" presetClass="entr" presetSubtype="1" fill="hold" grpId="0" nodeType="withEffect">
                                  <p:stCondLst>
                                    <p:cond delay="2300"/>
                                  </p:stCondLst>
                                  <p:childTnLst>
                                    <p:set>
                                      <p:cBhvr>
                                        <p:cTn id="70" dur="1" fill="hold">
                                          <p:stCondLst>
                                            <p:cond delay="0"/>
                                          </p:stCondLst>
                                        </p:cTn>
                                        <p:tgtEl>
                                          <p:spTgt spid="16"/>
                                        </p:tgtEl>
                                        <p:attrNameLst>
                                          <p:attrName>style.visibility</p:attrName>
                                        </p:attrNameLst>
                                      </p:cBhvr>
                                      <p:to>
                                        <p:strVal val="visible"/>
                                      </p:to>
                                    </p:set>
                                    <p:animEffect transition="in" filter="wipe(down)">
                                      <p:cBhvr>
                                        <p:cTn id="71" dur="500"/>
                                        <p:tgtEl>
                                          <p:spTgt spid="16"/>
                                        </p:tgtEl>
                                      </p:cBhvr>
                                    </p:animEffect>
                                    <p:animEffect transition="in" filter="fade">
                                      <p:cBhvr>
                                        <p:cTn id="72" dur="500"/>
                                        <p:tgtEl>
                                          <p:spTgt spid="16"/>
                                        </p:tgtEl>
                                      </p:cBhvr>
                                    </p:animEffect>
                                  </p:childTnLst>
                                </p:cTn>
                              </p:par>
                              <p:par>
                                <p:cTn id="78" presetID="53" presetClass="entr" presetSubtype="16" fill="hold" grpId="0" nodeType="withEffect">
                                  <p:stCondLst>
                                    <p:cond delay="2600"/>
                                  </p:stCondLst>
                                  <p:childTnLst>
                                    <p:set>
                                      <p:cBhvr>
                                        <p:cTn id="74" dur="1" fill="hold">
                                          <p:stCondLst>
                                            <p:cond delay="0"/>
                                          </p:stCondLst>
                                        </p:cTn>
                                        <p:tgtEl>
                                          <p:spTgt spid="19"/>
                                        </p:tgtEl>
                                        <p:attrNameLst>
                                          <p:attrName>style.visibility</p:attrName>
                                        </p:attrNameLst>
                                      </p:cBhvr>
                                      <p:to>
                                        <p:strVal val="visible"/>
                                      </p:to>
                                    </p:set>
                                    <p:anim calcmode="lin" valueType="num">
                                      <p:cBhvr additive="base">
                                        <p:cTn id="75" dur="500" fill="hold"/>
                                        <p:tgtEl>
                                          <p:spTgt spid="19"/>
                                        </p:tgtEl>
                                        <p:attrNameLst>
                                          <p:attrName>ppt_w</p:attrName>
                                        </p:attrNameLst>
                                      </p:cBhvr>
                                      <p:tavLst>
                                        <p:tav tm="0">
                                          <p:val>
                                            <p:strVal val="0"/>
                                          </p:val>
                                        </p:tav>
                                        <p:tav tm="100000">
                                          <p:val>
                                            <p:strVal val="#ppt_w"/>
                                          </p:val>
                                        </p:tav>
                                      </p:tavLst>
                                    </p:anim>
                                    <p:anim calcmode="lin" valueType="num">
                                      <p:cBhvr additive="base">
                                        <p:cTn id="76" dur="500" fill="hold"/>
                                        <p:tgtEl>
                                          <p:spTgt spid="19"/>
                                        </p:tgtEl>
                                        <p:attrNameLst>
                                          <p:attrName>ppt_h</p:attrName>
                                        </p:attrNameLst>
                                      </p:cBhvr>
                                      <p:tavLst>
                                        <p:tav tm="0">
                                          <p:val>
                                            <p:strVal val="0"/>
                                          </p:val>
                                        </p:tav>
                                        <p:tav tm="100000">
                                          <p:val>
                                            <p:strVal val="#ppt_h"/>
                                          </p:val>
                                        </p:tav>
                                      </p:tavLst>
                                    </p:anim>
                                    <p:animEffect transition="in" filter="fade">
                                      <p:cBhvr>
                                        <p:cTn id="77" dur="500"/>
                                        <p:tgtEl>
                                          <p:spTgt spid="19"/>
                                        </p:tgtEl>
                                      </p:cBhvr>
                                    </p:animEffect>
                                  </p:childTnLst>
                                </p:cTn>
                              </p:par>
                              <p:par>
                                <p:cTn id="82" presetID="22" presetClass="entr" presetSubtype="1" fill="hold" grpId="0" nodeType="withEffect">
                                  <p:stCondLst>
                                    <p:cond delay="2800"/>
                                  </p:stCondLst>
                                  <p:childTnLst>
                                    <p:set>
                                      <p:cBhvr>
                                        <p:cTn id="79" dur="1" fill="hold">
                                          <p:stCondLst>
                                            <p:cond delay="0"/>
                                          </p:stCondLst>
                                        </p:cTn>
                                        <p:tgtEl>
                                          <p:spTgt spid="20"/>
                                        </p:tgtEl>
                                        <p:attrNameLst>
                                          <p:attrName>style.visibility</p:attrName>
                                        </p:attrNameLst>
                                      </p:cBhvr>
                                      <p:to>
                                        <p:strVal val="visible"/>
                                      </p:to>
                                    </p:set>
                                    <p:animEffect transition="in" filter="wipe(down)">
                                      <p:cBhvr>
                                        <p:cTn id="80" dur="500"/>
                                        <p:tgtEl>
                                          <p:spTgt spid="20"/>
                                        </p:tgtEl>
                                      </p:cBhvr>
                                    </p:animEffect>
                                    <p:animEffect transition="in" filter="fade">
                                      <p:cBhvr>
                                        <p:cTn id="81" dur="500"/>
                                        <p:tgtEl>
                                          <p:spTgt spid="20"/>
                                        </p:tgtEl>
                                      </p:cBhvr>
                                    </p:animEffect>
                                  </p:childTnLst>
                                </p:cTn>
                              </p:par>
                              <p:par>
                                <p:cTn id="86" presetID="22" presetClass="entr" presetSubtype="1" fill="hold" grpId="0" nodeType="withEffect">
                                  <p:stCondLst>
                                    <p:cond delay="3000"/>
                                  </p:stCondLst>
                                  <p:childTnLst>
                                    <p:set>
                                      <p:cBhvr>
                                        <p:cTn id="83" dur="1" fill="hold">
                                          <p:stCondLst>
                                            <p:cond delay="0"/>
                                          </p:stCondLst>
                                        </p:cTn>
                                        <p:tgtEl>
                                          <p:spTgt spid="21"/>
                                        </p:tgtEl>
                                        <p:attrNameLst>
                                          <p:attrName>style.visibility</p:attrName>
                                        </p:attrNameLst>
                                      </p:cBhvr>
                                      <p:to>
                                        <p:strVal val="visible"/>
                                      </p:to>
                                    </p:set>
                                    <p:animEffect transition="in" filter="wipe(down)">
                                      <p:cBhvr>
                                        <p:cTn id="84" dur="700"/>
                                        <p:tgtEl>
                                          <p:spTgt spid="21"/>
                                        </p:tgtEl>
                                      </p:cBhvr>
                                    </p:animEffect>
                                    <p:animEffect transition="in" filter="fade">
                                      <p:cBhvr>
                                        <p:cTn id="85" dur="700"/>
                                        <p:tgtEl>
                                          <p:spTgt spid="21"/>
                                        </p:tgtEl>
                                      </p:cBhvr>
                                    </p:animEffect>
                                  </p:childTnLst>
                                </p:cTn>
                              </p:par>
                              <p:par>
                                <p:cTn id="89" presetID="10" presetClass="entr" presetSubtype="0" fill="hold" grpId="0" nodeType="withEffect">
                                  <p:stCondLst>
                                    <p:cond delay="360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3" grpId="0" animBg="1"/>
      <p:bldP spid="24" grpId="0" animBg="1"/>
      <p:bldP spid="4" grpId="0" animBg="1"/>
      <p:bldP spid="25" grpId="0" animBg="1"/>
      <p:bldP spid="24" grpId="1" animBg="1"/>
      <p:bldP spid="5" grpId="0" animBg="1"/>
      <p:bldP spid="6" grpId="0" animBg="1"/>
      <p:bldP spid="4" grpId="1" animBg="1"/>
      <p:bldP spid="7" grpId="0" animBg="1"/>
      <p:bldP spid="9" grpId="0" animBg="1"/>
      <p:bldP spid="10" grpId="0" animBg="1"/>
      <p:bldP spid="8" grpId="0" animBg="1"/>
      <p:bldP spid="11" grpId="0" animBg="1"/>
      <p:bldP spid="13" grpId="0" animBg="1"/>
      <p:bldP spid="14" grpId="0" animBg="1"/>
      <p:bldP spid="12" grpId="0" animBg="1"/>
      <p:bldP spid="15" grpId="0" animBg="1"/>
      <p:bldP spid="17" grpId="0" animBg="1"/>
      <p:bldP spid="18" grpId="0" animBg="1"/>
      <p:bldP spid="16" grpId="0" animBg="1"/>
      <p:bldP spid="19" grpId="0" animBg="1"/>
      <p:bldP spid="20" grpId="0" animBg="1"/>
      <p:bldP spid="21" grpId="0" animBg="1"/>
      <p:bldP spid="2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eyebrow"/>
          <p:cNvSpPr txBox="1"/>
          <p:nvPr/>
        </p:nvSpPr>
        <p:spPr>
          <a:xfrm>
            <a:off x="812800" y="520700"/>
            <a:ext cx="9525000" cy="190500"/>
          </a:xfrm>
          <a:prstGeom prst="rect">
            <a:avLst/>
          </a:prstGeom>
          <a:noFill/>
          <a:ln/>
        </p:spPr>
        <p:txBody>
          <a:bodyPr wrap="square" lIns="0" tIns="0" rIns="0" bIns="0" rtlCol="0" anchor="t"/>
          <a:lstStyle/>
          <a:p>
            <a:pPr indent="0" marL="0">
              <a:buNone/>
            </a:pPr>
            <a:r>
              <a:rPr lang="en-US" sz="1100" b="1" spc="300" kern="0" dirty="0">
                <a:solidFill>
                  <a:srgbClr val="FFC94D"/>
                </a:solidFill>
                <a:latin typeface="Consolas" pitchFamily="34" charset="0"/>
                <a:ea typeface="Consolas" pitchFamily="34" charset="-122"/>
                <a:cs typeface="Consolas" pitchFamily="34" charset="-120"/>
              </a:rPr>
              <a:t>CHARGE SHEET · THE SECURITY CODE</a:t>
            </a:r>
            <a:endParaRPr lang="en-US" sz="1100" dirty="0"/>
          </a:p>
        </p:txBody>
      </p:sp>
      <p:sp>
        <p:nvSpPr>
          <p:cNvPr id="4" name="heading"/>
          <p:cNvSpPr txBox="1"/>
          <p:nvPr/>
        </p:nvSpPr>
        <p:spPr>
          <a:xfrm>
            <a:off x="812800" y="749300"/>
            <a:ext cx="10096500" cy="1016000"/>
          </a:xfrm>
          <a:prstGeom prst="rect">
            <a:avLst/>
          </a:prstGeom>
          <a:noFill/>
          <a:ln/>
        </p:spPr>
        <p:txBody>
          <a:bodyPr wrap="square" lIns="0" tIns="0" rIns="0" bIns="0" rtlCol="0" anchor="t"/>
          <a:lstStyle/>
          <a:p>
            <a:pPr indent="0" marL="0">
              <a:lnSpc>
                <a:spcPct val="95000"/>
              </a:lnSpc>
              <a:buNone/>
            </a:pPr>
            <a:r>
              <a:rPr lang="en-US" sz="3000" b="1" dirty="0">
                <a:solidFill>
                  <a:srgbClr val="E8FBFF"/>
                </a:solidFill>
                <a:effectLst>
                  <a:glow rad="101600">
                    <a:srgbClr val="FFC94D">
                      <a:alpha val="35000"/>
                    </a:srgbClr>
                  </a:glow>
                </a:effectLst>
                <a:latin typeface="Bahnschrift" pitchFamily="34" charset="0"/>
                <a:ea typeface="Bahnschrift" pitchFamily="34" charset="-122"/>
                <a:cs typeface="Bahnschrift" pitchFamily="34" charset="-120"/>
              </a:rPr>
              <a:t>The charge: failing to protect the accounts of their users</a:t>
            </a:r>
            <a:endParaRPr lang="en-US" sz="3000" dirty="0"/>
          </a:p>
        </p:txBody>
      </p:sp>
      <p:sp>
        <p:nvSpPr>
          <p:cNvPr id="5" name="chargebox"/>
          <p:cNvSpPr/>
          <p:nvPr/>
        </p:nvSpPr>
        <p:spPr>
          <a:xfrm>
            <a:off x="812800" y="1968500"/>
            <a:ext cx="5080000" cy="3810000"/>
          </a:xfrm>
          <a:prstGeom prst="roundRect">
            <a:avLst>
              <a:gd name="adj" fmla="val 1200"/>
            </a:avLst>
          </a:prstGeom>
          <a:solidFill>
            <a:srgbClr val="0A1A2E">
              <a:alpha val="70000"/>
            </a:srgbClr>
          </a:solidFill>
          <a:ln w="9525">
            <a:solidFill>
              <a:srgbClr val="FFC94D"/>
            </a:solidFill>
            <a:prstDash val="solid"/>
          </a:ln>
          <a:effectLst>
            <a:outerShdw sx="100000" sy="100000" kx="0" ky="0" algn="bl" rotWithShape="0" blurRad="114300" dist="50800" dir="5400000">
              <a:srgbClr val="FFC94D">
                <a:alpha val="55000"/>
              </a:srgbClr>
            </a:outerShdw>
          </a:effectLst>
        </p:spPr>
      </p:sp>
      <p:sp>
        <p:nvSpPr>
          <p:cNvPr id="6" name="chargelab"/>
          <p:cNvSpPr txBox="1"/>
          <p:nvPr/>
        </p:nvSpPr>
        <p:spPr>
          <a:xfrm>
            <a:off x="1066800" y="2159000"/>
            <a:ext cx="4445000" cy="215900"/>
          </a:xfrm>
          <a:prstGeom prst="rect">
            <a:avLst/>
          </a:prstGeom>
          <a:noFill/>
          <a:ln/>
        </p:spPr>
        <p:txBody>
          <a:bodyPr wrap="square" lIns="0" tIns="0" rIns="0" bIns="0" rtlCol="0" anchor="t"/>
          <a:lstStyle/>
          <a:p>
            <a:pPr indent="0" marL="0">
              <a:buNone/>
            </a:pPr>
            <a:r>
              <a:rPr lang="en-US" sz="1300" b="1" spc="400" kern="0" dirty="0">
                <a:solidFill>
                  <a:srgbClr val="FFC94D"/>
                </a:solidFill>
                <a:latin typeface="Consolas" pitchFamily="34" charset="0"/>
                <a:ea typeface="Consolas" pitchFamily="34" charset="-122"/>
                <a:cs typeface="Consolas" pitchFamily="34" charset="-120"/>
              </a:rPr>
              <a:t>THE CHARGE</a:t>
            </a:r>
            <a:endParaRPr lang="en-US" sz="1300" dirty="0"/>
          </a:p>
        </p:txBody>
      </p:sp>
      <p:sp>
        <p:nvSpPr>
          <p:cNvPr id="7" name="charge"/>
          <p:cNvSpPr txBox="1"/>
          <p:nvPr/>
        </p:nvSpPr>
        <p:spPr>
          <a:xfrm>
            <a:off x="1066800" y="2476500"/>
            <a:ext cx="4572000" cy="1079500"/>
          </a:xfrm>
          <a:prstGeom prst="rect">
            <a:avLst/>
          </a:prstGeom>
          <a:noFill/>
          <a:ln/>
        </p:spPr>
        <p:txBody>
          <a:bodyPr wrap="square" lIns="0" tIns="0" rIns="0" bIns="0" rtlCol="0" anchor="t"/>
          <a:lstStyle/>
          <a:p>
            <a:pPr indent="0" marL="0">
              <a:buNone/>
            </a:pPr>
            <a:r>
              <a:rPr lang="en-US" sz="1700" i="1" dirty="0">
                <a:solidFill>
                  <a:srgbClr val="E8FBFF"/>
                </a:solidFill>
                <a:latin typeface="Segoe UI" pitchFamily="34" charset="0"/>
                <a:ea typeface="Segoe UI" pitchFamily="34" charset="-122"/>
                <a:cs typeface="Segoe UI" pitchFamily="34" charset="-120"/>
              </a:rPr>
              <a:t>That each defendant failed to adequately protect the accounts of its users in Bangladesh against cyber attacks.</a:t>
            </a:r>
            <a:endParaRPr lang="en-US" sz="1700" dirty="0"/>
          </a:p>
        </p:txBody>
      </p:sp>
      <p:sp>
        <p:nvSpPr>
          <p:cNvPr id="8" name="howlab"/>
          <p:cNvSpPr txBox="1"/>
          <p:nvPr/>
        </p:nvSpPr>
        <p:spPr>
          <a:xfrm>
            <a:off x="1066800" y="3746500"/>
            <a:ext cx="4572000" cy="215900"/>
          </a:xfrm>
          <a:prstGeom prst="rect">
            <a:avLst/>
          </a:prstGeom>
          <a:noFill/>
          <a:ln/>
        </p:spPr>
        <p:txBody>
          <a:bodyPr wrap="square" lIns="0" tIns="0" rIns="0" bIns="0" rtlCol="0" anchor="t"/>
          <a:lstStyle/>
          <a:p>
            <a:pPr indent="0" marL="0">
              <a:buNone/>
            </a:pPr>
            <a:r>
              <a:rPr lang="en-US" sz="1200" b="1" spc="300" kern="0" dirty="0">
                <a:solidFill>
                  <a:srgbClr val="FFC94D"/>
                </a:solidFill>
                <a:latin typeface="Consolas" pitchFamily="34" charset="0"/>
                <a:ea typeface="Consolas" pitchFamily="34" charset="-122"/>
                <a:cs typeface="Consolas" pitchFamily="34" charset="-120"/>
              </a:rPr>
              <a:t>HOW THE EVIDENCE WAS GATHERED</a:t>
            </a:r>
            <a:endParaRPr lang="en-US" sz="1200" dirty="0"/>
          </a:p>
        </p:txBody>
      </p:sp>
      <p:sp>
        <p:nvSpPr>
          <p:cNvPr id="9" name="how"/>
          <p:cNvSpPr txBox="1"/>
          <p:nvPr/>
        </p:nvSpPr>
        <p:spPr>
          <a:xfrm>
            <a:off x="1066800" y="4064000"/>
            <a:ext cx="4572000" cy="15240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E8FBFF"/>
                </a:solidFill>
                <a:latin typeface="Segoe UI" pitchFamily="34" charset="0"/>
                <a:ea typeface="Segoe UI" pitchFamily="34" charset="-122"/>
                <a:cs typeface="Segoe UI" pitchFamily="34" charset="-120"/>
              </a:rPr>
              <a:t>Every security setting checked on my own phone</a:t>
            </a:r>
            <a:endParaRPr lang="en-US" sz="1400" dirty="0"/>
          </a:p>
          <a:p>
            <a:pPr marL="342900" indent="-342900">
              <a:spcAft>
                <a:spcPts val="1000"/>
              </a:spcAft>
              <a:buSzPct val="100000"/>
              <a:buChar char="•"/>
            </a:pPr>
            <a:r>
              <a:rPr lang="en-US" sz="1400" dirty="0">
                <a:solidFill>
                  <a:srgbClr val="E8FBFF"/>
                </a:solidFill>
                <a:latin typeface="Segoe UI" pitchFamily="34" charset="0"/>
                <a:ea typeface="Segoe UI" pitchFamily="34" charset="-122"/>
                <a:cs typeface="Segoe UI" pitchFamily="34" charset="-120"/>
              </a:rPr>
              <a:t>Cross-checked with official help pages and news</a:t>
            </a:r>
            <a:endParaRPr lang="en-US" sz="1400" dirty="0"/>
          </a:p>
          <a:p>
            <a:pPr marL="342900" indent="-342900">
              <a:spcAft>
                <a:spcPts val="1000"/>
              </a:spcAft>
              <a:buSzPct val="100000"/>
              <a:buChar char="•"/>
            </a:pPr>
            <a:r>
              <a:rPr lang="en-US" sz="1400" dirty="0">
                <a:solidFill>
                  <a:srgbClr val="E8FBFF"/>
                </a:solidFill>
                <a:latin typeface="Segoe UI" pitchFamily="34" charset="0"/>
                <a:ea typeface="Segoe UI" pitchFamily="34" charset="-122"/>
                <a:cs typeface="Segoe UI" pitchFamily="34" charset="-120"/>
              </a:rPr>
              <a:t>20/25 or more: not guilty. Below 20: guilty on the weakest count</a:t>
            </a:r>
            <a:endParaRPr lang="en-US" sz="1400" dirty="0"/>
          </a:p>
        </p:txBody>
      </p:sp>
      <p:sp>
        <p:nvSpPr>
          <p:cNvPr id="10" name="keylab"/>
          <p:cNvSpPr txBox="1"/>
          <p:nvPr/>
        </p:nvSpPr>
        <p:spPr>
          <a:xfrm>
            <a:off x="6286500" y="1968500"/>
            <a:ext cx="5092700" cy="190500"/>
          </a:xfrm>
          <a:prstGeom prst="rect">
            <a:avLst/>
          </a:prstGeom>
          <a:noFill/>
          <a:ln/>
        </p:spPr>
        <p:txBody>
          <a:bodyPr wrap="square" lIns="0" tIns="0" rIns="0" bIns="0" rtlCol="0" anchor="t"/>
          <a:lstStyle/>
          <a:p>
            <a:pPr algn="ctr" indent="0" marL="0">
              <a:buNone/>
            </a:pPr>
            <a:r>
              <a:rPr lang="en-US" sz="1150" b="1" spc="300" kern="0" dirty="0">
                <a:solidFill>
                  <a:srgbClr val="FFC94D"/>
                </a:solidFill>
                <a:latin typeface="Consolas" pitchFamily="34" charset="0"/>
                <a:ea typeface="Consolas" pitchFamily="34" charset="-122"/>
                <a:cs typeface="Consolas" pitchFamily="34" charset="-120"/>
              </a:rPr>
              <a:t>SECURITY CODE · 1–5 EACH · MAX 25</a:t>
            </a:r>
            <a:endParaRPr lang="en-US" sz="1150" dirty="0"/>
          </a:p>
        </p:txBody>
      </p:sp>
      <p:pic>
        <p:nvPicPr>
          <p:cNvPr id="11" name="rkey" descr="Security code radar: five sections scored 1 to 5">    </p:cNvPr>
          <p:cNvPicPr>
            <a:picLocks noChangeAspect="1"/>
          </p:cNvPicPr>
          <p:nvPr/>
        </p:nvPicPr>
        <p:blipFill>
          <a:blip r:embed="rId2"/>
          <a:stretch>
            <a:fillRect/>
          </a:stretch>
        </p:blipFill>
        <p:spPr>
          <a:xfrm>
            <a:off x="6572250" y="2222500"/>
            <a:ext cx="4572000" cy="3810000"/>
          </a:xfrm>
          <a:prstGeom prst="rect">
            <a:avLst/>
          </a:prstGeom>
        </p:spPr>
      </p:pic>
      <p:pic>
        <p:nvPicPr>
          <p:cNvPr id="12" name="hud" descr="/tmp/claude-0/-home-user-bangladesh-crime-monitor/cb82e52d-05bf-5acf-9e17-5b7416beecee/scratchpad/animppt/holo/court/hud.png">    </p:cNvPr>
          <p:cNvPicPr>
            <a:picLocks noChangeAspect="1"/>
          </p:cNvPicPr>
          <p:nvPr/>
        </p:nvPicPr>
        <p:blipFill>
          <a:blip r:embed="rId3"/>
          <a:stretch>
            <a:fillRect/>
          </a:stretch>
        </p:blipFill>
        <p:spPr>
          <a:xfrm>
            <a:off x="0" y="0"/>
            <a:ext cx="12191695" cy="6858000"/>
          </a:xfrm>
          <a:prstGeom prst="rect">
            <a:avLst/>
          </a:prstGeom>
        </p:spPr>
      </p:pic>
      <p:pic>
        <p:nvPicPr>
          <p:cNvPr id="13" name="hudring" descr="/tmp/claude-0/-home-user-bangladesh-crime-monitor/cb82e52d-05bf-5acf-9e17-5b7416beecee/scratchpad/animppt/holo/court/ring.png">    </p:cNvPr>
          <p:cNvPicPr>
            <a:picLocks noChangeAspect="1"/>
          </p:cNvPicPr>
          <p:nvPr/>
        </p:nvPicPr>
        <p:blipFill>
          <a:blip r:embed="rId4"/>
          <a:stretch>
            <a:fillRect/>
          </a:stretch>
        </p:blipFill>
        <p:spPr>
          <a:xfrm>
            <a:off x="11125200" y="152400"/>
            <a:ext cx="952500" cy="952500"/>
          </a:xfrm>
          <a:prstGeom prst="rect">
            <a:avLst/>
          </a:prstGeom>
        </p:spPr>
      </p:pic>
      <p:pic>
        <p:nvPicPr>
          <p:cNvPr id="14" name="scanbar" descr="/tmp/claude-0/-home-user-bangladesh-crime-monitor/cb82e52d-05bf-5acf-9e17-5b7416beecee/scratchpad/animppt/holo/court/scan.png">    </p:cNvPr>
          <p:cNvPicPr>
            <a:picLocks noChangeAspect="1"/>
          </p:cNvPicPr>
          <p:nvPr/>
        </p:nvPicPr>
        <p:blipFill>
          <a:blip r:embed="rId5"/>
          <a:stretch>
            <a:fillRect/>
          </a:stretch>
        </p:blipFill>
        <p:spPr>
          <a:xfrm>
            <a:off x="0" y="0"/>
            <a:ext cx="12191695" cy="381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53" fill="hold">
                      <p:stCondLst>
                        <p:cond delay="indefinite"/>
                        <p:cond evt="onBegin" delay="0">
                          <p:tn val="2"/>
                        </p:cond>
                      </p:stCondLst>
                      <p:childTnLst>
                        <p:par>
                          <p:cTn id="54" fill="hold">
                            <p:stCondLst>
                              <p:cond delay="0"/>
                            </p:stCondLst>
                            <p:childTnLst>
                              <p:par>
                                <p:cTn id="6" presetID="22" presetClass="entr" presetSubtype="1"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wipe(down)">
                                      <p:cBhvr>
                                        <p:cTn id="4" dur="400"/>
                                        <p:tgtEl>
                                          <p:spTgt spid="3"/>
                                        </p:tgtEl>
                                      </p:cBhvr>
                                    </p:animEffect>
                                    <p:animEffect transition="in" filter="fade">
                                      <p:cBhvr>
                                        <p:cTn id="5" dur="400"/>
                                        <p:tgtEl>
                                          <p:spTgt spid="3"/>
                                        </p:tgtEl>
                                      </p:cBhvr>
                                    </p:animEffect>
                                  </p:childTnLst>
                                </p:cTn>
                              </p:par>
                              <p:par>
                                <p:cTn id="9"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500"/>
                                        <p:tgtEl>
                                          <p:spTgt spid="12"/>
                                        </p:tgtEl>
                                      </p:cBhvr>
                                    </p:animEffect>
                                  </p:childTnLst>
                                </p:cTn>
                              </p:par>
                              <p:par>
                                <p:cTn id="12" presetID="10"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par>
                                <p:cTn id="16" presetID="22" presetClass="entr" presetSubtype="1" fill="hold" grpId="0" nodeType="withEffect">
                                  <p:stCondLst>
                                    <p:cond delay="100"/>
                                  </p:stCondLst>
                                  <p:childTnLst>
                                    <p:set>
                                      <p:cBhvr>
                                        <p:cTn id="13" dur="1" fill="hold">
                                          <p:stCondLst>
                                            <p:cond delay="0"/>
                                          </p:stCondLst>
                                        </p:cTn>
                                        <p:tgtEl>
                                          <p:spTgt spid="4"/>
                                        </p:tgtEl>
                                        <p:attrNameLst>
                                          <p:attrName>style.visibility</p:attrName>
                                        </p:attrNameLst>
                                      </p:cBhvr>
                                      <p:to>
                                        <p:strVal val="visible"/>
                                      </p:to>
                                    </p:set>
                                    <p:animEffect transition="in" filter="wipe(down)">
                                      <p:cBhvr>
                                        <p:cTn id="14" dur="600"/>
                                        <p:tgtEl>
                                          <p:spTgt spid="4"/>
                                        </p:tgtEl>
                                      </p:cBhvr>
                                    </p:animEffect>
                                    <p:animEffect transition="in" filter="fade">
                                      <p:cBhvr>
                                        <p:cTn id="15" dur="600"/>
                                        <p:tgtEl>
                                          <p:spTgt spid="4"/>
                                        </p:tgtEl>
                                      </p:cBhvr>
                                    </p:animEffect>
                                  </p:childTnLst>
                                </p:cTn>
                              </p:par>
                              <p:par>
                                <p:cTn id="18" presetID="0" presetClass="path" presetSubtype="0" fill="hold" grpId="0" nodeType="withEffect" repeatCount="indefinite">
                                  <p:stCondLst>
                                    <p:cond delay="300"/>
                                  </p:stCondLst>
                                  <p:childTnLst>
                                    <p:animMotion origin="layout" path="M 0 0 L 0 1 E" pathEditMode="relative" ptsTypes="AA">
                                      <p:cBhvr>
                                        <p:cTn id="17" dur="5200" fill="hold"/>
                                        <p:tgtEl>
                                          <p:spTgt spid="14"/>
                                        </p:tgtEl>
                                        <p:attrNameLst>
                                          <p:attrName>ppt_x</p:attrName>
                                          <p:attrName>ppt_y</p:attrName>
                                        </p:attrNameLst>
                                      </p:cBhvr>
                                    </p:animMotion>
                                  </p:childTnLst>
                                </p:cTn>
                              </p:par>
                              <p:par>
                                <p:cTn id="22" presetID="22" presetClass="entr" presetSubtype="1" fill="hold" grpId="0" nodeType="withEffect">
                                  <p:stCondLst>
                                    <p:cond delay="500"/>
                                  </p:stCondLst>
                                  <p:childTnLst>
                                    <p:set>
                                      <p:cBhvr>
                                        <p:cTn id="19" dur="1" fill="hold">
                                          <p:stCondLst>
                                            <p:cond delay="0"/>
                                          </p:stCondLst>
                                        </p:cTn>
                                        <p:tgtEl>
                                          <p:spTgt spid="5"/>
                                        </p:tgtEl>
                                        <p:attrNameLst>
                                          <p:attrName>style.visibility</p:attrName>
                                        </p:attrNameLst>
                                      </p:cBhvr>
                                      <p:to>
                                        <p:strVal val="visible"/>
                                      </p:to>
                                    </p:set>
                                    <p:animEffect transition="in" filter="wipe(down)">
                                      <p:cBhvr>
                                        <p:cTn id="20" dur="600"/>
                                        <p:tgtEl>
                                          <p:spTgt spid="5"/>
                                        </p:tgtEl>
                                      </p:cBhvr>
                                    </p:animEffect>
                                    <p:animEffect transition="in" filter="fade">
                                      <p:cBhvr>
                                        <p:cTn id="21" dur="600"/>
                                        <p:tgtEl>
                                          <p:spTgt spid="5"/>
                                        </p:tgtEl>
                                      </p:cBhvr>
                                    </p:animEffect>
                                  </p:childTnLst>
                                </p:cTn>
                              </p:par>
                              <p:par>
                                <p:cTn id="26" presetID="22" presetClass="entr" presetSubtype="1" fill="hold" grpId="0" nodeType="withEffect">
                                  <p:stCondLst>
                                    <p:cond delay="500"/>
                                  </p:stCondLst>
                                  <p:childTnLst>
                                    <p:set>
                                      <p:cBhvr>
                                        <p:cTn id="23" dur="1" fill="hold">
                                          <p:stCondLst>
                                            <p:cond delay="0"/>
                                          </p:stCondLst>
                                        </p:cTn>
                                        <p:tgtEl>
                                          <p:spTgt spid="6"/>
                                        </p:tgtEl>
                                        <p:attrNameLst>
                                          <p:attrName>style.visibility</p:attrName>
                                        </p:attrNameLst>
                                      </p:cBhvr>
                                      <p:to>
                                        <p:strVal val="visible"/>
                                      </p:to>
                                    </p:set>
                                    <p:animEffect transition="in" filter="wipe(down)">
                                      <p:cBhvr>
                                        <p:cTn id="24" dur="600"/>
                                        <p:tgtEl>
                                          <p:spTgt spid="6"/>
                                        </p:tgtEl>
                                      </p:cBhvr>
                                    </p:animEffect>
                                    <p:animEffect transition="in" filter="fade">
                                      <p:cBhvr>
                                        <p:cTn id="25" dur="600"/>
                                        <p:tgtEl>
                                          <p:spTgt spid="6"/>
                                        </p:tgtEl>
                                      </p:cBhvr>
                                    </p:animEffect>
                                  </p:childTnLst>
                                </p:cTn>
                              </p:par>
                              <p:par>
                                <p:cTn id="28" presetID="8" presetClass="emph" presetSubtype="0" fill="hold" grpId="1" nodeType="withEffect" repeatCount="indefinite">
                                  <p:stCondLst>
                                    <p:cond delay="500"/>
                                  </p:stCondLst>
                                  <p:childTnLst>
                                    <p:animRot by="21600000">
                                      <p:cBhvr>
                                        <p:cTn id="27" dur="16000" fill="hold"/>
                                        <p:tgtEl>
                                          <p:spTgt spid="13"/>
                                        </p:tgtEl>
                                        <p:attrNameLst>
                                          <p:attrName>r</p:attrName>
                                        </p:attrNameLst>
                                      </p:cBhvr>
                                    </p:animRot>
                                  </p:childTnLst>
                                </p:cTn>
                              </p:par>
                              <p:par>
                                <p:cTn id="30" presetID="0" presetClass="path" presetSubtype="0" fill="hold" grpId="1" nodeType="withEffect" autoRev="1" repeatCount="3000">
                                  <p:stCondLst>
                                    <p:cond delay="750"/>
                                  </p:stCondLst>
                                  <p:childTnLst>
                                    <p:animMotion origin="layout" path="M 0 0 L 0.008 0 E" pathEditMode="relative" ptsTypes="AA">
                                      <p:cBhvr>
                                        <p:cTn id="29" dur="45" fill="hold"/>
                                        <p:tgtEl>
                                          <p:spTgt spid="4"/>
                                        </p:tgtEl>
                                        <p:attrNameLst>
                                          <p:attrName>ppt_x</p:attrName>
                                          <p:attrName>ppt_y</p:attrName>
                                        </p:attrNameLst>
                                      </p:cBhvr>
                                    </p:animMotion>
                                  </p:childTnLst>
                                </p:cTn>
                              </p:par>
                              <p:par>
                                <p:cTn id="34" presetID="22" presetClass="entr" presetSubtype="1" fill="hold" grpId="0" nodeType="withEffect">
                                  <p:stCondLst>
                                    <p:cond delay="900"/>
                                  </p:stCondLst>
                                  <p:childTnLst>
                                    <p:set>
                                      <p:cBhvr>
                                        <p:cTn id="31" dur="1" fill="hold">
                                          <p:stCondLst>
                                            <p:cond delay="0"/>
                                          </p:stCondLst>
                                        </p:cTn>
                                        <p:tgtEl>
                                          <p:spTgt spid="7"/>
                                        </p:tgtEl>
                                        <p:attrNameLst>
                                          <p:attrName>style.visibility</p:attrName>
                                        </p:attrNameLst>
                                      </p:cBhvr>
                                      <p:to>
                                        <p:strVal val="visible"/>
                                      </p:to>
                                    </p:set>
                                    <p:animEffect transition="in" filter="wipe(down)">
                                      <p:cBhvr>
                                        <p:cTn id="32" dur="700"/>
                                        <p:tgtEl>
                                          <p:spTgt spid="7"/>
                                        </p:tgtEl>
                                      </p:cBhvr>
                                    </p:animEffect>
                                    <p:animEffect transition="in" filter="fade">
                                      <p:cBhvr>
                                        <p:cTn id="33" dur="700"/>
                                        <p:tgtEl>
                                          <p:spTgt spid="7"/>
                                        </p:tgtEl>
                                      </p:cBhvr>
                                    </p:animEffect>
                                  </p:childTnLst>
                                </p:cTn>
                              </p:par>
                              <p:par>
                                <p:cTn id="38" presetID="22" presetClass="entr" presetSubtype="1" fill="hold" grpId="0" nodeType="withEffect">
                                  <p:stCondLst>
                                    <p:cond delay="1500"/>
                                  </p:stCondLst>
                                  <p:childTnLst>
                                    <p:set>
                                      <p:cBhvr>
                                        <p:cTn id="35" dur="1" fill="hold">
                                          <p:stCondLst>
                                            <p:cond delay="0"/>
                                          </p:stCondLst>
                                        </p:cTn>
                                        <p:tgtEl>
                                          <p:spTgt spid="8"/>
                                        </p:tgtEl>
                                        <p:attrNameLst>
                                          <p:attrName>style.visibility</p:attrName>
                                        </p:attrNameLst>
                                      </p:cBhvr>
                                      <p:to>
                                        <p:strVal val="visible"/>
                                      </p:to>
                                    </p:set>
                                    <p:animEffect transition="in" filter="wipe(down)">
                                      <p:cBhvr>
                                        <p:cTn id="36" dur="500"/>
                                        <p:tgtEl>
                                          <p:spTgt spid="8"/>
                                        </p:tgtEl>
                                      </p:cBhvr>
                                    </p:animEffect>
                                    <p:animEffect transition="in" filter="fade">
                                      <p:cBhvr>
                                        <p:cTn id="37" dur="500"/>
                                        <p:tgtEl>
                                          <p:spTgt spid="8"/>
                                        </p:tgtEl>
                                      </p:cBhvr>
                                    </p:animEffect>
                                  </p:childTnLst>
                                </p:cTn>
                              </p:par>
                              <p:par>
                                <p:cTn id="42" presetID="22" presetClass="entr" presetSubtype="1" fill="hold" grpId="0" nodeType="withEffect">
                                  <p:stCondLst>
                                    <p:cond delay="1800"/>
                                  </p:stCondLst>
                                  <p:childTnLst>
                                    <p:set>
                                      <p:cBhvr>
                                        <p:cTn id="39" dur="1" fill="hold">
                                          <p:stCondLst>
                                            <p:cond delay="0"/>
                                          </p:stCondLst>
                                        </p:cTn>
                                        <p:tgtEl>
                                          <p:spTgt spid="9"/>
                                        </p:tgtEl>
                                        <p:attrNameLst>
                                          <p:attrName>style.visibility</p:attrName>
                                        </p:attrNameLst>
                                      </p:cBhvr>
                                      <p:to>
                                        <p:strVal val="visible"/>
                                      </p:to>
                                    </p:set>
                                    <p:animEffect transition="in" filter="wipe(down)">
                                      <p:cBhvr>
                                        <p:cTn id="40" dur="700"/>
                                        <p:tgtEl>
                                          <p:spTgt spid="9"/>
                                        </p:tgtEl>
                                      </p:cBhvr>
                                    </p:animEffect>
                                    <p:animEffect transition="in" filter="fade">
                                      <p:cBhvr>
                                        <p:cTn id="41" dur="700"/>
                                        <p:tgtEl>
                                          <p:spTgt spid="9"/>
                                        </p:tgtEl>
                                      </p:cBhvr>
                                    </p:animEffect>
                                  </p:childTnLst>
                                </p:cTn>
                              </p:par>
                              <p:par>
                                <p:cTn id="46" presetID="22" presetClass="entr" presetSubtype="1" fill="hold" grpId="0" nodeType="withEffect">
                                  <p:stCondLst>
                                    <p:cond delay="2300"/>
                                  </p:stCondLst>
                                  <p:childTnLst>
                                    <p:set>
                                      <p:cBhvr>
                                        <p:cTn id="43" dur="1" fill="hold">
                                          <p:stCondLst>
                                            <p:cond delay="0"/>
                                          </p:stCondLst>
                                        </p:cTn>
                                        <p:tgtEl>
                                          <p:spTgt spid="10"/>
                                        </p:tgtEl>
                                        <p:attrNameLst>
                                          <p:attrName>style.visibility</p:attrName>
                                        </p:attrNameLst>
                                      </p:cBhvr>
                                      <p:to>
                                        <p:strVal val="visible"/>
                                      </p:to>
                                    </p:set>
                                    <p:animEffect transition="in" filter="wipe(down)">
                                      <p:cBhvr>
                                        <p:cTn id="44" dur="450"/>
                                        <p:tgtEl>
                                          <p:spTgt spid="10"/>
                                        </p:tgtEl>
                                      </p:cBhvr>
                                    </p:animEffect>
                                    <p:animEffect transition="in" filter="fade">
                                      <p:cBhvr>
                                        <p:cTn id="45" dur="450"/>
                                        <p:tgtEl>
                                          <p:spTgt spid="10"/>
                                        </p:tgtEl>
                                      </p:cBhvr>
                                    </p:animEffect>
                                  </p:childTnLst>
                                </p:cTn>
                              </p:par>
                              <p:par>
                                <p:cTn id="50" presetID="22" presetClass="entr" presetSubtype="1" fill="hold" grpId="0" nodeType="withEffect">
                                  <p:stCondLst>
                                    <p:cond delay="2500"/>
                                  </p:stCondLst>
                                  <p:childTnLst>
                                    <p:set>
                                      <p:cBhvr>
                                        <p:cTn id="47" dur="1" fill="hold">
                                          <p:stCondLst>
                                            <p:cond delay="0"/>
                                          </p:stCondLst>
                                        </p:cTn>
                                        <p:tgtEl>
                                          <p:spTgt spid="11"/>
                                        </p:tgtEl>
                                        <p:attrNameLst>
                                          <p:attrName>style.visibility</p:attrName>
                                        </p:attrNameLst>
                                      </p:cBhvr>
                                      <p:to>
                                        <p:strVal val="visible"/>
                                      </p:to>
                                    </p:set>
                                    <p:animEffect transition="in" filter="wipe(down)">
                                      <p:cBhvr>
                                        <p:cTn id="48" dur="900"/>
                                        <p:tgtEl>
                                          <p:spTgt spid="11"/>
                                        </p:tgtEl>
                                      </p:cBhvr>
                                    </p:animEffect>
                                    <p:animEffect transition="in" filter="fade">
                                      <p:cBhvr>
                                        <p:cTn id="49" dur="900"/>
                                        <p:tgtEl>
                                          <p:spTgt spid="11"/>
                                        </p:tgtEl>
                                      </p:cBhvr>
                                    </p:animEffect>
                                  </p:childTnLst>
                                </p:cTn>
                              </p:par>
                              <p:par>
                                <p:cTn id="52" presetID="6" presetClass="emph" presetSubtype="0" fill="hold" grpId="1" nodeType="withEffect" autoRev="1" repeatCount="indefinite">
                                  <p:stCondLst>
                                    <p:cond delay="3600"/>
                                  </p:stCondLst>
                                  <p:childTnLst>
                                    <p:animScale>
                                      <p:cBhvr>
                                        <p:cTn id="51" dur="1200" fill="hold"/>
                                        <p:tgtEl>
                                          <p:spTgt spid="11"/>
                                        </p:tgtEl>
                                      </p:cBhvr>
                                      <p:by x="102000" y="10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2" grpId="0" animBg="1"/>
      <p:bldP spid="13" grpId="0" animBg="1"/>
      <p:bldP spid="4" grpId="0" animBg="1"/>
      <p:bldP spid="14" grpId="0" animBg="1"/>
      <p:bldP spid="5" grpId="0" animBg="1"/>
      <p:bldP spid="6" grpId="0" animBg="1"/>
      <p:bldP spid="13" grpId="1" animBg="1"/>
      <p:bldP spid="4" grpId="1" animBg="1"/>
      <p:bldP spid="7" grpId="0" animBg="1"/>
      <p:bldP spid="8" grpId="0" animBg="1"/>
      <p:bldP spid="9" grpId="0" animBg="1"/>
      <p:bldP spid="10" grpId="0" animBg="1"/>
      <p:bldP spid="11" grpId="0" animBg="1"/>
      <p:bldP spid="11"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eyebrow"/>
          <p:cNvSpPr txBox="1"/>
          <p:nvPr/>
        </p:nvSpPr>
        <p:spPr>
          <a:xfrm>
            <a:off x="812800" y="520700"/>
            <a:ext cx="9525000" cy="190500"/>
          </a:xfrm>
          <a:prstGeom prst="rect">
            <a:avLst/>
          </a:prstGeom>
          <a:noFill/>
          <a:ln/>
        </p:spPr>
        <p:txBody>
          <a:bodyPr wrap="square" lIns="0" tIns="0" rIns="0" bIns="0" rtlCol="0" anchor="t"/>
          <a:lstStyle/>
          <a:p>
            <a:pPr indent="0" marL="0">
              <a:buNone/>
            </a:pPr>
            <a:r>
              <a:rPr lang="en-US" sz="1100" b="1" spc="300" kern="0" dirty="0">
                <a:solidFill>
                  <a:srgbClr val="FFC94D"/>
                </a:solidFill>
                <a:latin typeface="Consolas" pitchFamily="34" charset="0"/>
                <a:ea typeface="Consolas" pitchFamily="34" charset="-122"/>
                <a:cs typeface="Consolas" pitchFamily="34" charset="-120"/>
              </a:rPr>
              <a:t>CASE 1 OF 5 · THE PEOPLE v. FACEBOOK</a:t>
            </a:r>
            <a:endParaRPr lang="en-US" sz="1100" dirty="0"/>
          </a:p>
        </p:txBody>
      </p:sp>
      <p:sp>
        <p:nvSpPr>
          <p:cNvPr id="4" name="heading"/>
          <p:cNvSpPr txBox="1"/>
          <p:nvPr/>
        </p:nvSpPr>
        <p:spPr>
          <a:xfrm>
            <a:off x="812800" y="749300"/>
            <a:ext cx="10096500" cy="1016000"/>
          </a:xfrm>
          <a:prstGeom prst="rect">
            <a:avLst/>
          </a:prstGeom>
          <a:noFill/>
          <a:ln/>
        </p:spPr>
        <p:txBody>
          <a:bodyPr wrap="square" lIns="0" tIns="0" rIns="0" bIns="0" rtlCol="0" anchor="t"/>
          <a:lstStyle/>
          <a:p>
            <a:pPr indent="0" marL="0">
              <a:lnSpc>
                <a:spcPct val="95000"/>
              </a:lnSpc>
              <a:buNone/>
            </a:pPr>
            <a:r>
              <a:rPr lang="en-US" sz="3000" b="1" dirty="0">
                <a:solidFill>
                  <a:srgbClr val="E8FBFF"/>
                </a:solidFill>
                <a:effectLst>
                  <a:glow rad="101600">
                    <a:srgbClr val="FFC94D">
                      <a:alpha val="35000"/>
                    </a:srgbClr>
                  </a:glow>
                </a:effectLst>
                <a:latin typeface="Bahnschrift" pitchFamily="34" charset="0"/>
                <a:ea typeface="Bahnschrift" pitchFamily="34" charset="-122"/>
                <a:cs typeface="Bahnschrift" pitchFamily="34" charset="-120"/>
              </a:rPr>
              <a:t>Case 1 of 5 – Facebook: guilty of leaving account recovery unguarded</a:t>
            </a:r>
            <a:endParaRPr lang="en-US" sz="3000" dirty="0"/>
          </a:p>
        </p:txBody>
      </p:sp>
      <p:sp>
        <p:nvSpPr>
          <p:cNvPr id="5" name="alab"/>
          <p:cNvSpPr txBox="1"/>
          <p:nvPr/>
        </p:nvSpPr>
        <p:spPr>
          <a:xfrm>
            <a:off x="812800" y="1892300"/>
            <a:ext cx="6413500" cy="190500"/>
          </a:xfrm>
          <a:prstGeom prst="rect">
            <a:avLst/>
          </a:prstGeom>
          <a:noFill/>
          <a:ln/>
        </p:spPr>
        <p:txBody>
          <a:bodyPr wrap="square" lIns="0" tIns="0" rIns="0" bIns="0" rtlCol="0" anchor="t"/>
          <a:lstStyle/>
          <a:p>
            <a:pPr algn="l" indent="0" marL="0">
              <a:buNone/>
            </a:pPr>
            <a:r>
              <a:rPr lang="en-US" sz="1150" b="1" spc="300" kern="0" dirty="0">
                <a:solidFill>
                  <a:srgbClr val="FF4F6E"/>
                </a:solidFill>
                <a:latin typeface="Consolas" pitchFamily="34" charset="0"/>
                <a:ea typeface="Consolas" pitchFamily="34" charset="-122"/>
                <a:cs typeface="Consolas" pitchFamily="34" charset="-120"/>
              </a:rPr>
              <a:t>PROSECUTION EXHIBITS · HOW THE ACCOUNT FELL</a:t>
            </a:r>
            <a:endParaRPr lang="en-US" sz="1150" dirty="0"/>
          </a:p>
        </p:txBody>
      </p:sp>
      <p:sp>
        <p:nvSpPr>
          <p:cNvPr id="6" name="abox0"/>
          <p:cNvSpPr/>
          <p:nvPr/>
        </p:nvSpPr>
        <p:spPr>
          <a:xfrm>
            <a:off x="812800" y="2120900"/>
            <a:ext cx="1968500" cy="1841500"/>
          </a:xfrm>
          <a:prstGeom prst="roundRect">
            <a:avLst>
              <a:gd name="adj" fmla="val 2979"/>
            </a:avLst>
          </a:prstGeom>
          <a:solidFill>
            <a:srgbClr val="10294A">
              <a:alpha val="70000"/>
            </a:srgbClr>
          </a:solidFill>
          <a:ln w="19050">
            <a:solidFill>
              <a:srgbClr val="FF4F6E"/>
            </a:solidFill>
            <a:prstDash val="solid"/>
          </a:ln>
          <a:effectLst>
            <a:outerShdw sx="100000" sy="100000" kx="0" ky="0" algn="bl" rotWithShape="0" blurRad="114300" dist="50800" dir="5400000">
              <a:srgbClr val="FFC94D">
                <a:alpha val="55000"/>
              </a:srgbClr>
            </a:outerShdw>
          </a:effectLst>
        </p:spPr>
      </p:sp>
      <p:pic>
        <p:nvPicPr>
          <p:cNvPr id="7" name="ashot0" descr="“Forgot password” link goes to hacked Gmail">    </p:cNvPr>
          <p:cNvPicPr>
            <a:picLocks noChangeAspect="1"/>
          </p:cNvPicPr>
          <p:nvPr/>
        </p:nvPicPr>
        <p:blipFill>
          <a:blip r:embed="rId2"/>
          <a:stretch>
            <a:fillRect/>
          </a:stretch>
        </p:blipFill>
        <p:spPr>
          <a:xfrm>
            <a:off x="1011546" y="2171700"/>
            <a:ext cx="1571009" cy="1409700"/>
          </a:xfrm>
          <a:prstGeom prst="rect">
            <a:avLst/>
          </a:prstGeom>
        </p:spPr>
      </p:pic>
      <p:sp>
        <p:nvSpPr>
          <p:cNvPr id="8" name="acap0"/>
          <p:cNvSpPr txBox="1"/>
          <p:nvPr/>
        </p:nvSpPr>
        <p:spPr>
          <a:xfrm>
            <a:off x="876300" y="36068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“Forgot password” link goes to hacked Gmail</a:t>
            </a:r>
            <a:endParaRPr lang="en-US" sz="1100" dirty="0"/>
          </a:p>
        </p:txBody>
      </p:sp>
      <p:sp>
        <p:nvSpPr>
          <p:cNvPr id="9" name="anum0"/>
          <p:cNvSpPr/>
          <p:nvPr/>
        </p:nvSpPr>
        <p:spPr>
          <a:xfrm>
            <a:off x="863600" y="2171700"/>
            <a:ext cx="254000" cy="254000"/>
          </a:xfrm>
          <a:prstGeom prst="roundRect">
            <a:avLst>
              <a:gd name="adj" fmla="val 180000"/>
            </a:avLst>
          </a:prstGeom>
          <a:solidFill>
            <a:srgbClr val="FF4F6E"/>
          </a:solidFill>
          <a:ln/>
          <a:effectLst>
            <a:outerShdw sx="100000" sy="100000" kx="0" ky="0" algn="bl" rotWithShape="0" blurRad="114300" dist="50800" dir="5400000">
              <a:srgbClr val="FF4F6E">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01</a:t>
            </a:r>
            <a:endParaRPr lang="en-US" sz="1100" dirty="0"/>
          </a:p>
        </p:txBody>
      </p:sp>
      <p:sp>
        <p:nvSpPr>
          <p:cNvPr id="10" name="aarr0"/>
          <p:cNvSpPr/>
          <p:nvPr/>
        </p:nvSpPr>
        <p:spPr>
          <a:xfrm>
            <a:off x="2806700" y="2946400"/>
            <a:ext cx="203200" cy="190500"/>
          </a:xfrm>
          <a:prstGeom prst="rightArrow">
            <a:avLst/>
          </a:prstGeom>
          <a:solidFill>
            <a:srgbClr val="FF4F6E"/>
          </a:solidFill>
          <a:ln/>
          <a:effectLst>
            <a:outerShdw sx="100000" sy="100000" kx="0" ky="0" algn="bl" rotWithShape="0" blurRad="114300" dist="50800" dir="5400000">
              <a:srgbClr val="FF4F6E">
                <a:alpha val="60000"/>
              </a:srgbClr>
            </a:outerShdw>
          </a:effectLst>
        </p:spPr>
      </p:sp>
      <p:sp>
        <p:nvSpPr>
          <p:cNvPr id="11" name="abox1"/>
          <p:cNvSpPr/>
          <p:nvPr/>
        </p:nvSpPr>
        <p:spPr>
          <a:xfrm>
            <a:off x="3035300" y="2120900"/>
            <a:ext cx="1968500" cy="1841500"/>
          </a:xfrm>
          <a:prstGeom prst="roundRect">
            <a:avLst>
              <a:gd name="adj" fmla="val 2979"/>
            </a:avLst>
          </a:prstGeom>
          <a:solidFill>
            <a:srgbClr val="10294A">
              <a:alpha val="70000"/>
            </a:srgbClr>
          </a:solidFill>
          <a:ln w="19050">
            <a:solidFill>
              <a:srgbClr val="FF4F6E"/>
            </a:solidFill>
            <a:prstDash val="solid"/>
          </a:ln>
          <a:effectLst>
            <a:outerShdw sx="100000" sy="100000" kx="0" ky="0" algn="bl" rotWithShape="0" blurRad="114300" dist="50800" dir="5400000">
              <a:srgbClr val="FFC94D">
                <a:alpha val="55000"/>
              </a:srgbClr>
            </a:outerShdw>
          </a:effectLst>
        </p:spPr>
      </p:sp>
      <p:pic>
        <p:nvPicPr>
          <p:cNvPr id="12" name="ashot1" descr="He resets the Facebook password">    </p:cNvPr>
          <p:cNvPicPr>
            <a:picLocks noChangeAspect="1"/>
          </p:cNvPicPr>
          <p:nvPr/>
        </p:nvPicPr>
        <p:blipFill>
          <a:blip r:embed="rId3"/>
          <a:stretch>
            <a:fillRect/>
          </a:stretch>
        </p:blipFill>
        <p:spPr>
          <a:xfrm>
            <a:off x="3321966" y="2171700"/>
            <a:ext cx="1395167" cy="1409700"/>
          </a:xfrm>
          <a:prstGeom prst="rect">
            <a:avLst/>
          </a:prstGeom>
        </p:spPr>
      </p:pic>
      <p:sp>
        <p:nvSpPr>
          <p:cNvPr id="13" name="acap1"/>
          <p:cNvSpPr txBox="1"/>
          <p:nvPr/>
        </p:nvSpPr>
        <p:spPr>
          <a:xfrm>
            <a:off x="3098800" y="36068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He resets the Facebook password</a:t>
            </a:r>
            <a:endParaRPr lang="en-US" sz="1100" dirty="0"/>
          </a:p>
        </p:txBody>
      </p:sp>
      <p:sp>
        <p:nvSpPr>
          <p:cNvPr id="14" name="anum1"/>
          <p:cNvSpPr/>
          <p:nvPr/>
        </p:nvSpPr>
        <p:spPr>
          <a:xfrm>
            <a:off x="3086100" y="2171700"/>
            <a:ext cx="254000" cy="254000"/>
          </a:xfrm>
          <a:prstGeom prst="roundRect">
            <a:avLst>
              <a:gd name="adj" fmla="val 180000"/>
            </a:avLst>
          </a:prstGeom>
          <a:solidFill>
            <a:srgbClr val="FF4F6E"/>
          </a:solidFill>
          <a:ln/>
          <a:effectLst>
            <a:outerShdw sx="100000" sy="100000" kx="0" ky="0" algn="bl" rotWithShape="0" blurRad="114300" dist="50800" dir="5400000">
              <a:srgbClr val="FF4F6E">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02</a:t>
            </a:r>
            <a:endParaRPr lang="en-US" sz="1100" dirty="0"/>
          </a:p>
        </p:txBody>
      </p:sp>
      <p:sp>
        <p:nvSpPr>
          <p:cNvPr id="15" name="aarr1"/>
          <p:cNvSpPr/>
          <p:nvPr/>
        </p:nvSpPr>
        <p:spPr>
          <a:xfrm>
            <a:off x="5029200" y="2946400"/>
            <a:ext cx="203200" cy="190500"/>
          </a:xfrm>
          <a:prstGeom prst="rightArrow">
            <a:avLst/>
          </a:prstGeom>
          <a:solidFill>
            <a:srgbClr val="FF4F6E"/>
          </a:solidFill>
          <a:ln/>
          <a:effectLst>
            <a:outerShdw sx="100000" sy="100000" kx="0" ky="0" algn="bl" rotWithShape="0" blurRad="114300" dist="50800" dir="5400000">
              <a:srgbClr val="FF4F6E">
                <a:alpha val="60000"/>
              </a:srgbClr>
            </a:outerShdw>
          </a:effectLst>
        </p:spPr>
      </p:sp>
      <p:sp>
        <p:nvSpPr>
          <p:cNvPr id="16" name="abox2"/>
          <p:cNvSpPr/>
          <p:nvPr/>
        </p:nvSpPr>
        <p:spPr>
          <a:xfrm>
            <a:off x="5257800" y="2120900"/>
            <a:ext cx="1968500" cy="1841500"/>
          </a:xfrm>
          <a:prstGeom prst="roundRect">
            <a:avLst>
              <a:gd name="adj" fmla="val 2979"/>
            </a:avLst>
          </a:prstGeom>
          <a:solidFill>
            <a:srgbClr val="10294A">
              <a:alpha val="70000"/>
            </a:srgbClr>
          </a:solidFill>
          <a:ln w="19050">
            <a:solidFill>
              <a:srgbClr val="FF4F6E"/>
            </a:solidFill>
            <a:prstDash val="solid"/>
          </a:ln>
          <a:effectLst>
            <a:outerShdw sx="100000" sy="100000" kx="0" ky="0" algn="bl" rotWithShape="0" blurRad="114300" dist="50800" dir="5400000">
              <a:srgbClr val="FFC94D">
                <a:alpha val="55000"/>
              </a:srgbClr>
            </a:outerShdw>
          </a:effectLst>
        </p:spPr>
      </p:sp>
      <p:pic>
        <p:nvPicPr>
          <p:cNvPr id="17" name="ashot2" descr="Recovery email and phone are swapped">    </p:cNvPr>
          <p:cNvPicPr>
            <a:picLocks noChangeAspect="1"/>
          </p:cNvPicPr>
          <p:nvPr/>
        </p:nvPicPr>
        <p:blipFill>
          <a:blip r:embed="rId4"/>
          <a:stretch>
            <a:fillRect/>
          </a:stretch>
        </p:blipFill>
        <p:spPr>
          <a:xfrm>
            <a:off x="5548552" y="2171700"/>
            <a:ext cx="1386996" cy="1409700"/>
          </a:xfrm>
          <a:prstGeom prst="rect">
            <a:avLst/>
          </a:prstGeom>
        </p:spPr>
      </p:pic>
      <p:sp>
        <p:nvSpPr>
          <p:cNvPr id="18" name="acap2"/>
          <p:cNvSpPr txBox="1"/>
          <p:nvPr/>
        </p:nvSpPr>
        <p:spPr>
          <a:xfrm>
            <a:off x="5321300" y="36068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Recovery email and phone are swapped</a:t>
            </a:r>
            <a:endParaRPr lang="en-US" sz="1100" dirty="0"/>
          </a:p>
        </p:txBody>
      </p:sp>
      <p:sp>
        <p:nvSpPr>
          <p:cNvPr id="19" name="anum2"/>
          <p:cNvSpPr/>
          <p:nvPr/>
        </p:nvSpPr>
        <p:spPr>
          <a:xfrm>
            <a:off x="5308600" y="2171700"/>
            <a:ext cx="254000" cy="254000"/>
          </a:xfrm>
          <a:prstGeom prst="roundRect">
            <a:avLst>
              <a:gd name="adj" fmla="val 180000"/>
            </a:avLst>
          </a:prstGeom>
          <a:solidFill>
            <a:srgbClr val="FF4F6E"/>
          </a:solidFill>
          <a:ln/>
          <a:effectLst>
            <a:outerShdw sx="100000" sy="100000" kx="0" ky="0" algn="bl" rotWithShape="0" blurRad="114300" dist="50800" dir="5400000">
              <a:srgbClr val="FF4F6E">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03</a:t>
            </a:r>
            <a:endParaRPr lang="en-US" sz="1100" dirty="0"/>
          </a:p>
        </p:txBody>
      </p:sp>
      <p:sp>
        <p:nvSpPr>
          <p:cNvPr id="20" name="slab"/>
          <p:cNvSpPr txBox="1"/>
          <p:nvPr/>
        </p:nvSpPr>
        <p:spPr>
          <a:xfrm>
            <a:off x="812800" y="4038600"/>
            <a:ext cx="6413500" cy="190500"/>
          </a:xfrm>
          <a:prstGeom prst="rect">
            <a:avLst/>
          </a:prstGeom>
          <a:noFill/>
          <a:ln/>
        </p:spPr>
        <p:txBody>
          <a:bodyPr wrap="square" lIns="0" tIns="0" rIns="0" bIns="0" rtlCol="0" anchor="t"/>
          <a:lstStyle/>
          <a:p>
            <a:pPr algn="l" indent="0" marL="0">
              <a:buNone/>
            </a:pPr>
            <a:r>
              <a:rPr lang="en-US" sz="1150" b="1" spc="300" kern="0" dirty="0">
                <a:solidFill>
                  <a:srgbClr val="3FF0FF"/>
                </a:solidFill>
                <a:latin typeface="Consolas" pitchFamily="34" charset="0"/>
                <a:ea typeface="Consolas" pitchFamily="34" charset="-122"/>
                <a:cs typeface="Consolas" pitchFamily="34" charset="-120"/>
              </a:rPr>
              <a:t>DEFENCE EXHIBITS · LOCKS THAT WOULD HAVE HELD</a:t>
            </a:r>
            <a:endParaRPr lang="en-US" sz="1150" dirty="0"/>
          </a:p>
        </p:txBody>
      </p:sp>
      <p:sp>
        <p:nvSpPr>
          <p:cNvPr id="21" name="sbox0"/>
          <p:cNvSpPr/>
          <p:nvPr/>
        </p:nvSpPr>
        <p:spPr>
          <a:xfrm>
            <a:off x="812800" y="4267200"/>
            <a:ext cx="1968500" cy="1841500"/>
          </a:xfrm>
          <a:prstGeom prst="roundRect">
            <a:avLst>
              <a:gd name="adj" fmla="val 2979"/>
            </a:avLst>
          </a:prstGeom>
          <a:solidFill>
            <a:srgbClr val="0A1A2E">
              <a:alpha val="70000"/>
            </a:srgbClr>
          </a:solidFill>
          <a:ln w="19050">
            <a:solidFill>
              <a:srgbClr val="3FF0FF"/>
            </a:solidFill>
            <a:prstDash val="solid"/>
          </a:ln>
          <a:effectLst>
            <a:outerShdw sx="100000" sy="100000" kx="0" ky="0" algn="bl" rotWithShape="0" blurRad="114300" dist="50800" dir="5400000">
              <a:srgbClr val="FFC94D">
                <a:alpha val="55000"/>
              </a:srgbClr>
            </a:outerShdw>
          </a:effectLst>
        </p:spPr>
      </p:sp>
      <p:pic>
        <p:nvPicPr>
          <p:cNvPr id="22" name="sshot0" descr="2FA with an app or a security key">    </p:cNvPr>
          <p:cNvPicPr>
            <a:picLocks noChangeAspect="1"/>
          </p:cNvPicPr>
          <p:nvPr/>
        </p:nvPicPr>
        <p:blipFill>
          <a:blip r:embed="rId5"/>
          <a:stretch>
            <a:fillRect/>
          </a:stretch>
        </p:blipFill>
        <p:spPr>
          <a:xfrm>
            <a:off x="1141920" y="4318000"/>
            <a:ext cx="1310261" cy="1409700"/>
          </a:xfrm>
          <a:prstGeom prst="rect">
            <a:avLst/>
          </a:prstGeom>
        </p:spPr>
      </p:pic>
      <p:sp>
        <p:nvSpPr>
          <p:cNvPr id="23" name="scap0"/>
          <p:cNvSpPr txBox="1"/>
          <p:nvPr/>
        </p:nvSpPr>
        <p:spPr>
          <a:xfrm>
            <a:off x="876300" y="57531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2FA with an app or a security key</a:t>
            </a:r>
            <a:endParaRPr lang="en-US" sz="1100" dirty="0"/>
          </a:p>
        </p:txBody>
      </p:sp>
      <p:sp>
        <p:nvSpPr>
          <p:cNvPr id="24" name="snum0"/>
          <p:cNvSpPr/>
          <p:nvPr/>
        </p:nvSpPr>
        <p:spPr>
          <a:xfrm>
            <a:off x="863600" y="4318000"/>
            <a:ext cx="254000" cy="254000"/>
          </a:xfrm>
          <a:prstGeom prst="roundRect">
            <a:avLst>
              <a:gd name="adj" fmla="val 180000"/>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01</a:t>
            </a:r>
            <a:endParaRPr lang="en-US" sz="1100" dirty="0"/>
          </a:p>
        </p:txBody>
      </p:sp>
      <p:sp>
        <p:nvSpPr>
          <p:cNvPr id="25" name="sarr0"/>
          <p:cNvSpPr/>
          <p:nvPr/>
        </p:nvSpPr>
        <p:spPr>
          <a:xfrm>
            <a:off x="2806700" y="5092700"/>
            <a:ext cx="203200" cy="190500"/>
          </a:xfrm>
          <a:prstGeom prst="rightArrow">
            <a:avLst/>
          </a:prstGeom>
          <a:solidFill>
            <a:srgbClr val="3FF0FF"/>
          </a:solidFill>
          <a:ln/>
          <a:effectLst>
            <a:outerShdw sx="100000" sy="100000" kx="0" ky="0" algn="bl" rotWithShape="0" blurRad="114300" dist="50800" dir="5400000">
              <a:srgbClr val="3FF0FF">
                <a:alpha val="60000"/>
              </a:srgbClr>
            </a:outerShdw>
          </a:effectLst>
        </p:spPr>
      </p:sp>
      <p:sp>
        <p:nvSpPr>
          <p:cNvPr id="26" name="sbox1"/>
          <p:cNvSpPr/>
          <p:nvPr/>
        </p:nvSpPr>
        <p:spPr>
          <a:xfrm>
            <a:off x="3035300" y="4267200"/>
            <a:ext cx="1968500" cy="1841500"/>
          </a:xfrm>
          <a:prstGeom prst="roundRect">
            <a:avLst>
              <a:gd name="adj" fmla="val 2979"/>
            </a:avLst>
          </a:prstGeom>
          <a:solidFill>
            <a:srgbClr val="0A1A2E">
              <a:alpha val="70000"/>
            </a:srgbClr>
          </a:solidFill>
          <a:ln w="19050">
            <a:solidFill>
              <a:srgbClr val="3FF0FF"/>
            </a:solidFill>
            <a:prstDash val="solid"/>
          </a:ln>
          <a:effectLst>
            <a:outerShdw sx="100000" sy="100000" kx="0" ky="0" algn="bl" rotWithShape="0" blurRad="114300" dist="50800" dir="5400000">
              <a:srgbClr val="FFC94D">
                <a:alpha val="55000"/>
              </a:srgbClr>
            </a:outerShdw>
          </a:effectLst>
        </p:spPr>
      </p:sp>
      <p:pic>
        <p:nvPicPr>
          <p:cNvPr id="27" name="sshot1" descr="Login alerts + “Where you’re logged in”">    </p:cNvPr>
          <p:cNvPicPr>
            <a:picLocks noChangeAspect="1"/>
          </p:cNvPicPr>
          <p:nvPr/>
        </p:nvPicPr>
        <p:blipFill>
          <a:blip r:embed="rId6"/>
          <a:stretch>
            <a:fillRect/>
          </a:stretch>
        </p:blipFill>
        <p:spPr>
          <a:xfrm>
            <a:off x="3357090" y="4318000"/>
            <a:ext cx="1324921" cy="1409700"/>
          </a:xfrm>
          <a:prstGeom prst="rect">
            <a:avLst/>
          </a:prstGeom>
        </p:spPr>
      </p:pic>
      <p:sp>
        <p:nvSpPr>
          <p:cNvPr id="28" name="scap1"/>
          <p:cNvSpPr txBox="1"/>
          <p:nvPr/>
        </p:nvSpPr>
        <p:spPr>
          <a:xfrm>
            <a:off x="3098800" y="57531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Login alerts + “Where you’re logged in”</a:t>
            </a:r>
            <a:endParaRPr lang="en-US" sz="1100" dirty="0"/>
          </a:p>
        </p:txBody>
      </p:sp>
      <p:sp>
        <p:nvSpPr>
          <p:cNvPr id="29" name="snum1"/>
          <p:cNvSpPr/>
          <p:nvPr/>
        </p:nvSpPr>
        <p:spPr>
          <a:xfrm>
            <a:off x="3086100" y="4318000"/>
            <a:ext cx="254000" cy="254000"/>
          </a:xfrm>
          <a:prstGeom prst="roundRect">
            <a:avLst>
              <a:gd name="adj" fmla="val 180000"/>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02</a:t>
            </a:r>
            <a:endParaRPr lang="en-US" sz="1100" dirty="0"/>
          </a:p>
        </p:txBody>
      </p:sp>
      <p:sp>
        <p:nvSpPr>
          <p:cNvPr id="30" name="sarr1"/>
          <p:cNvSpPr/>
          <p:nvPr/>
        </p:nvSpPr>
        <p:spPr>
          <a:xfrm>
            <a:off x="5029200" y="5092700"/>
            <a:ext cx="203200" cy="190500"/>
          </a:xfrm>
          <a:prstGeom prst="rightArrow">
            <a:avLst/>
          </a:prstGeom>
          <a:solidFill>
            <a:srgbClr val="3FF0FF"/>
          </a:solidFill>
          <a:ln/>
          <a:effectLst>
            <a:outerShdw sx="100000" sy="100000" kx="0" ky="0" algn="bl" rotWithShape="0" blurRad="114300" dist="50800" dir="5400000">
              <a:srgbClr val="3FF0FF">
                <a:alpha val="60000"/>
              </a:srgbClr>
            </a:outerShdw>
          </a:effectLst>
        </p:spPr>
      </p:sp>
      <p:sp>
        <p:nvSpPr>
          <p:cNvPr id="31" name="sbox2"/>
          <p:cNvSpPr/>
          <p:nvPr/>
        </p:nvSpPr>
        <p:spPr>
          <a:xfrm>
            <a:off x="5257800" y="4267200"/>
            <a:ext cx="1968500" cy="1841500"/>
          </a:xfrm>
          <a:prstGeom prst="roundRect">
            <a:avLst>
              <a:gd name="adj" fmla="val 2979"/>
            </a:avLst>
          </a:prstGeom>
          <a:solidFill>
            <a:srgbClr val="0A1A2E">
              <a:alpha val="70000"/>
            </a:srgbClr>
          </a:solidFill>
          <a:ln w="19050">
            <a:solidFill>
              <a:srgbClr val="3FF0FF"/>
            </a:solidFill>
            <a:prstDash val="solid"/>
          </a:ln>
          <a:effectLst>
            <a:outerShdw sx="100000" sy="100000" kx="0" ky="0" algn="bl" rotWithShape="0" blurRad="114300" dist="50800" dir="5400000">
              <a:srgbClr val="FFC94D">
                <a:alpha val="55000"/>
              </a:srgbClr>
            </a:outerShdw>
          </a:effectLst>
        </p:spPr>
      </p:sp>
      <p:pic>
        <p:nvPicPr>
          <p:cNvPr id="32" name="sshot2" descr="Keep recovery email and phone up to date">    </p:cNvPr>
          <p:cNvPicPr>
            <a:picLocks noChangeAspect="1"/>
          </p:cNvPicPr>
          <p:nvPr/>
        </p:nvPicPr>
        <p:blipFill>
          <a:blip r:embed="rId7"/>
          <a:stretch>
            <a:fillRect/>
          </a:stretch>
        </p:blipFill>
        <p:spPr>
          <a:xfrm>
            <a:off x="5583275" y="4318000"/>
            <a:ext cx="1317550" cy="1409700"/>
          </a:xfrm>
          <a:prstGeom prst="rect">
            <a:avLst/>
          </a:prstGeom>
        </p:spPr>
      </p:pic>
      <p:sp>
        <p:nvSpPr>
          <p:cNvPr id="33" name="scap2"/>
          <p:cNvSpPr txBox="1"/>
          <p:nvPr/>
        </p:nvSpPr>
        <p:spPr>
          <a:xfrm>
            <a:off x="5321300" y="57531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Keep recovery email and phone up to date</a:t>
            </a:r>
            <a:endParaRPr lang="en-US" sz="1100" dirty="0"/>
          </a:p>
        </p:txBody>
      </p:sp>
      <p:sp>
        <p:nvSpPr>
          <p:cNvPr id="34" name="snum2"/>
          <p:cNvSpPr/>
          <p:nvPr/>
        </p:nvSpPr>
        <p:spPr>
          <a:xfrm>
            <a:off x="5308600" y="4318000"/>
            <a:ext cx="254000" cy="254000"/>
          </a:xfrm>
          <a:prstGeom prst="roundRect">
            <a:avLst>
              <a:gd name="adj" fmla="val 180000"/>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03</a:t>
            </a:r>
            <a:endParaRPr lang="en-US" sz="1100" dirty="0"/>
          </a:p>
        </p:txBody>
      </p:sp>
      <p:sp>
        <p:nvSpPr>
          <p:cNvPr id="35" name="tmlab"/>
          <p:cNvSpPr txBox="1"/>
          <p:nvPr/>
        </p:nvSpPr>
        <p:spPr>
          <a:xfrm>
            <a:off x="7734300" y="1892300"/>
            <a:ext cx="3644900" cy="190500"/>
          </a:xfrm>
          <a:prstGeom prst="rect">
            <a:avLst/>
          </a:prstGeom>
          <a:noFill/>
          <a:ln/>
        </p:spPr>
        <p:txBody>
          <a:bodyPr wrap="square" lIns="0" tIns="0" rIns="0" bIns="0" rtlCol="0" anchor="t"/>
          <a:lstStyle/>
          <a:p>
            <a:pPr algn="ctr" indent="0" marL="0">
              <a:buNone/>
            </a:pPr>
            <a:r>
              <a:rPr lang="en-US" sz="1150" b="1" spc="300" kern="0" dirty="0">
                <a:solidFill>
                  <a:srgbClr val="FFC94D"/>
                </a:solidFill>
                <a:latin typeface="Consolas" pitchFamily="34" charset="0"/>
                <a:ea typeface="Consolas" pitchFamily="34" charset="-122"/>
                <a:cs typeface="Consolas" pitchFamily="34" charset="-120"/>
              </a:rPr>
              <a:t>THREAT LEVEL</a:t>
            </a:r>
            <a:endParaRPr lang="en-US" sz="1150" dirty="0"/>
          </a:p>
        </p:txBody>
      </p:sp>
      <p:pic>
        <p:nvPicPr>
          <p:cNvPr id="36" name="gauge" descr="Threat level gauge">    </p:cNvPr>
          <p:cNvPicPr>
            <a:picLocks noChangeAspect="1"/>
          </p:cNvPicPr>
          <p:nvPr/>
        </p:nvPicPr>
        <p:blipFill>
          <a:blip r:embed="rId8"/>
          <a:stretch>
            <a:fillRect/>
          </a:stretch>
        </p:blipFill>
        <p:spPr>
          <a:xfrm>
            <a:off x="8350250" y="2133600"/>
            <a:ext cx="2413000" cy="1397000"/>
          </a:xfrm>
          <a:prstGeom prst="rect">
            <a:avLst/>
          </a:prstGeom>
        </p:spPr>
      </p:pic>
      <p:pic>
        <p:nvPicPr>
          <p:cNvPr id="37" name="needle" descr="/tmp/claude-0/-home-user-bangladesh-crime-monitor/cb82e52d-05bf-5acf-9e17-5b7416beecee/scratchpad/animppt/holo/needle.png">    </p:cNvPr>
          <p:cNvPicPr>
            <a:picLocks noChangeAspect="1"/>
          </p:cNvPicPr>
          <p:nvPr/>
        </p:nvPicPr>
        <p:blipFill>
          <a:blip r:embed="rId9"/>
          <a:stretch>
            <a:fillRect/>
          </a:stretch>
        </p:blipFill>
        <p:spPr>
          <a:xfrm>
            <a:off x="8477250" y="2324100"/>
            <a:ext cx="2159000" cy="2159000"/>
          </a:xfrm>
          <a:prstGeom prst="rect">
            <a:avLst/>
          </a:prstGeom>
        </p:spPr>
      </p:pic>
      <p:sp>
        <p:nvSpPr>
          <p:cNvPr id="38" name="tmBad"/>
          <p:cNvSpPr txBox="1"/>
          <p:nvPr/>
        </p:nvSpPr>
        <p:spPr>
          <a:xfrm>
            <a:off x="7734300" y="3556000"/>
            <a:ext cx="3644900" cy="254000"/>
          </a:xfrm>
          <a:prstGeom prst="rect">
            <a:avLst/>
          </a:prstGeom>
          <a:noFill/>
          <a:ln/>
        </p:spPr>
        <p:txBody>
          <a:bodyPr wrap="square" lIns="0" tIns="0" rIns="0" bIns="0" rtlCol="0" anchor="t"/>
          <a:lstStyle/>
          <a:p>
            <a:pPr algn="ctr" indent="0" marL="0">
              <a:buNone/>
            </a:pPr>
            <a:r>
              <a:rPr lang="en-US" sz="1300" b="1" dirty="0">
                <a:solidFill>
                  <a:srgbClr val="FF4F6E"/>
                </a:solidFill>
                <a:latin typeface="Segoe UI" pitchFamily="34" charset="0"/>
                <a:ea typeface="Segoe UI" pitchFamily="34" charset="-122"/>
                <a:cs typeface="Segoe UI" pitchFamily="34" charset="-120"/>
              </a:rPr>
              <a:t>ATTACKED: CRITICAL</a:t>
            </a:r>
            <a:endParaRPr lang="en-US" sz="1300" dirty="0"/>
          </a:p>
        </p:txBody>
      </p:sp>
      <p:sp>
        <p:nvSpPr>
          <p:cNvPr id="39" name="tmGood"/>
          <p:cNvSpPr txBox="1"/>
          <p:nvPr/>
        </p:nvSpPr>
        <p:spPr>
          <a:xfrm>
            <a:off x="7734300" y="3556000"/>
            <a:ext cx="3644900" cy="254000"/>
          </a:xfrm>
          <a:prstGeom prst="rect">
            <a:avLst/>
          </a:prstGeom>
          <a:noFill/>
          <a:ln/>
        </p:spPr>
        <p:txBody>
          <a:bodyPr wrap="square" lIns="0" tIns="0" rIns="0" bIns="0" rtlCol="0" anchor="t"/>
          <a:lstStyle/>
          <a:p>
            <a:pPr algn="ctr" indent="0" marL="0">
              <a:buNone/>
            </a:pPr>
            <a:r>
              <a:rPr lang="en-US" sz="1300" b="1" dirty="0">
                <a:solidFill>
                  <a:srgbClr val="FF4F6E"/>
                </a:solidFill>
                <a:latin typeface="Segoe UI" pitchFamily="34" charset="0"/>
                <a:ea typeface="Segoe UI" pitchFamily="34" charset="-122"/>
                <a:cs typeface="Segoe UI" pitchFamily="34" charset="-120"/>
              </a:rPr>
              <a:t>VERDICT: GUILTY · 16/25</a:t>
            </a:r>
            <a:endParaRPr lang="en-US" sz="1300" dirty="0"/>
          </a:p>
        </p:txBody>
      </p:sp>
      <p:sp>
        <p:nvSpPr>
          <p:cNvPr id="40" name="rdlab"/>
          <p:cNvSpPr txBox="1"/>
          <p:nvPr/>
        </p:nvSpPr>
        <p:spPr>
          <a:xfrm>
            <a:off x="7734300" y="3873500"/>
            <a:ext cx="3644900" cy="190500"/>
          </a:xfrm>
          <a:prstGeom prst="rect">
            <a:avLst/>
          </a:prstGeom>
          <a:noFill/>
          <a:ln/>
        </p:spPr>
        <p:txBody>
          <a:bodyPr wrap="square" lIns="0" tIns="0" rIns="0" bIns="0" rtlCol="0" anchor="t"/>
          <a:lstStyle/>
          <a:p>
            <a:pPr algn="ctr" indent="0" marL="0">
              <a:buNone/>
            </a:pPr>
            <a:r>
              <a:rPr lang="en-US" sz="1150" b="1" spc="300" kern="0" dirty="0">
                <a:solidFill>
                  <a:srgbClr val="FFC94D"/>
                </a:solidFill>
                <a:latin typeface="Consolas" pitchFamily="34" charset="0"/>
                <a:ea typeface="Consolas" pitchFamily="34" charset="-122"/>
                <a:cs typeface="Consolas" pitchFamily="34" charset="-120"/>
              </a:rPr>
              <a:t>EVIDENCE RADAR · 16 / 25</a:t>
            </a:r>
            <a:endParaRPr lang="en-US" sz="1150" dirty="0"/>
          </a:p>
        </p:txBody>
      </p:sp>
      <p:pic>
        <p:nvPicPr>
          <p:cNvPr id="41" name="rgrid" descr="Security radar">    </p:cNvPr>
          <p:cNvPicPr>
            <a:picLocks noChangeAspect="1"/>
          </p:cNvPicPr>
          <p:nvPr/>
        </p:nvPicPr>
        <p:blipFill>
          <a:blip r:embed="rId10"/>
          <a:stretch>
            <a:fillRect/>
          </a:stretch>
        </p:blipFill>
        <p:spPr>
          <a:xfrm>
            <a:off x="8413750" y="4064000"/>
            <a:ext cx="2286000" cy="1778000"/>
          </a:xfrm>
          <a:prstGeom prst="rect">
            <a:avLst/>
          </a:prstGeom>
        </p:spPr>
      </p:pic>
      <p:pic>
        <p:nvPicPr>
          <p:cNvPr id="42" name="rshape" descr="/tmp/claude-0/-home-user-bangladesh-crime-monitor/cb82e52d-05bf-5acf-9e17-5b7416beecee/scratchpad/animppt/holo/radar_shape_door-fb.png">    </p:cNvPr>
          <p:cNvPicPr>
            <a:picLocks noChangeAspect="1"/>
          </p:cNvPicPr>
          <p:nvPr/>
        </p:nvPicPr>
        <p:blipFill>
          <a:blip r:embed="rId11"/>
          <a:stretch>
            <a:fillRect/>
          </a:stretch>
        </p:blipFill>
        <p:spPr>
          <a:xfrm>
            <a:off x="8413750" y="4064000"/>
            <a:ext cx="2286000" cy="1778000"/>
          </a:xfrm>
          <a:prstGeom prst="rect">
            <a:avLst/>
          </a:prstGeom>
        </p:spPr>
      </p:pic>
      <p:sp>
        <p:nvSpPr>
          <p:cNvPr id="43" name="fix"/>
          <p:cNvSpPr/>
          <p:nvPr/>
        </p:nvSpPr>
        <p:spPr>
          <a:xfrm>
            <a:off x="7734300" y="5816600"/>
            <a:ext cx="3644900" cy="520700"/>
          </a:xfrm>
          <a:prstGeom prst="roundRect">
            <a:avLst>
              <a:gd name="adj" fmla="val 21073"/>
            </a:avLst>
          </a:prstGeom>
          <a:solidFill>
            <a:srgbClr val="FFC94D"/>
          </a:solidFill>
          <a:ln/>
          <a:effectLst>
            <a:outerShdw sx="100000" sy="100000" kx="0" ky="0" algn="bl" rotWithShape="0" blurRad="114300" dist="50800" dir="5400000">
              <a:srgbClr val="FFC94D">
                <a:alpha val="45000"/>
              </a:srgbClr>
            </a:outerShdw>
          </a:effectLst>
        </p:spPr>
        <p:txBody>
          <a:bodyPr wrap="square" lIns="63500" tIns="63500" rIns="63500" bIns="63500" rtlCol="0" anchor="ctr"/>
          <a:lstStyle/>
          <a:p>
            <a:pPr algn="l" indent="0" marL="0">
              <a:buNone/>
            </a:pPr>
            <a:r>
              <a:rPr lang="en-US" sz="1100" b="1" dirty="0">
                <a:solidFill>
                  <a:srgbClr val="06101E"/>
                </a:solidFill>
                <a:latin typeface="Segoe UI" pitchFamily="34" charset="0"/>
                <a:ea typeface="Segoe UI" pitchFamily="34" charset="-122"/>
                <a:cs typeface="Segoe UI" pitchFamily="34" charset="-120"/>
              </a:rPr>
              <a:t>Sentence: </a:t>
            </a:r>
            <a:pPr algn="l" indent="0" marL="0">
              <a:buNone/>
            </a:pPr>
            <a:r>
              <a:rPr lang="en-US" sz="1100" dirty="0">
                <a:solidFill>
                  <a:srgbClr val="06101E"/>
                </a:solidFill>
                <a:latin typeface="Segoe UI" pitchFamily="34" charset="0"/>
                <a:ea typeface="Segoe UI" pitchFamily="34" charset="-122"/>
                <a:cs typeface="Segoe UI" pitchFamily="34" charset="-120"/>
              </a:rPr>
              <a:t>a 48-hour wait before a new email, phone number or 2FA change takes effect</a:t>
            </a:r>
            <a:endParaRPr lang="en-US" sz="1100" dirty="0"/>
          </a:p>
        </p:txBody>
      </p:sp>
      <p:pic>
        <p:nvPicPr>
          <p:cNvPr id="44" name="hud" descr="/tmp/claude-0/-home-user-bangladesh-crime-monitor/cb82e52d-05bf-5acf-9e17-5b7416beecee/scratchpad/animppt/holo/court/hud.png">    </p:cNvPr>
          <p:cNvPicPr>
            <a:picLocks noChangeAspect="1"/>
          </p:cNvPicPr>
          <p:nvPr/>
        </p:nvPicPr>
        <p:blipFill>
          <a:blip r:embed="rId12"/>
          <a:stretch>
            <a:fillRect/>
          </a:stretch>
        </p:blipFill>
        <p:spPr>
          <a:xfrm>
            <a:off x="0" y="0"/>
            <a:ext cx="12191695" cy="6858000"/>
          </a:xfrm>
          <a:prstGeom prst="rect">
            <a:avLst/>
          </a:prstGeom>
        </p:spPr>
      </p:pic>
      <p:pic>
        <p:nvPicPr>
          <p:cNvPr id="45" name="hudring" descr="/tmp/claude-0/-home-user-bangladesh-crime-monitor/cb82e52d-05bf-5acf-9e17-5b7416beecee/scratchpad/animppt/holo/court/ring.png">    </p:cNvPr>
          <p:cNvPicPr>
            <a:picLocks noChangeAspect="1"/>
          </p:cNvPicPr>
          <p:nvPr/>
        </p:nvPicPr>
        <p:blipFill>
          <a:blip r:embed="rId13"/>
          <a:stretch>
            <a:fillRect/>
          </a:stretch>
        </p:blipFill>
        <p:spPr>
          <a:xfrm>
            <a:off x="11125200" y="152400"/>
            <a:ext cx="952500" cy="952500"/>
          </a:xfrm>
          <a:prstGeom prst="rect">
            <a:avLst/>
          </a:prstGeom>
        </p:spPr>
      </p:pic>
      <p:pic>
        <p:nvPicPr>
          <p:cNvPr id="46" name="scanbar" descr="/tmp/claude-0/-home-user-bangladesh-crime-monitor/cb82e52d-05bf-5acf-9e17-5b7416beecee/scratchpad/animppt/holo/court/scan.png">    </p:cNvPr>
          <p:cNvPicPr>
            <a:picLocks noChangeAspect="1"/>
          </p:cNvPicPr>
          <p:nvPr/>
        </p:nvPicPr>
        <p:blipFill>
          <a:blip r:embed="rId14"/>
          <a:stretch>
            <a:fillRect/>
          </a:stretch>
        </p:blipFill>
        <p:spPr>
          <a:xfrm>
            <a:off x="0" y="0"/>
            <a:ext cx="12191695" cy="381000"/>
          </a:xfrm>
          <a:prstGeom prst="rect">
            <a:avLst/>
          </a:prstGeom>
        </p:spPr>
      </p:pic>
    </p:spTree>
  </p:cSld>
  <p:clrMapOvr>
    <a:masterClrMapping/>
  </p:clrMapOvr>
  <p:transition spd="med">
    <p:push dir="u"/>
  </p:transition>
  <p:timing>
    <p:tnLst>
      <p:par>
        <p:cTn id="1" dur="indefinite" restart="never" nodeType="tmRoot">
          <p:childTnLst>
            <p:seq concurrent="1" nextAc="seek">
              <p:cTn id="2" dur="indefinite" nodeType="mainSeq">
                <p:childTnLst>
                  <p:par>
                    <p:cTn id="209" fill="hold">
                      <p:stCondLst>
                        <p:cond delay="indefinite"/>
                        <p:cond evt="onBegin" delay="0">
                          <p:tn val="2"/>
                        </p:cond>
                      </p:stCondLst>
                      <p:childTnLst>
                        <p:par>
                          <p:cTn id="210" fill="hold">
                            <p:stCondLst>
                              <p:cond delay="0"/>
                            </p:stCondLst>
                            <p:childTnLst>
                              <p:par>
                                <p:cTn id="6" presetID="22" presetClass="entr" presetSubtype="1"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wipe(down)">
                                      <p:cBhvr>
                                        <p:cTn id="4" dur="400"/>
                                        <p:tgtEl>
                                          <p:spTgt spid="3"/>
                                        </p:tgtEl>
                                      </p:cBhvr>
                                    </p:animEffect>
                                    <p:animEffect transition="in" filter="fade">
                                      <p:cBhvr>
                                        <p:cTn id="5" dur="400"/>
                                        <p:tgtEl>
                                          <p:spTgt spid="3"/>
                                        </p:tgtEl>
                                      </p:cBhvr>
                                    </p:animEffect>
                                  </p:childTnLst>
                                </p:cTn>
                              </p:par>
                              <p:par>
                                <p:cTn id="9" presetID="10" presetClass="entr" presetSubtype="0" fill="hold" grpId="0" nodeType="withEffect">
                                  <p:stCondLst>
                                    <p:cond delay="0"/>
                                  </p:stCondLst>
                                  <p:childTnLst>
                                    <p:set>
                                      <p:cBhvr>
                                        <p:cTn id="7" dur="1" fill="hold">
                                          <p:stCondLst>
                                            <p:cond delay="0"/>
                                          </p:stCondLst>
                                        </p:cTn>
                                        <p:tgtEl>
                                          <p:spTgt spid="44"/>
                                        </p:tgtEl>
                                        <p:attrNameLst>
                                          <p:attrName>style.visibility</p:attrName>
                                        </p:attrNameLst>
                                      </p:cBhvr>
                                      <p:to>
                                        <p:strVal val="visible"/>
                                      </p:to>
                                    </p:set>
                                    <p:animEffect transition="in" filter="fade">
                                      <p:cBhvr>
                                        <p:cTn id="8" dur="500"/>
                                        <p:tgtEl>
                                          <p:spTgt spid="44"/>
                                        </p:tgtEl>
                                      </p:cBhvr>
                                    </p:animEffect>
                                  </p:childTnLst>
                                </p:cTn>
                              </p:par>
                              <p:par>
                                <p:cTn id="12" presetID="10" presetClass="entr" presetSubtype="0" fill="hold" grpId="0" nodeType="withEffect">
                                  <p:stCondLst>
                                    <p:cond delay="0"/>
                                  </p:stCondLst>
                                  <p:childTnLst>
                                    <p:set>
                                      <p:cBhvr>
                                        <p:cTn id="10" dur="1" fill="hold">
                                          <p:stCondLst>
                                            <p:cond delay="0"/>
                                          </p:stCondLst>
                                        </p:cTn>
                                        <p:tgtEl>
                                          <p:spTgt spid="45"/>
                                        </p:tgtEl>
                                        <p:attrNameLst>
                                          <p:attrName>style.visibility</p:attrName>
                                        </p:attrNameLst>
                                      </p:cBhvr>
                                      <p:to>
                                        <p:strVal val="visible"/>
                                      </p:to>
                                    </p:set>
                                    <p:animEffect transition="in" filter="fade">
                                      <p:cBhvr>
                                        <p:cTn id="11" dur="500"/>
                                        <p:tgtEl>
                                          <p:spTgt spid="45"/>
                                        </p:tgtEl>
                                      </p:cBhvr>
                                    </p:animEffect>
                                  </p:childTnLst>
                                </p:cTn>
                              </p:par>
                              <p:par>
                                <p:cTn id="16" presetID="22" presetClass="entr" presetSubtype="1" fill="hold" grpId="0" nodeType="withEffect">
                                  <p:stCondLst>
                                    <p:cond delay="100"/>
                                  </p:stCondLst>
                                  <p:childTnLst>
                                    <p:set>
                                      <p:cBhvr>
                                        <p:cTn id="13" dur="1" fill="hold">
                                          <p:stCondLst>
                                            <p:cond delay="0"/>
                                          </p:stCondLst>
                                        </p:cTn>
                                        <p:tgtEl>
                                          <p:spTgt spid="4"/>
                                        </p:tgtEl>
                                        <p:attrNameLst>
                                          <p:attrName>style.visibility</p:attrName>
                                        </p:attrNameLst>
                                      </p:cBhvr>
                                      <p:to>
                                        <p:strVal val="visible"/>
                                      </p:to>
                                    </p:set>
                                    <p:animEffect transition="in" filter="wipe(down)">
                                      <p:cBhvr>
                                        <p:cTn id="14" dur="600"/>
                                        <p:tgtEl>
                                          <p:spTgt spid="4"/>
                                        </p:tgtEl>
                                      </p:cBhvr>
                                    </p:animEffect>
                                    <p:animEffect transition="in" filter="fade">
                                      <p:cBhvr>
                                        <p:cTn id="15" dur="600"/>
                                        <p:tgtEl>
                                          <p:spTgt spid="4"/>
                                        </p:tgtEl>
                                      </p:cBhvr>
                                    </p:animEffect>
                                  </p:childTnLst>
                                </p:cTn>
                              </p:par>
                              <p:par>
                                <p:cTn id="18" presetID="0" presetClass="path" presetSubtype="0" fill="hold" grpId="0" nodeType="withEffect" repeatCount="indefinite">
                                  <p:stCondLst>
                                    <p:cond delay="300"/>
                                  </p:stCondLst>
                                  <p:childTnLst>
                                    <p:animMotion origin="layout" path="M 0 0 L 0 1 E" pathEditMode="relative" ptsTypes="AA">
                                      <p:cBhvr>
                                        <p:cTn id="17" dur="5200" fill="hold"/>
                                        <p:tgtEl>
                                          <p:spTgt spid="46"/>
                                        </p:tgtEl>
                                        <p:attrNameLst>
                                          <p:attrName>ppt_x</p:attrName>
                                          <p:attrName>ppt_y</p:attrName>
                                        </p:attrNameLst>
                                      </p:cBhvr>
                                    </p:animMotion>
                                  </p:childTnLst>
                                </p:cTn>
                              </p:par>
                              <p:par>
                                <p:cTn id="20" presetID="8" presetClass="emph" presetSubtype="0" fill="hold" grpId="1" nodeType="withEffect" repeatCount="indefinite">
                                  <p:stCondLst>
                                    <p:cond delay="500"/>
                                  </p:stCondLst>
                                  <p:childTnLst>
                                    <p:animRot by="21600000">
                                      <p:cBhvr>
                                        <p:cTn id="19" dur="16000" fill="hold"/>
                                        <p:tgtEl>
                                          <p:spTgt spid="45"/>
                                        </p:tgtEl>
                                        <p:attrNameLst>
                                          <p:attrName>r</p:attrName>
                                        </p:attrNameLst>
                                      </p:cBhvr>
                                    </p:animRot>
                                  </p:childTnLst>
                                </p:cTn>
                              </p:par>
                              <p:par>
                                <p:cTn id="24" presetID="22" presetClass="entr" presetSubtype="1" fill="hold" grpId="0" nodeType="withEffect">
                                  <p:stCondLst>
                                    <p:cond delay="60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450"/>
                                        <p:tgtEl>
                                          <p:spTgt spid="5"/>
                                        </p:tgtEl>
                                      </p:cBhvr>
                                    </p:animEffect>
                                    <p:animEffect transition="in" filter="fade">
                                      <p:cBhvr>
                                        <p:cTn id="23" dur="450"/>
                                        <p:tgtEl>
                                          <p:spTgt spid="5"/>
                                        </p:tgtEl>
                                      </p:cBhvr>
                                    </p:animEffect>
                                  </p:childTnLst>
                                </p:cTn>
                              </p:par>
                              <p:par>
                                <p:cTn id="28" presetID="22" presetClass="entr" presetSubtype="1" fill="hold" grpId="0" nodeType="withEffect">
                                  <p:stCondLst>
                                    <p:cond delay="600"/>
                                  </p:stCondLst>
                                  <p:childTnLst>
                                    <p:set>
                                      <p:cBhvr>
                                        <p:cTn id="25" dur="1" fill="hold">
                                          <p:stCondLst>
                                            <p:cond delay="0"/>
                                          </p:stCondLst>
                                        </p:cTn>
                                        <p:tgtEl>
                                          <p:spTgt spid="35"/>
                                        </p:tgtEl>
                                        <p:attrNameLst>
                                          <p:attrName>style.visibility</p:attrName>
                                        </p:attrNameLst>
                                      </p:cBhvr>
                                      <p:to>
                                        <p:strVal val="visible"/>
                                      </p:to>
                                    </p:set>
                                    <p:animEffect transition="in" filter="wipe(down)">
                                      <p:cBhvr>
                                        <p:cTn id="26" dur="450"/>
                                        <p:tgtEl>
                                          <p:spTgt spid="35"/>
                                        </p:tgtEl>
                                      </p:cBhvr>
                                    </p:animEffect>
                                    <p:animEffect transition="in" filter="fade">
                                      <p:cBhvr>
                                        <p:cTn id="27" dur="450"/>
                                        <p:tgtEl>
                                          <p:spTgt spid="35"/>
                                        </p:tgtEl>
                                      </p:cBhvr>
                                    </p:animEffect>
                                  </p:childTnLst>
                                </p:cTn>
                              </p:par>
                              <p:par>
                                <p:cTn id="32" presetID="22" presetClass="entr" presetSubtype="1" fill="hold" grpId="0" nodeType="withEffect">
                                  <p:stCondLst>
                                    <p:cond delay="700"/>
                                  </p:stCondLst>
                                  <p:childTnLst>
                                    <p:set>
                                      <p:cBhvr>
                                        <p:cTn id="29" dur="1" fill="hold">
                                          <p:stCondLst>
                                            <p:cond delay="0"/>
                                          </p:stCondLst>
                                        </p:cTn>
                                        <p:tgtEl>
                                          <p:spTgt spid="36"/>
                                        </p:tgtEl>
                                        <p:attrNameLst>
                                          <p:attrName>style.visibility</p:attrName>
                                        </p:attrNameLst>
                                      </p:cBhvr>
                                      <p:to>
                                        <p:strVal val="visible"/>
                                      </p:to>
                                    </p:set>
                                    <p:animEffect transition="in" filter="wipe(down)">
                                      <p:cBhvr>
                                        <p:cTn id="30" dur="600"/>
                                        <p:tgtEl>
                                          <p:spTgt spid="36"/>
                                        </p:tgtEl>
                                      </p:cBhvr>
                                    </p:animEffect>
                                    <p:animEffect transition="in" filter="fade">
                                      <p:cBhvr>
                                        <p:cTn id="31" dur="600"/>
                                        <p:tgtEl>
                                          <p:spTgt spid="36"/>
                                        </p:tgtEl>
                                      </p:cBhvr>
                                    </p:animEffect>
                                  </p:childTnLst>
                                </p:cTn>
                              </p:par>
                              <p:par>
                                <p:cTn id="34" presetID="0" presetClass="path" presetSubtype="0" fill="hold" grpId="1" nodeType="withEffect" autoRev="1" repeatCount="3000">
                                  <p:stCondLst>
                                    <p:cond delay="750"/>
                                  </p:stCondLst>
                                  <p:childTnLst>
                                    <p:animMotion origin="layout" path="M 0 0 L 0.008 0 E" pathEditMode="relative" ptsTypes="AA">
                                      <p:cBhvr>
                                        <p:cTn id="33" dur="45" fill="hold"/>
                                        <p:tgtEl>
                                          <p:spTgt spid="4"/>
                                        </p:tgtEl>
                                        <p:attrNameLst>
                                          <p:attrName>ppt_x</p:attrName>
                                          <p:attrName>ppt_y</p:attrName>
                                        </p:attrNameLst>
                                      </p:cBhvr>
                                    </p:animMotion>
                                  </p:childTnLst>
                                </p:cTn>
                              </p:par>
                              <p:par>
                                <p:cTn id="38" presetID="22" presetClass="entr" presetSubtype="1" fill="hold" grpId="0" nodeType="withEffect">
                                  <p:stCondLst>
                                    <p:cond delay="900"/>
                                  </p:stCondLst>
                                  <p:childTnLst>
                                    <p:set>
                                      <p:cBhvr>
                                        <p:cTn id="35" dur="1" fill="hold">
                                          <p:stCondLst>
                                            <p:cond delay="0"/>
                                          </p:stCondLst>
                                        </p:cTn>
                                        <p:tgtEl>
                                          <p:spTgt spid="6"/>
                                        </p:tgtEl>
                                        <p:attrNameLst>
                                          <p:attrName>style.visibility</p:attrName>
                                        </p:attrNameLst>
                                      </p:cBhvr>
                                      <p:to>
                                        <p:strVal val="visible"/>
                                      </p:to>
                                    </p:set>
                                    <p:animEffect transition="in" filter="wipe(down)">
                                      <p:cBhvr>
                                        <p:cTn id="36" dur="450"/>
                                        <p:tgtEl>
                                          <p:spTgt spid="6"/>
                                        </p:tgtEl>
                                      </p:cBhvr>
                                    </p:animEffect>
                                    <p:animEffect transition="in" filter="fade">
                                      <p:cBhvr>
                                        <p:cTn id="37" dur="450"/>
                                        <p:tgtEl>
                                          <p:spTgt spid="6"/>
                                        </p:tgtEl>
                                      </p:cBhvr>
                                    </p:animEffect>
                                  </p:childTnLst>
                                </p:cTn>
                              </p:par>
                              <p:par>
                                <p:cTn id="43" presetID="53" presetClass="entr" presetSubtype="16" fill="hold" grpId="0" nodeType="withEffect">
                                  <p:stCondLst>
                                    <p:cond delay="1000"/>
                                  </p:stCondLst>
                                  <p:childTnLst>
                                    <p:set>
                                      <p:cBhvr>
                                        <p:cTn id="39" dur="1" fill="hold">
                                          <p:stCondLst>
                                            <p:cond delay="0"/>
                                          </p:stCondLst>
                                        </p:cTn>
                                        <p:tgtEl>
                                          <p:spTgt spid="9"/>
                                        </p:tgtEl>
                                        <p:attrNameLst>
                                          <p:attrName>style.visibility</p:attrName>
                                        </p:attrNameLst>
                                      </p:cBhvr>
                                      <p:to>
                                        <p:strVal val="visible"/>
                                      </p:to>
                                    </p:set>
                                    <p:anim calcmode="lin" valueType="num">
                                      <p:cBhvr additive="base">
                                        <p:cTn id="40" dur="350" fill="hold"/>
                                        <p:tgtEl>
                                          <p:spTgt spid="9"/>
                                        </p:tgtEl>
                                        <p:attrNameLst>
                                          <p:attrName>ppt_w</p:attrName>
                                        </p:attrNameLst>
                                      </p:cBhvr>
                                      <p:tavLst>
                                        <p:tav tm="0">
                                          <p:val>
                                            <p:strVal val="0"/>
                                          </p:val>
                                        </p:tav>
                                        <p:tav tm="100000">
                                          <p:val>
                                            <p:strVal val="#ppt_w"/>
                                          </p:val>
                                        </p:tav>
                                      </p:tavLst>
                                    </p:anim>
                                    <p:anim calcmode="lin" valueType="num">
                                      <p:cBhvr additive="base">
                                        <p:cTn id="41" dur="350" fill="hold"/>
                                        <p:tgtEl>
                                          <p:spTgt spid="9"/>
                                        </p:tgtEl>
                                        <p:attrNameLst>
                                          <p:attrName>ppt_h</p:attrName>
                                        </p:attrNameLst>
                                      </p:cBhvr>
                                      <p:tavLst>
                                        <p:tav tm="0">
                                          <p:val>
                                            <p:strVal val="0"/>
                                          </p:val>
                                        </p:tav>
                                        <p:tav tm="100000">
                                          <p:val>
                                            <p:strVal val="#ppt_h"/>
                                          </p:val>
                                        </p:tav>
                                      </p:tavLst>
                                    </p:anim>
                                    <p:animEffect transition="in" filter="fade">
                                      <p:cBhvr>
                                        <p:cTn id="42" dur="350"/>
                                        <p:tgtEl>
                                          <p:spTgt spid="9"/>
                                        </p:tgtEl>
                                      </p:cBhvr>
                                    </p:animEffect>
                                  </p:childTnLst>
                                </p:cTn>
                              </p:par>
                              <p:par>
                                <p:cTn id="48" presetID="53" presetClass="entr" presetSubtype="16" fill="hold" grpId="0" nodeType="withEffect">
                                  <p:stCondLst>
                                    <p:cond delay="1000"/>
                                  </p:stCondLst>
                                  <p:childTnLst>
                                    <p:set>
                                      <p:cBhvr>
                                        <p:cTn id="44" dur="1" fill="hold">
                                          <p:stCondLst>
                                            <p:cond delay="0"/>
                                          </p:stCondLst>
                                        </p:cTn>
                                        <p:tgtEl>
                                          <p:spTgt spid="37"/>
                                        </p:tgtEl>
                                        <p:attrNameLst>
                                          <p:attrName>style.visibility</p:attrName>
                                        </p:attrNameLst>
                                      </p:cBhvr>
                                      <p:to>
                                        <p:strVal val="visible"/>
                                      </p:to>
                                    </p:set>
                                    <p:anim calcmode="lin" valueType="num">
                                      <p:cBhvr additive="base">
                                        <p:cTn id="45" dur="400" fill="hold"/>
                                        <p:tgtEl>
                                          <p:spTgt spid="37"/>
                                        </p:tgtEl>
                                        <p:attrNameLst>
                                          <p:attrName>ppt_w</p:attrName>
                                        </p:attrNameLst>
                                      </p:cBhvr>
                                      <p:tavLst>
                                        <p:tav tm="0">
                                          <p:val>
                                            <p:strVal val="0"/>
                                          </p:val>
                                        </p:tav>
                                        <p:tav tm="100000">
                                          <p:val>
                                            <p:strVal val="#ppt_w"/>
                                          </p:val>
                                        </p:tav>
                                      </p:tavLst>
                                    </p:anim>
                                    <p:anim calcmode="lin" valueType="num">
                                      <p:cBhvr additive="base">
                                        <p:cTn id="46" dur="400" fill="hold"/>
                                        <p:tgtEl>
                                          <p:spTgt spid="37"/>
                                        </p:tgtEl>
                                        <p:attrNameLst>
                                          <p:attrName>ppt_h</p:attrName>
                                        </p:attrNameLst>
                                      </p:cBhvr>
                                      <p:tavLst>
                                        <p:tav tm="0">
                                          <p:val>
                                            <p:strVal val="0"/>
                                          </p:val>
                                        </p:tav>
                                        <p:tav tm="100000">
                                          <p:val>
                                            <p:strVal val="#ppt_h"/>
                                          </p:val>
                                        </p:tav>
                                      </p:tavLst>
                                    </p:anim>
                                    <p:animEffect transition="in" filter="fade">
                                      <p:cBhvr>
                                        <p:cTn id="47" dur="400"/>
                                        <p:tgtEl>
                                          <p:spTgt spid="37"/>
                                        </p:tgtEl>
                                      </p:cBhvr>
                                    </p:animEffect>
                                  </p:childTnLst>
                                </p:cTn>
                              </p:par>
                              <p:par>
                                <p:cTn id="52" presetID="22" presetClass="entr" presetSubtype="1" fill="hold" grpId="0" nodeType="withEffect">
                                  <p:stCondLst>
                                    <p:cond delay="1050"/>
                                  </p:stCondLst>
                                  <p:childTnLst>
                                    <p:set>
                                      <p:cBhvr>
                                        <p:cTn id="49" dur="1" fill="hold">
                                          <p:stCondLst>
                                            <p:cond delay="0"/>
                                          </p:stCondLst>
                                        </p:cTn>
                                        <p:tgtEl>
                                          <p:spTgt spid="7"/>
                                        </p:tgtEl>
                                        <p:attrNameLst>
                                          <p:attrName>style.visibility</p:attrName>
                                        </p:attrNameLst>
                                      </p:cBhvr>
                                      <p:to>
                                        <p:strVal val="visible"/>
                                      </p:to>
                                    </p:set>
                                    <p:animEffect transition="in" filter="wipe(down)">
                                      <p:cBhvr>
                                        <p:cTn id="50" dur="600"/>
                                        <p:tgtEl>
                                          <p:spTgt spid="7"/>
                                        </p:tgtEl>
                                      </p:cBhvr>
                                    </p:animEffect>
                                    <p:animEffect transition="in" filter="fade">
                                      <p:cBhvr>
                                        <p:cTn id="51" dur="600"/>
                                        <p:tgtEl>
                                          <p:spTgt spid="7"/>
                                        </p:tgtEl>
                                      </p:cBhvr>
                                    </p:animEffect>
                                  </p:childTnLst>
                                </p:cTn>
                              </p:par>
                              <p:par>
                                <p:cTn id="56" presetID="22" presetClass="entr" presetSubtype="1" fill="hold" grpId="0" nodeType="withEffect">
                                  <p:stCondLst>
                                    <p:cond delay="1100"/>
                                  </p:stCondLst>
                                  <p:childTnLst>
                                    <p:set>
                                      <p:cBhvr>
                                        <p:cTn id="53" dur="1" fill="hold">
                                          <p:stCondLst>
                                            <p:cond delay="0"/>
                                          </p:stCondLst>
                                        </p:cTn>
                                        <p:tgtEl>
                                          <p:spTgt spid="8"/>
                                        </p:tgtEl>
                                        <p:attrNameLst>
                                          <p:attrName>style.visibility</p:attrName>
                                        </p:attrNameLst>
                                      </p:cBhvr>
                                      <p:to>
                                        <p:strVal val="visible"/>
                                      </p:to>
                                    </p:set>
                                    <p:animEffect transition="in" filter="wipe(down)">
                                      <p:cBhvr>
                                        <p:cTn id="54" dur="450"/>
                                        <p:tgtEl>
                                          <p:spTgt spid="8"/>
                                        </p:tgtEl>
                                      </p:cBhvr>
                                    </p:animEffect>
                                    <p:animEffect transition="in" filter="fade">
                                      <p:cBhvr>
                                        <p:cTn id="55" dur="450"/>
                                        <p:tgtEl>
                                          <p:spTgt spid="8"/>
                                        </p:tgtEl>
                                      </p:cBhvr>
                                    </p:animEffect>
                                  </p:childTnLst>
                                </p:cTn>
                              </p:par>
                              <p:par>
                                <p:cTn id="60" presetID="22" presetClass="entr" presetSubtype="1" fill="hold" grpId="0" nodeType="withEffect">
                                  <p:stCondLst>
                                    <p:cond delay="1200"/>
                                  </p:stCondLst>
                                  <p:childTnLst>
                                    <p:set>
                                      <p:cBhvr>
                                        <p:cTn id="57" dur="1" fill="hold">
                                          <p:stCondLst>
                                            <p:cond delay="0"/>
                                          </p:stCondLst>
                                        </p:cTn>
                                        <p:tgtEl>
                                          <p:spTgt spid="40"/>
                                        </p:tgtEl>
                                        <p:attrNameLst>
                                          <p:attrName>style.visibility</p:attrName>
                                        </p:attrNameLst>
                                      </p:cBhvr>
                                      <p:to>
                                        <p:strVal val="visible"/>
                                      </p:to>
                                    </p:set>
                                    <p:animEffect transition="in" filter="wipe(down)">
                                      <p:cBhvr>
                                        <p:cTn id="58" dur="450"/>
                                        <p:tgtEl>
                                          <p:spTgt spid="40"/>
                                        </p:tgtEl>
                                      </p:cBhvr>
                                    </p:animEffect>
                                    <p:animEffect transition="in" filter="fade">
                                      <p:cBhvr>
                                        <p:cTn id="59" dur="450"/>
                                        <p:tgtEl>
                                          <p:spTgt spid="40"/>
                                        </p:tgtEl>
                                      </p:cBhvr>
                                    </p:animEffect>
                                  </p:childTnLst>
                                </p:cTn>
                              </p:par>
                              <p:par>
                                <p:cTn id="64" presetID="22" presetClass="entr" presetSubtype="1" fill="hold" grpId="0" nodeType="withEffect">
                                  <p:stCondLst>
                                    <p:cond delay="1300"/>
                                  </p:stCondLst>
                                  <p:childTnLst>
                                    <p:set>
                                      <p:cBhvr>
                                        <p:cTn id="61" dur="1" fill="hold">
                                          <p:stCondLst>
                                            <p:cond delay="0"/>
                                          </p:stCondLst>
                                        </p:cTn>
                                        <p:tgtEl>
                                          <p:spTgt spid="41"/>
                                        </p:tgtEl>
                                        <p:attrNameLst>
                                          <p:attrName>style.visibility</p:attrName>
                                        </p:attrNameLst>
                                      </p:cBhvr>
                                      <p:to>
                                        <p:strVal val="visible"/>
                                      </p:to>
                                    </p:set>
                                    <p:animEffect transition="in" filter="wipe(down)">
                                      <p:cBhvr>
                                        <p:cTn id="62" dur="600"/>
                                        <p:tgtEl>
                                          <p:spTgt spid="41"/>
                                        </p:tgtEl>
                                      </p:cBhvr>
                                    </p:animEffect>
                                    <p:animEffect transition="in" filter="fade">
                                      <p:cBhvr>
                                        <p:cTn id="63" dur="600"/>
                                        <p:tgtEl>
                                          <p:spTgt spid="41"/>
                                        </p:tgtEl>
                                      </p:cBhvr>
                                    </p:animEffect>
                                  </p:childTnLst>
                                </p:cTn>
                              </p:par>
                              <p:par>
                                <p:cTn id="66" presetID="0" presetClass="path" presetSubtype="0" fill="hold" grpId="1" nodeType="withEffect" autoRev="1" repeatCount="4000">
                                  <p:stCondLst>
                                    <p:cond delay="1680"/>
                                  </p:stCondLst>
                                  <p:childTnLst>
                                    <p:animMotion origin="layout" path="M 0 0 L 0.008 0 E" pathEditMode="relative" ptsTypes="AA">
                                      <p:cBhvr>
                                        <p:cTn id="65" dur="40" fill="hold"/>
                                        <p:tgtEl>
                                          <p:spTgt spid="7"/>
                                        </p:tgtEl>
                                        <p:attrNameLst>
                                          <p:attrName>ppt_x</p:attrName>
                                          <p:attrName>ppt_y</p:attrName>
                                        </p:attrNameLst>
                                      </p:cBhvr>
                                    </p:animMotion>
                                  </p:childTnLst>
                                </p:cTn>
                              </p:par>
                              <p:par>
                                <p:cTn id="71" presetID="53" presetClass="entr" presetSubtype="16" fill="hold" grpId="0" nodeType="withEffect">
                                  <p:stCondLst>
                                    <p:cond delay="1800"/>
                                  </p:stCondLst>
                                  <p:childTnLst>
                                    <p:set>
                                      <p:cBhvr>
                                        <p:cTn id="67" dur="1" fill="hold">
                                          <p:stCondLst>
                                            <p:cond delay="0"/>
                                          </p:stCondLst>
                                        </p:cTn>
                                        <p:tgtEl>
                                          <p:spTgt spid="42"/>
                                        </p:tgtEl>
                                        <p:attrNameLst>
                                          <p:attrName>style.visibility</p:attrName>
                                        </p:attrNameLst>
                                      </p:cBhvr>
                                      <p:to>
                                        <p:strVal val="visible"/>
                                      </p:to>
                                    </p:set>
                                    <p:anim calcmode="lin" valueType="num">
                                      <p:cBhvr additive="base">
                                        <p:cTn id="68" dur="900" fill="hold"/>
                                        <p:tgtEl>
                                          <p:spTgt spid="42"/>
                                        </p:tgtEl>
                                        <p:attrNameLst>
                                          <p:attrName>ppt_w</p:attrName>
                                        </p:attrNameLst>
                                      </p:cBhvr>
                                      <p:tavLst>
                                        <p:tav tm="0">
                                          <p:val>
                                            <p:strVal val="0"/>
                                          </p:val>
                                        </p:tav>
                                        <p:tav tm="100000">
                                          <p:val>
                                            <p:strVal val="#ppt_w"/>
                                          </p:val>
                                        </p:tav>
                                      </p:tavLst>
                                    </p:anim>
                                    <p:anim calcmode="lin" valueType="num">
                                      <p:cBhvr additive="base">
                                        <p:cTn id="69" dur="900" fill="hold"/>
                                        <p:tgtEl>
                                          <p:spTgt spid="42"/>
                                        </p:tgtEl>
                                        <p:attrNameLst>
                                          <p:attrName>ppt_h</p:attrName>
                                        </p:attrNameLst>
                                      </p:cBhvr>
                                      <p:tavLst>
                                        <p:tav tm="0">
                                          <p:val>
                                            <p:strVal val="0"/>
                                          </p:val>
                                        </p:tav>
                                        <p:tav tm="100000">
                                          <p:val>
                                            <p:strVal val="#ppt_h"/>
                                          </p:val>
                                        </p:tav>
                                      </p:tavLst>
                                    </p:anim>
                                    <p:animEffect transition="in" filter="fade">
                                      <p:cBhvr>
                                        <p:cTn id="70" dur="900"/>
                                        <p:tgtEl>
                                          <p:spTgt spid="42"/>
                                        </p:tgtEl>
                                      </p:cBhvr>
                                    </p:animEffect>
                                  </p:childTnLst>
                                </p:cTn>
                              </p:par>
                              <p:par>
                                <p:cTn id="74" presetID="22" presetClass="entr" presetSubtype="8" fill="hold" grpId="0" nodeType="withEffect">
                                  <p:stCondLst>
                                    <p:cond delay="2100"/>
                                  </p:stCondLst>
                                  <p:childTnLst>
                                    <p:set>
                                      <p:cBhvr>
                                        <p:cTn id="72" dur="1" fill="hold">
                                          <p:stCondLst>
                                            <p:cond delay="0"/>
                                          </p:stCondLst>
                                        </p:cTn>
                                        <p:tgtEl>
                                          <p:spTgt spid="10"/>
                                        </p:tgtEl>
                                        <p:attrNameLst>
                                          <p:attrName>style.visibility</p:attrName>
                                        </p:attrNameLst>
                                      </p:cBhvr>
                                      <p:to>
                                        <p:strVal val="visible"/>
                                      </p:to>
                                    </p:set>
                                    <p:animEffect transition="in" filter="wipe(left)">
                                      <p:cBhvr>
                                        <p:cTn id="73" dur="300"/>
                                        <p:tgtEl>
                                          <p:spTgt spid="10"/>
                                        </p:tgtEl>
                                      </p:cBhvr>
                                    </p:animEffect>
                                  </p:childTnLst>
                                </p:cTn>
                              </p:par>
                              <p:par>
                                <p:cTn id="78" presetID="22" presetClass="entr" presetSubtype="1" fill="hold" grpId="0" nodeType="withEffect">
                                  <p:stCondLst>
                                    <p:cond delay="2700"/>
                                  </p:stCondLst>
                                  <p:childTnLst>
                                    <p:set>
                                      <p:cBhvr>
                                        <p:cTn id="75" dur="1" fill="hold">
                                          <p:stCondLst>
                                            <p:cond delay="0"/>
                                          </p:stCondLst>
                                        </p:cTn>
                                        <p:tgtEl>
                                          <p:spTgt spid="11"/>
                                        </p:tgtEl>
                                        <p:attrNameLst>
                                          <p:attrName>style.visibility</p:attrName>
                                        </p:attrNameLst>
                                      </p:cBhvr>
                                      <p:to>
                                        <p:strVal val="visible"/>
                                      </p:to>
                                    </p:set>
                                    <p:animEffect transition="in" filter="wipe(down)">
                                      <p:cBhvr>
                                        <p:cTn id="76" dur="450"/>
                                        <p:tgtEl>
                                          <p:spTgt spid="11"/>
                                        </p:tgtEl>
                                      </p:cBhvr>
                                    </p:animEffect>
                                    <p:animEffect transition="in" filter="fade">
                                      <p:cBhvr>
                                        <p:cTn id="77" dur="450"/>
                                        <p:tgtEl>
                                          <p:spTgt spid="11"/>
                                        </p:tgtEl>
                                      </p:cBhvr>
                                    </p:animEffect>
                                  </p:childTnLst>
                                </p:cTn>
                              </p:par>
                              <p:par>
                                <p:cTn id="83" presetID="53" presetClass="entr" presetSubtype="16" fill="hold" grpId="0" nodeType="withEffect">
                                  <p:stCondLst>
                                    <p:cond delay="2800"/>
                                  </p:stCondLst>
                                  <p:childTnLst>
                                    <p:set>
                                      <p:cBhvr>
                                        <p:cTn id="79" dur="1" fill="hold">
                                          <p:stCondLst>
                                            <p:cond delay="0"/>
                                          </p:stCondLst>
                                        </p:cTn>
                                        <p:tgtEl>
                                          <p:spTgt spid="14"/>
                                        </p:tgtEl>
                                        <p:attrNameLst>
                                          <p:attrName>style.visibility</p:attrName>
                                        </p:attrNameLst>
                                      </p:cBhvr>
                                      <p:to>
                                        <p:strVal val="visible"/>
                                      </p:to>
                                    </p:set>
                                    <p:anim calcmode="lin" valueType="num">
                                      <p:cBhvr additive="base">
                                        <p:cTn id="80" dur="350" fill="hold"/>
                                        <p:tgtEl>
                                          <p:spTgt spid="14"/>
                                        </p:tgtEl>
                                        <p:attrNameLst>
                                          <p:attrName>ppt_w</p:attrName>
                                        </p:attrNameLst>
                                      </p:cBhvr>
                                      <p:tavLst>
                                        <p:tav tm="0">
                                          <p:val>
                                            <p:strVal val="0"/>
                                          </p:val>
                                        </p:tav>
                                        <p:tav tm="100000">
                                          <p:val>
                                            <p:strVal val="#ppt_w"/>
                                          </p:val>
                                        </p:tav>
                                      </p:tavLst>
                                    </p:anim>
                                    <p:anim calcmode="lin" valueType="num">
                                      <p:cBhvr additive="base">
                                        <p:cTn id="81" dur="350" fill="hold"/>
                                        <p:tgtEl>
                                          <p:spTgt spid="14"/>
                                        </p:tgtEl>
                                        <p:attrNameLst>
                                          <p:attrName>ppt_h</p:attrName>
                                        </p:attrNameLst>
                                      </p:cBhvr>
                                      <p:tavLst>
                                        <p:tav tm="0">
                                          <p:val>
                                            <p:strVal val="0"/>
                                          </p:val>
                                        </p:tav>
                                        <p:tav tm="100000">
                                          <p:val>
                                            <p:strVal val="#ppt_h"/>
                                          </p:val>
                                        </p:tav>
                                      </p:tavLst>
                                    </p:anim>
                                    <p:animEffect transition="in" filter="fade">
                                      <p:cBhvr>
                                        <p:cTn id="82" dur="350"/>
                                        <p:tgtEl>
                                          <p:spTgt spid="14"/>
                                        </p:tgtEl>
                                      </p:cBhvr>
                                    </p:animEffect>
                                  </p:childTnLst>
                                </p:cTn>
                              </p:par>
                              <p:par>
                                <p:cTn id="87" presetID="22" presetClass="entr" presetSubtype="1" fill="hold" grpId="0" nodeType="withEffect">
                                  <p:stCondLst>
                                    <p:cond delay="2850"/>
                                  </p:stCondLst>
                                  <p:childTnLst>
                                    <p:set>
                                      <p:cBhvr>
                                        <p:cTn id="84" dur="1" fill="hold">
                                          <p:stCondLst>
                                            <p:cond delay="0"/>
                                          </p:stCondLst>
                                        </p:cTn>
                                        <p:tgtEl>
                                          <p:spTgt spid="12"/>
                                        </p:tgtEl>
                                        <p:attrNameLst>
                                          <p:attrName>style.visibility</p:attrName>
                                        </p:attrNameLst>
                                      </p:cBhvr>
                                      <p:to>
                                        <p:strVal val="visible"/>
                                      </p:to>
                                    </p:set>
                                    <p:animEffect transition="in" filter="wipe(down)">
                                      <p:cBhvr>
                                        <p:cTn id="85" dur="600"/>
                                        <p:tgtEl>
                                          <p:spTgt spid="12"/>
                                        </p:tgtEl>
                                      </p:cBhvr>
                                    </p:animEffect>
                                    <p:animEffect transition="in" filter="fade">
                                      <p:cBhvr>
                                        <p:cTn id="86" dur="600"/>
                                        <p:tgtEl>
                                          <p:spTgt spid="12"/>
                                        </p:tgtEl>
                                      </p:cBhvr>
                                    </p:animEffect>
                                  </p:childTnLst>
                                </p:cTn>
                              </p:par>
                              <p:par>
                                <p:cTn id="91" presetID="22" presetClass="entr" presetSubtype="1" fill="hold" grpId="0" nodeType="withEffect">
                                  <p:stCondLst>
                                    <p:cond delay="2900"/>
                                  </p:stCondLst>
                                  <p:childTnLst>
                                    <p:set>
                                      <p:cBhvr>
                                        <p:cTn id="88" dur="1" fill="hold">
                                          <p:stCondLst>
                                            <p:cond delay="0"/>
                                          </p:stCondLst>
                                        </p:cTn>
                                        <p:tgtEl>
                                          <p:spTgt spid="13"/>
                                        </p:tgtEl>
                                        <p:attrNameLst>
                                          <p:attrName>style.visibility</p:attrName>
                                        </p:attrNameLst>
                                      </p:cBhvr>
                                      <p:to>
                                        <p:strVal val="visible"/>
                                      </p:to>
                                    </p:set>
                                    <p:animEffect transition="in" filter="wipe(down)">
                                      <p:cBhvr>
                                        <p:cTn id="89" dur="450"/>
                                        <p:tgtEl>
                                          <p:spTgt spid="13"/>
                                        </p:tgtEl>
                                      </p:cBhvr>
                                    </p:animEffect>
                                    <p:animEffect transition="in" filter="fade">
                                      <p:cBhvr>
                                        <p:cTn id="90" dur="450"/>
                                        <p:tgtEl>
                                          <p:spTgt spid="13"/>
                                        </p:tgtEl>
                                      </p:cBhvr>
                                    </p:animEffect>
                                  </p:childTnLst>
                                </p:cTn>
                              </p:par>
                              <p:par>
                                <p:cTn id="93" presetID="0" presetClass="path" presetSubtype="0" fill="hold" grpId="1" nodeType="withEffect" autoRev="1" repeatCount="4000">
                                  <p:stCondLst>
                                    <p:cond delay="3480"/>
                                  </p:stCondLst>
                                  <p:childTnLst>
                                    <p:animMotion origin="layout" path="M 0 0 L 0.008 0 E" pathEditMode="relative" ptsTypes="AA">
                                      <p:cBhvr>
                                        <p:cTn id="92" dur="40" fill="hold"/>
                                        <p:tgtEl>
                                          <p:spTgt spid="12"/>
                                        </p:tgtEl>
                                        <p:attrNameLst>
                                          <p:attrName>ppt_x</p:attrName>
                                          <p:attrName>ppt_y</p:attrName>
                                        </p:attrNameLst>
                                      </p:cBhvr>
                                    </p:animMotion>
                                  </p:childTnLst>
                                </p:cTn>
                              </p:par>
                              <p:par>
                                <p:cTn id="96" presetID="22" presetClass="entr" presetSubtype="8" fill="hold" grpId="0" nodeType="withEffect">
                                  <p:stCondLst>
                                    <p:cond delay="3900"/>
                                  </p:stCondLst>
                                  <p:childTnLst>
                                    <p:set>
                                      <p:cBhvr>
                                        <p:cTn id="94" dur="1" fill="hold">
                                          <p:stCondLst>
                                            <p:cond delay="0"/>
                                          </p:stCondLst>
                                        </p:cTn>
                                        <p:tgtEl>
                                          <p:spTgt spid="15"/>
                                        </p:tgtEl>
                                        <p:attrNameLst>
                                          <p:attrName>style.visibility</p:attrName>
                                        </p:attrNameLst>
                                      </p:cBhvr>
                                      <p:to>
                                        <p:strVal val="visible"/>
                                      </p:to>
                                    </p:set>
                                    <p:animEffect transition="in" filter="wipe(left)">
                                      <p:cBhvr>
                                        <p:cTn id="95" dur="300"/>
                                        <p:tgtEl>
                                          <p:spTgt spid="15"/>
                                        </p:tgtEl>
                                      </p:cBhvr>
                                    </p:animEffect>
                                  </p:childTnLst>
                                </p:cTn>
                              </p:par>
                              <p:par>
                                <p:cTn id="100" presetID="22" presetClass="entr" presetSubtype="1" fill="hold" grpId="0" nodeType="withEffect">
                                  <p:stCondLst>
                                    <p:cond delay="4500"/>
                                  </p:stCondLst>
                                  <p:childTnLst>
                                    <p:set>
                                      <p:cBhvr>
                                        <p:cTn id="97" dur="1" fill="hold">
                                          <p:stCondLst>
                                            <p:cond delay="0"/>
                                          </p:stCondLst>
                                        </p:cTn>
                                        <p:tgtEl>
                                          <p:spTgt spid="16"/>
                                        </p:tgtEl>
                                        <p:attrNameLst>
                                          <p:attrName>style.visibility</p:attrName>
                                        </p:attrNameLst>
                                      </p:cBhvr>
                                      <p:to>
                                        <p:strVal val="visible"/>
                                      </p:to>
                                    </p:set>
                                    <p:animEffect transition="in" filter="wipe(down)">
                                      <p:cBhvr>
                                        <p:cTn id="98" dur="450"/>
                                        <p:tgtEl>
                                          <p:spTgt spid="16"/>
                                        </p:tgtEl>
                                      </p:cBhvr>
                                    </p:animEffect>
                                    <p:animEffect transition="in" filter="fade">
                                      <p:cBhvr>
                                        <p:cTn id="99" dur="450"/>
                                        <p:tgtEl>
                                          <p:spTgt spid="16"/>
                                        </p:tgtEl>
                                      </p:cBhvr>
                                    </p:animEffect>
                                  </p:childTnLst>
                                </p:cTn>
                              </p:par>
                              <p:par>
                                <p:cTn id="102" presetID="8" presetClass="emph" presetSubtype="0" fill="hold" grpId="1" nodeType="withEffect">
                                  <p:stCondLst>
                                    <p:cond delay="4500"/>
                                  </p:stCondLst>
                                  <p:childTnLst>
                                    <p:animRot by="9000000">
                                      <p:cBhvr>
                                        <p:cTn id="101" dur="1300" fill="hold"/>
                                        <p:tgtEl>
                                          <p:spTgt spid="37"/>
                                        </p:tgtEl>
                                        <p:attrNameLst>
                                          <p:attrName>r</p:attrName>
                                        </p:attrNameLst>
                                      </p:cBhvr>
                                    </p:animRot>
                                  </p:childTnLst>
                                </p:cTn>
                              </p:par>
                              <p:par>
                                <p:cTn id="107" presetID="53" presetClass="entr" presetSubtype="16" fill="hold" grpId="0" nodeType="withEffect">
                                  <p:stCondLst>
                                    <p:cond delay="4600"/>
                                  </p:stCondLst>
                                  <p:childTnLst>
                                    <p:set>
                                      <p:cBhvr>
                                        <p:cTn id="103" dur="1" fill="hold">
                                          <p:stCondLst>
                                            <p:cond delay="0"/>
                                          </p:stCondLst>
                                        </p:cTn>
                                        <p:tgtEl>
                                          <p:spTgt spid="19"/>
                                        </p:tgtEl>
                                        <p:attrNameLst>
                                          <p:attrName>style.visibility</p:attrName>
                                        </p:attrNameLst>
                                      </p:cBhvr>
                                      <p:to>
                                        <p:strVal val="visible"/>
                                      </p:to>
                                    </p:set>
                                    <p:anim calcmode="lin" valueType="num">
                                      <p:cBhvr additive="base">
                                        <p:cTn id="104" dur="350" fill="hold"/>
                                        <p:tgtEl>
                                          <p:spTgt spid="19"/>
                                        </p:tgtEl>
                                        <p:attrNameLst>
                                          <p:attrName>ppt_w</p:attrName>
                                        </p:attrNameLst>
                                      </p:cBhvr>
                                      <p:tavLst>
                                        <p:tav tm="0">
                                          <p:val>
                                            <p:strVal val="0"/>
                                          </p:val>
                                        </p:tav>
                                        <p:tav tm="100000">
                                          <p:val>
                                            <p:strVal val="#ppt_w"/>
                                          </p:val>
                                        </p:tav>
                                      </p:tavLst>
                                    </p:anim>
                                    <p:anim calcmode="lin" valueType="num">
                                      <p:cBhvr additive="base">
                                        <p:cTn id="105" dur="350" fill="hold"/>
                                        <p:tgtEl>
                                          <p:spTgt spid="19"/>
                                        </p:tgtEl>
                                        <p:attrNameLst>
                                          <p:attrName>ppt_h</p:attrName>
                                        </p:attrNameLst>
                                      </p:cBhvr>
                                      <p:tavLst>
                                        <p:tav tm="0">
                                          <p:val>
                                            <p:strVal val="0"/>
                                          </p:val>
                                        </p:tav>
                                        <p:tav tm="100000">
                                          <p:val>
                                            <p:strVal val="#ppt_h"/>
                                          </p:val>
                                        </p:tav>
                                      </p:tavLst>
                                    </p:anim>
                                    <p:animEffect transition="in" filter="fade">
                                      <p:cBhvr>
                                        <p:cTn id="106" dur="350"/>
                                        <p:tgtEl>
                                          <p:spTgt spid="19"/>
                                        </p:tgtEl>
                                      </p:cBhvr>
                                    </p:animEffect>
                                  </p:childTnLst>
                                </p:cTn>
                              </p:par>
                              <p:par>
                                <p:cTn id="111" presetID="22" presetClass="entr" presetSubtype="1" fill="hold" grpId="0" nodeType="withEffect">
                                  <p:stCondLst>
                                    <p:cond delay="4650"/>
                                  </p:stCondLst>
                                  <p:childTnLst>
                                    <p:set>
                                      <p:cBhvr>
                                        <p:cTn id="108" dur="1" fill="hold">
                                          <p:stCondLst>
                                            <p:cond delay="0"/>
                                          </p:stCondLst>
                                        </p:cTn>
                                        <p:tgtEl>
                                          <p:spTgt spid="17"/>
                                        </p:tgtEl>
                                        <p:attrNameLst>
                                          <p:attrName>style.visibility</p:attrName>
                                        </p:attrNameLst>
                                      </p:cBhvr>
                                      <p:to>
                                        <p:strVal val="visible"/>
                                      </p:to>
                                    </p:set>
                                    <p:animEffect transition="in" filter="wipe(down)">
                                      <p:cBhvr>
                                        <p:cTn id="109" dur="600"/>
                                        <p:tgtEl>
                                          <p:spTgt spid="17"/>
                                        </p:tgtEl>
                                      </p:cBhvr>
                                    </p:animEffect>
                                    <p:animEffect transition="in" filter="fade">
                                      <p:cBhvr>
                                        <p:cTn id="110" dur="600"/>
                                        <p:tgtEl>
                                          <p:spTgt spid="17"/>
                                        </p:tgtEl>
                                      </p:cBhvr>
                                    </p:animEffect>
                                  </p:childTnLst>
                                </p:cTn>
                              </p:par>
                              <p:par>
                                <p:cTn id="115" presetID="22" presetClass="entr" presetSubtype="1" fill="hold" grpId="0" nodeType="withEffect">
                                  <p:stCondLst>
                                    <p:cond delay="4700"/>
                                  </p:stCondLst>
                                  <p:childTnLst>
                                    <p:set>
                                      <p:cBhvr>
                                        <p:cTn id="112" dur="1" fill="hold">
                                          <p:stCondLst>
                                            <p:cond delay="0"/>
                                          </p:stCondLst>
                                        </p:cTn>
                                        <p:tgtEl>
                                          <p:spTgt spid="18"/>
                                        </p:tgtEl>
                                        <p:attrNameLst>
                                          <p:attrName>style.visibility</p:attrName>
                                        </p:attrNameLst>
                                      </p:cBhvr>
                                      <p:to>
                                        <p:strVal val="visible"/>
                                      </p:to>
                                    </p:set>
                                    <p:animEffect transition="in" filter="wipe(down)">
                                      <p:cBhvr>
                                        <p:cTn id="113" dur="450"/>
                                        <p:tgtEl>
                                          <p:spTgt spid="18"/>
                                        </p:tgtEl>
                                      </p:cBhvr>
                                    </p:animEffect>
                                    <p:animEffect transition="in" filter="fade">
                                      <p:cBhvr>
                                        <p:cTn id="114" dur="450"/>
                                        <p:tgtEl>
                                          <p:spTgt spid="18"/>
                                        </p:tgtEl>
                                      </p:cBhvr>
                                    </p:animEffect>
                                  </p:childTnLst>
                                </p:cTn>
                              </p:par>
                              <p:par>
                                <p:cTn id="117" presetID="6" presetClass="emph" presetSubtype="0" fill="hold" grpId="1" nodeType="withEffect" autoRev="1" repeatCount="indefinite">
                                  <p:stCondLst>
                                    <p:cond delay="5200"/>
                                  </p:stCondLst>
                                  <p:childTnLst>
                                    <p:animScale>
                                      <p:cBhvr>
                                        <p:cTn id="116" dur="500" fill="hold"/>
                                        <p:tgtEl>
                                          <p:spTgt spid="17"/>
                                        </p:tgtEl>
                                      </p:cBhvr>
                                      <p:by x="103000" y="103000"/>
                                    </p:animScale>
                                  </p:childTnLst>
                                </p:cTn>
                              </p:par>
                              <p:par>
                                <p:cTn id="119" presetID="0" presetClass="path" presetSubtype="0" fill="hold" grpId="2" nodeType="withEffect" autoRev="1" repeatCount="4000">
                                  <p:stCondLst>
                                    <p:cond delay="5280"/>
                                  </p:stCondLst>
                                  <p:childTnLst>
                                    <p:animMotion origin="layout" path="M 0 0 L 0.008 0 E" pathEditMode="relative" ptsTypes="AA">
                                      <p:cBhvr>
                                        <p:cTn id="118" dur="40" fill="hold"/>
                                        <p:tgtEl>
                                          <p:spTgt spid="17"/>
                                        </p:tgtEl>
                                        <p:attrNameLst>
                                          <p:attrName>ppt_x</p:attrName>
                                          <p:attrName>ppt_y</p:attrName>
                                        </p:attrNameLst>
                                      </p:cBhvr>
                                    </p:animMotion>
                                  </p:childTnLst>
                                </p:cTn>
                              </p:par>
                              <p:par>
                                <p:cTn id="124" presetID="53" presetClass="entr" presetSubtype="32" fill="hold" grpId="0" nodeType="withEffect">
                                  <p:stCondLst>
                                    <p:cond delay="5600"/>
                                  </p:stCondLst>
                                  <p:childTnLst>
                                    <p:set>
                                      <p:cBhvr>
                                        <p:cTn id="120" dur="1" fill="hold">
                                          <p:stCondLst>
                                            <p:cond delay="0"/>
                                          </p:stCondLst>
                                        </p:cTn>
                                        <p:tgtEl>
                                          <p:spTgt spid="38"/>
                                        </p:tgtEl>
                                        <p:attrNameLst>
                                          <p:attrName>style.visibility</p:attrName>
                                        </p:attrNameLst>
                                      </p:cBhvr>
                                      <p:to>
                                        <p:strVal val="visible"/>
                                      </p:to>
                                    </p:set>
                                    <p:anim calcmode="lin" valueType="num">
                                      <p:cBhvr additive="base">
                                        <p:cTn id="121" dur="450" fill="hold"/>
                                        <p:tgtEl>
                                          <p:spTgt spid="38"/>
                                        </p:tgtEl>
                                        <p:attrNameLst>
                                          <p:attrName>ppt_w</p:attrName>
                                        </p:attrNameLst>
                                      </p:cBhvr>
                                      <p:tavLst>
                                        <p:tav tm="0">
                                          <p:val>
                                            <p:strVal val="#ppt_w*2.4"/>
                                          </p:val>
                                        </p:tav>
                                        <p:tav tm="100000">
                                          <p:val>
                                            <p:strVal val="#ppt_w"/>
                                          </p:val>
                                        </p:tav>
                                      </p:tavLst>
                                    </p:anim>
                                    <p:anim calcmode="lin" valueType="num">
                                      <p:cBhvr additive="base">
                                        <p:cTn id="122" dur="450" fill="hold"/>
                                        <p:tgtEl>
                                          <p:spTgt spid="38"/>
                                        </p:tgtEl>
                                        <p:attrNameLst>
                                          <p:attrName>ppt_h</p:attrName>
                                        </p:attrNameLst>
                                      </p:cBhvr>
                                      <p:tavLst>
                                        <p:tav tm="0">
                                          <p:val>
                                            <p:strVal val="#ppt_h*2.4"/>
                                          </p:val>
                                        </p:tav>
                                        <p:tav tm="100000">
                                          <p:val>
                                            <p:strVal val="#ppt_h"/>
                                          </p:val>
                                        </p:tav>
                                      </p:tavLst>
                                    </p:anim>
                                    <p:animEffect transition="in" filter="fade">
                                      <p:cBhvr>
                                        <p:cTn id="123" dur="450"/>
                                        <p:tgtEl>
                                          <p:spTgt spid="38"/>
                                        </p:tgtEl>
                                      </p:cBhvr>
                                    </p:animEffect>
                                  </p:childTnLst>
                                </p:cTn>
                              </p:par>
                              <p:par>
                                <p:cTn id="126" presetID="0" presetClass="path" presetSubtype="0" fill="hold" grpId="2" nodeType="withEffect" autoRev="1" repeatCount="6000">
                                  <p:stCondLst>
                                    <p:cond delay="5850"/>
                                  </p:stCondLst>
                                  <p:childTnLst>
                                    <p:animMotion origin="layout" path="M 0 0 L 0.008 0 E" pathEditMode="relative" ptsTypes="AA">
                                      <p:cBhvr>
                                        <p:cTn id="125" dur="40" fill="hold"/>
                                        <p:tgtEl>
                                          <p:spTgt spid="37"/>
                                        </p:tgtEl>
                                        <p:attrNameLst>
                                          <p:attrName>ppt_x</p:attrName>
                                          <p:attrName>ppt_y</p:attrName>
                                        </p:attrNameLst>
                                      </p:cBhvr>
                                    </p:animMotion>
                                  </p:childTnLst>
                                </p:cTn>
                              </p:par>
                              <p:par>
                                <p:cTn id="128" presetID="6" presetClass="emph" presetSubtype="0" fill="hold" grpId="1" nodeType="withEffect" autoRev="1" repeatCount="indefinite">
                                  <p:stCondLst>
                                    <p:cond delay="6000"/>
                                  </p:stCondLst>
                                  <p:childTnLst>
                                    <p:animScale>
                                      <p:cBhvr>
                                        <p:cTn id="127" dur="700" fill="hold"/>
                                        <p:tgtEl>
                                          <p:spTgt spid="42"/>
                                        </p:tgtEl>
                                      </p:cBhvr>
                                      <p:by x="104000" y="104000"/>
                                    </p:animScale>
                                  </p:childTnLst>
                                </p:cTn>
                              </p:par>
                              <p:par>
                                <p:cTn id="132" presetID="22" presetClass="entr" presetSubtype="1" fill="hold" grpId="0" nodeType="withEffect">
                                  <p:stCondLst>
                                    <p:cond delay="7300"/>
                                  </p:stCondLst>
                                  <p:childTnLst>
                                    <p:set>
                                      <p:cBhvr>
                                        <p:cTn id="129" dur="1" fill="hold">
                                          <p:stCondLst>
                                            <p:cond delay="0"/>
                                          </p:stCondLst>
                                        </p:cTn>
                                        <p:tgtEl>
                                          <p:spTgt spid="20"/>
                                        </p:tgtEl>
                                        <p:attrNameLst>
                                          <p:attrName>style.visibility</p:attrName>
                                        </p:attrNameLst>
                                      </p:cBhvr>
                                      <p:to>
                                        <p:strVal val="visible"/>
                                      </p:to>
                                    </p:set>
                                    <p:animEffect transition="in" filter="wipe(down)">
                                      <p:cBhvr>
                                        <p:cTn id="130" dur="450"/>
                                        <p:tgtEl>
                                          <p:spTgt spid="20"/>
                                        </p:tgtEl>
                                      </p:cBhvr>
                                    </p:animEffect>
                                    <p:animEffect transition="in" filter="fade">
                                      <p:cBhvr>
                                        <p:cTn id="131" dur="450"/>
                                        <p:tgtEl>
                                          <p:spTgt spid="20"/>
                                        </p:tgtEl>
                                      </p:cBhvr>
                                    </p:animEffect>
                                  </p:childTnLst>
                                </p:cTn>
                              </p:par>
                              <p:par>
                                <p:cTn id="136" presetID="22" presetClass="entr" presetSubtype="1" fill="hold" grpId="0" nodeType="withEffect">
                                  <p:stCondLst>
                                    <p:cond delay="7600"/>
                                  </p:stCondLst>
                                  <p:childTnLst>
                                    <p:set>
                                      <p:cBhvr>
                                        <p:cTn id="133" dur="1" fill="hold">
                                          <p:stCondLst>
                                            <p:cond delay="0"/>
                                          </p:stCondLst>
                                        </p:cTn>
                                        <p:tgtEl>
                                          <p:spTgt spid="21"/>
                                        </p:tgtEl>
                                        <p:attrNameLst>
                                          <p:attrName>style.visibility</p:attrName>
                                        </p:attrNameLst>
                                      </p:cBhvr>
                                      <p:to>
                                        <p:strVal val="visible"/>
                                      </p:to>
                                    </p:set>
                                    <p:animEffect transition="in" filter="wipe(down)">
                                      <p:cBhvr>
                                        <p:cTn id="134" dur="450"/>
                                        <p:tgtEl>
                                          <p:spTgt spid="21"/>
                                        </p:tgtEl>
                                      </p:cBhvr>
                                    </p:animEffect>
                                    <p:animEffect transition="in" filter="fade">
                                      <p:cBhvr>
                                        <p:cTn id="135" dur="450"/>
                                        <p:tgtEl>
                                          <p:spTgt spid="21"/>
                                        </p:tgtEl>
                                      </p:cBhvr>
                                    </p:animEffect>
                                  </p:childTnLst>
                                </p:cTn>
                              </p:par>
                              <p:par>
                                <p:cTn id="141" presetID="53" presetClass="entr" presetSubtype="16" fill="hold" grpId="0" nodeType="withEffect">
                                  <p:stCondLst>
                                    <p:cond delay="7700"/>
                                  </p:stCondLst>
                                  <p:childTnLst>
                                    <p:set>
                                      <p:cBhvr>
                                        <p:cTn id="137" dur="1" fill="hold">
                                          <p:stCondLst>
                                            <p:cond delay="0"/>
                                          </p:stCondLst>
                                        </p:cTn>
                                        <p:tgtEl>
                                          <p:spTgt spid="24"/>
                                        </p:tgtEl>
                                        <p:attrNameLst>
                                          <p:attrName>style.visibility</p:attrName>
                                        </p:attrNameLst>
                                      </p:cBhvr>
                                      <p:to>
                                        <p:strVal val="visible"/>
                                      </p:to>
                                    </p:set>
                                    <p:anim calcmode="lin" valueType="num">
                                      <p:cBhvr additive="base">
                                        <p:cTn id="138" dur="350" fill="hold"/>
                                        <p:tgtEl>
                                          <p:spTgt spid="24"/>
                                        </p:tgtEl>
                                        <p:attrNameLst>
                                          <p:attrName>ppt_w</p:attrName>
                                        </p:attrNameLst>
                                      </p:cBhvr>
                                      <p:tavLst>
                                        <p:tav tm="0">
                                          <p:val>
                                            <p:strVal val="0"/>
                                          </p:val>
                                        </p:tav>
                                        <p:tav tm="100000">
                                          <p:val>
                                            <p:strVal val="#ppt_w"/>
                                          </p:val>
                                        </p:tav>
                                      </p:tavLst>
                                    </p:anim>
                                    <p:anim calcmode="lin" valueType="num">
                                      <p:cBhvr additive="base">
                                        <p:cTn id="139" dur="350" fill="hold"/>
                                        <p:tgtEl>
                                          <p:spTgt spid="24"/>
                                        </p:tgtEl>
                                        <p:attrNameLst>
                                          <p:attrName>ppt_h</p:attrName>
                                        </p:attrNameLst>
                                      </p:cBhvr>
                                      <p:tavLst>
                                        <p:tav tm="0">
                                          <p:val>
                                            <p:strVal val="0"/>
                                          </p:val>
                                        </p:tav>
                                        <p:tav tm="100000">
                                          <p:val>
                                            <p:strVal val="#ppt_h"/>
                                          </p:val>
                                        </p:tav>
                                      </p:tavLst>
                                    </p:anim>
                                    <p:animEffect transition="in" filter="fade">
                                      <p:cBhvr>
                                        <p:cTn id="140" dur="350"/>
                                        <p:tgtEl>
                                          <p:spTgt spid="24"/>
                                        </p:tgtEl>
                                      </p:cBhvr>
                                    </p:animEffect>
                                  </p:childTnLst>
                                </p:cTn>
                              </p:par>
                              <p:par>
                                <p:cTn id="145" presetID="22" presetClass="entr" presetSubtype="1" fill="hold" grpId="0" nodeType="withEffect">
                                  <p:stCondLst>
                                    <p:cond delay="7750"/>
                                  </p:stCondLst>
                                  <p:childTnLst>
                                    <p:set>
                                      <p:cBhvr>
                                        <p:cTn id="142" dur="1" fill="hold">
                                          <p:stCondLst>
                                            <p:cond delay="0"/>
                                          </p:stCondLst>
                                        </p:cTn>
                                        <p:tgtEl>
                                          <p:spTgt spid="22"/>
                                        </p:tgtEl>
                                        <p:attrNameLst>
                                          <p:attrName>style.visibility</p:attrName>
                                        </p:attrNameLst>
                                      </p:cBhvr>
                                      <p:to>
                                        <p:strVal val="visible"/>
                                      </p:to>
                                    </p:set>
                                    <p:animEffect transition="in" filter="wipe(down)">
                                      <p:cBhvr>
                                        <p:cTn id="143" dur="600"/>
                                        <p:tgtEl>
                                          <p:spTgt spid="22"/>
                                        </p:tgtEl>
                                      </p:cBhvr>
                                    </p:animEffect>
                                    <p:animEffect transition="in" filter="fade">
                                      <p:cBhvr>
                                        <p:cTn id="144" dur="600"/>
                                        <p:tgtEl>
                                          <p:spTgt spid="22"/>
                                        </p:tgtEl>
                                      </p:cBhvr>
                                    </p:animEffect>
                                  </p:childTnLst>
                                </p:cTn>
                              </p:par>
                              <p:par>
                                <p:cTn id="149" presetID="22" presetClass="entr" presetSubtype="1" fill="hold" grpId="0" nodeType="withEffect">
                                  <p:stCondLst>
                                    <p:cond delay="7800"/>
                                  </p:stCondLst>
                                  <p:childTnLst>
                                    <p:set>
                                      <p:cBhvr>
                                        <p:cTn id="146" dur="1" fill="hold">
                                          <p:stCondLst>
                                            <p:cond delay="0"/>
                                          </p:stCondLst>
                                        </p:cTn>
                                        <p:tgtEl>
                                          <p:spTgt spid="23"/>
                                        </p:tgtEl>
                                        <p:attrNameLst>
                                          <p:attrName>style.visibility</p:attrName>
                                        </p:attrNameLst>
                                      </p:cBhvr>
                                      <p:to>
                                        <p:strVal val="visible"/>
                                      </p:to>
                                    </p:set>
                                    <p:animEffect transition="in" filter="wipe(down)">
                                      <p:cBhvr>
                                        <p:cTn id="147" dur="450"/>
                                        <p:tgtEl>
                                          <p:spTgt spid="23"/>
                                        </p:tgtEl>
                                      </p:cBhvr>
                                    </p:animEffect>
                                    <p:animEffect transition="in" filter="fade">
                                      <p:cBhvr>
                                        <p:cTn id="148" dur="450"/>
                                        <p:tgtEl>
                                          <p:spTgt spid="23"/>
                                        </p:tgtEl>
                                      </p:cBhvr>
                                    </p:animEffect>
                                  </p:childTnLst>
                                </p:cTn>
                              </p:par>
                              <p:par>
                                <p:cTn id="151" presetID="0" presetClass="path" presetSubtype="0" fill="hold" grpId="1" nodeType="withEffect" autoRev="1" repeatCount="4000">
                                  <p:stCondLst>
                                    <p:cond delay="8380"/>
                                  </p:stCondLst>
                                  <p:childTnLst>
                                    <p:animMotion origin="layout" path="M 0 0 L 0.008 0 E" pathEditMode="relative" ptsTypes="AA">
                                      <p:cBhvr>
                                        <p:cTn id="150" dur="40" fill="hold"/>
                                        <p:tgtEl>
                                          <p:spTgt spid="22"/>
                                        </p:tgtEl>
                                        <p:attrNameLst>
                                          <p:attrName>ppt_x</p:attrName>
                                          <p:attrName>ppt_y</p:attrName>
                                        </p:attrNameLst>
                                      </p:cBhvr>
                                    </p:animMotion>
                                  </p:childTnLst>
                                </p:cTn>
                              </p:par>
                              <p:par>
                                <p:cTn id="154" presetID="22" presetClass="entr" presetSubtype="8" fill="hold" grpId="0" nodeType="withEffect">
                                  <p:stCondLst>
                                    <p:cond delay="8800"/>
                                  </p:stCondLst>
                                  <p:childTnLst>
                                    <p:set>
                                      <p:cBhvr>
                                        <p:cTn id="152" dur="1" fill="hold">
                                          <p:stCondLst>
                                            <p:cond delay="0"/>
                                          </p:stCondLst>
                                        </p:cTn>
                                        <p:tgtEl>
                                          <p:spTgt spid="25"/>
                                        </p:tgtEl>
                                        <p:attrNameLst>
                                          <p:attrName>style.visibility</p:attrName>
                                        </p:attrNameLst>
                                      </p:cBhvr>
                                      <p:to>
                                        <p:strVal val="visible"/>
                                      </p:to>
                                    </p:set>
                                    <p:animEffect transition="in" filter="wipe(left)">
                                      <p:cBhvr>
                                        <p:cTn id="153" dur="300"/>
                                        <p:tgtEl>
                                          <p:spTgt spid="25"/>
                                        </p:tgtEl>
                                      </p:cBhvr>
                                    </p:animEffect>
                                  </p:childTnLst>
                                </p:cTn>
                              </p:par>
                              <p:par>
                                <p:cTn id="158" presetID="22" presetClass="entr" presetSubtype="1" fill="hold" grpId="0" nodeType="withEffect">
                                  <p:stCondLst>
                                    <p:cond delay="9400"/>
                                  </p:stCondLst>
                                  <p:childTnLst>
                                    <p:set>
                                      <p:cBhvr>
                                        <p:cTn id="155" dur="1" fill="hold">
                                          <p:stCondLst>
                                            <p:cond delay="0"/>
                                          </p:stCondLst>
                                        </p:cTn>
                                        <p:tgtEl>
                                          <p:spTgt spid="26"/>
                                        </p:tgtEl>
                                        <p:attrNameLst>
                                          <p:attrName>style.visibility</p:attrName>
                                        </p:attrNameLst>
                                      </p:cBhvr>
                                      <p:to>
                                        <p:strVal val="visible"/>
                                      </p:to>
                                    </p:set>
                                    <p:animEffect transition="in" filter="wipe(down)">
                                      <p:cBhvr>
                                        <p:cTn id="156" dur="450"/>
                                        <p:tgtEl>
                                          <p:spTgt spid="26"/>
                                        </p:tgtEl>
                                      </p:cBhvr>
                                    </p:animEffect>
                                    <p:animEffect transition="in" filter="fade">
                                      <p:cBhvr>
                                        <p:cTn id="157" dur="450"/>
                                        <p:tgtEl>
                                          <p:spTgt spid="26"/>
                                        </p:tgtEl>
                                      </p:cBhvr>
                                    </p:animEffect>
                                  </p:childTnLst>
                                </p:cTn>
                              </p:par>
                              <p:par>
                                <p:cTn id="163" presetID="53" presetClass="entr" presetSubtype="16" fill="hold" grpId="0" nodeType="withEffect">
                                  <p:stCondLst>
                                    <p:cond delay="9500"/>
                                  </p:stCondLst>
                                  <p:childTnLst>
                                    <p:set>
                                      <p:cBhvr>
                                        <p:cTn id="159" dur="1" fill="hold">
                                          <p:stCondLst>
                                            <p:cond delay="0"/>
                                          </p:stCondLst>
                                        </p:cTn>
                                        <p:tgtEl>
                                          <p:spTgt spid="29"/>
                                        </p:tgtEl>
                                        <p:attrNameLst>
                                          <p:attrName>style.visibility</p:attrName>
                                        </p:attrNameLst>
                                      </p:cBhvr>
                                      <p:to>
                                        <p:strVal val="visible"/>
                                      </p:to>
                                    </p:set>
                                    <p:anim calcmode="lin" valueType="num">
                                      <p:cBhvr additive="base">
                                        <p:cTn id="160" dur="350" fill="hold"/>
                                        <p:tgtEl>
                                          <p:spTgt spid="29"/>
                                        </p:tgtEl>
                                        <p:attrNameLst>
                                          <p:attrName>ppt_w</p:attrName>
                                        </p:attrNameLst>
                                      </p:cBhvr>
                                      <p:tavLst>
                                        <p:tav tm="0">
                                          <p:val>
                                            <p:strVal val="0"/>
                                          </p:val>
                                        </p:tav>
                                        <p:tav tm="100000">
                                          <p:val>
                                            <p:strVal val="#ppt_w"/>
                                          </p:val>
                                        </p:tav>
                                      </p:tavLst>
                                    </p:anim>
                                    <p:anim calcmode="lin" valueType="num">
                                      <p:cBhvr additive="base">
                                        <p:cTn id="161" dur="350" fill="hold"/>
                                        <p:tgtEl>
                                          <p:spTgt spid="29"/>
                                        </p:tgtEl>
                                        <p:attrNameLst>
                                          <p:attrName>ppt_h</p:attrName>
                                        </p:attrNameLst>
                                      </p:cBhvr>
                                      <p:tavLst>
                                        <p:tav tm="0">
                                          <p:val>
                                            <p:strVal val="0"/>
                                          </p:val>
                                        </p:tav>
                                        <p:tav tm="100000">
                                          <p:val>
                                            <p:strVal val="#ppt_h"/>
                                          </p:val>
                                        </p:tav>
                                      </p:tavLst>
                                    </p:anim>
                                    <p:animEffect transition="in" filter="fade">
                                      <p:cBhvr>
                                        <p:cTn id="162" dur="350"/>
                                        <p:tgtEl>
                                          <p:spTgt spid="29"/>
                                        </p:tgtEl>
                                      </p:cBhvr>
                                    </p:animEffect>
                                  </p:childTnLst>
                                </p:cTn>
                              </p:par>
                              <p:par>
                                <p:cTn id="167" presetID="22" presetClass="entr" presetSubtype="1" fill="hold" grpId="0" nodeType="withEffect">
                                  <p:stCondLst>
                                    <p:cond delay="9550"/>
                                  </p:stCondLst>
                                  <p:childTnLst>
                                    <p:set>
                                      <p:cBhvr>
                                        <p:cTn id="164" dur="1" fill="hold">
                                          <p:stCondLst>
                                            <p:cond delay="0"/>
                                          </p:stCondLst>
                                        </p:cTn>
                                        <p:tgtEl>
                                          <p:spTgt spid="27"/>
                                        </p:tgtEl>
                                        <p:attrNameLst>
                                          <p:attrName>style.visibility</p:attrName>
                                        </p:attrNameLst>
                                      </p:cBhvr>
                                      <p:to>
                                        <p:strVal val="visible"/>
                                      </p:to>
                                    </p:set>
                                    <p:animEffect transition="in" filter="wipe(down)">
                                      <p:cBhvr>
                                        <p:cTn id="165" dur="600"/>
                                        <p:tgtEl>
                                          <p:spTgt spid="27"/>
                                        </p:tgtEl>
                                      </p:cBhvr>
                                    </p:animEffect>
                                    <p:animEffect transition="in" filter="fade">
                                      <p:cBhvr>
                                        <p:cTn id="166" dur="600"/>
                                        <p:tgtEl>
                                          <p:spTgt spid="27"/>
                                        </p:tgtEl>
                                      </p:cBhvr>
                                    </p:animEffect>
                                  </p:childTnLst>
                                </p:cTn>
                              </p:par>
                              <p:par>
                                <p:cTn id="171" presetID="22" presetClass="entr" presetSubtype="1" fill="hold" grpId="0" nodeType="withEffect">
                                  <p:stCondLst>
                                    <p:cond delay="9600"/>
                                  </p:stCondLst>
                                  <p:childTnLst>
                                    <p:set>
                                      <p:cBhvr>
                                        <p:cTn id="168" dur="1" fill="hold">
                                          <p:stCondLst>
                                            <p:cond delay="0"/>
                                          </p:stCondLst>
                                        </p:cTn>
                                        <p:tgtEl>
                                          <p:spTgt spid="28"/>
                                        </p:tgtEl>
                                        <p:attrNameLst>
                                          <p:attrName>style.visibility</p:attrName>
                                        </p:attrNameLst>
                                      </p:cBhvr>
                                      <p:to>
                                        <p:strVal val="visible"/>
                                      </p:to>
                                    </p:set>
                                    <p:animEffect transition="in" filter="wipe(down)">
                                      <p:cBhvr>
                                        <p:cTn id="169" dur="450"/>
                                        <p:tgtEl>
                                          <p:spTgt spid="28"/>
                                        </p:tgtEl>
                                      </p:cBhvr>
                                    </p:animEffect>
                                    <p:animEffect transition="in" filter="fade">
                                      <p:cBhvr>
                                        <p:cTn id="170" dur="450"/>
                                        <p:tgtEl>
                                          <p:spTgt spid="28"/>
                                        </p:tgtEl>
                                      </p:cBhvr>
                                    </p:animEffect>
                                  </p:childTnLst>
                                </p:cTn>
                              </p:par>
                              <p:par>
                                <p:cTn id="173" presetID="0" presetClass="path" presetSubtype="0" fill="hold" grpId="1" nodeType="withEffect" autoRev="1" repeatCount="4000">
                                  <p:stCondLst>
                                    <p:cond delay="10180"/>
                                  </p:stCondLst>
                                  <p:childTnLst>
                                    <p:animMotion origin="layout" path="M 0 0 L 0.008 0 E" pathEditMode="relative" ptsTypes="AA">
                                      <p:cBhvr>
                                        <p:cTn id="172" dur="40" fill="hold"/>
                                        <p:tgtEl>
                                          <p:spTgt spid="27"/>
                                        </p:tgtEl>
                                        <p:attrNameLst>
                                          <p:attrName>ppt_x</p:attrName>
                                          <p:attrName>ppt_y</p:attrName>
                                        </p:attrNameLst>
                                      </p:cBhvr>
                                    </p:animMotion>
                                  </p:childTnLst>
                                </p:cTn>
                              </p:par>
                              <p:par>
                                <p:cTn id="176" presetID="22" presetClass="entr" presetSubtype="8" fill="hold" grpId="0" nodeType="withEffect">
                                  <p:stCondLst>
                                    <p:cond delay="10600"/>
                                  </p:stCondLst>
                                  <p:childTnLst>
                                    <p:set>
                                      <p:cBhvr>
                                        <p:cTn id="174" dur="1" fill="hold">
                                          <p:stCondLst>
                                            <p:cond delay="0"/>
                                          </p:stCondLst>
                                        </p:cTn>
                                        <p:tgtEl>
                                          <p:spTgt spid="30"/>
                                        </p:tgtEl>
                                        <p:attrNameLst>
                                          <p:attrName>style.visibility</p:attrName>
                                        </p:attrNameLst>
                                      </p:cBhvr>
                                      <p:to>
                                        <p:strVal val="visible"/>
                                      </p:to>
                                    </p:set>
                                    <p:animEffect transition="in" filter="wipe(left)">
                                      <p:cBhvr>
                                        <p:cTn id="175" dur="300"/>
                                        <p:tgtEl>
                                          <p:spTgt spid="30"/>
                                        </p:tgtEl>
                                      </p:cBhvr>
                                    </p:animEffect>
                                  </p:childTnLst>
                                </p:cTn>
                              </p:par>
                              <p:par>
                                <p:cTn id="180" presetID="22" presetClass="entr" presetSubtype="1" fill="hold" grpId="0" nodeType="withEffect">
                                  <p:stCondLst>
                                    <p:cond delay="11200"/>
                                  </p:stCondLst>
                                  <p:childTnLst>
                                    <p:set>
                                      <p:cBhvr>
                                        <p:cTn id="177" dur="1" fill="hold">
                                          <p:stCondLst>
                                            <p:cond delay="0"/>
                                          </p:stCondLst>
                                        </p:cTn>
                                        <p:tgtEl>
                                          <p:spTgt spid="31"/>
                                        </p:tgtEl>
                                        <p:attrNameLst>
                                          <p:attrName>style.visibility</p:attrName>
                                        </p:attrNameLst>
                                      </p:cBhvr>
                                      <p:to>
                                        <p:strVal val="visible"/>
                                      </p:to>
                                    </p:set>
                                    <p:animEffect transition="in" filter="wipe(down)">
                                      <p:cBhvr>
                                        <p:cTn id="178" dur="450"/>
                                        <p:tgtEl>
                                          <p:spTgt spid="31"/>
                                        </p:tgtEl>
                                      </p:cBhvr>
                                    </p:animEffect>
                                    <p:animEffect transition="in" filter="fade">
                                      <p:cBhvr>
                                        <p:cTn id="179" dur="450"/>
                                        <p:tgtEl>
                                          <p:spTgt spid="31"/>
                                        </p:tgtEl>
                                      </p:cBhvr>
                                    </p:animEffect>
                                  </p:childTnLst>
                                </p:cTn>
                              </p:par>
                              <p:par>
                                <p:cTn id="185" presetID="53" presetClass="entr" presetSubtype="16" fill="hold" grpId="0" nodeType="withEffect">
                                  <p:stCondLst>
                                    <p:cond delay="11300"/>
                                  </p:stCondLst>
                                  <p:childTnLst>
                                    <p:set>
                                      <p:cBhvr>
                                        <p:cTn id="181" dur="1" fill="hold">
                                          <p:stCondLst>
                                            <p:cond delay="0"/>
                                          </p:stCondLst>
                                        </p:cTn>
                                        <p:tgtEl>
                                          <p:spTgt spid="34"/>
                                        </p:tgtEl>
                                        <p:attrNameLst>
                                          <p:attrName>style.visibility</p:attrName>
                                        </p:attrNameLst>
                                      </p:cBhvr>
                                      <p:to>
                                        <p:strVal val="visible"/>
                                      </p:to>
                                    </p:set>
                                    <p:anim calcmode="lin" valueType="num">
                                      <p:cBhvr additive="base">
                                        <p:cTn id="182" dur="350" fill="hold"/>
                                        <p:tgtEl>
                                          <p:spTgt spid="34"/>
                                        </p:tgtEl>
                                        <p:attrNameLst>
                                          <p:attrName>ppt_w</p:attrName>
                                        </p:attrNameLst>
                                      </p:cBhvr>
                                      <p:tavLst>
                                        <p:tav tm="0">
                                          <p:val>
                                            <p:strVal val="0"/>
                                          </p:val>
                                        </p:tav>
                                        <p:tav tm="100000">
                                          <p:val>
                                            <p:strVal val="#ppt_w"/>
                                          </p:val>
                                        </p:tav>
                                      </p:tavLst>
                                    </p:anim>
                                    <p:anim calcmode="lin" valueType="num">
                                      <p:cBhvr additive="base">
                                        <p:cTn id="183" dur="350" fill="hold"/>
                                        <p:tgtEl>
                                          <p:spTgt spid="34"/>
                                        </p:tgtEl>
                                        <p:attrNameLst>
                                          <p:attrName>ppt_h</p:attrName>
                                        </p:attrNameLst>
                                      </p:cBhvr>
                                      <p:tavLst>
                                        <p:tav tm="0">
                                          <p:val>
                                            <p:strVal val="0"/>
                                          </p:val>
                                        </p:tav>
                                        <p:tav tm="100000">
                                          <p:val>
                                            <p:strVal val="#ppt_h"/>
                                          </p:val>
                                        </p:tav>
                                      </p:tavLst>
                                    </p:anim>
                                    <p:animEffect transition="in" filter="fade">
                                      <p:cBhvr>
                                        <p:cTn id="184" dur="350"/>
                                        <p:tgtEl>
                                          <p:spTgt spid="34"/>
                                        </p:tgtEl>
                                      </p:cBhvr>
                                    </p:animEffect>
                                  </p:childTnLst>
                                </p:cTn>
                              </p:par>
                              <p:par>
                                <p:cTn id="189" presetID="22" presetClass="entr" presetSubtype="1" fill="hold" grpId="0" nodeType="withEffect">
                                  <p:stCondLst>
                                    <p:cond delay="11350"/>
                                  </p:stCondLst>
                                  <p:childTnLst>
                                    <p:set>
                                      <p:cBhvr>
                                        <p:cTn id="186" dur="1" fill="hold">
                                          <p:stCondLst>
                                            <p:cond delay="0"/>
                                          </p:stCondLst>
                                        </p:cTn>
                                        <p:tgtEl>
                                          <p:spTgt spid="32"/>
                                        </p:tgtEl>
                                        <p:attrNameLst>
                                          <p:attrName>style.visibility</p:attrName>
                                        </p:attrNameLst>
                                      </p:cBhvr>
                                      <p:to>
                                        <p:strVal val="visible"/>
                                      </p:to>
                                    </p:set>
                                    <p:animEffect transition="in" filter="wipe(down)">
                                      <p:cBhvr>
                                        <p:cTn id="187" dur="600"/>
                                        <p:tgtEl>
                                          <p:spTgt spid="32"/>
                                        </p:tgtEl>
                                      </p:cBhvr>
                                    </p:animEffect>
                                    <p:animEffect transition="in" filter="fade">
                                      <p:cBhvr>
                                        <p:cTn id="188" dur="600"/>
                                        <p:tgtEl>
                                          <p:spTgt spid="32"/>
                                        </p:tgtEl>
                                      </p:cBhvr>
                                    </p:animEffect>
                                  </p:childTnLst>
                                </p:cTn>
                              </p:par>
                              <p:par>
                                <p:cTn id="193" presetID="22" presetClass="entr" presetSubtype="1" fill="hold" grpId="0" nodeType="withEffect">
                                  <p:stCondLst>
                                    <p:cond delay="11400"/>
                                  </p:stCondLst>
                                  <p:childTnLst>
                                    <p:set>
                                      <p:cBhvr>
                                        <p:cTn id="190" dur="1" fill="hold">
                                          <p:stCondLst>
                                            <p:cond delay="0"/>
                                          </p:stCondLst>
                                        </p:cTn>
                                        <p:tgtEl>
                                          <p:spTgt spid="33"/>
                                        </p:tgtEl>
                                        <p:attrNameLst>
                                          <p:attrName>style.visibility</p:attrName>
                                        </p:attrNameLst>
                                      </p:cBhvr>
                                      <p:to>
                                        <p:strVal val="visible"/>
                                      </p:to>
                                    </p:set>
                                    <p:animEffect transition="in" filter="wipe(down)">
                                      <p:cBhvr>
                                        <p:cTn id="191" dur="450"/>
                                        <p:tgtEl>
                                          <p:spTgt spid="33"/>
                                        </p:tgtEl>
                                      </p:cBhvr>
                                    </p:animEffect>
                                    <p:animEffect transition="in" filter="fade">
                                      <p:cBhvr>
                                        <p:cTn id="192" dur="450"/>
                                        <p:tgtEl>
                                          <p:spTgt spid="33"/>
                                        </p:tgtEl>
                                      </p:cBhvr>
                                    </p:animEffect>
                                  </p:childTnLst>
                                </p:cTn>
                              </p:par>
                              <p:par>
                                <p:cTn id="196" presetID="10" presetClass="exit" presetSubtype="0" fill="hold" grpId="1" nodeType="withEffect">
                                  <p:stCondLst>
                                    <p:cond delay="11400"/>
                                  </p:stCondLst>
                                  <p:childTnLst>
                                    <p:animEffect transition="out" filter="fade">
                                      <p:cBhvr>
                                        <p:cTn id="194" dur="300"/>
                                        <p:tgtEl>
                                          <p:spTgt spid="38"/>
                                        </p:tgtEl>
                                      </p:cBhvr>
                                    </p:animEffect>
                                    <p:set>
                                      <p:cBhvr>
                                        <p:cTn id="195" dur="1" fill="hold">
                                          <p:stCondLst>
                                            <p:cond delay="299"/>
                                          </p:stCondLst>
                                        </p:cTn>
                                        <p:tgtEl>
                                          <p:spTgt spid="38"/>
                                        </p:tgtEl>
                                        <p:attrNameLst>
                                          <p:attrName>style.visibility</p:attrName>
                                        </p:attrNameLst>
                                      </p:cBhvr>
                                      <p:to>
                                        <p:strVal val="hidden"/>
                                      </p:to>
                                    </p:set>
                                  </p:childTnLst>
                                </p:cTn>
                              </p:par>
                              <p:par>
                                <p:cTn id="198" presetID="8" presetClass="emph" presetSubtype="0" fill="hold" grpId="3" nodeType="withEffect">
                                  <p:stCondLst>
                                    <p:cond delay="11400"/>
                                  </p:stCondLst>
                                  <p:childTnLst>
                                    <p:animRot by="-5100000">
                                      <p:cBhvr>
                                        <p:cTn id="197" dur="1300" fill="hold"/>
                                        <p:tgtEl>
                                          <p:spTgt spid="37"/>
                                        </p:tgtEl>
                                        <p:attrNameLst>
                                          <p:attrName>r</p:attrName>
                                        </p:attrNameLst>
                                      </p:cBhvr>
                                    </p:animRot>
                                  </p:childTnLst>
                                </p:cTn>
                              </p:par>
                              <p:par>
                                <p:cTn id="200" presetID="0" presetClass="path" presetSubtype="0" fill="hold" grpId="1" nodeType="withEffect" autoRev="1" repeatCount="4000">
                                  <p:stCondLst>
                                    <p:cond delay="11980"/>
                                  </p:stCondLst>
                                  <p:childTnLst>
                                    <p:animMotion origin="layout" path="M 0 0 L 0.008 0 E" pathEditMode="relative" ptsTypes="AA">
                                      <p:cBhvr>
                                        <p:cTn id="199" dur="40" fill="hold"/>
                                        <p:tgtEl>
                                          <p:spTgt spid="32"/>
                                        </p:tgtEl>
                                        <p:attrNameLst>
                                          <p:attrName>ppt_x</p:attrName>
                                          <p:attrName>ppt_y</p:attrName>
                                        </p:attrNameLst>
                                      </p:cBhvr>
                                    </p:animMotion>
                                  </p:childTnLst>
                                </p:cTn>
                              </p:par>
                              <p:par>
                                <p:cTn id="205" presetID="53" presetClass="entr" presetSubtype="32" fill="hold" grpId="0" nodeType="withEffect">
                                  <p:stCondLst>
                                    <p:cond delay="12500"/>
                                  </p:stCondLst>
                                  <p:childTnLst>
                                    <p:set>
                                      <p:cBhvr>
                                        <p:cTn id="201" dur="1" fill="hold">
                                          <p:stCondLst>
                                            <p:cond delay="0"/>
                                          </p:stCondLst>
                                        </p:cTn>
                                        <p:tgtEl>
                                          <p:spTgt spid="39"/>
                                        </p:tgtEl>
                                        <p:attrNameLst>
                                          <p:attrName>style.visibility</p:attrName>
                                        </p:attrNameLst>
                                      </p:cBhvr>
                                      <p:to>
                                        <p:strVal val="visible"/>
                                      </p:to>
                                    </p:set>
                                    <p:anim calcmode="lin" valueType="num">
                                      <p:cBhvr additive="base">
                                        <p:cTn id="202" dur="450" fill="hold"/>
                                        <p:tgtEl>
                                          <p:spTgt spid="39"/>
                                        </p:tgtEl>
                                        <p:attrNameLst>
                                          <p:attrName>ppt_w</p:attrName>
                                        </p:attrNameLst>
                                      </p:cBhvr>
                                      <p:tavLst>
                                        <p:tav tm="0">
                                          <p:val>
                                            <p:strVal val="#ppt_w*2.4"/>
                                          </p:val>
                                        </p:tav>
                                        <p:tav tm="100000">
                                          <p:val>
                                            <p:strVal val="#ppt_w"/>
                                          </p:val>
                                        </p:tav>
                                      </p:tavLst>
                                    </p:anim>
                                    <p:anim calcmode="lin" valueType="num">
                                      <p:cBhvr additive="base">
                                        <p:cTn id="203" dur="450" fill="hold"/>
                                        <p:tgtEl>
                                          <p:spTgt spid="39"/>
                                        </p:tgtEl>
                                        <p:attrNameLst>
                                          <p:attrName>ppt_h</p:attrName>
                                        </p:attrNameLst>
                                      </p:cBhvr>
                                      <p:tavLst>
                                        <p:tav tm="0">
                                          <p:val>
                                            <p:strVal val="#ppt_h*2.4"/>
                                          </p:val>
                                        </p:tav>
                                        <p:tav tm="100000">
                                          <p:val>
                                            <p:strVal val="#ppt_h"/>
                                          </p:val>
                                        </p:tav>
                                      </p:tavLst>
                                    </p:anim>
                                    <p:animEffect transition="in" filter="fade">
                                      <p:cBhvr>
                                        <p:cTn id="204" dur="450"/>
                                        <p:tgtEl>
                                          <p:spTgt spid="39"/>
                                        </p:tgtEl>
                                      </p:cBhvr>
                                    </p:animEffect>
                                  </p:childTnLst>
                                </p:cTn>
                              </p:par>
                              <p:par>
                                <p:cTn id="208" presetID="22" presetClass="entr" presetSubtype="8" fill="hold" grpId="0" nodeType="withEffect">
                                  <p:stCondLst>
                                    <p:cond delay="13400"/>
                                  </p:stCondLst>
                                  <p:childTnLst>
                                    <p:set>
                                      <p:cBhvr>
                                        <p:cTn id="206" dur="1" fill="hold">
                                          <p:stCondLst>
                                            <p:cond delay="0"/>
                                          </p:stCondLst>
                                        </p:cTn>
                                        <p:tgtEl>
                                          <p:spTgt spid="43"/>
                                        </p:tgtEl>
                                        <p:attrNameLst>
                                          <p:attrName>style.visibility</p:attrName>
                                        </p:attrNameLst>
                                      </p:cBhvr>
                                      <p:to>
                                        <p:strVal val="visible"/>
                                      </p:to>
                                    </p:set>
                                    <p:animEffect transition="in" filter="wipe(left)">
                                      <p:cBhvr>
                                        <p:cTn id="207" dur="8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4" grpId="0" animBg="1"/>
      <p:bldP spid="45" grpId="0" animBg="1"/>
      <p:bldP spid="4" grpId="0" animBg="1"/>
      <p:bldP spid="46" grpId="0" animBg="1"/>
      <p:bldP spid="45" grpId="1" animBg="1"/>
      <p:bldP spid="5" grpId="0" animBg="1"/>
      <p:bldP spid="35" grpId="0" animBg="1"/>
      <p:bldP spid="36" grpId="0" animBg="1"/>
      <p:bldP spid="4" grpId="1" animBg="1"/>
      <p:bldP spid="6" grpId="0" animBg="1"/>
      <p:bldP spid="9" grpId="0" animBg="1"/>
      <p:bldP spid="37" grpId="0" animBg="1"/>
      <p:bldP spid="7" grpId="0" animBg="1"/>
      <p:bldP spid="8" grpId="0" animBg="1"/>
      <p:bldP spid="40" grpId="0" animBg="1"/>
      <p:bldP spid="41" grpId="0" animBg="1"/>
      <p:bldP spid="7" grpId="1" animBg="1"/>
      <p:bldP spid="42" grpId="0" animBg="1"/>
      <p:bldP spid="10" grpId="0" animBg="1"/>
      <p:bldP spid="11" grpId="0" animBg="1"/>
      <p:bldP spid="14" grpId="0" animBg="1"/>
      <p:bldP spid="12" grpId="0" animBg="1"/>
      <p:bldP spid="13" grpId="0" animBg="1"/>
      <p:bldP spid="12" grpId="1" animBg="1"/>
      <p:bldP spid="15" grpId="0" animBg="1"/>
      <p:bldP spid="16" grpId="0" animBg="1"/>
      <p:bldP spid="37" grpId="1" animBg="1"/>
      <p:bldP spid="19" grpId="0" animBg="1"/>
      <p:bldP spid="17" grpId="0" animBg="1"/>
      <p:bldP spid="18" grpId="0" animBg="1"/>
      <p:bldP spid="17" grpId="1" animBg="1"/>
      <p:bldP spid="17" grpId="2" animBg="1"/>
      <p:bldP spid="38" grpId="0" animBg="1"/>
      <p:bldP spid="37" grpId="2" animBg="1"/>
      <p:bldP spid="42" grpId="1" animBg="1"/>
      <p:bldP spid="20" grpId="0" animBg="1"/>
      <p:bldP spid="21" grpId="0" animBg="1"/>
      <p:bldP spid="24" grpId="0" animBg="1"/>
      <p:bldP spid="22" grpId="0" animBg="1"/>
      <p:bldP spid="23" grpId="0" animBg="1"/>
      <p:bldP spid="22" grpId="1" animBg="1"/>
      <p:bldP spid="25" grpId="0" animBg="1"/>
      <p:bldP spid="26" grpId="0" animBg="1"/>
      <p:bldP spid="29" grpId="0" animBg="1"/>
      <p:bldP spid="27" grpId="0" animBg="1"/>
      <p:bldP spid="28" grpId="0" animBg="1"/>
      <p:bldP spid="27" grpId="1" animBg="1"/>
      <p:bldP spid="30" grpId="0" animBg="1"/>
      <p:bldP spid="31" grpId="0" animBg="1"/>
      <p:bldP spid="34" grpId="0" animBg="1"/>
      <p:bldP spid="32" grpId="0" animBg="1"/>
      <p:bldP spid="33" grpId="0" animBg="1"/>
      <p:bldP spid="38" grpId="1" animBg="1"/>
      <p:bldP spid="37" grpId="3" animBg="1"/>
      <p:bldP spid="32" grpId="1" animBg="1"/>
      <p:bldP spid="39" grpId="0" animBg="1"/>
      <p:bldP spid="4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eyebrow"/>
          <p:cNvSpPr txBox="1"/>
          <p:nvPr/>
        </p:nvSpPr>
        <p:spPr>
          <a:xfrm>
            <a:off x="812800" y="520700"/>
            <a:ext cx="9525000" cy="190500"/>
          </a:xfrm>
          <a:prstGeom prst="rect">
            <a:avLst/>
          </a:prstGeom>
          <a:noFill/>
          <a:ln/>
        </p:spPr>
        <p:txBody>
          <a:bodyPr wrap="square" lIns="0" tIns="0" rIns="0" bIns="0" rtlCol="0" anchor="t"/>
          <a:lstStyle/>
          <a:p>
            <a:pPr indent="0" marL="0">
              <a:buNone/>
            </a:pPr>
            <a:r>
              <a:rPr lang="en-US" sz="1100" b="1" spc="300" kern="0" dirty="0">
                <a:solidFill>
                  <a:srgbClr val="FFC94D"/>
                </a:solidFill>
                <a:latin typeface="Consolas" pitchFamily="34" charset="0"/>
                <a:ea typeface="Consolas" pitchFamily="34" charset="-122"/>
                <a:cs typeface="Consolas" pitchFamily="34" charset="-120"/>
              </a:rPr>
              <a:t>CASE 2 OF 5 · THE PEOPLE v. INSTAGRAM</a:t>
            </a:r>
            <a:endParaRPr lang="en-US" sz="1100" dirty="0"/>
          </a:p>
        </p:txBody>
      </p:sp>
      <p:sp>
        <p:nvSpPr>
          <p:cNvPr id="4" name="heading"/>
          <p:cNvSpPr txBox="1"/>
          <p:nvPr/>
        </p:nvSpPr>
        <p:spPr>
          <a:xfrm>
            <a:off x="812800" y="749300"/>
            <a:ext cx="10096500" cy="1016000"/>
          </a:xfrm>
          <a:prstGeom prst="rect">
            <a:avLst/>
          </a:prstGeom>
          <a:noFill/>
          <a:ln/>
        </p:spPr>
        <p:txBody>
          <a:bodyPr wrap="square" lIns="0" tIns="0" rIns="0" bIns="0" rtlCol="0" anchor="t"/>
          <a:lstStyle/>
          <a:p>
            <a:pPr indent="0" marL="0">
              <a:lnSpc>
                <a:spcPct val="95000"/>
              </a:lnSpc>
              <a:buNone/>
            </a:pPr>
            <a:r>
              <a:rPr lang="en-US" sz="3000" b="1" dirty="0">
                <a:solidFill>
                  <a:srgbClr val="E8FBFF"/>
                </a:solidFill>
                <a:effectLst>
                  <a:glow rad="101600">
                    <a:srgbClr val="FFC94D">
                      <a:alpha val="35000"/>
                    </a:srgbClr>
                  </a:glow>
                </a:effectLst>
                <a:latin typeface="Bahnschrift" pitchFamily="34" charset="0"/>
                <a:ea typeface="Bahnschrift" pitchFamily="34" charset="-122"/>
                <a:cs typeface="Bahnschrift" pitchFamily="34" charset="-120"/>
              </a:rPr>
              <a:t>Case 2 of 5 – Instagram: guilty of leaving private messages unencrypted</a:t>
            </a:r>
            <a:endParaRPr lang="en-US" sz="3000" dirty="0"/>
          </a:p>
        </p:txBody>
      </p:sp>
      <p:sp>
        <p:nvSpPr>
          <p:cNvPr id="5" name="alab"/>
          <p:cNvSpPr txBox="1"/>
          <p:nvPr/>
        </p:nvSpPr>
        <p:spPr>
          <a:xfrm>
            <a:off x="812800" y="1892300"/>
            <a:ext cx="6413500" cy="190500"/>
          </a:xfrm>
          <a:prstGeom prst="rect">
            <a:avLst/>
          </a:prstGeom>
          <a:noFill/>
          <a:ln/>
        </p:spPr>
        <p:txBody>
          <a:bodyPr wrap="square" lIns="0" tIns="0" rIns="0" bIns="0" rtlCol="0" anchor="t"/>
          <a:lstStyle/>
          <a:p>
            <a:pPr algn="l" indent="0" marL="0">
              <a:buNone/>
            </a:pPr>
            <a:r>
              <a:rPr lang="en-US" sz="1150" b="1" spc="300" kern="0" dirty="0">
                <a:solidFill>
                  <a:srgbClr val="FF4F6E"/>
                </a:solidFill>
                <a:latin typeface="Consolas" pitchFamily="34" charset="0"/>
                <a:ea typeface="Consolas" pitchFamily="34" charset="-122"/>
                <a:cs typeface="Consolas" pitchFamily="34" charset="-120"/>
              </a:rPr>
              <a:t>PROSECUTION EXHIBITS · HOW THE ACCOUNT FELL</a:t>
            </a:r>
            <a:endParaRPr lang="en-US" sz="1150" dirty="0"/>
          </a:p>
        </p:txBody>
      </p:sp>
      <p:sp>
        <p:nvSpPr>
          <p:cNvPr id="6" name="abox0"/>
          <p:cNvSpPr/>
          <p:nvPr/>
        </p:nvSpPr>
        <p:spPr>
          <a:xfrm>
            <a:off x="812800" y="2120900"/>
            <a:ext cx="1968500" cy="1841500"/>
          </a:xfrm>
          <a:prstGeom prst="roundRect">
            <a:avLst>
              <a:gd name="adj" fmla="val 2979"/>
            </a:avLst>
          </a:prstGeom>
          <a:solidFill>
            <a:srgbClr val="10294A">
              <a:alpha val="70000"/>
            </a:srgbClr>
          </a:solidFill>
          <a:ln w="19050">
            <a:solidFill>
              <a:srgbClr val="FF4F6E"/>
            </a:solidFill>
            <a:prstDash val="solid"/>
          </a:ln>
          <a:effectLst>
            <a:outerShdw sx="100000" sy="100000" kx="0" ky="0" algn="bl" rotWithShape="0" blurRad="114300" dist="50800" dir="5400000">
              <a:srgbClr val="FFC94D">
                <a:alpha val="55000"/>
              </a:srgbClr>
            </a:outerShdw>
          </a:effectLst>
        </p:spPr>
      </p:sp>
      <p:pic>
        <p:nvPicPr>
          <p:cNvPr id="7" name="ashot0" descr="Linked to Facebook through Accounts Center">    </p:cNvPr>
          <p:cNvPicPr>
            <a:picLocks noChangeAspect="1"/>
          </p:cNvPicPr>
          <p:nvPr/>
        </p:nvPicPr>
        <p:blipFill>
          <a:blip r:embed="rId2"/>
          <a:stretch>
            <a:fillRect/>
          </a:stretch>
        </p:blipFill>
        <p:spPr>
          <a:xfrm>
            <a:off x="1182706" y="2171700"/>
            <a:ext cx="1228688" cy="1409700"/>
          </a:xfrm>
          <a:prstGeom prst="rect">
            <a:avLst/>
          </a:prstGeom>
        </p:spPr>
      </p:pic>
      <p:sp>
        <p:nvSpPr>
          <p:cNvPr id="8" name="acap0"/>
          <p:cNvSpPr txBox="1"/>
          <p:nvPr/>
        </p:nvSpPr>
        <p:spPr>
          <a:xfrm>
            <a:off x="876300" y="36068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Linked to Facebook through Accounts Center</a:t>
            </a:r>
            <a:endParaRPr lang="en-US" sz="1100" dirty="0"/>
          </a:p>
        </p:txBody>
      </p:sp>
      <p:sp>
        <p:nvSpPr>
          <p:cNvPr id="9" name="anum0"/>
          <p:cNvSpPr/>
          <p:nvPr/>
        </p:nvSpPr>
        <p:spPr>
          <a:xfrm>
            <a:off x="863600" y="2171700"/>
            <a:ext cx="254000" cy="254000"/>
          </a:xfrm>
          <a:prstGeom prst="roundRect">
            <a:avLst>
              <a:gd name="adj" fmla="val 180000"/>
            </a:avLst>
          </a:prstGeom>
          <a:solidFill>
            <a:srgbClr val="FF4F6E"/>
          </a:solidFill>
          <a:ln/>
          <a:effectLst>
            <a:outerShdw sx="100000" sy="100000" kx="0" ky="0" algn="bl" rotWithShape="0" blurRad="114300" dist="50800" dir="5400000">
              <a:srgbClr val="FF4F6E">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01</a:t>
            </a:r>
            <a:endParaRPr lang="en-US" sz="1100" dirty="0"/>
          </a:p>
        </p:txBody>
      </p:sp>
      <p:sp>
        <p:nvSpPr>
          <p:cNvPr id="10" name="aarr0"/>
          <p:cNvSpPr/>
          <p:nvPr/>
        </p:nvSpPr>
        <p:spPr>
          <a:xfrm>
            <a:off x="2806700" y="2946400"/>
            <a:ext cx="203200" cy="190500"/>
          </a:xfrm>
          <a:prstGeom prst="rightArrow">
            <a:avLst/>
          </a:prstGeom>
          <a:solidFill>
            <a:srgbClr val="FF4F6E"/>
          </a:solidFill>
          <a:ln/>
          <a:effectLst>
            <a:outerShdw sx="100000" sy="100000" kx="0" ky="0" algn="bl" rotWithShape="0" blurRad="114300" dist="50800" dir="5400000">
              <a:srgbClr val="FF4F6E">
                <a:alpha val="60000"/>
              </a:srgbClr>
            </a:outerShdw>
          </a:effectLst>
        </p:spPr>
      </p:sp>
      <p:sp>
        <p:nvSpPr>
          <p:cNvPr id="11" name="abox1"/>
          <p:cNvSpPr/>
          <p:nvPr/>
        </p:nvSpPr>
        <p:spPr>
          <a:xfrm>
            <a:off x="3035300" y="2120900"/>
            <a:ext cx="1968500" cy="1841500"/>
          </a:xfrm>
          <a:prstGeom prst="roundRect">
            <a:avLst>
              <a:gd name="adj" fmla="val 2979"/>
            </a:avLst>
          </a:prstGeom>
          <a:solidFill>
            <a:srgbClr val="10294A">
              <a:alpha val="70000"/>
            </a:srgbClr>
          </a:solidFill>
          <a:ln w="19050">
            <a:solidFill>
              <a:srgbClr val="FF4F6E"/>
            </a:solidFill>
            <a:prstDash val="solid"/>
          </a:ln>
          <a:effectLst>
            <a:outerShdw sx="100000" sy="100000" kx="0" ky="0" algn="bl" rotWithShape="0" blurRad="114300" dist="50800" dir="5400000">
              <a:srgbClr val="FFC94D">
                <a:alpha val="55000"/>
              </a:srgbClr>
            </a:outerShdw>
          </a:effectLst>
        </p:spPr>
      </p:sp>
      <p:pic>
        <p:nvPicPr>
          <p:cNvPr id="12" name="ashot1" descr="Her private DMs are read">    </p:cNvPr>
          <p:cNvPicPr>
            <a:picLocks noChangeAspect="1"/>
          </p:cNvPicPr>
          <p:nvPr/>
        </p:nvPicPr>
        <p:blipFill>
          <a:blip r:embed="rId3"/>
          <a:stretch>
            <a:fillRect/>
          </a:stretch>
        </p:blipFill>
        <p:spPr>
          <a:xfrm>
            <a:off x="3521486" y="2171700"/>
            <a:ext cx="996129" cy="1409700"/>
          </a:xfrm>
          <a:prstGeom prst="rect">
            <a:avLst/>
          </a:prstGeom>
        </p:spPr>
      </p:pic>
      <p:sp>
        <p:nvSpPr>
          <p:cNvPr id="13" name="acap1"/>
          <p:cNvSpPr txBox="1"/>
          <p:nvPr/>
        </p:nvSpPr>
        <p:spPr>
          <a:xfrm>
            <a:off x="3098800" y="36068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Her private DMs are read</a:t>
            </a:r>
            <a:endParaRPr lang="en-US" sz="1100" dirty="0"/>
          </a:p>
        </p:txBody>
      </p:sp>
      <p:sp>
        <p:nvSpPr>
          <p:cNvPr id="14" name="anum1"/>
          <p:cNvSpPr/>
          <p:nvPr/>
        </p:nvSpPr>
        <p:spPr>
          <a:xfrm>
            <a:off x="3086100" y="2171700"/>
            <a:ext cx="254000" cy="254000"/>
          </a:xfrm>
          <a:prstGeom prst="roundRect">
            <a:avLst>
              <a:gd name="adj" fmla="val 180000"/>
            </a:avLst>
          </a:prstGeom>
          <a:solidFill>
            <a:srgbClr val="FF4F6E"/>
          </a:solidFill>
          <a:ln/>
          <a:effectLst>
            <a:outerShdw sx="100000" sy="100000" kx="0" ky="0" algn="bl" rotWithShape="0" blurRad="114300" dist="50800" dir="5400000">
              <a:srgbClr val="FF4F6E">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02</a:t>
            </a:r>
            <a:endParaRPr lang="en-US" sz="1100" dirty="0"/>
          </a:p>
        </p:txBody>
      </p:sp>
      <p:sp>
        <p:nvSpPr>
          <p:cNvPr id="15" name="aarr1"/>
          <p:cNvSpPr/>
          <p:nvPr/>
        </p:nvSpPr>
        <p:spPr>
          <a:xfrm>
            <a:off x="5029200" y="2946400"/>
            <a:ext cx="203200" cy="190500"/>
          </a:xfrm>
          <a:prstGeom prst="rightArrow">
            <a:avLst/>
          </a:prstGeom>
          <a:solidFill>
            <a:srgbClr val="FF4F6E"/>
          </a:solidFill>
          <a:ln/>
          <a:effectLst>
            <a:outerShdw sx="100000" sy="100000" kx="0" ky="0" algn="bl" rotWithShape="0" blurRad="114300" dist="50800" dir="5400000">
              <a:srgbClr val="FF4F6E">
                <a:alpha val="60000"/>
              </a:srgbClr>
            </a:outerShdw>
          </a:effectLst>
        </p:spPr>
      </p:sp>
      <p:sp>
        <p:nvSpPr>
          <p:cNvPr id="16" name="abox2"/>
          <p:cNvSpPr/>
          <p:nvPr/>
        </p:nvSpPr>
        <p:spPr>
          <a:xfrm>
            <a:off x="5257800" y="2120900"/>
            <a:ext cx="1968500" cy="1841500"/>
          </a:xfrm>
          <a:prstGeom prst="roundRect">
            <a:avLst>
              <a:gd name="adj" fmla="val 2979"/>
            </a:avLst>
          </a:prstGeom>
          <a:solidFill>
            <a:srgbClr val="10294A">
              <a:alpha val="70000"/>
            </a:srgbClr>
          </a:solidFill>
          <a:ln w="19050">
            <a:solidFill>
              <a:srgbClr val="FF4F6E"/>
            </a:solidFill>
            <a:prstDash val="solid"/>
          </a:ln>
          <a:effectLst>
            <a:outerShdw sx="100000" sy="100000" kx="0" ky="0" algn="bl" rotWithShape="0" blurRad="114300" dist="50800" dir="5400000">
              <a:srgbClr val="FFC94D">
                <a:alpha val="55000"/>
              </a:srgbClr>
            </a:outerShdw>
          </a:effectLst>
        </p:spPr>
      </p:sp>
      <p:pic>
        <p:nvPicPr>
          <p:cNvPr id="17" name="ashot2" descr="The messages are used for blackmail">    </p:cNvPr>
          <p:cNvPicPr>
            <a:picLocks noChangeAspect="1"/>
          </p:cNvPicPr>
          <p:nvPr/>
        </p:nvPicPr>
        <p:blipFill>
          <a:blip r:embed="rId4"/>
          <a:stretch>
            <a:fillRect/>
          </a:stretch>
        </p:blipFill>
        <p:spPr>
          <a:xfrm>
            <a:off x="5693198" y="2171700"/>
            <a:ext cx="1097704" cy="1409700"/>
          </a:xfrm>
          <a:prstGeom prst="rect">
            <a:avLst/>
          </a:prstGeom>
        </p:spPr>
      </p:pic>
      <p:sp>
        <p:nvSpPr>
          <p:cNvPr id="18" name="acap2"/>
          <p:cNvSpPr txBox="1"/>
          <p:nvPr/>
        </p:nvSpPr>
        <p:spPr>
          <a:xfrm>
            <a:off x="5321300" y="36068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The messages are used for blackmail</a:t>
            </a:r>
            <a:endParaRPr lang="en-US" sz="1100" dirty="0"/>
          </a:p>
        </p:txBody>
      </p:sp>
      <p:sp>
        <p:nvSpPr>
          <p:cNvPr id="19" name="anum2"/>
          <p:cNvSpPr/>
          <p:nvPr/>
        </p:nvSpPr>
        <p:spPr>
          <a:xfrm>
            <a:off x="5308600" y="2171700"/>
            <a:ext cx="254000" cy="254000"/>
          </a:xfrm>
          <a:prstGeom prst="roundRect">
            <a:avLst>
              <a:gd name="adj" fmla="val 180000"/>
            </a:avLst>
          </a:prstGeom>
          <a:solidFill>
            <a:srgbClr val="FF4F6E"/>
          </a:solidFill>
          <a:ln/>
          <a:effectLst>
            <a:outerShdw sx="100000" sy="100000" kx="0" ky="0" algn="bl" rotWithShape="0" blurRad="114300" dist="50800" dir="5400000">
              <a:srgbClr val="FF4F6E">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03</a:t>
            </a:r>
            <a:endParaRPr lang="en-US" sz="1100" dirty="0"/>
          </a:p>
        </p:txBody>
      </p:sp>
      <p:sp>
        <p:nvSpPr>
          <p:cNvPr id="20" name="slab"/>
          <p:cNvSpPr txBox="1"/>
          <p:nvPr/>
        </p:nvSpPr>
        <p:spPr>
          <a:xfrm>
            <a:off x="812800" y="4038600"/>
            <a:ext cx="6413500" cy="190500"/>
          </a:xfrm>
          <a:prstGeom prst="rect">
            <a:avLst/>
          </a:prstGeom>
          <a:noFill/>
          <a:ln/>
        </p:spPr>
        <p:txBody>
          <a:bodyPr wrap="square" lIns="0" tIns="0" rIns="0" bIns="0" rtlCol="0" anchor="t"/>
          <a:lstStyle/>
          <a:p>
            <a:pPr algn="l" indent="0" marL="0">
              <a:buNone/>
            </a:pPr>
            <a:r>
              <a:rPr lang="en-US" sz="1150" b="1" spc="300" kern="0" dirty="0">
                <a:solidFill>
                  <a:srgbClr val="3FF0FF"/>
                </a:solidFill>
                <a:latin typeface="Consolas" pitchFamily="34" charset="0"/>
                <a:ea typeface="Consolas" pitchFamily="34" charset="-122"/>
                <a:cs typeface="Consolas" pitchFamily="34" charset="-120"/>
              </a:rPr>
              <a:t>DEFENCE EXHIBITS · LOCKS THAT WOULD HAVE HELD</a:t>
            </a:r>
            <a:endParaRPr lang="en-US" sz="1150" dirty="0"/>
          </a:p>
        </p:txBody>
      </p:sp>
      <p:sp>
        <p:nvSpPr>
          <p:cNvPr id="21" name="sbox0"/>
          <p:cNvSpPr/>
          <p:nvPr/>
        </p:nvSpPr>
        <p:spPr>
          <a:xfrm>
            <a:off x="812800" y="4267200"/>
            <a:ext cx="1968500" cy="1841500"/>
          </a:xfrm>
          <a:prstGeom prst="roundRect">
            <a:avLst>
              <a:gd name="adj" fmla="val 2979"/>
            </a:avLst>
          </a:prstGeom>
          <a:solidFill>
            <a:srgbClr val="0A1A2E">
              <a:alpha val="70000"/>
            </a:srgbClr>
          </a:solidFill>
          <a:ln w="19050">
            <a:solidFill>
              <a:srgbClr val="3FF0FF"/>
            </a:solidFill>
            <a:prstDash val="solid"/>
          </a:ln>
          <a:effectLst>
            <a:outerShdw sx="100000" sy="100000" kx="0" ky="0" algn="bl" rotWithShape="0" blurRad="114300" dist="50800" dir="5400000">
              <a:srgbClr val="FFC94D">
                <a:alpha val="55000"/>
              </a:srgbClr>
            </a:outerShdw>
          </a:effectLst>
        </p:spPr>
      </p:sp>
      <p:pic>
        <p:nvPicPr>
          <p:cNvPr id="22" name="sshot0" descr="Check “Emails from Instagram” for real alerts">    </p:cNvPr>
          <p:cNvPicPr>
            <a:picLocks noChangeAspect="1"/>
          </p:cNvPicPr>
          <p:nvPr/>
        </p:nvPicPr>
        <p:blipFill>
          <a:blip r:embed="rId5"/>
          <a:stretch>
            <a:fillRect/>
          </a:stretch>
        </p:blipFill>
        <p:spPr>
          <a:xfrm>
            <a:off x="1078296" y="4318000"/>
            <a:ext cx="1437509" cy="1409700"/>
          </a:xfrm>
          <a:prstGeom prst="rect">
            <a:avLst/>
          </a:prstGeom>
        </p:spPr>
      </p:pic>
      <p:sp>
        <p:nvSpPr>
          <p:cNvPr id="23" name="scap0"/>
          <p:cNvSpPr txBox="1"/>
          <p:nvPr/>
        </p:nvSpPr>
        <p:spPr>
          <a:xfrm>
            <a:off x="876300" y="57531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Check “Emails from Instagram” for real alerts</a:t>
            </a:r>
            <a:endParaRPr lang="en-US" sz="1100" dirty="0"/>
          </a:p>
        </p:txBody>
      </p:sp>
      <p:sp>
        <p:nvSpPr>
          <p:cNvPr id="24" name="snum0"/>
          <p:cNvSpPr/>
          <p:nvPr/>
        </p:nvSpPr>
        <p:spPr>
          <a:xfrm>
            <a:off x="863600" y="4318000"/>
            <a:ext cx="254000" cy="254000"/>
          </a:xfrm>
          <a:prstGeom prst="roundRect">
            <a:avLst>
              <a:gd name="adj" fmla="val 180000"/>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01</a:t>
            </a:r>
            <a:endParaRPr lang="en-US" sz="1100" dirty="0"/>
          </a:p>
        </p:txBody>
      </p:sp>
      <p:sp>
        <p:nvSpPr>
          <p:cNvPr id="25" name="sarr0"/>
          <p:cNvSpPr/>
          <p:nvPr/>
        </p:nvSpPr>
        <p:spPr>
          <a:xfrm>
            <a:off x="2806700" y="5092700"/>
            <a:ext cx="203200" cy="190500"/>
          </a:xfrm>
          <a:prstGeom prst="rightArrow">
            <a:avLst/>
          </a:prstGeom>
          <a:solidFill>
            <a:srgbClr val="3FF0FF"/>
          </a:solidFill>
          <a:ln/>
          <a:effectLst>
            <a:outerShdw sx="100000" sy="100000" kx="0" ky="0" algn="bl" rotWithShape="0" blurRad="114300" dist="50800" dir="5400000">
              <a:srgbClr val="3FF0FF">
                <a:alpha val="60000"/>
              </a:srgbClr>
            </a:outerShdw>
          </a:effectLst>
        </p:spPr>
      </p:sp>
      <p:sp>
        <p:nvSpPr>
          <p:cNvPr id="26" name="sbox1"/>
          <p:cNvSpPr/>
          <p:nvPr/>
        </p:nvSpPr>
        <p:spPr>
          <a:xfrm>
            <a:off x="3035300" y="4267200"/>
            <a:ext cx="1968500" cy="1841500"/>
          </a:xfrm>
          <a:prstGeom prst="roundRect">
            <a:avLst>
              <a:gd name="adj" fmla="val 2979"/>
            </a:avLst>
          </a:prstGeom>
          <a:solidFill>
            <a:srgbClr val="0A1A2E">
              <a:alpha val="70000"/>
            </a:srgbClr>
          </a:solidFill>
          <a:ln w="19050">
            <a:solidFill>
              <a:srgbClr val="3FF0FF"/>
            </a:solidFill>
            <a:prstDash val="solid"/>
          </a:ln>
          <a:effectLst>
            <a:outerShdw sx="100000" sy="100000" kx="0" ky="0" algn="bl" rotWithShape="0" blurRad="114300" dist="50800" dir="5400000">
              <a:srgbClr val="FFC94D">
                <a:alpha val="55000"/>
              </a:srgbClr>
            </a:outerShdw>
          </a:effectLst>
        </p:spPr>
      </p:sp>
      <p:pic>
        <p:nvPicPr>
          <p:cNvPr id="27" name="sshot1" descr="Use Restrict and Hidden Words">    </p:cNvPr>
          <p:cNvPicPr>
            <a:picLocks noChangeAspect="1"/>
          </p:cNvPicPr>
          <p:nvPr/>
        </p:nvPicPr>
        <p:blipFill>
          <a:blip r:embed="rId6"/>
          <a:stretch>
            <a:fillRect/>
          </a:stretch>
        </p:blipFill>
        <p:spPr>
          <a:xfrm>
            <a:off x="3378604" y="4318000"/>
            <a:ext cx="1281892" cy="1409700"/>
          </a:xfrm>
          <a:prstGeom prst="rect">
            <a:avLst/>
          </a:prstGeom>
        </p:spPr>
      </p:pic>
      <p:sp>
        <p:nvSpPr>
          <p:cNvPr id="28" name="scap1"/>
          <p:cNvSpPr txBox="1"/>
          <p:nvPr/>
        </p:nvSpPr>
        <p:spPr>
          <a:xfrm>
            <a:off x="3098800" y="57531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Use Restrict and Hidden Words</a:t>
            </a:r>
            <a:endParaRPr lang="en-US" sz="1100" dirty="0"/>
          </a:p>
        </p:txBody>
      </p:sp>
      <p:sp>
        <p:nvSpPr>
          <p:cNvPr id="29" name="snum1"/>
          <p:cNvSpPr/>
          <p:nvPr/>
        </p:nvSpPr>
        <p:spPr>
          <a:xfrm>
            <a:off x="3086100" y="4318000"/>
            <a:ext cx="254000" cy="254000"/>
          </a:xfrm>
          <a:prstGeom prst="roundRect">
            <a:avLst>
              <a:gd name="adj" fmla="val 180000"/>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02</a:t>
            </a:r>
            <a:endParaRPr lang="en-US" sz="1100" dirty="0"/>
          </a:p>
        </p:txBody>
      </p:sp>
      <p:sp>
        <p:nvSpPr>
          <p:cNvPr id="30" name="sarr1"/>
          <p:cNvSpPr/>
          <p:nvPr/>
        </p:nvSpPr>
        <p:spPr>
          <a:xfrm>
            <a:off x="5029200" y="5092700"/>
            <a:ext cx="203200" cy="190500"/>
          </a:xfrm>
          <a:prstGeom prst="rightArrow">
            <a:avLst/>
          </a:prstGeom>
          <a:solidFill>
            <a:srgbClr val="3FF0FF"/>
          </a:solidFill>
          <a:ln/>
          <a:effectLst>
            <a:outerShdw sx="100000" sy="100000" kx="0" ky="0" algn="bl" rotWithShape="0" blurRad="114300" dist="50800" dir="5400000">
              <a:srgbClr val="3FF0FF">
                <a:alpha val="60000"/>
              </a:srgbClr>
            </a:outerShdw>
          </a:effectLst>
        </p:spPr>
      </p:sp>
      <p:sp>
        <p:nvSpPr>
          <p:cNvPr id="31" name="sbox2"/>
          <p:cNvSpPr/>
          <p:nvPr/>
        </p:nvSpPr>
        <p:spPr>
          <a:xfrm>
            <a:off x="5257800" y="4267200"/>
            <a:ext cx="1968500" cy="1841500"/>
          </a:xfrm>
          <a:prstGeom prst="roundRect">
            <a:avLst>
              <a:gd name="adj" fmla="val 2979"/>
            </a:avLst>
          </a:prstGeom>
          <a:solidFill>
            <a:srgbClr val="0A1A2E">
              <a:alpha val="70000"/>
            </a:srgbClr>
          </a:solidFill>
          <a:ln w="19050">
            <a:solidFill>
              <a:srgbClr val="3FF0FF"/>
            </a:solidFill>
            <a:prstDash val="solid"/>
          </a:ln>
          <a:effectLst>
            <a:outerShdw sx="100000" sy="100000" kx="0" ky="0" algn="bl" rotWithShape="0" blurRad="114300" dist="50800" dir="5400000">
              <a:srgbClr val="FFC94D">
                <a:alpha val="55000"/>
              </a:srgbClr>
            </a:outerShdw>
          </a:effectLst>
        </p:spPr>
      </p:sp>
      <p:pic>
        <p:nvPicPr>
          <p:cNvPr id="32" name="sshot2" descr="Its own password + 2FA">    </p:cNvPr>
          <p:cNvPicPr>
            <a:picLocks noChangeAspect="1"/>
          </p:cNvPicPr>
          <p:nvPr/>
        </p:nvPicPr>
        <p:blipFill>
          <a:blip r:embed="rId7"/>
          <a:stretch>
            <a:fillRect/>
          </a:stretch>
        </p:blipFill>
        <p:spPr>
          <a:xfrm>
            <a:off x="5586920" y="4318000"/>
            <a:ext cx="1310261" cy="1409700"/>
          </a:xfrm>
          <a:prstGeom prst="rect">
            <a:avLst/>
          </a:prstGeom>
        </p:spPr>
      </p:pic>
      <p:sp>
        <p:nvSpPr>
          <p:cNvPr id="33" name="scap2"/>
          <p:cNvSpPr txBox="1"/>
          <p:nvPr/>
        </p:nvSpPr>
        <p:spPr>
          <a:xfrm>
            <a:off x="5321300" y="57531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Its own password + 2FA</a:t>
            </a:r>
            <a:endParaRPr lang="en-US" sz="1100" dirty="0"/>
          </a:p>
        </p:txBody>
      </p:sp>
      <p:sp>
        <p:nvSpPr>
          <p:cNvPr id="34" name="snum2"/>
          <p:cNvSpPr/>
          <p:nvPr/>
        </p:nvSpPr>
        <p:spPr>
          <a:xfrm>
            <a:off x="5308600" y="4318000"/>
            <a:ext cx="254000" cy="254000"/>
          </a:xfrm>
          <a:prstGeom prst="roundRect">
            <a:avLst>
              <a:gd name="adj" fmla="val 180000"/>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03</a:t>
            </a:r>
            <a:endParaRPr lang="en-US" sz="1100" dirty="0"/>
          </a:p>
        </p:txBody>
      </p:sp>
      <p:sp>
        <p:nvSpPr>
          <p:cNvPr id="35" name="tmlab"/>
          <p:cNvSpPr txBox="1"/>
          <p:nvPr/>
        </p:nvSpPr>
        <p:spPr>
          <a:xfrm>
            <a:off x="7734300" y="1892300"/>
            <a:ext cx="3644900" cy="190500"/>
          </a:xfrm>
          <a:prstGeom prst="rect">
            <a:avLst/>
          </a:prstGeom>
          <a:noFill/>
          <a:ln/>
        </p:spPr>
        <p:txBody>
          <a:bodyPr wrap="square" lIns="0" tIns="0" rIns="0" bIns="0" rtlCol="0" anchor="t"/>
          <a:lstStyle/>
          <a:p>
            <a:pPr algn="ctr" indent="0" marL="0">
              <a:buNone/>
            </a:pPr>
            <a:r>
              <a:rPr lang="en-US" sz="1150" b="1" spc="300" kern="0" dirty="0">
                <a:solidFill>
                  <a:srgbClr val="FFC94D"/>
                </a:solidFill>
                <a:latin typeface="Consolas" pitchFamily="34" charset="0"/>
                <a:ea typeface="Consolas" pitchFamily="34" charset="-122"/>
                <a:cs typeface="Consolas" pitchFamily="34" charset="-120"/>
              </a:rPr>
              <a:t>THREAT LEVEL</a:t>
            </a:r>
            <a:endParaRPr lang="en-US" sz="1150" dirty="0"/>
          </a:p>
        </p:txBody>
      </p:sp>
      <p:pic>
        <p:nvPicPr>
          <p:cNvPr id="36" name="gauge" descr="Threat level gauge">    </p:cNvPr>
          <p:cNvPicPr>
            <a:picLocks noChangeAspect="1"/>
          </p:cNvPicPr>
          <p:nvPr/>
        </p:nvPicPr>
        <p:blipFill>
          <a:blip r:embed="rId8"/>
          <a:stretch>
            <a:fillRect/>
          </a:stretch>
        </p:blipFill>
        <p:spPr>
          <a:xfrm>
            <a:off x="8350250" y="2133600"/>
            <a:ext cx="2413000" cy="1397000"/>
          </a:xfrm>
          <a:prstGeom prst="rect">
            <a:avLst/>
          </a:prstGeom>
        </p:spPr>
      </p:pic>
      <p:pic>
        <p:nvPicPr>
          <p:cNvPr id="37" name="needle" descr="/tmp/claude-0/-home-user-bangladesh-crime-monitor/cb82e52d-05bf-5acf-9e17-5b7416beecee/scratchpad/animppt/holo/needle.png">    </p:cNvPr>
          <p:cNvPicPr>
            <a:picLocks noChangeAspect="1"/>
          </p:cNvPicPr>
          <p:nvPr/>
        </p:nvPicPr>
        <p:blipFill>
          <a:blip r:embed="rId9"/>
          <a:stretch>
            <a:fillRect/>
          </a:stretch>
        </p:blipFill>
        <p:spPr>
          <a:xfrm>
            <a:off x="8477250" y="2324100"/>
            <a:ext cx="2159000" cy="2159000"/>
          </a:xfrm>
          <a:prstGeom prst="rect">
            <a:avLst/>
          </a:prstGeom>
        </p:spPr>
      </p:pic>
      <p:sp>
        <p:nvSpPr>
          <p:cNvPr id="38" name="tmBad"/>
          <p:cNvSpPr txBox="1"/>
          <p:nvPr/>
        </p:nvSpPr>
        <p:spPr>
          <a:xfrm>
            <a:off x="7734300" y="3556000"/>
            <a:ext cx="3644900" cy="254000"/>
          </a:xfrm>
          <a:prstGeom prst="rect">
            <a:avLst/>
          </a:prstGeom>
          <a:noFill/>
          <a:ln/>
        </p:spPr>
        <p:txBody>
          <a:bodyPr wrap="square" lIns="0" tIns="0" rIns="0" bIns="0" rtlCol="0" anchor="t"/>
          <a:lstStyle/>
          <a:p>
            <a:pPr algn="ctr" indent="0" marL="0">
              <a:buNone/>
            </a:pPr>
            <a:r>
              <a:rPr lang="en-US" sz="1300" b="1" dirty="0">
                <a:solidFill>
                  <a:srgbClr val="FF4F6E"/>
                </a:solidFill>
                <a:latin typeface="Segoe UI" pitchFamily="34" charset="0"/>
                <a:ea typeface="Segoe UI" pitchFamily="34" charset="-122"/>
                <a:cs typeface="Segoe UI" pitchFamily="34" charset="-120"/>
              </a:rPr>
              <a:t>ATTACKED: CRITICAL</a:t>
            </a:r>
            <a:endParaRPr lang="en-US" sz="1300" dirty="0"/>
          </a:p>
        </p:txBody>
      </p:sp>
      <p:sp>
        <p:nvSpPr>
          <p:cNvPr id="39" name="tmGood"/>
          <p:cNvSpPr txBox="1"/>
          <p:nvPr/>
        </p:nvSpPr>
        <p:spPr>
          <a:xfrm>
            <a:off x="7734300" y="3556000"/>
            <a:ext cx="3644900" cy="254000"/>
          </a:xfrm>
          <a:prstGeom prst="rect">
            <a:avLst/>
          </a:prstGeom>
          <a:noFill/>
          <a:ln/>
        </p:spPr>
        <p:txBody>
          <a:bodyPr wrap="square" lIns="0" tIns="0" rIns="0" bIns="0" rtlCol="0" anchor="t"/>
          <a:lstStyle/>
          <a:p>
            <a:pPr algn="ctr" indent="0" marL="0">
              <a:buNone/>
            </a:pPr>
            <a:r>
              <a:rPr lang="en-US" sz="1300" b="1" dirty="0">
                <a:solidFill>
                  <a:srgbClr val="FF4F6E"/>
                </a:solidFill>
                <a:latin typeface="Segoe UI" pitchFamily="34" charset="0"/>
                <a:ea typeface="Segoe UI" pitchFamily="34" charset="-122"/>
                <a:cs typeface="Segoe UI" pitchFamily="34" charset="-120"/>
              </a:rPr>
              <a:t>VERDICT: GUILTY · 16/25</a:t>
            </a:r>
            <a:endParaRPr lang="en-US" sz="1300" dirty="0"/>
          </a:p>
        </p:txBody>
      </p:sp>
      <p:sp>
        <p:nvSpPr>
          <p:cNvPr id="40" name="rdlab"/>
          <p:cNvSpPr txBox="1"/>
          <p:nvPr/>
        </p:nvSpPr>
        <p:spPr>
          <a:xfrm>
            <a:off x="7734300" y="3873500"/>
            <a:ext cx="3644900" cy="190500"/>
          </a:xfrm>
          <a:prstGeom prst="rect">
            <a:avLst/>
          </a:prstGeom>
          <a:noFill/>
          <a:ln/>
        </p:spPr>
        <p:txBody>
          <a:bodyPr wrap="square" lIns="0" tIns="0" rIns="0" bIns="0" rtlCol="0" anchor="t"/>
          <a:lstStyle/>
          <a:p>
            <a:pPr algn="ctr" indent="0" marL="0">
              <a:buNone/>
            </a:pPr>
            <a:r>
              <a:rPr lang="en-US" sz="1150" b="1" spc="300" kern="0" dirty="0">
                <a:solidFill>
                  <a:srgbClr val="FFC94D"/>
                </a:solidFill>
                <a:latin typeface="Consolas" pitchFamily="34" charset="0"/>
                <a:ea typeface="Consolas" pitchFamily="34" charset="-122"/>
                <a:cs typeface="Consolas" pitchFamily="34" charset="-120"/>
              </a:rPr>
              <a:t>EVIDENCE RADAR · 16 / 25</a:t>
            </a:r>
            <a:endParaRPr lang="en-US" sz="1150" dirty="0"/>
          </a:p>
        </p:txBody>
      </p:sp>
      <p:pic>
        <p:nvPicPr>
          <p:cNvPr id="41" name="rgrid" descr="Security radar">    </p:cNvPr>
          <p:cNvPicPr>
            <a:picLocks noChangeAspect="1"/>
          </p:cNvPicPr>
          <p:nvPr/>
        </p:nvPicPr>
        <p:blipFill>
          <a:blip r:embed="rId10"/>
          <a:stretch>
            <a:fillRect/>
          </a:stretch>
        </p:blipFill>
        <p:spPr>
          <a:xfrm>
            <a:off x="8413750" y="4064000"/>
            <a:ext cx="2286000" cy="1778000"/>
          </a:xfrm>
          <a:prstGeom prst="rect">
            <a:avLst/>
          </a:prstGeom>
        </p:spPr>
      </p:pic>
      <p:pic>
        <p:nvPicPr>
          <p:cNvPr id="42" name="rshape" descr="/tmp/claude-0/-home-user-bangladesh-crime-monitor/cb82e52d-05bf-5acf-9e17-5b7416beecee/scratchpad/animppt/holo/radar_shape_door-ig.png">    </p:cNvPr>
          <p:cNvPicPr>
            <a:picLocks noChangeAspect="1"/>
          </p:cNvPicPr>
          <p:nvPr/>
        </p:nvPicPr>
        <p:blipFill>
          <a:blip r:embed="rId11"/>
          <a:stretch>
            <a:fillRect/>
          </a:stretch>
        </p:blipFill>
        <p:spPr>
          <a:xfrm>
            <a:off x="8413750" y="4064000"/>
            <a:ext cx="2286000" cy="1778000"/>
          </a:xfrm>
          <a:prstGeom prst="rect">
            <a:avLst/>
          </a:prstGeom>
        </p:spPr>
      </p:pic>
      <p:sp>
        <p:nvSpPr>
          <p:cNvPr id="43" name="fix"/>
          <p:cNvSpPr/>
          <p:nvPr/>
        </p:nvSpPr>
        <p:spPr>
          <a:xfrm>
            <a:off x="7734300" y="5816600"/>
            <a:ext cx="3644900" cy="520700"/>
          </a:xfrm>
          <a:prstGeom prst="roundRect">
            <a:avLst>
              <a:gd name="adj" fmla="val 21073"/>
            </a:avLst>
          </a:prstGeom>
          <a:solidFill>
            <a:srgbClr val="FFC94D"/>
          </a:solidFill>
          <a:ln/>
          <a:effectLst>
            <a:outerShdw sx="100000" sy="100000" kx="0" ky="0" algn="bl" rotWithShape="0" blurRad="114300" dist="50800" dir="5400000">
              <a:srgbClr val="FFC94D">
                <a:alpha val="45000"/>
              </a:srgbClr>
            </a:outerShdw>
          </a:effectLst>
        </p:spPr>
        <p:txBody>
          <a:bodyPr wrap="square" lIns="63500" tIns="63500" rIns="63500" bIns="63500" rtlCol="0" anchor="ctr"/>
          <a:lstStyle/>
          <a:p>
            <a:pPr algn="l" indent="0" marL="0">
              <a:buNone/>
            </a:pPr>
            <a:r>
              <a:rPr lang="en-US" sz="1100" b="1" dirty="0">
                <a:solidFill>
                  <a:srgbClr val="06101E"/>
                </a:solidFill>
                <a:latin typeface="Segoe UI" pitchFamily="34" charset="0"/>
                <a:ea typeface="Segoe UI" pitchFamily="34" charset="-122"/>
                <a:cs typeface="Segoe UI" pitchFamily="34" charset="-120"/>
              </a:rPr>
              <a:t>Sentence: </a:t>
            </a:r>
            <a:pPr algn="l" indent="0" marL="0">
              <a:buNone/>
            </a:pPr>
            <a:r>
              <a:rPr lang="en-US" sz="1100" dirty="0">
                <a:solidFill>
                  <a:srgbClr val="06101E"/>
                </a:solidFill>
                <a:latin typeface="Segoe UI" pitchFamily="34" charset="0"/>
                <a:ea typeface="Segoe UI" pitchFamily="34" charset="-122"/>
                <a:cs typeface="Segoe UI" pitchFamily="34" charset="-120"/>
              </a:rPr>
              <a:t>end-to-end encrypted DMs by default, and blurred explicit images</a:t>
            </a:r>
            <a:endParaRPr lang="en-US" sz="1100" dirty="0"/>
          </a:p>
        </p:txBody>
      </p:sp>
      <p:pic>
        <p:nvPicPr>
          <p:cNvPr id="44" name="hud" descr="/tmp/claude-0/-home-user-bangladesh-crime-monitor/cb82e52d-05bf-5acf-9e17-5b7416beecee/scratchpad/animppt/holo/court/hud.png">    </p:cNvPr>
          <p:cNvPicPr>
            <a:picLocks noChangeAspect="1"/>
          </p:cNvPicPr>
          <p:nvPr/>
        </p:nvPicPr>
        <p:blipFill>
          <a:blip r:embed="rId12"/>
          <a:stretch>
            <a:fillRect/>
          </a:stretch>
        </p:blipFill>
        <p:spPr>
          <a:xfrm>
            <a:off x="0" y="0"/>
            <a:ext cx="12191695" cy="6858000"/>
          </a:xfrm>
          <a:prstGeom prst="rect">
            <a:avLst/>
          </a:prstGeom>
        </p:spPr>
      </p:pic>
      <p:pic>
        <p:nvPicPr>
          <p:cNvPr id="45" name="hudring" descr="/tmp/claude-0/-home-user-bangladesh-crime-monitor/cb82e52d-05bf-5acf-9e17-5b7416beecee/scratchpad/animppt/holo/court/ring.png">    </p:cNvPr>
          <p:cNvPicPr>
            <a:picLocks noChangeAspect="1"/>
          </p:cNvPicPr>
          <p:nvPr/>
        </p:nvPicPr>
        <p:blipFill>
          <a:blip r:embed="rId13"/>
          <a:stretch>
            <a:fillRect/>
          </a:stretch>
        </p:blipFill>
        <p:spPr>
          <a:xfrm>
            <a:off x="11125200" y="152400"/>
            <a:ext cx="952500" cy="952500"/>
          </a:xfrm>
          <a:prstGeom prst="rect">
            <a:avLst/>
          </a:prstGeom>
        </p:spPr>
      </p:pic>
      <p:pic>
        <p:nvPicPr>
          <p:cNvPr id="46" name="scanbar" descr="/tmp/claude-0/-home-user-bangladesh-crime-monitor/cb82e52d-05bf-5acf-9e17-5b7416beecee/scratchpad/animppt/holo/court/scan.png">    </p:cNvPr>
          <p:cNvPicPr>
            <a:picLocks noChangeAspect="1"/>
          </p:cNvPicPr>
          <p:nvPr/>
        </p:nvPicPr>
        <p:blipFill>
          <a:blip r:embed="rId14"/>
          <a:stretch>
            <a:fillRect/>
          </a:stretch>
        </p:blipFill>
        <p:spPr>
          <a:xfrm>
            <a:off x="0" y="0"/>
            <a:ext cx="12191695" cy="381000"/>
          </a:xfrm>
          <a:prstGeom prst="rect">
            <a:avLst/>
          </a:prstGeom>
        </p:spPr>
      </p:pic>
    </p:spTree>
  </p:cSld>
  <p:clrMapOvr>
    <a:masterClrMapping/>
  </p:clrMapOvr>
  <p:transition spd="med">
    <p:push dir="u"/>
  </p:transition>
  <p:timing>
    <p:tnLst>
      <p:par>
        <p:cTn id="1" dur="indefinite" restart="never" nodeType="tmRoot">
          <p:childTnLst>
            <p:seq concurrent="1" nextAc="seek">
              <p:cTn id="2" dur="indefinite" nodeType="mainSeq">
                <p:childTnLst>
                  <p:par>
                    <p:cTn id="209" fill="hold">
                      <p:stCondLst>
                        <p:cond delay="indefinite"/>
                        <p:cond evt="onBegin" delay="0">
                          <p:tn val="2"/>
                        </p:cond>
                      </p:stCondLst>
                      <p:childTnLst>
                        <p:par>
                          <p:cTn id="210" fill="hold">
                            <p:stCondLst>
                              <p:cond delay="0"/>
                            </p:stCondLst>
                            <p:childTnLst>
                              <p:par>
                                <p:cTn id="6" presetID="22" presetClass="entr" presetSubtype="1"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wipe(down)">
                                      <p:cBhvr>
                                        <p:cTn id="4" dur="400"/>
                                        <p:tgtEl>
                                          <p:spTgt spid="3"/>
                                        </p:tgtEl>
                                      </p:cBhvr>
                                    </p:animEffect>
                                    <p:animEffect transition="in" filter="fade">
                                      <p:cBhvr>
                                        <p:cTn id="5" dur="400"/>
                                        <p:tgtEl>
                                          <p:spTgt spid="3"/>
                                        </p:tgtEl>
                                      </p:cBhvr>
                                    </p:animEffect>
                                  </p:childTnLst>
                                </p:cTn>
                              </p:par>
                              <p:par>
                                <p:cTn id="9" presetID="10" presetClass="entr" presetSubtype="0" fill="hold" grpId="0" nodeType="withEffect">
                                  <p:stCondLst>
                                    <p:cond delay="0"/>
                                  </p:stCondLst>
                                  <p:childTnLst>
                                    <p:set>
                                      <p:cBhvr>
                                        <p:cTn id="7" dur="1" fill="hold">
                                          <p:stCondLst>
                                            <p:cond delay="0"/>
                                          </p:stCondLst>
                                        </p:cTn>
                                        <p:tgtEl>
                                          <p:spTgt spid="44"/>
                                        </p:tgtEl>
                                        <p:attrNameLst>
                                          <p:attrName>style.visibility</p:attrName>
                                        </p:attrNameLst>
                                      </p:cBhvr>
                                      <p:to>
                                        <p:strVal val="visible"/>
                                      </p:to>
                                    </p:set>
                                    <p:animEffect transition="in" filter="fade">
                                      <p:cBhvr>
                                        <p:cTn id="8" dur="500"/>
                                        <p:tgtEl>
                                          <p:spTgt spid="44"/>
                                        </p:tgtEl>
                                      </p:cBhvr>
                                    </p:animEffect>
                                  </p:childTnLst>
                                </p:cTn>
                              </p:par>
                              <p:par>
                                <p:cTn id="12" presetID="10" presetClass="entr" presetSubtype="0" fill="hold" grpId="0" nodeType="withEffect">
                                  <p:stCondLst>
                                    <p:cond delay="0"/>
                                  </p:stCondLst>
                                  <p:childTnLst>
                                    <p:set>
                                      <p:cBhvr>
                                        <p:cTn id="10" dur="1" fill="hold">
                                          <p:stCondLst>
                                            <p:cond delay="0"/>
                                          </p:stCondLst>
                                        </p:cTn>
                                        <p:tgtEl>
                                          <p:spTgt spid="45"/>
                                        </p:tgtEl>
                                        <p:attrNameLst>
                                          <p:attrName>style.visibility</p:attrName>
                                        </p:attrNameLst>
                                      </p:cBhvr>
                                      <p:to>
                                        <p:strVal val="visible"/>
                                      </p:to>
                                    </p:set>
                                    <p:animEffect transition="in" filter="fade">
                                      <p:cBhvr>
                                        <p:cTn id="11" dur="500"/>
                                        <p:tgtEl>
                                          <p:spTgt spid="45"/>
                                        </p:tgtEl>
                                      </p:cBhvr>
                                    </p:animEffect>
                                  </p:childTnLst>
                                </p:cTn>
                              </p:par>
                              <p:par>
                                <p:cTn id="16" presetID="22" presetClass="entr" presetSubtype="1" fill="hold" grpId="0" nodeType="withEffect">
                                  <p:stCondLst>
                                    <p:cond delay="100"/>
                                  </p:stCondLst>
                                  <p:childTnLst>
                                    <p:set>
                                      <p:cBhvr>
                                        <p:cTn id="13" dur="1" fill="hold">
                                          <p:stCondLst>
                                            <p:cond delay="0"/>
                                          </p:stCondLst>
                                        </p:cTn>
                                        <p:tgtEl>
                                          <p:spTgt spid="4"/>
                                        </p:tgtEl>
                                        <p:attrNameLst>
                                          <p:attrName>style.visibility</p:attrName>
                                        </p:attrNameLst>
                                      </p:cBhvr>
                                      <p:to>
                                        <p:strVal val="visible"/>
                                      </p:to>
                                    </p:set>
                                    <p:animEffect transition="in" filter="wipe(down)">
                                      <p:cBhvr>
                                        <p:cTn id="14" dur="600"/>
                                        <p:tgtEl>
                                          <p:spTgt spid="4"/>
                                        </p:tgtEl>
                                      </p:cBhvr>
                                    </p:animEffect>
                                    <p:animEffect transition="in" filter="fade">
                                      <p:cBhvr>
                                        <p:cTn id="15" dur="600"/>
                                        <p:tgtEl>
                                          <p:spTgt spid="4"/>
                                        </p:tgtEl>
                                      </p:cBhvr>
                                    </p:animEffect>
                                  </p:childTnLst>
                                </p:cTn>
                              </p:par>
                              <p:par>
                                <p:cTn id="18" presetID="0" presetClass="path" presetSubtype="0" fill="hold" grpId="0" nodeType="withEffect" repeatCount="indefinite">
                                  <p:stCondLst>
                                    <p:cond delay="300"/>
                                  </p:stCondLst>
                                  <p:childTnLst>
                                    <p:animMotion origin="layout" path="M 0 0 L 0 1 E" pathEditMode="relative" ptsTypes="AA">
                                      <p:cBhvr>
                                        <p:cTn id="17" dur="5200" fill="hold"/>
                                        <p:tgtEl>
                                          <p:spTgt spid="46"/>
                                        </p:tgtEl>
                                        <p:attrNameLst>
                                          <p:attrName>ppt_x</p:attrName>
                                          <p:attrName>ppt_y</p:attrName>
                                        </p:attrNameLst>
                                      </p:cBhvr>
                                    </p:animMotion>
                                  </p:childTnLst>
                                </p:cTn>
                              </p:par>
                              <p:par>
                                <p:cTn id="20" presetID="8" presetClass="emph" presetSubtype="0" fill="hold" grpId="1" nodeType="withEffect" repeatCount="indefinite">
                                  <p:stCondLst>
                                    <p:cond delay="500"/>
                                  </p:stCondLst>
                                  <p:childTnLst>
                                    <p:animRot by="21600000">
                                      <p:cBhvr>
                                        <p:cTn id="19" dur="16000" fill="hold"/>
                                        <p:tgtEl>
                                          <p:spTgt spid="45"/>
                                        </p:tgtEl>
                                        <p:attrNameLst>
                                          <p:attrName>r</p:attrName>
                                        </p:attrNameLst>
                                      </p:cBhvr>
                                    </p:animRot>
                                  </p:childTnLst>
                                </p:cTn>
                              </p:par>
                              <p:par>
                                <p:cTn id="24" presetID="22" presetClass="entr" presetSubtype="1" fill="hold" grpId="0" nodeType="withEffect">
                                  <p:stCondLst>
                                    <p:cond delay="60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450"/>
                                        <p:tgtEl>
                                          <p:spTgt spid="5"/>
                                        </p:tgtEl>
                                      </p:cBhvr>
                                    </p:animEffect>
                                    <p:animEffect transition="in" filter="fade">
                                      <p:cBhvr>
                                        <p:cTn id="23" dur="450"/>
                                        <p:tgtEl>
                                          <p:spTgt spid="5"/>
                                        </p:tgtEl>
                                      </p:cBhvr>
                                    </p:animEffect>
                                  </p:childTnLst>
                                </p:cTn>
                              </p:par>
                              <p:par>
                                <p:cTn id="28" presetID="22" presetClass="entr" presetSubtype="1" fill="hold" grpId="0" nodeType="withEffect">
                                  <p:stCondLst>
                                    <p:cond delay="600"/>
                                  </p:stCondLst>
                                  <p:childTnLst>
                                    <p:set>
                                      <p:cBhvr>
                                        <p:cTn id="25" dur="1" fill="hold">
                                          <p:stCondLst>
                                            <p:cond delay="0"/>
                                          </p:stCondLst>
                                        </p:cTn>
                                        <p:tgtEl>
                                          <p:spTgt spid="35"/>
                                        </p:tgtEl>
                                        <p:attrNameLst>
                                          <p:attrName>style.visibility</p:attrName>
                                        </p:attrNameLst>
                                      </p:cBhvr>
                                      <p:to>
                                        <p:strVal val="visible"/>
                                      </p:to>
                                    </p:set>
                                    <p:animEffect transition="in" filter="wipe(down)">
                                      <p:cBhvr>
                                        <p:cTn id="26" dur="450"/>
                                        <p:tgtEl>
                                          <p:spTgt spid="35"/>
                                        </p:tgtEl>
                                      </p:cBhvr>
                                    </p:animEffect>
                                    <p:animEffect transition="in" filter="fade">
                                      <p:cBhvr>
                                        <p:cTn id="27" dur="450"/>
                                        <p:tgtEl>
                                          <p:spTgt spid="35"/>
                                        </p:tgtEl>
                                      </p:cBhvr>
                                    </p:animEffect>
                                  </p:childTnLst>
                                </p:cTn>
                              </p:par>
                              <p:par>
                                <p:cTn id="32" presetID="22" presetClass="entr" presetSubtype="1" fill="hold" grpId="0" nodeType="withEffect">
                                  <p:stCondLst>
                                    <p:cond delay="700"/>
                                  </p:stCondLst>
                                  <p:childTnLst>
                                    <p:set>
                                      <p:cBhvr>
                                        <p:cTn id="29" dur="1" fill="hold">
                                          <p:stCondLst>
                                            <p:cond delay="0"/>
                                          </p:stCondLst>
                                        </p:cTn>
                                        <p:tgtEl>
                                          <p:spTgt spid="36"/>
                                        </p:tgtEl>
                                        <p:attrNameLst>
                                          <p:attrName>style.visibility</p:attrName>
                                        </p:attrNameLst>
                                      </p:cBhvr>
                                      <p:to>
                                        <p:strVal val="visible"/>
                                      </p:to>
                                    </p:set>
                                    <p:animEffect transition="in" filter="wipe(down)">
                                      <p:cBhvr>
                                        <p:cTn id="30" dur="600"/>
                                        <p:tgtEl>
                                          <p:spTgt spid="36"/>
                                        </p:tgtEl>
                                      </p:cBhvr>
                                    </p:animEffect>
                                    <p:animEffect transition="in" filter="fade">
                                      <p:cBhvr>
                                        <p:cTn id="31" dur="600"/>
                                        <p:tgtEl>
                                          <p:spTgt spid="36"/>
                                        </p:tgtEl>
                                      </p:cBhvr>
                                    </p:animEffect>
                                  </p:childTnLst>
                                </p:cTn>
                              </p:par>
                              <p:par>
                                <p:cTn id="34" presetID="0" presetClass="path" presetSubtype="0" fill="hold" grpId="1" nodeType="withEffect" autoRev="1" repeatCount="3000">
                                  <p:stCondLst>
                                    <p:cond delay="750"/>
                                  </p:stCondLst>
                                  <p:childTnLst>
                                    <p:animMotion origin="layout" path="M 0 0 L 0.008 0 E" pathEditMode="relative" ptsTypes="AA">
                                      <p:cBhvr>
                                        <p:cTn id="33" dur="45" fill="hold"/>
                                        <p:tgtEl>
                                          <p:spTgt spid="4"/>
                                        </p:tgtEl>
                                        <p:attrNameLst>
                                          <p:attrName>ppt_x</p:attrName>
                                          <p:attrName>ppt_y</p:attrName>
                                        </p:attrNameLst>
                                      </p:cBhvr>
                                    </p:animMotion>
                                  </p:childTnLst>
                                </p:cTn>
                              </p:par>
                              <p:par>
                                <p:cTn id="38" presetID="22" presetClass="entr" presetSubtype="1" fill="hold" grpId="0" nodeType="withEffect">
                                  <p:stCondLst>
                                    <p:cond delay="900"/>
                                  </p:stCondLst>
                                  <p:childTnLst>
                                    <p:set>
                                      <p:cBhvr>
                                        <p:cTn id="35" dur="1" fill="hold">
                                          <p:stCondLst>
                                            <p:cond delay="0"/>
                                          </p:stCondLst>
                                        </p:cTn>
                                        <p:tgtEl>
                                          <p:spTgt spid="6"/>
                                        </p:tgtEl>
                                        <p:attrNameLst>
                                          <p:attrName>style.visibility</p:attrName>
                                        </p:attrNameLst>
                                      </p:cBhvr>
                                      <p:to>
                                        <p:strVal val="visible"/>
                                      </p:to>
                                    </p:set>
                                    <p:animEffect transition="in" filter="wipe(down)">
                                      <p:cBhvr>
                                        <p:cTn id="36" dur="450"/>
                                        <p:tgtEl>
                                          <p:spTgt spid="6"/>
                                        </p:tgtEl>
                                      </p:cBhvr>
                                    </p:animEffect>
                                    <p:animEffect transition="in" filter="fade">
                                      <p:cBhvr>
                                        <p:cTn id="37" dur="450"/>
                                        <p:tgtEl>
                                          <p:spTgt spid="6"/>
                                        </p:tgtEl>
                                      </p:cBhvr>
                                    </p:animEffect>
                                  </p:childTnLst>
                                </p:cTn>
                              </p:par>
                              <p:par>
                                <p:cTn id="43" presetID="53" presetClass="entr" presetSubtype="16" fill="hold" grpId="0" nodeType="withEffect">
                                  <p:stCondLst>
                                    <p:cond delay="1000"/>
                                  </p:stCondLst>
                                  <p:childTnLst>
                                    <p:set>
                                      <p:cBhvr>
                                        <p:cTn id="39" dur="1" fill="hold">
                                          <p:stCondLst>
                                            <p:cond delay="0"/>
                                          </p:stCondLst>
                                        </p:cTn>
                                        <p:tgtEl>
                                          <p:spTgt spid="9"/>
                                        </p:tgtEl>
                                        <p:attrNameLst>
                                          <p:attrName>style.visibility</p:attrName>
                                        </p:attrNameLst>
                                      </p:cBhvr>
                                      <p:to>
                                        <p:strVal val="visible"/>
                                      </p:to>
                                    </p:set>
                                    <p:anim calcmode="lin" valueType="num">
                                      <p:cBhvr additive="base">
                                        <p:cTn id="40" dur="350" fill="hold"/>
                                        <p:tgtEl>
                                          <p:spTgt spid="9"/>
                                        </p:tgtEl>
                                        <p:attrNameLst>
                                          <p:attrName>ppt_w</p:attrName>
                                        </p:attrNameLst>
                                      </p:cBhvr>
                                      <p:tavLst>
                                        <p:tav tm="0">
                                          <p:val>
                                            <p:strVal val="0"/>
                                          </p:val>
                                        </p:tav>
                                        <p:tav tm="100000">
                                          <p:val>
                                            <p:strVal val="#ppt_w"/>
                                          </p:val>
                                        </p:tav>
                                      </p:tavLst>
                                    </p:anim>
                                    <p:anim calcmode="lin" valueType="num">
                                      <p:cBhvr additive="base">
                                        <p:cTn id="41" dur="350" fill="hold"/>
                                        <p:tgtEl>
                                          <p:spTgt spid="9"/>
                                        </p:tgtEl>
                                        <p:attrNameLst>
                                          <p:attrName>ppt_h</p:attrName>
                                        </p:attrNameLst>
                                      </p:cBhvr>
                                      <p:tavLst>
                                        <p:tav tm="0">
                                          <p:val>
                                            <p:strVal val="0"/>
                                          </p:val>
                                        </p:tav>
                                        <p:tav tm="100000">
                                          <p:val>
                                            <p:strVal val="#ppt_h"/>
                                          </p:val>
                                        </p:tav>
                                      </p:tavLst>
                                    </p:anim>
                                    <p:animEffect transition="in" filter="fade">
                                      <p:cBhvr>
                                        <p:cTn id="42" dur="350"/>
                                        <p:tgtEl>
                                          <p:spTgt spid="9"/>
                                        </p:tgtEl>
                                      </p:cBhvr>
                                    </p:animEffect>
                                  </p:childTnLst>
                                </p:cTn>
                              </p:par>
                              <p:par>
                                <p:cTn id="48" presetID="53" presetClass="entr" presetSubtype="16" fill="hold" grpId="0" nodeType="withEffect">
                                  <p:stCondLst>
                                    <p:cond delay="1000"/>
                                  </p:stCondLst>
                                  <p:childTnLst>
                                    <p:set>
                                      <p:cBhvr>
                                        <p:cTn id="44" dur="1" fill="hold">
                                          <p:stCondLst>
                                            <p:cond delay="0"/>
                                          </p:stCondLst>
                                        </p:cTn>
                                        <p:tgtEl>
                                          <p:spTgt spid="37"/>
                                        </p:tgtEl>
                                        <p:attrNameLst>
                                          <p:attrName>style.visibility</p:attrName>
                                        </p:attrNameLst>
                                      </p:cBhvr>
                                      <p:to>
                                        <p:strVal val="visible"/>
                                      </p:to>
                                    </p:set>
                                    <p:anim calcmode="lin" valueType="num">
                                      <p:cBhvr additive="base">
                                        <p:cTn id="45" dur="400" fill="hold"/>
                                        <p:tgtEl>
                                          <p:spTgt spid="37"/>
                                        </p:tgtEl>
                                        <p:attrNameLst>
                                          <p:attrName>ppt_w</p:attrName>
                                        </p:attrNameLst>
                                      </p:cBhvr>
                                      <p:tavLst>
                                        <p:tav tm="0">
                                          <p:val>
                                            <p:strVal val="0"/>
                                          </p:val>
                                        </p:tav>
                                        <p:tav tm="100000">
                                          <p:val>
                                            <p:strVal val="#ppt_w"/>
                                          </p:val>
                                        </p:tav>
                                      </p:tavLst>
                                    </p:anim>
                                    <p:anim calcmode="lin" valueType="num">
                                      <p:cBhvr additive="base">
                                        <p:cTn id="46" dur="400" fill="hold"/>
                                        <p:tgtEl>
                                          <p:spTgt spid="37"/>
                                        </p:tgtEl>
                                        <p:attrNameLst>
                                          <p:attrName>ppt_h</p:attrName>
                                        </p:attrNameLst>
                                      </p:cBhvr>
                                      <p:tavLst>
                                        <p:tav tm="0">
                                          <p:val>
                                            <p:strVal val="0"/>
                                          </p:val>
                                        </p:tav>
                                        <p:tav tm="100000">
                                          <p:val>
                                            <p:strVal val="#ppt_h"/>
                                          </p:val>
                                        </p:tav>
                                      </p:tavLst>
                                    </p:anim>
                                    <p:animEffect transition="in" filter="fade">
                                      <p:cBhvr>
                                        <p:cTn id="47" dur="400"/>
                                        <p:tgtEl>
                                          <p:spTgt spid="37"/>
                                        </p:tgtEl>
                                      </p:cBhvr>
                                    </p:animEffect>
                                  </p:childTnLst>
                                </p:cTn>
                              </p:par>
                              <p:par>
                                <p:cTn id="52" presetID="22" presetClass="entr" presetSubtype="1" fill="hold" grpId="0" nodeType="withEffect">
                                  <p:stCondLst>
                                    <p:cond delay="1050"/>
                                  </p:stCondLst>
                                  <p:childTnLst>
                                    <p:set>
                                      <p:cBhvr>
                                        <p:cTn id="49" dur="1" fill="hold">
                                          <p:stCondLst>
                                            <p:cond delay="0"/>
                                          </p:stCondLst>
                                        </p:cTn>
                                        <p:tgtEl>
                                          <p:spTgt spid="7"/>
                                        </p:tgtEl>
                                        <p:attrNameLst>
                                          <p:attrName>style.visibility</p:attrName>
                                        </p:attrNameLst>
                                      </p:cBhvr>
                                      <p:to>
                                        <p:strVal val="visible"/>
                                      </p:to>
                                    </p:set>
                                    <p:animEffect transition="in" filter="wipe(down)">
                                      <p:cBhvr>
                                        <p:cTn id="50" dur="600"/>
                                        <p:tgtEl>
                                          <p:spTgt spid="7"/>
                                        </p:tgtEl>
                                      </p:cBhvr>
                                    </p:animEffect>
                                    <p:animEffect transition="in" filter="fade">
                                      <p:cBhvr>
                                        <p:cTn id="51" dur="600"/>
                                        <p:tgtEl>
                                          <p:spTgt spid="7"/>
                                        </p:tgtEl>
                                      </p:cBhvr>
                                    </p:animEffect>
                                  </p:childTnLst>
                                </p:cTn>
                              </p:par>
                              <p:par>
                                <p:cTn id="56" presetID="22" presetClass="entr" presetSubtype="1" fill="hold" grpId="0" nodeType="withEffect">
                                  <p:stCondLst>
                                    <p:cond delay="1100"/>
                                  </p:stCondLst>
                                  <p:childTnLst>
                                    <p:set>
                                      <p:cBhvr>
                                        <p:cTn id="53" dur="1" fill="hold">
                                          <p:stCondLst>
                                            <p:cond delay="0"/>
                                          </p:stCondLst>
                                        </p:cTn>
                                        <p:tgtEl>
                                          <p:spTgt spid="8"/>
                                        </p:tgtEl>
                                        <p:attrNameLst>
                                          <p:attrName>style.visibility</p:attrName>
                                        </p:attrNameLst>
                                      </p:cBhvr>
                                      <p:to>
                                        <p:strVal val="visible"/>
                                      </p:to>
                                    </p:set>
                                    <p:animEffect transition="in" filter="wipe(down)">
                                      <p:cBhvr>
                                        <p:cTn id="54" dur="450"/>
                                        <p:tgtEl>
                                          <p:spTgt spid="8"/>
                                        </p:tgtEl>
                                      </p:cBhvr>
                                    </p:animEffect>
                                    <p:animEffect transition="in" filter="fade">
                                      <p:cBhvr>
                                        <p:cTn id="55" dur="450"/>
                                        <p:tgtEl>
                                          <p:spTgt spid="8"/>
                                        </p:tgtEl>
                                      </p:cBhvr>
                                    </p:animEffect>
                                  </p:childTnLst>
                                </p:cTn>
                              </p:par>
                              <p:par>
                                <p:cTn id="60" presetID="22" presetClass="entr" presetSubtype="1" fill="hold" grpId="0" nodeType="withEffect">
                                  <p:stCondLst>
                                    <p:cond delay="1200"/>
                                  </p:stCondLst>
                                  <p:childTnLst>
                                    <p:set>
                                      <p:cBhvr>
                                        <p:cTn id="57" dur="1" fill="hold">
                                          <p:stCondLst>
                                            <p:cond delay="0"/>
                                          </p:stCondLst>
                                        </p:cTn>
                                        <p:tgtEl>
                                          <p:spTgt spid="40"/>
                                        </p:tgtEl>
                                        <p:attrNameLst>
                                          <p:attrName>style.visibility</p:attrName>
                                        </p:attrNameLst>
                                      </p:cBhvr>
                                      <p:to>
                                        <p:strVal val="visible"/>
                                      </p:to>
                                    </p:set>
                                    <p:animEffect transition="in" filter="wipe(down)">
                                      <p:cBhvr>
                                        <p:cTn id="58" dur="450"/>
                                        <p:tgtEl>
                                          <p:spTgt spid="40"/>
                                        </p:tgtEl>
                                      </p:cBhvr>
                                    </p:animEffect>
                                    <p:animEffect transition="in" filter="fade">
                                      <p:cBhvr>
                                        <p:cTn id="59" dur="450"/>
                                        <p:tgtEl>
                                          <p:spTgt spid="40"/>
                                        </p:tgtEl>
                                      </p:cBhvr>
                                    </p:animEffect>
                                  </p:childTnLst>
                                </p:cTn>
                              </p:par>
                              <p:par>
                                <p:cTn id="64" presetID="22" presetClass="entr" presetSubtype="1" fill="hold" grpId="0" nodeType="withEffect">
                                  <p:stCondLst>
                                    <p:cond delay="1300"/>
                                  </p:stCondLst>
                                  <p:childTnLst>
                                    <p:set>
                                      <p:cBhvr>
                                        <p:cTn id="61" dur="1" fill="hold">
                                          <p:stCondLst>
                                            <p:cond delay="0"/>
                                          </p:stCondLst>
                                        </p:cTn>
                                        <p:tgtEl>
                                          <p:spTgt spid="41"/>
                                        </p:tgtEl>
                                        <p:attrNameLst>
                                          <p:attrName>style.visibility</p:attrName>
                                        </p:attrNameLst>
                                      </p:cBhvr>
                                      <p:to>
                                        <p:strVal val="visible"/>
                                      </p:to>
                                    </p:set>
                                    <p:animEffect transition="in" filter="wipe(down)">
                                      <p:cBhvr>
                                        <p:cTn id="62" dur="600"/>
                                        <p:tgtEl>
                                          <p:spTgt spid="41"/>
                                        </p:tgtEl>
                                      </p:cBhvr>
                                    </p:animEffect>
                                    <p:animEffect transition="in" filter="fade">
                                      <p:cBhvr>
                                        <p:cTn id="63" dur="600"/>
                                        <p:tgtEl>
                                          <p:spTgt spid="41"/>
                                        </p:tgtEl>
                                      </p:cBhvr>
                                    </p:animEffect>
                                  </p:childTnLst>
                                </p:cTn>
                              </p:par>
                              <p:par>
                                <p:cTn id="66" presetID="0" presetClass="path" presetSubtype="0" fill="hold" grpId="1" nodeType="withEffect" autoRev="1" repeatCount="4000">
                                  <p:stCondLst>
                                    <p:cond delay="1680"/>
                                  </p:stCondLst>
                                  <p:childTnLst>
                                    <p:animMotion origin="layout" path="M 0 0 L 0.008 0 E" pathEditMode="relative" ptsTypes="AA">
                                      <p:cBhvr>
                                        <p:cTn id="65" dur="40" fill="hold"/>
                                        <p:tgtEl>
                                          <p:spTgt spid="7"/>
                                        </p:tgtEl>
                                        <p:attrNameLst>
                                          <p:attrName>ppt_x</p:attrName>
                                          <p:attrName>ppt_y</p:attrName>
                                        </p:attrNameLst>
                                      </p:cBhvr>
                                    </p:animMotion>
                                  </p:childTnLst>
                                </p:cTn>
                              </p:par>
                              <p:par>
                                <p:cTn id="71" presetID="53" presetClass="entr" presetSubtype="16" fill="hold" grpId="0" nodeType="withEffect">
                                  <p:stCondLst>
                                    <p:cond delay="1800"/>
                                  </p:stCondLst>
                                  <p:childTnLst>
                                    <p:set>
                                      <p:cBhvr>
                                        <p:cTn id="67" dur="1" fill="hold">
                                          <p:stCondLst>
                                            <p:cond delay="0"/>
                                          </p:stCondLst>
                                        </p:cTn>
                                        <p:tgtEl>
                                          <p:spTgt spid="42"/>
                                        </p:tgtEl>
                                        <p:attrNameLst>
                                          <p:attrName>style.visibility</p:attrName>
                                        </p:attrNameLst>
                                      </p:cBhvr>
                                      <p:to>
                                        <p:strVal val="visible"/>
                                      </p:to>
                                    </p:set>
                                    <p:anim calcmode="lin" valueType="num">
                                      <p:cBhvr additive="base">
                                        <p:cTn id="68" dur="900" fill="hold"/>
                                        <p:tgtEl>
                                          <p:spTgt spid="42"/>
                                        </p:tgtEl>
                                        <p:attrNameLst>
                                          <p:attrName>ppt_w</p:attrName>
                                        </p:attrNameLst>
                                      </p:cBhvr>
                                      <p:tavLst>
                                        <p:tav tm="0">
                                          <p:val>
                                            <p:strVal val="0"/>
                                          </p:val>
                                        </p:tav>
                                        <p:tav tm="100000">
                                          <p:val>
                                            <p:strVal val="#ppt_w"/>
                                          </p:val>
                                        </p:tav>
                                      </p:tavLst>
                                    </p:anim>
                                    <p:anim calcmode="lin" valueType="num">
                                      <p:cBhvr additive="base">
                                        <p:cTn id="69" dur="900" fill="hold"/>
                                        <p:tgtEl>
                                          <p:spTgt spid="42"/>
                                        </p:tgtEl>
                                        <p:attrNameLst>
                                          <p:attrName>ppt_h</p:attrName>
                                        </p:attrNameLst>
                                      </p:cBhvr>
                                      <p:tavLst>
                                        <p:tav tm="0">
                                          <p:val>
                                            <p:strVal val="0"/>
                                          </p:val>
                                        </p:tav>
                                        <p:tav tm="100000">
                                          <p:val>
                                            <p:strVal val="#ppt_h"/>
                                          </p:val>
                                        </p:tav>
                                      </p:tavLst>
                                    </p:anim>
                                    <p:animEffect transition="in" filter="fade">
                                      <p:cBhvr>
                                        <p:cTn id="70" dur="900"/>
                                        <p:tgtEl>
                                          <p:spTgt spid="42"/>
                                        </p:tgtEl>
                                      </p:cBhvr>
                                    </p:animEffect>
                                  </p:childTnLst>
                                </p:cTn>
                              </p:par>
                              <p:par>
                                <p:cTn id="74" presetID="22" presetClass="entr" presetSubtype="8" fill="hold" grpId="0" nodeType="withEffect">
                                  <p:stCondLst>
                                    <p:cond delay="2100"/>
                                  </p:stCondLst>
                                  <p:childTnLst>
                                    <p:set>
                                      <p:cBhvr>
                                        <p:cTn id="72" dur="1" fill="hold">
                                          <p:stCondLst>
                                            <p:cond delay="0"/>
                                          </p:stCondLst>
                                        </p:cTn>
                                        <p:tgtEl>
                                          <p:spTgt spid="10"/>
                                        </p:tgtEl>
                                        <p:attrNameLst>
                                          <p:attrName>style.visibility</p:attrName>
                                        </p:attrNameLst>
                                      </p:cBhvr>
                                      <p:to>
                                        <p:strVal val="visible"/>
                                      </p:to>
                                    </p:set>
                                    <p:animEffect transition="in" filter="wipe(left)">
                                      <p:cBhvr>
                                        <p:cTn id="73" dur="300"/>
                                        <p:tgtEl>
                                          <p:spTgt spid="10"/>
                                        </p:tgtEl>
                                      </p:cBhvr>
                                    </p:animEffect>
                                  </p:childTnLst>
                                </p:cTn>
                              </p:par>
                              <p:par>
                                <p:cTn id="78" presetID="22" presetClass="entr" presetSubtype="1" fill="hold" grpId="0" nodeType="withEffect">
                                  <p:stCondLst>
                                    <p:cond delay="2700"/>
                                  </p:stCondLst>
                                  <p:childTnLst>
                                    <p:set>
                                      <p:cBhvr>
                                        <p:cTn id="75" dur="1" fill="hold">
                                          <p:stCondLst>
                                            <p:cond delay="0"/>
                                          </p:stCondLst>
                                        </p:cTn>
                                        <p:tgtEl>
                                          <p:spTgt spid="11"/>
                                        </p:tgtEl>
                                        <p:attrNameLst>
                                          <p:attrName>style.visibility</p:attrName>
                                        </p:attrNameLst>
                                      </p:cBhvr>
                                      <p:to>
                                        <p:strVal val="visible"/>
                                      </p:to>
                                    </p:set>
                                    <p:animEffect transition="in" filter="wipe(down)">
                                      <p:cBhvr>
                                        <p:cTn id="76" dur="450"/>
                                        <p:tgtEl>
                                          <p:spTgt spid="11"/>
                                        </p:tgtEl>
                                      </p:cBhvr>
                                    </p:animEffect>
                                    <p:animEffect transition="in" filter="fade">
                                      <p:cBhvr>
                                        <p:cTn id="77" dur="450"/>
                                        <p:tgtEl>
                                          <p:spTgt spid="11"/>
                                        </p:tgtEl>
                                      </p:cBhvr>
                                    </p:animEffect>
                                  </p:childTnLst>
                                </p:cTn>
                              </p:par>
                              <p:par>
                                <p:cTn id="83" presetID="53" presetClass="entr" presetSubtype="16" fill="hold" grpId="0" nodeType="withEffect">
                                  <p:stCondLst>
                                    <p:cond delay="2800"/>
                                  </p:stCondLst>
                                  <p:childTnLst>
                                    <p:set>
                                      <p:cBhvr>
                                        <p:cTn id="79" dur="1" fill="hold">
                                          <p:stCondLst>
                                            <p:cond delay="0"/>
                                          </p:stCondLst>
                                        </p:cTn>
                                        <p:tgtEl>
                                          <p:spTgt spid="14"/>
                                        </p:tgtEl>
                                        <p:attrNameLst>
                                          <p:attrName>style.visibility</p:attrName>
                                        </p:attrNameLst>
                                      </p:cBhvr>
                                      <p:to>
                                        <p:strVal val="visible"/>
                                      </p:to>
                                    </p:set>
                                    <p:anim calcmode="lin" valueType="num">
                                      <p:cBhvr additive="base">
                                        <p:cTn id="80" dur="350" fill="hold"/>
                                        <p:tgtEl>
                                          <p:spTgt spid="14"/>
                                        </p:tgtEl>
                                        <p:attrNameLst>
                                          <p:attrName>ppt_w</p:attrName>
                                        </p:attrNameLst>
                                      </p:cBhvr>
                                      <p:tavLst>
                                        <p:tav tm="0">
                                          <p:val>
                                            <p:strVal val="0"/>
                                          </p:val>
                                        </p:tav>
                                        <p:tav tm="100000">
                                          <p:val>
                                            <p:strVal val="#ppt_w"/>
                                          </p:val>
                                        </p:tav>
                                      </p:tavLst>
                                    </p:anim>
                                    <p:anim calcmode="lin" valueType="num">
                                      <p:cBhvr additive="base">
                                        <p:cTn id="81" dur="350" fill="hold"/>
                                        <p:tgtEl>
                                          <p:spTgt spid="14"/>
                                        </p:tgtEl>
                                        <p:attrNameLst>
                                          <p:attrName>ppt_h</p:attrName>
                                        </p:attrNameLst>
                                      </p:cBhvr>
                                      <p:tavLst>
                                        <p:tav tm="0">
                                          <p:val>
                                            <p:strVal val="0"/>
                                          </p:val>
                                        </p:tav>
                                        <p:tav tm="100000">
                                          <p:val>
                                            <p:strVal val="#ppt_h"/>
                                          </p:val>
                                        </p:tav>
                                      </p:tavLst>
                                    </p:anim>
                                    <p:animEffect transition="in" filter="fade">
                                      <p:cBhvr>
                                        <p:cTn id="82" dur="350"/>
                                        <p:tgtEl>
                                          <p:spTgt spid="14"/>
                                        </p:tgtEl>
                                      </p:cBhvr>
                                    </p:animEffect>
                                  </p:childTnLst>
                                </p:cTn>
                              </p:par>
                              <p:par>
                                <p:cTn id="87" presetID="22" presetClass="entr" presetSubtype="1" fill="hold" grpId="0" nodeType="withEffect">
                                  <p:stCondLst>
                                    <p:cond delay="2850"/>
                                  </p:stCondLst>
                                  <p:childTnLst>
                                    <p:set>
                                      <p:cBhvr>
                                        <p:cTn id="84" dur="1" fill="hold">
                                          <p:stCondLst>
                                            <p:cond delay="0"/>
                                          </p:stCondLst>
                                        </p:cTn>
                                        <p:tgtEl>
                                          <p:spTgt spid="12"/>
                                        </p:tgtEl>
                                        <p:attrNameLst>
                                          <p:attrName>style.visibility</p:attrName>
                                        </p:attrNameLst>
                                      </p:cBhvr>
                                      <p:to>
                                        <p:strVal val="visible"/>
                                      </p:to>
                                    </p:set>
                                    <p:animEffect transition="in" filter="wipe(down)">
                                      <p:cBhvr>
                                        <p:cTn id="85" dur="600"/>
                                        <p:tgtEl>
                                          <p:spTgt spid="12"/>
                                        </p:tgtEl>
                                      </p:cBhvr>
                                    </p:animEffect>
                                    <p:animEffect transition="in" filter="fade">
                                      <p:cBhvr>
                                        <p:cTn id="86" dur="600"/>
                                        <p:tgtEl>
                                          <p:spTgt spid="12"/>
                                        </p:tgtEl>
                                      </p:cBhvr>
                                    </p:animEffect>
                                  </p:childTnLst>
                                </p:cTn>
                              </p:par>
                              <p:par>
                                <p:cTn id="91" presetID="22" presetClass="entr" presetSubtype="1" fill="hold" grpId="0" nodeType="withEffect">
                                  <p:stCondLst>
                                    <p:cond delay="2900"/>
                                  </p:stCondLst>
                                  <p:childTnLst>
                                    <p:set>
                                      <p:cBhvr>
                                        <p:cTn id="88" dur="1" fill="hold">
                                          <p:stCondLst>
                                            <p:cond delay="0"/>
                                          </p:stCondLst>
                                        </p:cTn>
                                        <p:tgtEl>
                                          <p:spTgt spid="13"/>
                                        </p:tgtEl>
                                        <p:attrNameLst>
                                          <p:attrName>style.visibility</p:attrName>
                                        </p:attrNameLst>
                                      </p:cBhvr>
                                      <p:to>
                                        <p:strVal val="visible"/>
                                      </p:to>
                                    </p:set>
                                    <p:animEffect transition="in" filter="wipe(down)">
                                      <p:cBhvr>
                                        <p:cTn id="89" dur="450"/>
                                        <p:tgtEl>
                                          <p:spTgt spid="13"/>
                                        </p:tgtEl>
                                      </p:cBhvr>
                                    </p:animEffect>
                                    <p:animEffect transition="in" filter="fade">
                                      <p:cBhvr>
                                        <p:cTn id="90" dur="450"/>
                                        <p:tgtEl>
                                          <p:spTgt spid="13"/>
                                        </p:tgtEl>
                                      </p:cBhvr>
                                    </p:animEffect>
                                  </p:childTnLst>
                                </p:cTn>
                              </p:par>
                              <p:par>
                                <p:cTn id="93" presetID="0" presetClass="path" presetSubtype="0" fill="hold" grpId="1" nodeType="withEffect" autoRev="1" repeatCount="4000">
                                  <p:stCondLst>
                                    <p:cond delay="3480"/>
                                  </p:stCondLst>
                                  <p:childTnLst>
                                    <p:animMotion origin="layout" path="M 0 0 L 0.008 0 E" pathEditMode="relative" ptsTypes="AA">
                                      <p:cBhvr>
                                        <p:cTn id="92" dur="40" fill="hold"/>
                                        <p:tgtEl>
                                          <p:spTgt spid="12"/>
                                        </p:tgtEl>
                                        <p:attrNameLst>
                                          <p:attrName>ppt_x</p:attrName>
                                          <p:attrName>ppt_y</p:attrName>
                                        </p:attrNameLst>
                                      </p:cBhvr>
                                    </p:animMotion>
                                  </p:childTnLst>
                                </p:cTn>
                              </p:par>
                              <p:par>
                                <p:cTn id="96" presetID="22" presetClass="entr" presetSubtype="8" fill="hold" grpId="0" nodeType="withEffect">
                                  <p:stCondLst>
                                    <p:cond delay="3900"/>
                                  </p:stCondLst>
                                  <p:childTnLst>
                                    <p:set>
                                      <p:cBhvr>
                                        <p:cTn id="94" dur="1" fill="hold">
                                          <p:stCondLst>
                                            <p:cond delay="0"/>
                                          </p:stCondLst>
                                        </p:cTn>
                                        <p:tgtEl>
                                          <p:spTgt spid="15"/>
                                        </p:tgtEl>
                                        <p:attrNameLst>
                                          <p:attrName>style.visibility</p:attrName>
                                        </p:attrNameLst>
                                      </p:cBhvr>
                                      <p:to>
                                        <p:strVal val="visible"/>
                                      </p:to>
                                    </p:set>
                                    <p:animEffect transition="in" filter="wipe(left)">
                                      <p:cBhvr>
                                        <p:cTn id="95" dur="300"/>
                                        <p:tgtEl>
                                          <p:spTgt spid="15"/>
                                        </p:tgtEl>
                                      </p:cBhvr>
                                    </p:animEffect>
                                  </p:childTnLst>
                                </p:cTn>
                              </p:par>
                              <p:par>
                                <p:cTn id="100" presetID="22" presetClass="entr" presetSubtype="1" fill="hold" grpId="0" nodeType="withEffect">
                                  <p:stCondLst>
                                    <p:cond delay="4500"/>
                                  </p:stCondLst>
                                  <p:childTnLst>
                                    <p:set>
                                      <p:cBhvr>
                                        <p:cTn id="97" dur="1" fill="hold">
                                          <p:stCondLst>
                                            <p:cond delay="0"/>
                                          </p:stCondLst>
                                        </p:cTn>
                                        <p:tgtEl>
                                          <p:spTgt spid="16"/>
                                        </p:tgtEl>
                                        <p:attrNameLst>
                                          <p:attrName>style.visibility</p:attrName>
                                        </p:attrNameLst>
                                      </p:cBhvr>
                                      <p:to>
                                        <p:strVal val="visible"/>
                                      </p:to>
                                    </p:set>
                                    <p:animEffect transition="in" filter="wipe(down)">
                                      <p:cBhvr>
                                        <p:cTn id="98" dur="450"/>
                                        <p:tgtEl>
                                          <p:spTgt spid="16"/>
                                        </p:tgtEl>
                                      </p:cBhvr>
                                    </p:animEffect>
                                    <p:animEffect transition="in" filter="fade">
                                      <p:cBhvr>
                                        <p:cTn id="99" dur="450"/>
                                        <p:tgtEl>
                                          <p:spTgt spid="16"/>
                                        </p:tgtEl>
                                      </p:cBhvr>
                                    </p:animEffect>
                                  </p:childTnLst>
                                </p:cTn>
                              </p:par>
                              <p:par>
                                <p:cTn id="102" presetID="8" presetClass="emph" presetSubtype="0" fill="hold" grpId="1" nodeType="withEffect">
                                  <p:stCondLst>
                                    <p:cond delay="4500"/>
                                  </p:stCondLst>
                                  <p:childTnLst>
                                    <p:animRot by="9000000">
                                      <p:cBhvr>
                                        <p:cTn id="101" dur="1300" fill="hold"/>
                                        <p:tgtEl>
                                          <p:spTgt spid="37"/>
                                        </p:tgtEl>
                                        <p:attrNameLst>
                                          <p:attrName>r</p:attrName>
                                        </p:attrNameLst>
                                      </p:cBhvr>
                                    </p:animRot>
                                  </p:childTnLst>
                                </p:cTn>
                              </p:par>
                              <p:par>
                                <p:cTn id="107" presetID="53" presetClass="entr" presetSubtype="16" fill="hold" grpId="0" nodeType="withEffect">
                                  <p:stCondLst>
                                    <p:cond delay="4600"/>
                                  </p:stCondLst>
                                  <p:childTnLst>
                                    <p:set>
                                      <p:cBhvr>
                                        <p:cTn id="103" dur="1" fill="hold">
                                          <p:stCondLst>
                                            <p:cond delay="0"/>
                                          </p:stCondLst>
                                        </p:cTn>
                                        <p:tgtEl>
                                          <p:spTgt spid="19"/>
                                        </p:tgtEl>
                                        <p:attrNameLst>
                                          <p:attrName>style.visibility</p:attrName>
                                        </p:attrNameLst>
                                      </p:cBhvr>
                                      <p:to>
                                        <p:strVal val="visible"/>
                                      </p:to>
                                    </p:set>
                                    <p:anim calcmode="lin" valueType="num">
                                      <p:cBhvr additive="base">
                                        <p:cTn id="104" dur="350" fill="hold"/>
                                        <p:tgtEl>
                                          <p:spTgt spid="19"/>
                                        </p:tgtEl>
                                        <p:attrNameLst>
                                          <p:attrName>ppt_w</p:attrName>
                                        </p:attrNameLst>
                                      </p:cBhvr>
                                      <p:tavLst>
                                        <p:tav tm="0">
                                          <p:val>
                                            <p:strVal val="0"/>
                                          </p:val>
                                        </p:tav>
                                        <p:tav tm="100000">
                                          <p:val>
                                            <p:strVal val="#ppt_w"/>
                                          </p:val>
                                        </p:tav>
                                      </p:tavLst>
                                    </p:anim>
                                    <p:anim calcmode="lin" valueType="num">
                                      <p:cBhvr additive="base">
                                        <p:cTn id="105" dur="350" fill="hold"/>
                                        <p:tgtEl>
                                          <p:spTgt spid="19"/>
                                        </p:tgtEl>
                                        <p:attrNameLst>
                                          <p:attrName>ppt_h</p:attrName>
                                        </p:attrNameLst>
                                      </p:cBhvr>
                                      <p:tavLst>
                                        <p:tav tm="0">
                                          <p:val>
                                            <p:strVal val="0"/>
                                          </p:val>
                                        </p:tav>
                                        <p:tav tm="100000">
                                          <p:val>
                                            <p:strVal val="#ppt_h"/>
                                          </p:val>
                                        </p:tav>
                                      </p:tavLst>
                                    </p:anim>
                                    <p:animEffect transition="in" filter="fade">
                                      <p:cBhvr>
                                        <p:cTn id="106" dur="350"/>
                                        <p:tgtEl>
                                          <p:spTgt spid="19"/>
                                        </p:tgtEl>
                                      </p:cBhvr>
                                    </p:animEffect>
                                  </p:childTnLst>
                                </p:cTn>
                              </p:par>
                              <p:par>
                                <p:cTn id="111" presetID="22" presetClass="entr" presetSubtype="1" fill="hold" grpId="0" nodeType="withEffect">
                                  <p:stCondLst>
                                    <p:cond delay="4650"/>
                                  </p:stCondLst>
                                  <p:childTnLst>
                                    <p:set>
                                      <p:cBhvr>
                                        <p:cTn id="108" dur="1" fill="hold">
                                          <p:stCondLst>
                                            <p:cond delay="0"/>
                                          </p:stCondLst>
                                        </p:cTn>
                                        <p:tgtEl>
                                          <p:spTgt spid="17"/>
                                        </p:tgtEl>
                                        <p:attrNameLst>
                                          <p:attrName>style.visibility</p:attrName>
                                        </p:attrNameLst>
                                      </p:cBhvr>
                                      <p:to>
                                        <p:strVal val="visible"/>
                                      </p:to>
                                    </p:set>
                                    <p:animEffect transition="in" filter="wipe(down)">
                                      <p:cBhvr>
                                        <p:cTn id="109" dur="600"/>
                                        <p:tgtEl>
                                          <p:spTgt spid="17"/>
                                        </p:tgtEl>
                                      </p:cBhvr>
                                    </p:animEffect>
                                    <p:animEffect transition="in" filter="fade">
                                      <p:cBhvr>
                                        <p:cTn id="110" dur="600"/>
                                        <p:tgtEl>
                                          <p:spTgt spid="17"/>
                                        </p:tgtEl>
                                      </p:cBhvr>
                                    </p:animEffect>
                                  </p:childTnLst>
                                </p:cTn>
                              </p:par>
                              <p:par>
                                <p:cTn id="115" presetID="22" presetClass="entr" presetSubtype="1" fill="hold" grpId="0" nodeType="withEffect">
                                  <p:stCondLst>
                                    <p:cond delay="4700"/>
                                  </p:stCondLst>
                                  <p:childTnLst>
                                    <p:set>
                                      <p:cBhvr>
                                        <p:cTn id="112" dur="1" fill="hold">
                                          <p:stCondLst>
                                            <p:cond delay="0"/>
                                          </p:stCondLst>
                                        </p:cTn>
                                        <p:tgtEl>
                                          <p:spTgt spid="18"/>
                                        </p:tgtEl>
                                        <p:attrNameLst>
                                          <p:attrName>style.visibility</p:attrName>
                                        </p:attrNameLst>
                                      </p:cBhvr>
                                      <p:to>
                                        <p:strVal val="visible"/>
                                      </p:to>
                                    </p:set>
                                    <p:animEffect transition="in" filter="wipe(down)">
                                      <p:cBhvr>
                                        <p:cTn id="113" dur="450"/>
                                        <p:tgtEl>
                                          <p:spTgt spid="18"/>
                                        </p:tgtEl>
                                      </p:cBhvr>
                                    </p:animEffect>
                                    <p:animEffect transition="in" filter="fade">
                                      <p:cBhvr>
                                        <p:cTn id="114" dur="450"/>
                                        <p:tgtEl>
                                          <p:spTgt spid="18"/>
                                        </p:tgtEl>
                                      </p:cBhvr>
                                    </p:animEffect>
                                  </p:childTnLst>
                                </p:cTn>
                              </p:par>
                              <p:par>
                                <p:cTn id="117" presetID="6" presetClass="emph" presetSubtype="0" fill="hold" grpId="1" nodeType="withEffect" autoRev="1" repeatCount="indefinite">
                                  <p:stCondLst>
                                    <p:cond delay="5200"/>
                                  </p:stCondLst>
                                  <p:childTnLst>
                                    <p:animScale>
                                      <p:cBhvr>
                                        <p:cTn id="116" dur="500" fill="hold"/>
                                        <p:tgtEl>
                                          <p:spTgt spid="17"/>
                                        </p:tgtEl>
                                      </p:cBhvr>
                                      <p:by x="103000" y="103000"/>
                                    </p:animScale>
                                  </p:childTnLst>
                                </p:cTn>
                              </p:par>
                              <p:par>
                                <p:cTn id="119" presetID="0" presetClass="path" presetSubtype="0" fill="hold" grpId="2" nodeType="withEffect" autoRev="1" repeatCount="4000">
                                  <p:stCondLst>
                                    <p:cond delay="5280"/>
                                  </p:stCondLst>
                                  <p:childTnLst>
                                    <p:animMotion origin="layout" path="M 0 0 L 0.008 0 E" pathEditMode="relative" ptsTypes="AA">
                                      <p:cBhvr>
                                        <p:cTn id="118" dur="40" fill="hold"/>
                                        <p:tgtEl>
                                          <p:spTgt spid="17"/>
                                        </p:tgtEl>
                                        <p:attrNameLst>
                                          <p:attrName>ppt_x</p:attrName>
                                          <p:attrName>ppt_y</p:attrName>
                                        </p:attrNameLst>
                                      </p:cBhvr>
                                    </p:animMotion>
                                  </p:childTnLst>
                                </p:cTn>
                              </p:par>
                              <p:par>
                                <p:cTn id="124" presetID="53" presetClass="entr" presetSubtype="32" fill="hold" grpId="0" nodeType="withEffect">
                                  <p:stCondLst>
                                    <p:cond delay="5600"/>
                                  </p:stCondLst>
                                  <p:childTnLst>
                                    <p:set>
                                      <p:cBhvr>
                                        <p:cTn id="120" dur="1" fill="hold">
                                          <p:stCondLst>
                                            <p:cond delay="0"/>
                                          </p:stCondLst>
                                        </p:cTn>
                                        <p:tgtEl>
                                          <p:spTgt spid="38"/>
                                        </p:tgtEl>
                                        <p:attrNameLst>
                                          <p:attrName>style.visibility</p:attrName>
                                        </p:attrNameLst>
                                      </p:cBhvr>
                                      <p:to>
                                        <p:strVal val="visible"/>
                                      </p:to>
                                    </p:set>
                                    <p:anim calcmode="lin" valueType="num">
                                      <p:cBhvr additive="base">
                                        <p:cTn id="121" dur="450" fill="hold"/>
                                        <p:tgtEl>
                                          <p:spTgt spid="38"/>
                                        </p:tgtEl>
                                        <p:attrNameLst>
                                          <p:attrName>ppt_w</p:attrName>
                                        </p:attrNameLst>
                                      </p:cBhvr>
                                      <p:tavLst>
                                        <p:tav tm="0">
                                          <p:val>
                                            <p:strVal val="#ppt_w*2.4"/>
                                          </p:val>
                                        </p:tav>
                                        <p:tav tm="100000">
                                          <p:val>
                                            <p:strVal val="#ppt_w"/>
                                          </p:val>
                                        </p:tav>
                                      </p:tavLst>
                                    </p:anim>
                                    <p:anim calcmode="lin" valueType="num">
                                      <p:cBhvr additive="base">
                                        <p:cTn id="122" dur="450" fill="hold"/>
                                        <p:tgtEl>
                                          <p:spTgt spid="38"/>
                                        </p:tgtEl>
                                        <p:attrNameLst>
                                          <p:attrName>ppt_h</p:attrName>
                                        </p:attrNameLst>
                                      </p:cBhvr>
                                      <p:tavLst>
                                        <p:tav tm="0">
                                          <p:val>
                                            <p:strVal val="#ppt_h*2.4"/>
                                          </p:val>
                                        </p:tav>
                                        <p:tav tm="100000">
                                          <p:val>
                                            <p:strVal val="#ppt_h"/>
                                          </p:val>
                                        </p:tav>
                                      </p:tavLst>
                                    </p:anim>
                                    <p:animEffect transition="in" filter="fade">
                                      <p:cBhvr>
                                        <p:cTn id="123" dur="450"/>
                                        <p:tgtEl>
                                          <p:spTgt spid="38"/>
                                        </p:tgtEl>
                                      </p:cBhvr>
                                    </p:animEffect>
                                  </p:childTnLst>
                                </p:cTn>
                              </p:par>
                              <p:par>
                                <p:cTn id="126" presetID="0" presetClass="path" presetSubtype="0" fill="hold" grpId="2" nodeType="withEffect" autoRev="1" repeatCount="6000">
                                  <p:stCondLst>
                                    <p:cond delay="5850"/>
                                  </p:stCondLst>
                                  <p:childTnLst>
                                    <p:animMotion origin="layout" path="M 0 0 L 0.008 0 E" pathEditMode="relative" ptsTypes="AA">
                                      <p:cBhvr>
                                        <p:cTn id="125" dur="40" fill="hold"/>
                                        <p:tgtEl>
                                          <p:spTgt spid="37"/>
                                        </p:tgtEl>
                                        <p:attrNameLst>
                                          <p:attrName>ppt_x</p:attrName>
                                          <p:attrName>ppt_y</p:attrName>
                                        </p:attrNameLst>
                                      </p:cBhvr>
                                    </p:animMotion>
                                  </p:childTnLst>
                                </p:cTn>
                              </p:par>
                              <p:par>
                                <p:cTn id="128" presetID="6" presetClass="emph" presetSubtype="0" fill="hold" grpId="1" nodeType="withEffect" autoRev="1" repeatCount="indefinite">
                                  <p:stCondLst>
                                    <p:cond delay="6000"/>
                                  </p:stCondLst>
                                  <p:childTnLst>
                                    <p:animScale>
                                      <p:cBhvr>
                                        <p:cTn id="127" dur="700" fill="hold"/>
                                        <p:tgtEl>
                                          <p:spTgt spid="42"/>
                                        </p:tgtEl>
                                      </p:cBhvr>
                                      <p:by x="104000" y="104000"/>
                                    </p:animScale>
                                  </p:childTnLst>
                                </p:cTn>
                              </p:par>
                              <p:par>
                                <p:cTn id="132" presetID="22" presetClass="entr" presetSubtype="1" fill="hold" grpId="0" nodeType="withEffect">
                                  <p:stCondLst>
                                    <p:cond delay="7300"/>
                                  </p:stCondLst>
                                  <p:childTnLst>
                                    <p:set>
                                      <p:cBhvr>
                                        <p:cTn id="129" dur="1" fill="hold">
                                          <p:stCondLst>
                                            <p:cond delay="0"/>
                                          </p:stCondLst>
                                        </p:cTn>
                                        <p:tgtEl>
                                          <p:spTgt spid="20"/>
                                        </p:tgtEl>
                                        <p:attrNameLst>
                                          <p:attrName>style.visibility</p:attrName>
                                        </p:attrNameLst>
                                      </p:cBhvr>
                                      <p:to>
                                        <p:strVal val="visible"/>
                                      </p:to>
                                    </p:set>
                                    <p:animEffect transition="in" filter="wipe(down)">
                                      <p:cBhvr>
                                        <p:cTn id="130" dur="450"/>
                                        <p:tgtEl>
                                          <p:spTgt spid="20"/>
                                        </p:tgtEl>
                                      </p:cBhvr>
                                    </p:animEffect>
                                    <p:animEffect transition="in" filter="fade">
                                      <p:cBhvr>
                                        <p:cTn id="131" dur="450"/>
                                        <p:tgtEl>
                                          <p:spTgt spid="20"/>
                                        </p:tgtEl>
                                      </p:cBhvr>
                                    </p:animEffect>
                                  </p:childTnLst>
                                </p:cTn>
                              </p:par>
                              <p:par>
                                <p:cTn id="136" presetID="22" presetClass="entr" presetSubtype="1" fill="hold" grpId="0" nodeType="withEffect">
                                  <p:stCondLst>
                                    <p:cond delay="7600"/>
                                  </p:stCondLst>
                                  <p:childTnLst>
                                    <p:set>
                                      <p:cBhvr>
                                        <p:cTn id="133" dur="1" fill="hold">
                                          <p:stCondLst>
                                            <p:cond delay="0"/>
                                          </p:stCondLst>
                                        </p:cTn>
                                        <p:tgtEl>
                                          <p:spTgt spid="21"/>
                                        </p:tgtEl>
                                        <p:attrNameLst>
                                          <p:attrName>style.visibility</p:attrName>
                                        </p:attrNameLst>
                                      </p:cBhvr>
                                      <p:to>
                                        <p:strVal val="visible"/>
                                      </p:to>
                                    </p:set>
                                    <p:animEffect transition="in" filter="wipe(down)">
                                      <p:cBhvr>
                                        <p:cTn id="134" dur="450"/>
                                        <p:tgtEl>
                                          <p:spTgt spid="21"/>
                                        </p:tgtEl>
                                      </p:cBhvr>
                                    </p:animEffect>
                                    <p:animEffect transition="in" filter="fade">
                                      <p:cBhvr>
                                        <p:cTn id="135" dur="450"/>
                                        <p:tgtEl>
                                          <p:spTgt spid="21"/>
                                        </p:tgtEl>
                                      </p:cBhvr>
                                    </p:animEffect>
                                  </p:childTnLst>
                                </p:cTn>
                              </p:par>
                              <p:par>
                                <p:cTn id="141" presetID="53" presetClass="entr" presetSubtype="16" fill="hold" grpId="0" nodeType="withEffect">
                                  <p:stCondLst>
                                    <p:cond delay="7700"/>
                                  </p:stCondLst>
                                  <p:childTnLst>
                                    <p:set>
                                      <p:cBhvr>
                                        <p:cTn id="137" dur="1" fill="hold">
                                          <p:stCondLst>
                                            <p:cond delay="0"/>
                                          </p:stCondLst>
                                        </p:cTn>
                                        <p:tgtEl>
                                          <p:spTgt spid="24"/>
                                        </p:tgtEl>
                                        <p:attrNameLst>
                                          <p:attrName>style.visibility</p:attrName>
                                        </p:attrNameLst>
                                      </p:cBhvr>
                                      <p:to>
                                        <p:strVal val="visible"/>
                                      </p:to>
                                    </p:set>
                                    <p:anim calcmode="lin" valueType="num">
                                      <p:cBhvr additive="base">
                                        <p:cTn id="138" dur="350" fill="hold"/>
                                        <p:tgtEl>
                                          <p:spTgt spid="24"/>
                                        </p:tgtEl>
                                        <p:attrNameLst>
                                          <p:attrName>ppt_w</p:attrName>
                                        </p:attrNameLst>
                                      </p:cBhvr>
                                      <p:tavLst>
                                        <p:tav tm="0">
                                          <p:val>
                                            <p:strVal val="0"/>
                                          </p:val>
                                        </p:tav>
                                        <p:tav tm="100000">
                                          <p:val>
                                            <p:strVal val="#ppt_w"/>
                                          </p:val>
                                        </p:tav>
                                      </p:tavLst>
                                    </p:anim>
                                    <p:anim calcmode="lin" valueType="num">
                                      <p:cBhvr additive="base">
                                        <p:cTn id="139" dur="350" fill="hold"/>
                                        <p:tgtEl>
                                          <p:spTgt spid="24"/>
                                        </p:tgtEl>
                                        <p:attrNameLst>
                                          <p:attrName>ppt_h</p:attrName>
                                        </p:attrNameLst>
                                      </p:cBhvr>
                                      <p:tavLst>
                                        <p:tav tm="0">
                                          <p:val>
                                            <p:strVal val="0"/>
                                          </p:val>
                                        </p:tav>
                                        <p:tav tm="100000">
                                          <p:val>
                                            <p:strVal val="#ppt_h"/>
                                          </p:val>
                                        </p:tav>
                                      </p:tavLst>
                                    </p:anim>
                                    <p:animEffect transition="in" filter="fade">
                                      <p:cBhvr>
                                        <p:cTn id="140" dur="350"/>
                                        <p:tgtEl>
                                          <p:spTgt spid="24"/>
                                        </p:tgtEl>
                                      </p:cBhvr>
                                    </p:animEffect>
                                  </p:childTnLst>
                                </p:cTn>
                              </p:par>
                              <p:par>
                                <p:cTn id="145" presetID="22" presetClass="entr" presetSubtype="1" fill="hold" grpId="0" nodeType="withEffect">
                                  <p:stCondLst>
                                    <p:cond delay="7750"/>
                                  </p:stCondLst>
                                  <p:childTnLst>
                                    <p:set>
                                      <p:cBhvr>
                                        <p:cTn id="142" dur="1" fill="hold">
                                          <p:stCondLst>
                                            <p:cond delay="0"/>
                                          </p:stCondLst>
                                        </p:cTn>
                                        <p:tgtEl>
                                          <p:spTgt spid="22"/>
                                        </p:tgtEl>
                                        <p:attrNameLst>
                                          <p:attrName>style.visibility</p:attrName>
                                        </p:attrNameLst>
                                      </p:cBhvr>
                                      <p:to>
                                        <p:strVal val="visible"/>
                                      </p:to>
                                    </p:set>
                                    <p:animEffect transition="in" filter="wipe(down)">
                                      <p:cBhvr>
                                        <p:cTn id="143" dur="600"/>
                                        <p:tgtEl>
                                          <p:spTgt spid="22"/>
                                        </p:tgtEl>
                                      </p:cBhvr>
                                    </p:animEffect>
                                    <p:animEffect transition="in" filter="fade">
                                      <p:cBhvr>
                                        <p:cTn id="144" dur="600"/>
                                        <p:tgtEl>
                                          <p:spTgt spid="22"/>
                                        </p:tgtEl>
                                      </p:cBhvr>
                                    </p:animEffect>
                                  </p:childTnLst>
                                </p:cTn>
                              </p:par>
                              <p:par>
                                <p:cTn id="149" presetID="22" presetClass="entr" presetSubtype="1" fill="hold" grpId="0" nodeType="withEffect">
                                  <p:stCondLst>
                                    <p:cond delay="7800"/>
                                  </p:stCondLst>
                                  <p:childTnLst>
                                    <p:set>
                                      <p:cBhvr>
                                        <p:cTn id="146" dur="1" fill="hold">
                                          <p:stCondLst>
                                            <p:cond delay="0"/>
                                          </p:stCondLst>
                                        </p:cTn>
                                        <p:tgtEl>
                                          <p:spTgt spid="23"/>
                                        </p:tgtEl>
                                        <p:attrNameLst>
                                          <p:attrName>style.visibility</p:attrName>
                                        </p:attrNameLst>
                                      </p:cBhvr>
                                      <p:to>
                                        <p:strVal val="visible"/>
                                      </p:to>
                                    </p:set>
                                    <p:animEffect transition="in" filter="wipe(down)">
                                      <p:cBhvr>
                                        <p:cTn id="147" dur="450"/>
                                        <p:tgtEl>
                                          <p:spTgt spid="23"/>
                                        </p:tgtEl>
                                      </p:cBhvr>
                                    </p:animEffect>
                                    <p:animEffect transition="in" filter="fade">
                                      <p:cBhvr>
                                        <p:cTn id="148" dur="450"/>
                                        <p:tgtEl>
                                          <p:spTgt spid="23"/>
                                        </p:tgtEl>
                                      </p:cBhvr>
                                    </p:animEffect>
                                  </p:childTnLst>
                                </p:cTn>
                              </p:par>
                              <p:par>
                                <p:cTn id="151" presetID="0" presetClass="path" presetSubtype="0" fill="hold" grpId="1" nodeType="withEffect" autoRev="1" repeatCount="4000">
                                  <p:stCondLst>
                                    <p:cond delay="8380"/>
                                  </p:stCondLst>
                                  <p:childTnLst>
                                    <p:animMotion origin="layout" path="M 0 0 L 0.008 0 E" pathEditMode="relative" ptsTypes="AA">
                                      <p:cBhvr>
                                        <p:cTn id="150" dur="40" fill="hold"/>
                                        <p:tgtEl>
                                          <p:spTgt spid="22"/>
                                        </p:tgtEl>
                                        <p:attrNameLst>
                                          <p:attrName>ppt_x</p:attrName>
                                          <p:attrName>ppt_y</p:attrName>
                                        </p:attrNameLst>
                                      </p:cBhvr>
                                    </p:animMotion>
                                  </p:childTnLst>
                                </p:cTn>
                              </p:par>
                              <p:par>
                                <p:cTn id="154" presetID="22" presetClass="entr" presetSubtype="8" fill="hold" grpId="0" nodeType="withEffect">
                                  <p:stCondLst>
                                    <p:cond delay="8800"/>
                                  </p:stCondLst>
                                  <p:childTnLst>
                                    <p:set>
                                      <p:cBhvr>
                                        <p:cTn id="152" dur="1" fill="hold">
                                          <p:stCondLst>
                                            <p:cond delay="0"/>
                                          </p:stCondLst>
                                        </p:cTn>
                                        <p:tgtEl>
                                          <p:spTgt spid="25"/>
                                        </p:tgtEl>
                                        <p:attrNameLst>
                                          <p:attrName>style.visibility</p:attrName>
                                        </p:attrNameLst>
                                      </p:cBhvr>
                                      <p:to>
                                        <p:strVal val="visible"/>
                                      </p:to>
                                    </p:set>
                                    <p:animEffect transition="in" filter="wipe(left)">
                                      <p:cBhvr>
                                        <p:cTn id="153" dur="300"/>
                                        <p:tgtEl>
                                          <p:spTgt spid="25"/>
                                        </p:tgtEl>
                                      </p:cBhvr>
                                    </p:animEffect>
                                  </p:childTnLst>
                                </p:cTn>
                              </p:par>
                              <p:par>
                                <p:cTn id="158" presetID="22" presetClass="entr" presetSubtype="1" fill="hold" grpId="0" nodeType="withEffect">
                                  <p:stCondLst>
                                    <p:cond delay="9400"/>
                                  </p:stCondLst>
                                  <p:childTnLst>
                                    <p:set>
                                      <p:cBhvr>
                                        <p:cTn id="155" dur="1" fill="hold">
                                          <p:stCondLst>
                                            <p:cond delay="0"/>
                                          </p:stCondLst>
                                        </p:cTn>
                                        <p:tgtEl>
                                          <p:spTgt spid="26"/>
                                        </p:tgtEl>
                                        <p:attrNameLst>
                                          <p:attrName>style.visibility</p:attrName>
                                        </p:attrNameLst>
                                      </p:cBhvr>
                                      <p:to>
                                        <p:strVal val="visible"/>
                                      </p:to>
                                    </p:set>
                                    <p:animEffect transition="in" filter="wipe(down)">
                                      <p:cBhvr>
                                        <p:cTn id="156" dur="450"/>
                                        <p:tgtEl>
                                          <p:spTgt spid="26"/>
                                        </p:tgtEl>
                                      </p:cBhvr>
                                    </p:animEffect>
                                    <p:animEffect transition="in" filter="fade">
                                      <p:cBhvr>
                                        <p:cTn id="157" dur="450"/>
                                        <p:tgtEl>
                                          <p:spTgt spid="26"/>
                                        </p:tgtEl>
                                      </p:cBhvr>
                                    </p:animEffect>
                                  </p:childTnLst>
                                </p:cTn>
                              </p:par>
                              <p:par>
                                <p:cTn id="163" presetID="53" presetClass="entr" presetSubtype="16" fill="hold" grpId="0" nodeType="withEffect">
                                  <p:stCondLst>
                                    <p:cond delay="9500"/>
                                  </p:stCondLst>
                                  <p:childTnLst>
                                    <p:set>
                                      <p:cBhvr>
                                        <p:cTn id="159" dur="1" fill="hold">
                                          <p:stCondLst>
                                            <p:cond delay="0"/>
                                          </p:stCondLst>
                                        </p:cTn>
                                        <p:tgtEl>
                                          <p:spTgt spid="29"/>
                                        </p:tgtEl>
                                        <p:attrNameLst>
                                          <p:attrName>style.visibility</p:attrName>
                                        </p:attrNameLst>
                                      </p:cBhvr>
                                      <p:to>
                                        <p:strVal val="visible"/>
                                      </p:to>
                                    </p:set>
                                    <p:anim calcmode="lin" valueType="num">
                                      <p:cBhvr additive="base">
                                        <p:cTn id="160" dur="350" fill="hold"/>
                                        <p:tgtEl>
                                          <p:spTgt spid="29"/>
                                        </p:tgtEl>
                                        <p:attrNameLst>
                                          <p:attrName>ppt_w</p:attrName>
                                        </p:attrNameLst>
                                      </p:cBhvr>
                                      <p:tavLst>
                                        <p:tav tm="0">
                                          <p:val>
                                            <p:strVal val="0"/>
                                          </p:val>
                                        </p:tav>
                                        <p:tav tm="100000">
                                          <p:val>
                                            <p:strVal val="#ppt_w"/>
                                          </p:val>
                                        </p:tav>
                                      </p:tavLst>
                                    </p:anim>
                                    <p:anim calcmode="lin" valueType="num">
                                      <p:cBhvr additive="base">
                                        <p:cTn id="161" dur="350" fill="hold"/>
                                        <p:tgtEl>
                                          <p:spTgt spid="29"/>
                                        </p:tgtEl>
                                        <p:attrNameLst>
                                          <p:attrName>ppt_h</p:attrName>
                                        </p:attrNameLst>
                                      </p:cBhvr>
                                      <p:tavLst>
                                        <p:tav tm="0">
                                          <p:val>
                                            <p:strVal val="0"/>
                                          </p:val>
                                        </p:tav>
                                        <p:tav tm="100000">
                                          <p:val>
                                            <p:strVal val="#ppt_h"/>
                                          </p:val>
                                        </p:tav>
                                      </p:tavLst>
                                    </p:anim>
                                    <p:animEffect transition="in" filter="fade">
                                      <p:cBhvr>
                                        <p:cTn id="162" dur="350"/>
                                        <p:tgtEl>
                                          <p:spTgt spid="29"/>
                                        </p:tgtEl>
                                      </p:cBhvr>
                                    </p:animEffect>
                                  </p:childTnLst>
                                </p:cTn>
                              </p:par>
                              <p:par>
                                <p:cTn id="167" presetID="22" presetClass="entr" presetSubtype="1" fill="hold" grpId="0" nodeType="withEffect">
                                  <p:stCondLst>
                                    <p:cond delay="9550"/>
                                  </p:stCondLst>
                                  <p:childTnLst>
                                    <p:set>
                                      <p:cBhvr>
                                        <p:cTn id="164" dur="1" fill="hold">
                                          <p:stCondLst>
                                            <p:cond delay="0"/>
                                          </p:stCondLst>
                                        </p:cTn>
                                        <p:tgtEl>
                                          <p:spTgt spid="27"/>
                                        </p:tgtEl>
                                        <p:attrNameLst>
                                          <p:attrName>style.visibility</p:attrName>
                                        </p:attrNameLst>
                                      </p:cBhvr>
                                      <p:to>
                                        <p:strVal val="visible"/>
                                      </p:to>
                                    </p:set>
                                    <p:animEffect transition="in" filter="wipe(down)">
                                      <p:cBhvr>
                                        <p:cTn id="165" dur="600"/>
                                        <p:tgtEl>
                                          <p:spTgt spid="27"/>
                                        </p:tgtEl>
                                      </p:cBhvr>
                                    </p:animEffect>
                                    <p:animEffect transition="in" filter="fade">
                                      <p:cBhvr>
                                        <p:cTn id="166" dur="600"/>
                                        <p:tgtEl>
                                          <p:spTgt spid="27"/>
                                        </p:tgtEl>
                                      </p:cBhvr>
                                    </p:animEffect>
                                  </p:childTnLst>
                                </p:cTn>
                              </p:par>
                              <p:par>
                                <p:cTn id="171" presetID="22" presetClass="entr" presetSubtype="1" fill="hold" grpId="0" nodeType="withEffect">
                                  <p:stCondLst>
                                    <p:cond delay="9600"/>
                                  </p:stCondLst>
                                  <p:childTnLst>
                                    <p:set>
                                      <p:cBhvr>
                                        <p:cTn id="168" dur="1" fill="hold">
                                          <p:stCondLst>
                                            <p:cond delay="0"/>
                                          </p:stCondLst>
                                        </p:cTn>
                                        <p:tgtEl>
                                          <p:spTgt spid="28"/>
                                        </p:tgtEl>
                                        <p:attrNameLst>
                                          <p:attrName>style.visibility</p:attrName>
                                        </p:attrNameLst>
                                      </p:cBhvr>
                                      <p:to>
                                        <p:strVal val="visible"/>
                                      </p:to>
                                    </p:set>
                                    <p:animEffect transition="in" filter="wipe(down)">
                                      <p:cBhvr>
                                        <p:cTn id="169" dur="450"/>
                                        <p:tgtEl>
                                          <p:spTgt spid="28"/>
                                        </p:tgtEl>
                                      </p:cBhvr>
                                    </p:animEffect>
                                    <p:animEffect transition="in" filter="fade">
                                      <p:cBhvr>
                                        <p:cTn id="170" dur="450"/>
                                        <p:tgtEl>
                                          <p:spTgt spid="28"/>
                                        </p:tgtEl>
                                      </p:cBhvr>
                                    </p:animEffect>
                                  </p:childTnLst>
                                </p:cTn>
                              </p:par>
                              <p:par>
                                <p:cTn id="173" presetID="0" presetClass="path" presetSubtype="0" fill="hold" grpId="1" nodeType="withEffect" autoRev="1" repeatCount="4000">
                                  <p:stCondLst>
                                    <p:cond delay="10180"/>
                                  </p:stCondLst>
                                  <p:childTnLst>
                                    <p:animMotion origin="layout" path="M 0 0 L 0.008 0 E" pathEditMode="relative" ptsTypes="AA">
                                      <p:cBhvr>
                                        <p:cTn id="172" dur="40" fill="hold"/>
                                        <p:tgtEl>
                                          <p:spTgt spid="27"/>
                                        </p:tgtEl>
                                        <p:attrNameLst>
                                          <p:attrName>ppt_x</p:attrName>
                                          <p:attrName>ppt_y</p:attrName>
                                        </p:attrNameLst>
                                      </p:cBhvr>
                                    </p:animMotion>
                                  </p:childTnLst>
                                </p:cTn>
                              </p:par>
                              <p:par>
                                <p:cTn id="176" presetID="22" presetClass="entr" presetSubtype="8" fill="hold" grpId="0" nodeType="withEffect">
                                  <p:stCondLst>
                                    <p:cond delay="10600"/>
                                  </p:stCondLst>
                                  <p:childTnLst>
                                    <p:set>
                                      <p:cBhvr>
                                        <p:cTn id="174" dur="1" fill="hold">
                                          <p:stCondLst>
                                            <p:cond delay="0"/>
                                          </p:stCondLst>
                                        </p:cTn>
                                        <p:tgtEl>
                                          <p:spTgt spid="30"/>
                                        </p:tgtEl>
                                        <p:attrNameLst>
                                          <p:attrName>style.visibility</p:attrName>
                                        </p:attrNameLst>
                                      </p:cBhvr>
                                      <p:to>
                                        <p:strVal val="visible"/>
                                      </p:to>
                                    </p:set>
                                    <p:animEffect transition="in" filter="wipe(left)">
                                      <p:cBhvr>
                                        <p:cTn id="175" dur="300"/>
                                        <p:tgtEl>
                                          <p:spTgt spid="30"/>
                                        </p:tgtEl>
                                      </p:cBhvr>
                                    </p:animEffect>
                                  </p:childTnLst>
                                </p:cTn>
                              </p:par>
                              <p:par>
                                <p:cTn id="180" presetID="22" presetClass="entr" presetSubtype="1" fill="hold" grpId="0" nodeType="withEffect">
                                  <p:stCondLst>
                                    <p:cond delay="11200"/>
                                  </p:stCondLst>
                                  <p:childTnLst>
                                    <p:set>
                                      <p:cBhvr>
                                        <p:cTn id="177" dur="1" fill="hold">
                                          <p:stCondLst>
                                            <p:cond delay="0"/>
                                          </p:stCondLst>
                                        </p:cTn>
                                        <p:tgtEl>
                                          <p:spTgt spid="31"/>
                                        </p:tgtEl>
                                        <p:attrNameLst>
                                          <p:attrName>style.visibility</p:attrName>
                                        </p:attrNameLst>
                                      </p:cBhvr>
                                      <p:to>
                                        <p:strVal val="visible"/>
                                      </p:to>
                                    </p:set>
                                    <p:animEffect transition="in" filter="wipe(down)">
                                      <p:cBhvr>
                                        <p:cTn id="178" dur="450"/>
                                        <p:tgtEl>
                                          <p:spTgt spid="31"/>
                                        </p:tgtEl>
                                      </p:cBhvr>
                                    </p:animEffect>
                                    <p:animEffect transition="in" filter="fade">
                                      <p:cBhvr>
                                        <p:cTn id="179" dur="450"/>
                                        <p:tgtEl>
                                          <p:spTgt spid="31"/>
                                        </p:tgtEl>
                                      </p:cBhvr>
                                    </p:animEffect>
                                  </p:childTnLst>
                                </p:cTn>
                              </p:par>
                              <p:par>
                                <p:cTn id="185" presetID="53" presetClass="entr" presetSubtype="16" fill="hold" grpId="0" nodeType="withEffect">
                                  <p:stCondLst>
                                    <p:cond delay="11300"/>
                                  </p:stCondLst>
                                  <p:childTnLst>
                                    <p:set>
                                      <p:cBhvr>
                                        <p:cTn id="181" dur="1" fill="hold">
                                          <p:stCondLst>
                                            <p:cond delay="0"/>
                                          </p:stCondLst>
                                        </p:cTn>
                                        <p:tgtEl>
                                          <p:spTgt spid="34"/>
                                        </p:tgtEl>
                                        <p:attrNameLst>
                                          <p:attrName>style.visibility</p:attrName>
                                        </p:attrNameLst>
                                      </p:cBhvr>
                                      <p:to>
                                        <p:strVal val="visible"/>
                                      </p:to>
                                    </p:set>
                                    <p:anim calcmode="lin" valueType="num">
                                      <p:cBhvr additive="base">
                                        <p:cTn id="182" dur="350" fill="hold"/>
                                        <p:tgtEl>
                                          <p:spTgt spid="34"/>
                                        </p:tgtEl>
                                        <p:attrNameLst>
                                          <p:attrName>ppt_w</p:attrName>
                                        </p:attrNameLst>
                                      </p:cBhvr>
                                      <p:tavLst>
                                        <p:tav tm="0">
                                          <p:val>
                                            <p:strVal val="0"/>
                                          </p:val>
                                        </p:tav>
                                        <p:tav tm="100000">
                                          <p:val>
                                            <p:strVal val="#ppt_w"/>
                                          </p:val>
                                        </p:tav>
                                      </p:tavLst>
                                    </p:anim>
                                    <p:anim calcmode="lin" valueType="num">
                                      <p:cBhvr additive="base">
                                        <p:cTn id="183" dur="350" fill="hold"/>
                                        <p:tgtEl>
                                          <p:spTgt spid="34"/>
                                        </p:tgtEl>
                                        <p:attrNameLst>
                                          <p:attrName>ppt_h</p:attrName>
                                        </p:attrNameLst>
                                      </p:cBhvr>
                                      <p:tavLst>
                                        <p:tav tm="0">
                                          <p:val>
                                            <p:strVal val="0"/>
                                          </p:val>
                                        </p:tav>
                                        <p:tav tm="100000">
                                          <p:val>
                                            <p:strVal val="#ppt_h"/>
                                          </p:val>
                                        </p:tav>
                                      </p:tavLst>
                                    </p:anim>
                                    <p:animEffect transition="in" filter="fade">
                                      <p:cBhvr>
                                        <p:cTn id="184" dur="350"/>
                                        <p:tgtEl>
                                          <p:spTgt spid="34"/>
                                        </p:tgtEl>
                                      </p:cBhvr>
                                    </p:animEffect>
                                  </p:childTnLst>
                                </p:cTn>
                              </p:par>
                              <p:par>
                                <p:cTn id="189" presetID="22" presetClass="entr" presetSubtype="1" fill="hold" grpId="0" nodeType="withEffect">
                                  <p:stCondLst>
                                    <p:cond delay="11350"/>
                                  </p:stCondLst>
                                  <p:childTnLst>
                                    <p:set>
                                      <p:cBhvr>
                                        <p:cTn id="186" dur="1" fill="hold">
                                          <p:stCondLst>
                                            <p:cond delay="0"/>
                                          </p:stCondLst>
                                        </p:cTn>
                                        <p:tgtEl>
                                          <p:spTgt spid="32"/>
                                        </p:tgtEl>
                                        <p:attrNameLst>
                                          <p:attrName>style.visibility</p:attrName>
                                        </p:attrNameLst>
                                      </p:cBhvr>
                                      <p:to>
                                        <p:strVal val="visible"/>
                                      </p:to>
                                    </p:set>
                                    <p:animEffect transition="in" filter="wipe(down)">
                                      <p:cBhvr>
                                        <p:cTn id="187" dur="600"/>
                                        <p:tgtEl>
                                          <p:spTgt spid="32"/>
                                        </p:tgtEl>
                                      </p:cBhvr>
                                    </p:animEffect>
                                    <p:animEffect transition="in" filter="fade">
                                      <p:cBhvr>
                                        <p:cTn id="188" dur="600"/>
                                        <p:tgtEl>
                                          <p:spTgt spid="32"/>
                                        </p:tgtEl>
                                      </p:cBhvr>
                                    </p:animEffect>
                                  </p:childTnLst>
                                </p:cTn>
                              </p:par>
                              <p:par>
                                <p:cTn id="193" presetID="22" presetClass="entr" presetSubtype="1" fill="hold" grpId="0" nodeType="withEffect">
                                  <p:stCondLst>
                                    <p:cond delay="11400"/>
                                  </p:stCondLst>
                                  <p:childTnLst>
                                    <p:set>
                                      <p:cBhvr>
                                        <p:cTn id="190" dur="1" fill="hold">
                                          <p:stCondLst>
                                            <p:cond delay="0"/>
                                          </p:stCondLst>
                                        </p:cTn>
                                        <p:tgtEl>
                                          <p:spTgt spid="33"/>
                                        </p:tgtEl>
                                        <p:attrNameLst>
                                          <p:attrName>style.visibility</p:attrName>
                                        </p:attrNameLst>
                                      </p:cBhvr>
                                      <p:to>
                                        <p:strVal val="visible"/>
                                      </p:to>
                                    </p:set>
                                    <p:animEffect transition="in" filter="wipe(down)">
                                      <p:cBhvr>
                                        <p:cTn id="191" dur="450"/>
                                        <p:tgtEl>
                                          <p:spTgt spid="33"/>
                                        </p:tgtEl>
                                      </p:cBhvr>
                                    </p:animEffect>
                                    <p:animEffect transition="in" filter="fade">
                                      <p:cBhvr>
                                        <p:cTn id="192" dur="450"/>
                                        <p:tgtEl>
                                          <p:spTgt spid="33"/>
                                        </p:tgtEl>
                                      </p:cBhvr>
                                    </p:animEffect>
                                  </p:childTnLst>
                                </p:cTn>
                              </p:par>
                              <p:par>
                                <p:cTn id="196" presetID="10" presetClass="exit" presetSubtype="0" fill="hold" grpId="1" nodeType="withEffect">
                                  <p:stCondLst>
                                    <p:cond delay="11400"/>
                                  </p:stCondLst>
                                  <p:childTnLst>
                                    <p:animEffect transition="out" filter="fade">
                                      <p:cBhvr>
                                        <p:cTn id="194" dur="300"/>
                                        <p:tgtEl>
                                          <p:spTgt spid="38"/>
                                        </p:tgtEl>
                                      </p:cBhvr>
                                    </p:animEffect>
                                    <p:set>
                                      <p:cBhvr>
                                        <p:cTn id="195" dur="1" fill="hold">
                                          <p:stCondLst>
                                            <p:cond delay="299"/>
                                          </p:stCondLst>
                                        </p:cTn>
                                        <p:tgtEl>
                                          <p:spTgt spid="38"/>
                                        </p:tgtEl>
                                        <p:attrNameLst>
                                          <p:attrName>style.visibility</p:attrName>
                                        </p:attrNameLst>
                                      </p:cBhvr>
                                      <p:to>
                                        <p:strVal val="hidden"/>
                                      </p:to>
                                    </p:set>
                                  </p:childTnLst>
                                </p:cTn>
                              </p:par>
                              <p:par>
                                <p:cTn id="198" presetID="8" presetClass="emph" presetSubtype="0" fill="hold" grpId="3" nodeType="withEffect">
                                  <p:stCondLst>
                                    <p:cond delay="11400"/>
                                  </p:stCondLst>
                                  <p:childTnLst>
                                    <p:animRot by="-5100000">
                                      <p:cBhvr>
                                        <p:cTn id="197" dur="1300" fill="hold"/>
                                        <p:tgtEl>
                                          <p:spTgt spid="37"/>
                                        </p:tgtEl>
                                        <p:attrNameLst>
                                          <p:attrName>r</p:attrName>
                                        </p:attrNameLst>
                                      </p:cBhvr>
                                    </p:animRot>
                                  </p:childTnLst>
                                </p:cTn>
                              </p:par>
                              <p:par>
                                <p:cTn id="200" presetID="0" presetClass="path" presetSubtype="0" fill="hold" grpId="1" nodeType="withEffect" autoRev="1" repeatCount="4000">
                                  <p:stCondLst>
                                    <p:cond delay="11980"/>
                                  </p:stCondLst>
                                  <p:childTnLst>
                                    <p:animMotion origin="layout" path="M 0 0 L 0.008 0 E" pathEditMode="relative" ptsTypes="AA">
                                      <p:cBhvr>
                                        <p:cTn id="199" dur="40" fill="hold"/>
                                        <p:tgtEl>
                                          <p:spTgt spid="32"/>
                                        </p:tgtEl>
                                        <p:attrNameLst>
                                          <p:attrName>ppt_x</p:attrName>
                                          <p:attrName>ppt_y</p:attrName>
                                        </p:attrNameLst>
                                      </p:cBhvr>
                                    </p:animMotion>
                                  </p:childTnLst>
                                </p:cTn>
                              </p:par>
                              <p:par>
                                <p:cTn id="205" presetID="53" presetClass="entr" presetSubtype="32" fill="hold" grpId="0" nodeType="withEffect">
                                  <p:stCondLst>
                                    <p:cond delay="12500"/>
                                  </p:stCondLst>
                                  <p:childTnLst>
                                    <p:set>
                                      <p:cBhvr>
                                        <p:cTn id="201" dur="1" fill="hold">
                                          <p:stCondLst>
                                            <p:cond delay="0"/>
                                          </p:stCondLst>
                                        </p:cTn>
                                        <p:tgtEl>
                                          <p:spTgt spid="39"/>
                                        </p:tgtEl>
                                        <p:attrNameLst>
                                          <p:attrName>style.visibility</p:attrName>
                                        </p:attrNameLst>
                                      </p:cBhvr>
                                      <p:to>
                                        <p:strVal val="visible"/>
                                      </p:to>
                                    </p:set>
                                    <p:anim calcmode="lin" valueType="num">
                                      <p:cBhvr additive="base">
                                        <p:cTn id="202" dur="450" fill="hold"/>
                                        <p:tgtEl>
                                          <p:spTgt spid="39"/>
                                        </p:tgtEl>
                                        <p:attrNameLst>
                                          <p:attrName>ppt_w</p:attrName>
                                        </p:attrNameLst>
                                      </p:cBhvr>
                                      <p:tavLst>
                                        <p:tav tm="0">
                                          <p:val>
                                            <p:strVal val="#ppt_w*2.4"/>
                                          </p:val>
                                        </p:tav>
                                        <p:tav tm="100000">
                                          <p:val>
                                            <p:strVal val="#ppt_w"/>
                                          </p:val>
                                        </p:tav>
                                      </p:tavLst>
                                    </p:anim>
                                    <p:anim calcmode="lin" valueType="num">
                                      <p:cBhvr additive="base">
                                        <p:cTn id="203" dur="450" fill="hold"/>
                                        <p:tgtEl>
                                          <p:spTgt spid="39"/>
                                        </p:tgtEl>
                                        <p:attrNameLst>
                                          <p:attrName>ppt_h</p:attrName>
                                        </p:attrNameLst>
                                      </p:cBhvr>
                                      <p:tavLst>
                                        <p:tav tm="0">
                                          <p:val>
                                            <p:strVal val="#ppt_h*2.4"/>
                                          </p:val>
                                        </p:tav>
                                        <p:tav tm="100000">
                                          <p:val>
                                            <p:strVal val="#ppt_h"/>
                                          </p:val>
                                        </p:tav>
                                      </p:tavLst>
                                    </p:anim>
                                    <p:animEffect transition="in" filter="fade">
                                      <p:cBhvr>
                                        <p:cTn id="204" dur="450"/>
                                        <p:tgtEl>
                                          <p:spTgt spid="39"/>
                                        </p:tgtEl>
                                      </p:cBhvr>
                                    </p:animEffect>
                                  </p:childTnLst>
                                </p:cTn>
                              </p:par>
                              <p:par>
                                <p:cTn id="208" presetID="22" presetClass="entr" presetSubtype="8" fill="hold" grpId="0" nodeType="withEffect">
                                  <p:stCondLst>
                                    <p:cond delay="13400"/>
                                  </p:stCondLst>
                                  <p:childTnLst>
                                    <p:set>
                                      <p:cBhvr>
                                        <p:cTn id="206" dur="1" fill="hold">
                                          <p:stCondLst>
                                            <p:cond delay="0"/>
                                          </p:stCondLst>
                                        </p:cTn>
                                        <p:tgtEl>
                                          <p:spTgt spid="43"/>
                                        </p:tgtEl>
                                        <p:attrNameLst>
                                          <p:attrName>style.visibility</p:attrName>
                                        </p:attrNameLst>
                                      </p:cBhvr>
                                      <p:to>
                                        <p:strVal val="visible"/>
                                      </p:to>
                                    </p:set>
                                    <p:animEffect transition="in" filter="wipe(left)">
                                      <p:cBhvr>
                                        <p:cTn id="207" dur="8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4" grpId="0" animBg="1"/>
      <p:bldP spid="45" grpId="0" animBg="1"/>
      <p:bldP spid="4" grpId="0" animBg="1"/>
      <p:bldP spid="46" grpId="0" animBg="1"/>
      <p:bldP spid="45" grpId="1" animBg="1"/>
      <p:bldP spid="5" grpId="0" animBg="1"/>
      <p:bldP spid="35" grpId="0" animBg="1"/>
      <p:bldP spid="36" grpId="0" animBg="1"/>
      <p:bldP spid="4" grpId="1" animBg="1"/>
      <p:bldP spid="6" grpId="0" animBg="1"/>
      <p:bldP spid="9" grpId="0" animBg="1"/>
      <p:bldP spid="37" grpId="0" animBg="1"/>
      <p:bldP spid="7" grpId="0" animBg="1"/>
      <p:bldP spid="8" grpId="0" animBg="1"/>
      <p:bldP spid="40" grpId="0" animBg="1"/>
      <p:bldP spid="41" grpId="0" animBg="1"/>
      <p:bldP spid="7" grpId="1" animBg="1"/>
      <p:bldP spid="42" grpId="0" animBg="1"/>
      <p:bldP spid="10" grpId="0" animBg="1"/>
      <p:bldP spid="11" grpId="0" animBg="1"/>
      <p:bldP spid="14" grpId="0" animBg="1"/>
      <p:bldP spid="12" grpId="0" animBg="1"/>
      <p:bldP spid="13" grpId="0" animBg="1"/>
      <p:bldP spid="12" grpId="1" animBg="1"/>
      <p:bldP spid="15" grpId="0" animBg="1"/>
      <p:bldP spid="16" grpId="0" animBg="1"/>
      <p:bldP spid="37" grpId="1" animBg="1"/>
      <p:bldP spid="19" grpId="0" animBg="1"/>
      <p:bldP spid="17" grpId="0" animBg="1"/>
      <p:bldP spid="18" grpId="0" animBg="1"/>
      <p:bldP spid="17" grpId="1" animBg="1"/>
      <p:bldP spid="17" grpId="2" animBg="1"/>
      <p:bldP spid="38" grpId="0" animBg="1"/>
      <p:bldP spid="37" grpId="2" animBg="1"/>
      <p:bldP spid="42" grpId="1" animBg="1"/>
      <p:bldP spid="20" grpId="0" animBg="1"/>
      <p:bldP spid="21" grpId="0" animBg="1"/>
      <p:bldP spid="24" grpId="0" animBg="1"/>
      <p:bldP spid="22" grpId="0" animBg="1"/>
      <p:bldP spid="23" grpId="0" animBg="1"/>
      <p:bldP spid="22" grpId="1" animBg="1"/>
      <p:bldP spid="25" grpId="0" animBg="1"/>
      <p:bldP spid="26" grpId="0" animBg="1"/>
      <p:bldP spid="29" grpId="0" animBg="1"/>
      <p:bldP spid="27" grpId="0" animBg="1"/>
      <p:bldP spid="28" grpId="0" animBg="1"/>
      <p:bldP spid="27" grpId="1" animBg="1"/>
      <p:bldP spid="30" grpId="0" animBg="1"/>
      <p:bldP spid="31" grpId="0" animBg="1"/>
      <p:bldP spid="34" grpId="0" animBg="1"/>
      <p:bldP spid="32" grpId="0" animBg="1"/>
      <p:bldP spid="33" grpId="0" animBg="1"/>
      <p:bldP spid="38" grpId="1" animBg="1"/>
      <p:bldP spid="37" grpId="3" animBg="1"/>
      <p:bldP spid="32" grpId="1" animBg="1"/>
      <p:bldP spid="39" grpId="0" animBg="1"/>
      <p:bldP spid="4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eyebrow"/>
          <p:cNvSpPr txBox="1"/>
          <p:nvPr/>
        </p:nvSpPr>
        <p:spPr>
          <a:xfrm>
            <a:off x="812800" y="520700"/>
            <a:ext cx="9525000" cy="190500"/>
          </a:xfrm>
          <a:prstGeom prst="rect">
            <a:avLst/>
          </a:prstGeom>
          <a:noFill/>
          <a:ln/>
        </p:spPr>
        <p:txBody>
          <a:bodyPr wrap="square" lIns="0" tIns="0" rIns="0" bIns="0" rtlCol="0" anchor="t"/>
          <a:lstStyle/>
          <a:p>
            <a:pPr indent="0" marL="0">
              <a:buNone/>
            </a:pPr>
            <a:r>
              <a:rPr lang="en-US" sz="1100" b="1" spc="300" kern="0" dirty="0">
                <a:solidFill>
                  <a:srgbClr val="FFC94D"/>
                </a:solidFill>
                <a:latin typeface="Consolas" pitchFamily="34" charset="0"/>
                <a:ea typeface="Consolas" pitchFamily="34" charset="-122"/>
                <a:cs typeface="Consolas" pitchFamily="34" charset="-120"/>
              </a:rPr>
              <a:t>CASE 3 OF 5 · THE PEOPLE v. WHATSAPP</a:t>
            </a:r>
            <a:endParaRPr lang="en-US" sz="1100" dirty="0"/>
          </a:p>
        </p:txBody>
      </p:sp>
      <p:sp>
        <p:nvSpPr>
          <p:cNvPr id="4" name="heading"/>
          <p:cNvSpPr txBox="1"/>
          <p:nvPr/>
        </p:nvSpPr>
        <p:spPr>
          <a:xfrm>
            <a:off x="812800" y="749300"/>
            <a:ext cx="10096500" cy="1016000"/>
          </a:xfrm>
          <a:prstGeom prst="rect">
            <a:avLst/>
          </a:prstGeom>
          <a:noFill/>
          <a:ln/>
        </p:spPr>
        <p:txBody>
          <a:bodyPr wrap="square" lIns="0" tIns="0" rIns="0" bIns="0" rtlCol="0" anchor="t"/>
          <a:lstStyle/>
          <a:p>
            <a:pPr indent="0" marL="0">
              <a:lnSpc>
                <a:spcPct val="95000"/>
              </a:lnSpc>
              <a:buNone/>
            </a:pPr>
            <a:r>
              <a:rPr lang="en-US" sz="3000" b="1" dirty="0">
                <a:solidFill>
                  <a:srgbClr val="E8FBFF"/>
                </a:solidFill>
                <a:effectLst>
                  <a:glow rad="101600">
                    <a:srgbClr val="FFC94D">
                      <a:alpha val="35000"/>
                    </a:srgbClr>
                  </a:glow>
                </a:effectLst>
                <a:latin typeface="Bahnschrift" pitchFamily="34" charset="0"/>
                <a:ea typeface="Bahnschrift" pitchFamily="34" charset="-122"/>
                <a:cs typeface="Bahnschrift" pitchFamily="34" charset="-120"/>
              </a:rPr>
              <a:t>Case 3 of 5 – WhatsApp: not guilty, but its users are being tricked</a:t>
            </a:r>
            <a:endParaRPr lang="en-US" sz="3000" dirty="0"/>
          </a:p>
        </p:txBody>
      </p:sp>
      <p:sp>
        <p:nvSpPr>
          <p:cNvPr id="5" name="alab"/>
          <p:cNvSpPr txBox="1"/>
          <p:nvPr/>
        </p:nvSpPr>
        <p:spPr>
          <a:xfrm>
            <a:off x="812800" y="1892300"/>
            <a:ext cx="6413500" cy="190500"/>
          </a:xfrm>
          <a:prstGeom prst="rect">
            <a:avLst/>
          </a:prstGeom>
          <a:noFill/>
          <a:ln/>
        </p:spPr>
        <p:txBody>
          <a:bodyPr wrap="square" lIns="0" tIns="0" rIns="0" bIns="0" rtlCol="0" anchor="t"/>
          <a:lstStyle/>
          <a:p>
            <a:pPr algn="l" indent="0" marL="0">
              <a:buNone/>
            </a:pPr>
            <a:r>
              <a:rPr lang="en-US" sz="1150" b="1" spc="300" kern="0" dirty="0">
                <a:solidFill>
                  <a:srgbClr val="FF4F6E"/>
                </a:solidFill>
                <a:latin typeface="Consolas" pitchFamily="34" charset="0"/>
                <a:ea typeface="Consolas" pitchFamily="34" charset="-122"/>
                <a:cs typeface="Consolas" pitchFamily="34" charset="-120"/>
              </a:rPr>
              <a:t>PROSECUTION EXHIBITS · HOW THE ACCOUNT FELL</a:t>
            </a:r>
            <a:endParaRPr lang="en-US" sz="1150" dirty="0"/>
          </a:p>
        </p:txBody>
      </p:sp>
      <p:sp>
        <p:nvSpPr>
          <p:cNvPr id="6" name="abox0"/>
          <p:cNvSpPr/>
          <p:nvPr/>
        </p:nvSpPr>
        <p:spPr>
          <a:xfrm>
            <a:off x="812800" y="2120900"/>
            <a:ext cx="1968500" cy="1841500"/>
          </a:xfrm>
          <a:prstGeom prst="roundRect">
            <a:avLst>
              <a:gd name="adj" fmla="val 2979"/>
            </a:avLst>
          </a:prstGeom>
          <a:solidFill>
            <a:srgbClr val="10294A">
              <a:alpha val="70000"/>
            </a:srgbClr>
          </a:solidFill>
          <a:ln w="19050">
            <a:solidFill>
              <a:srgbClr val="FF4F6E"/>
            </a:solidFill>
            <a:prstDash val="solid"/>
          </a:ln>
          <a:effectLst>
            <a:outerShdw sx="100000" sy="100000" kx="0" ky="0" algn="bl" rotWithShape="0" blurRad="114300" dist="50800" dir="5400000">
              <a:srgbClr val="FFC94D">
                <a:alpha val="55000"/>
              </a:srgbClr>
            </a:outerShdw>
          </a:effectLst>
        </p:spPr>
      </p:sp>
      <p:pic>
        <p:nvPicPr>
          <p:cNvPr id="7" name="ashot0" descr="“Rafi” asks for the 6-digit code">    </p:cNvPr>
          <p:cNvPicPr>
            <a:picLocks noChangeAspect="1"/>
          </p:cNvPicPr>
          <p:nvPr/>
        </p:nvPicPr>
        <p:blipFill>
          <a:blip r:embed="rId2"/>
          <a:stretch>
            <a:fillRect/>
          </a:stretch>
        </p:blipFill>
        <p:spPr>
          <a:xfrm>
            <a:off x="1240459" y="2171700"/>
            <a:ext cx="1113183" cy="1409700"/>
          </a:xfrm>
          <a:prstGeom prst="rect">
            <a:avLst/>
          </a:prstGeom>
        </p:spPr>
      </p:pic>
      <p:sp>
        <p:nvSpPr>
          <p:cNvPr id="8" name="acap0"/>
          <p:cNvSpPr txBox="1"/>
          <p:nvPr/>
        </p:nvSpPr>
        <p:spPr>
          <a:xfrm>
            <a:off x="876300" y="36068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“Rafi” asks for the 6-digit code</a:t>
            </a:r>
            <a:endParaRPr lang="en-US" sz="1100" dirty="0"/>
          </a:p>
        </p:txBody>
      </p:sp>
      <p:sp>
        <p:nvSpPr>
          <p:cNvPr id="9" name="anum0"/>
          <p:cNvSpPr/>
          <p:nvPr/>
        </p:nvSpPr>
        <p:spPr>
          <a:xfrm>
            <a:off x="863600" y="2171700"/>
            <a:ext cx="254000" cy="254000"/>
          </a:xfrm>
          <a:prstGeom prst="roundRect">
            <a:avLst>
              <a:gd name="adj" fmla="val 180000"/>
            </a:avLst>
          </a:prstGeom>
          <a:solidFill>
            <a:srgbClr val="FF4F6E"/>
          </a:solidFill>
          <a:ln/>
          <a:effectLst>
            <a:outerShdw sx="100000" sy="100000" kx="0" ky="0" algn="bl" rotWithShape="0" blurRad="114300" dist="50800" dir="5400000">
              <a:srgbClr val="FF4F6E">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01</a:t>
            </a:r>
            <a:endParaRPr lang="en-US" sz="1100" dirty="0"/>
          </a:p>
        </p:txBody>
      </p:sp>
      <p:sp>
        <p:nvSpPr>
          <p:cNvPr id="10" name="aarr0"/>
          <p:cNvSpPr/>
          <p:nvPr/>
        </p:nvSpPr>
        <p:spPr>
          <a:xfrm>
            <a:off x="2806700" y="2946400"/>
            <a:ext cx="203200" cy="190500"/>
          </a:xfrm>
          <a:prstGeom prst="rightArrow">
            <a:avLst/>
          </a:prstGeom>
          <a:solidFill>
            <a:srgbClr val="FF4F6E"/>
          </a:solidFill>
          <a:ln/>
          <a:effectLst>
            <a:outerShdw sx="100000" sy="100000" kx="0" ky="0" algn="bl" rotWithShape="0" blurRad="114300" dist="50800" dir="5400000">
              <a:srgbClr val="FF4F6E">
                <a:alpha val="60000"/>
              </a:srgbClr>
            </a:outerShdw>
          </a:effectLst>
        </p:spPr>
      </p:sp>
      <p:sp>
        <p:nvSpPr>
          <p:cNvPr id="11" name="abox1"/>
          <p:cNvSpPr/>
          <p:nvPr/>
        </p:nvSpPr>
        <p:spPr>
          <a:xfrm>
            <a:off x="3035300" y="2120900"/>
            <a:ext cx="1968500" cy="1841500"/>
          </a:xfrm>
          <a:prstGeom prst="roundRect">
            <a:avLst>
              <a:gd name="adj" fmla="val 2979"/>
            </a:avLst>
          </a:prstGeom>
          <a:solidFill>
            <a:srgbClr val="10294A">
              <a:alpha val="70000"/>
            </a:srgbClr>
          </a:solidFill>
          <a:ln w="19050">
            <a:solidFill>
              <a:srgbClr val="FF4F6E"/>
            </a:solidFill>
            <a:prstDash val="solid"/>
          </a:ln>
          <a:effectLst>
            <a:outerShdw sx="100000" sy="100000" kx="0" ky="0" algn="bl" rotWithShape="0" blurRad="114300" dist="50800" dir="5400000">
              <a:srgbClr val="FFC94D">
                <a:alpha val="55000"/>
              </a:srgbClr>
            </a:outerShdw>
          </a:effectLst>
        </p:spPr>
      </p:sp>
      <p:pic>
        <p:nvPicPr>
          <p:cNvPr id="12" name="ashot1" descr="The code is sent back">    </p:cNvPr>
          <p:cNvPicPr>
            <a:picLocks noChangeAspect="1"/>
          </p:cNvPicPr>
          <p:nvPr/>
        </p:nvPicPr>
        <p:blipFill>
          <a:blip r:embed="rId3"/>
          <a:stretch>
            <a:fillRect/>
          </a:stretch>
        </p:blipFill>
        <p:spPr>
          <a:xfrm>
            <a:off x="3470698" y="2171700"/>
            <a:ext cx="1097704" cy="1409700"/>
          </a:xfrm>
          <a:prstGeom prst="rect">
            <a:avLst/>
          </a:prstGeom>
        </p:spPr>
      </p:pic>
      <p:sp>
        <p:nvSpPr>
          <p:cNvPr id="13" name="acap1"/>
          <p:cNvSpPr txBox="1"/>
          <p:nvPr/>
        </p:nvSpPr>
        <p:spPr>
          <a:xfrm>
            <a:off x="3098800" y="36068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The code is sent back</a:t>
            </a:r>
            <a:endParaRPr lang="en-US" sz="1100" dirty="0"/>
          </a:p>
        </p:txBody>
      </p:sp>
      <p:sp>
        <p:nvSpPr>
          <p:cNvPr id="14" name="anum1"/>
          <p:cNvSpPr/>
          <p:nvPr/>
        </p:nvSpPr>
        <p:spPr>
          <a:xfrm>
            <a:off x="3086100" y="2171700"/>
            <a:ext cx="254000" cy="254000"/>
          </a:xfrm>
          <a:prstGeom prst="roundRect">
            <a:avLst>
              <a:gd name="adj" fmla="val 180000"/>
            </a:avLst>
          </a:prstGeom>
          <a:solidFill>
            <a:srgbClr val="FF4F6E"/>
          </a:solidFill>
          <a:ln/>
          <a:effectLst>
            <a:outerShdw sx="100000" sy="100000" kx="0" ky="0" algn="bl" rotWithShape="0" blurRad="114300" dist="50800" dir="5400000">
              <a:srgbClr val="FF4F6E">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02</a:t>
            </a:r>
            <a:endParaRPr lang="en-US" sz="1100" dirty="0"/>
          </a:p>
        </p:txBody>
      </p:sp>
      <p:sp>
        <p:nvSpPr>
          <p:cNvPr id="15" name="aarr1"/>
          <p:cNvSpPr/>
          <p:nvPr/>
        </p:nvSpPr>
        <p:spPr>
          <a:xfrm>
            <a:off x="5029200" y="2946400"/>
            <a:ext cx="203200" cy="190500"/>
          </a:xfrm>
          <a:prstGeom prst="rightArrow">
            <a:avLst/>
          </a:prstGeom>
          <a:solidFill>
            <a:srgbClr val="FF4F6E"/>
          </a:solidFill>
          <a:ln/>
          <a:effectLst>
            <a:outerShdw sx="100000" sy="100000" kx="0" ky="0" algn="bl" rotWithShape="0" blurRad="114300" dist="50800" dir="5400000">
              <a:srgbClr val="FF4F6E">
                <a:alpha val="60000"/>
              </a:srgbClr>
            </a:outerShdw>
          </a:effectLst>
        </p:spPr>
      </p:sp>
      <p:sp>
        <p:nvSpPr>
          <p:cNvPr id="16" name="abox2"/>
          <p:cNvSpPr/>
          <p:nvPr/>
        </p:nvSpPr>
        <p:spPr>
          <a:xfrm>
            <a:off x="5257800" y="2120900"/>
            <a:ext cx="1968500" cy="1841500"/>
          </a:xfrm>
          <a:prstGeom prst="roundRect">
            <a:avLst>
              <a:gd name="adj" fmla="val 2979"/>
            </a:avLst>
          </a:prstGeom>
          <a:solidFill>
            <a:srgbClr val="10294A">
              <a:alpha val="70000"/>
            </a:srgbClr>
          </a:solidFill>
          <a:ln w="19050">
            <a:solidFill>
              <a:srgbClr val="FF4F6E"/>
            </a:solidFill>
            <a:prstDash val="solid"/>
          </a:ln>
          <a:effectLst>
            <a:outerShdw sx="100000" sy="100000" kx="0" ky="0" algn="bl" rotWithShape="0" blurRad="114300" dist="50800" dir="5400000">
              <a:srgbClr val="FFC94D">
                <a:alpha val="55000"/>
              </a:srgbClr>
            </a:outerShdw>
          </a:effectLst>
        </p:spPr>
      </p:sp>
      <p:pic>
        <p:nvPicPr>
          <p:cNvPr id="17" name="ashot2" descr="No PIN set: WhatsApp moves to his phone">    </p:cNvPr>
          <p:cNvPicPr>
            <a:picLocks noChangeAspect="1"/>
          </p:cNvPicPr>
          <p:nvPr/>
        </p:nvPicPr>
        <p:blipFill>
          <a:blip r:embed="rId4"/>
          <a:stretch>
            <a:fillRect/>
          </a:stretch>
        </p:blipFill>
        <p:spPr>
          <a:xfrm>
            <a:off x="5882945" y="2171700"/>
            <a:ext cx="718210" cy="1409700"/>
          </a:xfrm>
          <a:prstGeom prst="rect">
            <a:avLst/>
          </a:prstGeom>
        </p:spPr>
      </p:pic>
      <p:sp>
        <p:nvSpPr>
          <p:cNvPr id="18" name="acap2"/>
          <p:cNvSpPr txBox="1"/>
          <p:nvPr/>
        </p:nvSpPr>
        <p:spPr>
          <a:xfrm>
            <a:off x="5321300" y="36068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No PIN set: WhatsApp moves to his phone</a:t>
            </a:r>
            <a:endParaRPr lang="en-US" sz="1100" dirty="0"/>
          </a:p>
        </p:txBody>
      </p:sp>
      <p:sp>
        <p:nvSpPr>
          <p:cNvPr id="19" name="anum2"/>
          <p:cNvSpPr/>
          <p:nvPr/>
        </p:nvSpPr>
        <p:spPr>
          <a:xfrm>
            <a:off x="5308600" y="2171700"/>
            <a:ext cx="254000" cy="254000"/>
          </a:xfrm>
          <a:prstGeom prst="roundRect">
            <a:avLst>
              <a:gd name="adj" fmla="val 180000"/>
            </a:avLst>
          </a:prstGeom>
          <a:solidFill>
            <a:srgbClr val="FF4F6E"/>
          </a:solidFill>
          <a:ln/>
          <a:effectLst>
            <a:outerShdw sx="100000" sy="100000" kx="0" ky="0" algn="bl" rotWithShape="0" blurRad="114300" dist="50800" dir="5400000">
              <a:srgbClr val="FF4F6E">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03</a:t>
            </a:r>
            <a:endParaRPr lang="en-US" sz="1100" dirty="0"/>
          </a:p>
        </p:txBody>
      </p:sp>
      <p:sp>
        <p:nvSpPr>
          <p:cNvPr id="20" name="slab"/>
          <p:cNvSpPr txBox="1"/>
          <p:nvPr/>
        </p:nvSpPr>
        <p:spPr>
          <a:xfrm>
            <a:off x="812800" y="4038600"/>
            <a:ext cx="6413500" cy="190500"/>
          </a:xfrm>
          <a:prstGeom prst="rect">
            <a:avLst/>
          </a:prstGeom>
          <a:noFill/>
          <a:ln/>
        </p:spPr>
        <p:txBody>
          <a:bodyPr wrap="square" lIns="0" tIns="0" rIns="0" bIns="0" rtlCol="0" anchor="t"/>
          <a:lstStyle/>
          <a:p>
            <a:pPr algn="l" indent="0" marL="0">
              <a:buNone/>
            </a:pPr>
            <a:r>
              <a:rPr lang="en-US" sz="1150" b="1" spc="300" kern="0" dirty="0">
                <a:solidFill>
                  <a:srgbClr val="3FF0FF"/>
                </a:solidFill>
                <a:latin typeface="Consolas" pitchFamily="34" charset="0"/>
                <a:ea typeface="Consolas" pitchFamily="34" charset="-122"/>
                <a:cs typeface="Consolas" pitchFamily="34" charset="-120"/>
              </a:rPr>
              <a:t>DEFENCE EXHIBITS · LOCKS THAT WOULD HAVE HELD</a:t>
            </a:r>
            <a:endParaRPr lang="en-US" sz="1150" dirty="0"/>
          </a:p>
        </p:txBody>
      </p:sp>
      <p:sp>
        <p:nvSpPr>
          <p:cNvPr id="21" name="sbox0"/>
          <p:cNvSpPr/>
          <p:nvPr/>
        </p:nvSpPr>
        <p:spPr>
          <a:xfrm>
            <a:off x="812800" y="4267200"/>
            <a:ext cx="1968500" cy="1841500"/>
          </a:xfrm>
          <a:prstGeom prst="roundRect">
            <a:avLst>
              <a:gd name="adj" fmla="val 2979"/>
            </a:avLst>
          </a:prstGeom>
          <a:solidFill>
            <a:srgbClr val="0A1A2E">
              <a:alpha val="70000"/>
            </a:srgbClr>
          </a:solidFill>
          <a:ln w="19050">
            <a:solidFill>
              <a:srgbClr val="3FF0FF"/>
            </a:solidFill>
            <a:prstDash val="solid"/>
          </a:ln>
          <a:effectLst>
            <a:outerShdw sx="100000" sy="100000" kx="0" ky="0" algn="bl" rotWithShape="0" blurRad="114300" dist="50800" dir="5400000">
              <a:srgbClr val="FFC94D">
                <a:alpha val="55000"/>
              </a:srgbClr>
            </a:outerShdw>
          </a:effectLst>
        </p:spPr>
      </p:sp>
      <p:pic>
        <p:nvPicPr>
          <p:cNvPr id="22" name="sshot0" descr="Set a two-step PIN">    </p:cNvPr>
          <p:cNvPicPr>
            <a:picLocks noChangeAspect="1"/>
          </p:cNvPicPr>
          <p:nvPr/>
        </p:nvPicPr>
        <p:blipFill>
          <a:blip r:embed="rId5"/>
          <a:stretch>
            <a:fillRect/>
          </a:stretch>
        </p:blipFill>
        <p:spPr>
          <a:xfrm>
            <a:off x="1361301" y="4318000"/>
            <a:ext cx="871498" cy="1409700"/>
          </a:xfrm>
          <a:prstGeom prst="rect">
            <a:avLst/>
          </a:prstGeom>
        </p:spPr>
      </p:pic>
      <p:sp>
        <p:nvSpPr>
          <p:cNvPr id="23" name="scap0"/>
          <p:cNvSpPr txBox="1"/>
          <p:nvPr/>
        </p:nvSpPr>
        <p:spPr>
          <a:xfrm>
            <a:off x="876300" y="57531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Set a two-step PIN</a:t>
            </a:r>
            <a:endParaRPr lang="en-US" sz="1100" dirty="0"/>
          </a:p>
        </p:txBody>
      </p:sp>
      <p:sp>
        <p:nvSpPr>
          <p:cNvPr id="24" name="snum0"/>
          <p:cNvSpPr/>
          <p:nvPr/>
        </p:nvSpPr>
        <p:spPr>
          <a:xfrm>
            <a:off x="863600" y="4318000"/>
            <a:ext cx="254000" cy="254000"/>
          </a:xfrm>
          <a:prstGeom prst="roundRect">
            <a:avLst>
              <a:gd name="adj" fmla="val 180000"/>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01</a:t>
            </a:r>
            <a:endParaRPr lang="en-US" sz="1100" dirty="0"/>
          </a:p>
        </p:txBody>
      </p:sp>
      <p:sp>
        <p:nvSpPr>
          <p:cNvPr id="25" name="sarr0"/>
          <p:cNvSpPr/>
          <p:nvPr/>
        </p:nvSpPr>
        <p:spPr>
          <a:xfrm>
            <a:off x="2806700" y="5092700"/>
            <a:ext cx="203200" cy="190500"/>
          </a:xfrm>
          <a:prstGeom prst="rightArrow">
            <a:avLst/>
          </a:prstGeom>
          <a:solidFill>
            <a:srgbClr val="3FF0FF"/>
          </a:solidFill>
          <a:ln/>
          <a:effectLst>
            <a:outerShdw sx="100000" sy="100000" kx="0" ky="0" algn="bl" rotWithShape="0" blurRad="114300" dist="50800" dir="5400000">
              <a:srgbClr val="3FF0FF">
                <a:alpha val="60000"/>
              </a:srgbClr>
            </a:outerShdw>
          </a:effectLst>
        </p:spPr>
      </p:sp>
      <p:sp>
        <p:nvSpPr>
          <p:cNvPr id="26" name="sbox1"/>
          <p:cNvSpPr/>
          <p:nvPr/>
        </p:nvSpPr>
        <p:spPr>
          <a:xfrm>
            <a:off x="3035300" y="4267200"/>
            <a:ext cx="1968500" cy="1841500"/>
          </a:xfrm>
          <a:prstGeom prst="roundRect">
            <a:avLst>
              <a:gd name="adj" fmla="val 2979"/>
            </a:avLst>
          </a:prstGeom>
          <a:solidFill>
            <a:srgbClr val="0A1A2E">
              <a:alpha val="70000"/>
            </a:srgbClr>
          </a:solidFill>
          <a:ln w="19050">
            <a:solidFill>
              <a:srgbClr val="3FF0FF"/>
            </a:solidFill>
            <a:prstDash val="solid"/>
          </a:ln>
          <a:effectLst>
            <a:outerShdw sx="100000" sy="100000" kx="0" ky="0" algn="bl" rotWithShape="0" blurRad="114300" dist="50800" dir="5400000">
              <a:srgbClr val="FFC94D">
                <a:alpha val="55000"/>
              </a:srgbClr>
            </a:outerShdw>
          </a:effectLst>
        </p:spPr>
      </p:sp>
      <p:pic>
        <p:nvPicPr>
          <p:cNvPr id="27" name="sshot1" descr="Never share a code, even with friends">    </p:cNvPr>
          <p:cNvPicPr>
            <a:picLocks noChangeAspect="1"/>
          </p:cNvPicPr>
          <p:nvPr/>
        </p:nvPicPr>
        <p:blipFill>
          <a:blip r:embed="rId6"/>
          <a:stretch>
            <a:fillRect/>
          </a:stretch>
        </p:blipFill>
        <p:spPr>
          <a:xfrm>
            <a:off x="3517260" y="4318000"/>
            <a:ext cx="1004579" cy="1409700"/>
          </a:xfrm>
          <a:prstGeom prst="rect">
            <a:avLst/>
          </a:prstGeom>
        </p:spPr>
      </p:pic>
      <p:sp>
        <p:nvSpPr>
          <p:cNvPr id="28" name="scap1"/>
          <p:cNvSpPr txBox="1"/>
          <p:nvPr/>
        </p:nvSpPr>
        <p:spPr>
          <a:xfrm>
            <a:off x="3098800" y="57531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Never share a code, even with friends</a:t>
            </a:r>
            <a:endParaRPr lang="en-US" sz="1100" dirty="0"/>
          </a:p>
        </p:txBody>
      </p:sp>
      <p:sp>
        <p:nvSpPr>
          <p:cNvPr id="29" name="snum1"/>
          <p:cNvSpPr/>
          <p:nvPr/>
        </p:nvSpPr>
        <p:spPr>
          <a:xfrm>
            <a:off x="3086100" y="4318000"/>
            <a:ext cx="254000" cy="254000"/>
          </a:xfrm>
          <a:prstGeom prst="roundRect">
            <a:avLst>
              <a:gd name="adj" fmla="val 180000"/>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02</a:t>
            </a:r>
            <a:endParaRPr lang="en-US" sz="1100" dirty="0"/>
          </a:p>
        </p:txBody>
      </p:sp>
      <p:sp>
        <p:nvSpPr>
          <p:cNvPr id="30" name="sarr1"/>
          <p:cNvSpPr/>
          <p:nvPr/>
        </p:nvSpPr>
        <p:spPr>
          <a:xfrm>
            <a:off x="5029200" y="5092700"/>
            <a:ext cx="203200" cy="190500"/>
          </a:xfrm>
          <a:prstGeom prst="rightArrow">
            <a:avLst/>
          </a:prstGeom>
          <a:solidFill>
            <a:srgbClr val="3FF0FF"/>
          </a:solidFill>
          <a:ln/>
          <a:effectLst>
            <a:outerShdw sx="100000" sy="100000" kx="0" ky="0" algn="bl" rotWithShape="0" blurRad="114300" dist="50800" dir="5400000">
              <a:srgbClr val="3FF0FF">
                <a:alpha val="60000"/>
              </a:srgbClr>
            </a:outerShdw>
          </a:effectLst>
        </p:spPr>
      </p:sp>
      <p:sp>
        <p:nvSpPr>
          <p:cNvPr id="31" name="sbox2"/>
          <p:cNvSpPr/>
          <p:nvPr/>
        </p:nvSpPr>
        <p:spPr>
          <a:xfrm>
            <a:off x="5257800" y="4267200"/>
            <a:ext cx="1968500" cy="1841500"/>
          </a:xfrm>
          <a:prstGeom prst="roundRect">
            <a:avLst>
              <a:gd name="adj" fmla="val 2979"/>
            </a:avLst>
          </a:prstGeom>
          <a:solidFill>
            <a:srgbClr val="0A1A2E">
              <a:alpha val="70000"/>
            </a:srgbClr>
          </a:solidFill>
          <a:ln w="19050">
            <a:solidFill>
              <a:srgbClr val="3FF0FF"/>
            </a:solidFill>
            <a:prstDash val="solid"/>
          </a:ln>
          <a:effectLst>
            <a:outerShdw sx="100000" sy="100000" kx="0" ky="0" algn="bl" rotWithShape="0" blurRad="114300" dist="50800" dir="5400000">
              <a:srgbClr val="FFC94D">
                <a:alpha val="55000"/>
              </a:srgbClr>
            </a:outerShdw>
          </a:effectLst>
        </p:spPr>
      </p:sp>
      <p:pic>
        <p:nvPicPr>
          <p:cNvPr id="32" name="sshot2" descr="Add a passkey + Strict Account Settings">    </p:cNvPr>
          <p:cNvPicPr>
            <a:picLocks noChangeAspect="1"/>
          </p:cNvPicPr>
          <p:nvPr/>
        </p:nvPicPr>
        <p:blipFill>
          <a:blip r:embed="rId7"/>
          <a:stretch>
            <a:fillRect/>
          </a:stretch>
        </p:blipFill>
        <p:spPr>
          <a:xfrm>
            <a:off x="5726643" y="4318000"/>
            <a:ext cx="1030814" cy="1409700"/>
          </a:xfrm>
          <a:prstGeom prst="rect">
            <a:avLst/>
          </a:prstGeom>
        </p:spPr>
      </p:pic>
      <p:sp>
        <p:nvSpPr>
          <p:cNvPr id="33" name="scap2"/>
          <p:cNvSpPr txBox="1"/>
          <p:nvPr/>
        </p:nvSpPr>
        <p:spPr>
          <a:xfrm>
            <a:off x="5321300" y="57531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Add a passkey + Strict Account Settings</a:t>
            </a:r>
            <a:endParaRPr lang="en-US" sz="1100" dirty="0"/>
          </a:p>
        </p:txBody>
      </p:sp>
      <p:sp>
        <p:nvSpPr>
          <p:cNvPr id="34" name="snum2"/>
          <p:cNvSpPr/>
          <p:nvPr/>
        </p:nvSpPr>
        <p:spPr>
          <a:xfrm>
            <a:off x="5308600" y="4318000"/>
            <a:ext cx="254000" cy="254000"/>
          </a:xfrm>
          <a:prstGeom prst="roundRect">
            <a:avLst>
              <a:gd name="adj" fmla="val 180000"/>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03</a:t>
            </a:r>
            <a:endParaRPr lang="en-US" sz="1100" dirty="0"/>
          </a:p>
        </p:txBody>
      </p:sp>
      <p:sp>
        <p:nvSpPr>
          <p:cNvPr id="35" name="tmlab"/>
          <p:cNvSpPr txBox="1"/>
          <p:nvPr/>
        </p:nvSpPr>
        <p:spPr>
          <a:xfrm>
            <a:off x="7734300" y="1892300"/>
            <a:ext cx="3644900" cy="190500"/>
          </a:xfrm>
          <a:prstGeom prst="rect">
            <a:avLst/>
          </a:prstGeom>
          <a:noFill/>
          <a:ln/>
        </p:spPr>
        <p:txBody>
          <a:bodyPr wrap="square" lIns="0" tIns="0" rIns="0" bIns="0" rtlCol="0" anchor="t"/>
          <a:lstStyle/>
          <a:p>
            <a:pPr algn="ctr" indent="0" marL="0">
              <a:buNone/>
            </a:pPr>
            <a:r>
              <a:rPr lang="en-US" sz="1150" b="1" spc="300" kern="0" dirty="0">
                <a:solidFill>
                  <a:srgbClr val="FFC94D"/>
                </a:solidFill>
                <a:latin typeface="Consolas" pitchFamily="34" charset="0"/>
                <a:ea typeface="Consolas" pitchFamily="34" charset="-122"/>
                <a:cs typeface="Consolas" pitchFamily="34" charset="-120"/>
              </a:rPr>
              <a:t>THREAT LEVEL</a:t>
            </a:r>
            <a:endParaRPr lang="en-US" sz="1150" dirty="0"/>
          </a:p>
        </p:txBody>
      </p:sp>
      <p:pic>
        <p:nvPicPr>
          <p:cNvPr id="36" name="gauge" descr="Threat level gauge">    </p:cNvPr>
          <p:cNvPicPr>
            <a:picLocks noChangeAspect="1"/>
          </p:cNvPicPr>
          <p:nvPr/>
        </p:nvPicPr>
        <p:blipFill>
          <a:blip r:embed="rId8"/>
          <a:stretch>
            <a:fillRect/>
          </a:stretch>
        </p:blipFill>
        <p:spPr>
          <a:xfrm>
            <a:off x="8350250" y="2133600"/>
            <a:ext cx="2413000" cy="1397000"/>
          </a:xfrm>
          <a:prstGeom prst="rect">
            <a:avLst/>
          </a:prstGeom>
        </p:spPr>
      </p:pic>
      <p:pic>
        <p:nvPicPr>
          <p:cNvPr id="37" name="needle" descr="/tmp/claude-0/-home-user-bangladesh-crime-monitor/cb82e52d-05bf-5acf-9e17-5b7416beecee/scratchpad/animppt/holo/needle.png">    </p:cNvPr>
          <p:cNvPicPr>
            <a:picLocks noChangeAspect="1"/>
          </p:cNvPicPr>
          <p:nvPr/>
        </p:nvPicPr>
        <p:blipFill>
          <a:blip r:embed="rId9"/>
          <a:stretch>
            <a:fillRect/>
          </a:stretch>
        </p:blipFill>
        <p:spPr>
          <a:xfrm>
            <a:off x="8477250" y="2324100"/>
            <a:ext cx="2159000" cy="2159000"/>
          </a:xfrm>
          <a:prstGeom prst="rect">
            <a:avLst/>
          </a:prstGeom>
        </p:spPr>
      </p:pic>
      <p:sp>
        <p:nvSpPr>
          <p:cNvPr id="38" name="tmBad"/>
          <p:cNvSpPr txBox="1"/>
          <p:nvPr/>
        </p:nvSpPr>
        <p:spPr>
          <a:xfrm>
            <a:off x="7734300" y="3556000"/>
            <a:ext cx="3644900" cy="254000"/>
          </a:xfrm>
          <a:prstGeom prst="rect">
            <a:avLst/>
          </a:prstGeom>
          <a:noFill/>
          <a:ln/>
        </p:spPr>
        <p:txBody>
          <a:bodyPr wrap="square" lIns="0" tIns="0" rIns="0" bIns="0" rtlCol="0" anchor="t"/>
          <a:lstStyle/>
          <a:p>
            <a:pPr algn="ctr" indent="0" marL="0">
              <a:buNone/>
            </a:pPr>
            <a:r>
              <a:rPr lang="en-US" sz="1300" b="1" dirty="0">
                <a:solidFill>
                  <a:srgbClr val="FF4F6E"/>
                </a:solidFill>
                <a:latin typeface="Segoe UI" pitchFamily="34" charset="0"/>
                <a:ea typeface="Segoe UI" pitchFamily="34" charset="-122"/>
                <a:cs typeface="Segoe UI" pitchFamily="34" charset="-120"/>
              </a:rPr>
              <a:t>ATTACKED: CRITICAL</a:t>
            </a:r>
            <a:endParaRPr lang="en-US" sz="1300" dirty="0"/>
          </a:p>
        </p:txBody>
      </p:sp>
      <p:sp>
        <p:nvSpPr>
          <p:cNvPr id="39" name="tmGood"/>
          <p:cNvSpPr txBox="1"/>
          <p:nvPr/>
        </p:nvSpPr>
        <p:spPr>
          <a:xfrm>
            <a:off x="7734300" y="3556000"/>
            <a:ext cx="3644900" cy="254000"/>
          </a:xfrm>
          <a:prstGeom prst="rect">
            <a:avLst/>
          </a:prstGeom>
          <a:noFill/>
          <a:ln/>
        </p:spPr>
        <p:txBody>
          <a:bodyPr wrap="square" lIns="0" tIns="0" rIns="0" bIns="0" rtlCol="0" anchor="t"/>
          <a:lstStyle/>
          <a:p>
            <a:pPr algn="ctr" indent="0" marL="0">
              <a:buNone/>
            </a:pPr>
            <a:r>
              <a:rPr lang="en-US" sz="1300" b="1" dirty="0">
                <a:solidFill>
                  <a:srgbClr val="3FF0FF"/>
                </a:solidFill>
                <a:latin typeface="Segoe UI" pitchFamily="34" charset="0"/>
                <a:ea typeface="Segoe UI" pitchFamily="34" charset="-122"/>
                <a:cs typeface="Segoe UI" pitchFamily="34" charset="-120"/>
              </a:rPr>
              <a:t>VERDICT: NOT GUILTY · 20/25</a:t>
            </a:r>
            <a:endParaRPr lang="en-US" sz="1300" dirty="0"/>
          </a:p>
        </p:txBody>
      </p:sp>
      <p:sp>
        <p:nvSpPr>
          <p:cNvPr id="40" name="rdlab"/>
          <p:cNvSpPr txBox="1"/>
          <p:nvPr/>
        </p:nvSpPr>
        <p:spPr>
          <a:xfrm>
            <a:off x="7734300" y="3873500"/>
            <a:ext cx="3644900" cy="190500"/>
          </a:xfrm>
          <a:prstGeom prst="rect">
            <a:avLst/>
          </a:prstGeom>
          <a:noFill/>
          <a:ln/>
        </p:spPr>
        <p:txBody>
          <a:bodyPr wrap="square" lIns="0" tIns="0" rIns="0" bIns="0" rtlCol="0" anchor="t"/>
          <a:lstStyle/>
          <a:p>
            <a:pPr algn="ctr" indent="0" marL="0">
              <a:buNone/>
            </a:pPr>
            <a:r>
              <a:rPr lang="en-US" sz="1150" b="1" spc="300" kern="0" dirty="0">
                <a:solidFill>
                  <a:srgbClr val="FFC94D"/>
                </a:solidFill>
                <a:latin typeface="Consolas" pitchFamily="34" charset="0"/>
                <a:ea typeface="Consolas" pitchFamily="34" charset="-122"/>
                <a:cs typeface="Consolas" pitchFamily="34" charset="-120"/>
              </a:rPr>
              <a:t>EVIDENCE RADAR · 20 / 25</a:t>
            </a:r>
            <a:endParaRPr lang="en-US" sz="1150" dirty="0"/>
          </a:p>
        </p:txBody>
      </p:sp>
      <p:pic>
        <p:nvPicPr>
          <p:cNvPr id="41" name="rgrid" descr="Security radar">    </p:cNvPr>
          <p:cNvPicPr>
            <a:picLocks noChangeAspect="1"/>
          </p:cNvPicPr>
          <p:nvPr/>
        </p:nvPicPr>
        <p:blipFill>
          <a:blip r:embed="rId10"/>
          <a:stretch>
            <a:fillRect/>
          </a:stretch>
        </p:blipFill>
        <p:spPr>
          <a:xfrm>
            <a:off x="8413750" y="4064000"/>
            <a:ext cx="2286000" cy="1778000"/>
          </a:xfrm>
          <a:prstGeom prst="rect">
            <a:avLst/>
          </a:prstGeom>
        </p:spPr>
      </p:pic>
      <p:pic>
        <p:nvPicPr>
          <p:cNvPr id="42" name="rshape" descr="/tmp/claude-0/-home-user-bangladesh-crime-monitor/cb82e52d-05bf-5acf-9e17-5b7416beecee/scratchpad/animppt/holo/radar_shape_door-wa.png">    </p:cNvPr>
          <p:cNvPicPr>
            <a:picLocks noChangeAspect="1"/>
          </p:cNvPicPr>
          <p:nvPr/>
        </p:nvPicPr>
        <p:blipFill>
          <a:blip r:embed="rId11"/>
          <a:stretch>
            <a:fillRect/>
          </a:stretch>
        </p:blipFill>
        <p:spPr>
          <a:xfrm>
            <a:off x="8413750" y="4064000"/>
            <a:ext cx="2286000" cy="1778000"/>
          </a:xfrm>
          <a:prstGeom prst="rect">
            <a:avLst/>
          </a:prstGeom>
        </p:spPr>
      </p:pic>
      <p:sp>
        <p:nvSpPr>
          <p:cNvPr id="43" name="fix"/>
          <p:cNvSpPr/>
          <p:nvPr/>
        </p:nvSpPr>
        <p:spPr>
          <a:xfrm>
            <a:off x="7734300" y="5816600"/>
            <a:ext cx="3644900" cy="520700"/>
          </a:xfrm>
          <a:prstGeom prst="roundRect">
            <a:avLst>
              <a:gd name="adj" fmla="val 21073"/>
            </a:avLst>
          </a:prstGeom>
          <a:solidFill>
            <a:srgbClr val="3FF0FF"/>
          </a:solidFill>
          <a:ln/>
          <a:effectLst>
            <a:outerShdw sx="100000" sy="100000" kx="0" ky="0" algn="bl" rotWithShape="0" blurRad="114300" dist="50800" dir="5400000">
              <a:srgbClr val="3FF0FF">
                <a:alpha val="45000"/>
              </a:srgbClr>
            </a:outerShdw>
          </a:effectLst>
        </p:spPr>
        <p:txBody>
          <a:bodyPr wrap="square" lIns="63500" tIns="63500" rIns="63500" bIns="63500" rtlCol="0" anchor="ctr"/>
          <a:lstStyle/>
          <a:p>
            <a:pPr algn="l" indent="0" marL="0">
              <a:buNone/>
            </a:pPr>
            <a:r>
              <a:rPr lang="en-US" sz="1100" b="1" dirty="0">
                <a:solidFill>
                  <a:srgbClr val="06101E"/>
                </a:solidFill>
                <a:latin typeface="Segoe UI" pitchFamily="34" charset="0"/>
                <a:ea typeface="Segoe UI" pitchFamily="34" charset="-122"/>
                <a:cs typeface="Segoe UI" pitchFamily="34" charset="-120"/>
              </a:rPr>
              <a:t>Court’s advice: </a:t>
            </a:r>
            <a:pPr algn="l" indent="0" marL="0">
              <a:buNone/>
            </a:pPr>
            <a:r>
              <a:rPr lang="en-US" sz="1100" dirty="0">
                <a:solidFill>
                  <a:srgbClr val="06101E"/>
                </a:solidFill>
                <a:latin typeface="Segoe UI" pitchFamily="34" charset="0"/>
                <a:ea typeface="Segoe UI" pitchFamily="34" charset="-122"/>
                <a:cs typeface="Segoe UI" pitchFamily="34" charset="-120"/>
              </a:rPr>
              <a:t>a Bangla warning whenever a code is requested, and a two-step PIN for every new account</a:t>
            </a:r>
            <a:endParaRPr lang="en-US" sz="1100" dirty="0"/>
          </a:p>
        </p:txBody>
      </p:sp>
      <p:pic>
        <p:nvPicPr>
          <p:cNvPr id="44" name="hud" descr="/tmp/claude-0/-home-user-bangladesh-crime-monitor/cb82e52d-05bf-5acf-9e17-5b7416beecee/scratchpad/animppt/holo/court/hud.png">    </p:cNvPr>
          <p:cNvPicPr>
            <a:picLocks noChangeAspect="1"/>
          </p:cNvPicPr>
          <p:nvPr/>
        </p:nvPicPr>
        <p:blipFill>
          <a:blip r:embed="rId12"/>
          <a:stretch>
            <a:fillRect/>
          </a:stretch>
        </p:blipFill>
        <p:spPr>
          <a:xfrm>
            <a:off x="0" y="0"/>
            <a:ext cx="12191695" cy="6858000"/>
          </a:xfrm>
          <a:prstGeom prst="rect">
            <a:avLst/>
          </a:prstGeom>
        </p:spPr>
      </p:pic>
      <p:pic>
        <p:nvPicPr>
          <p:cNvPr id="45" name="hudring" descr="/tmp/claude-0/-home-user-bangladesh-crime-monitor/cb82e52d-05bf-5acf-9e17-5b7416beecee/scratchpad/animppt/holo/court/ring.png">    </p:cNvPr>
          <p:cNvPicPr>
            <a:picLocks noChangeAspect="1"/>
          </p:cNvPicPr>
          <p:nvPr/>
        </p:nvPicPr>
        <p:blipFill>
          <a:blip r:embed="rId13"/>
          <a:stretch>
            <a:fillRect/>
          </a:stretch>
        </p:blipFill>
        <p:spPr>
          <a:xfrm>
            <a:off x="11125200" y="152400"/>
            <a:ext cx="952500" cy="952500"/>
          </a:xfrm>
          <a:prstGeom prst="rect">
            <a:avLst/>
          </a:prstGeom>
        </p:spPr>
      </p:pic>
      <p:pic>
        <p:nvPicPr>
          <p:cNvPr id="46" name="scanbar" descr="/tmp/claude-0/-home-user-bangladesh-crime-monitor/cb82e52d-05bf-5acf-9e17-5b7416beecee/scratchpad/animppt/holo/court/scan.png">    </p:cNvPr>
          <p:cNvPicPr>
            <a:picLocks noChangeAspect="1"/>
          </p:cNvPicPr>
          <p:nvPr/>
        </p:nvPicPr>
        <p:blipFill>
          <a:blip r:embed="rId14"/>
          <a:stretch>
            <a:fillRect/>
          </a:stretch>
        </p:blipFill>
        <p:spPr>
          <a:xfrm>
            <a:off x="0" y="0"/>
            <a:ext cx="12191695" cy="381000"/>
          </a:xfrm>
          <a:prstGeom prst="rect">
            <a:avLst/>
          </a:prstGeom>
        </p:spPr>
      </p:pic>
    </p:spTree>
  </p:cSld>
  <p:clrMapOvr>
    <a:masterClrMapping/>
  </p:clrMapOvr>
  <p:transition spd="med">
    <p:push dir="u"/>
  </p:transition>
  <p:timing>
    <p:tnLst>
      <p:par>
        <p:cTn id="1" dur="indefinite" restart="never" nodeType="tmRoot">
          <p:childTnLst>
            <p:seq concurrent="1" nextAc="seek">
              <p:cTn id="2" dur="indefinite" nodeType="mainSeq">
                <p:childTnLst>
                  <p:par>
                    <p:cTn id="209" fill="hold">
                      <p:stCondLst>
                        <p:cond delay="indefinite"/>
                        <p:cond evt="onBegin" delay="0">
                          <p:tn val="2"/>
                        </p:cond>
                      </p:stCondLst>
                      <p:childTnLst>
                        <p:par>
                          <p:cTn id="210" fill="hold">
                            <p:stCondLst>
                              <p:cond delay="0"/>
                            </p:stCondLst>
                            <p:childTnLst>
                              <p:par>
                                <p:cTn id="6" presetID="22" presetClass="entr" presetSubtype="1"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wipe(down)">
                                      <p:cBhvr>
                                        <p:cTn id="4" dur="400"/>
                                        <p:tgtEl>
                                          <p:spTgt spid="3"/>
                                        </p:tgtEl>
                                      </p:cBhvr>
                                    </p:animEffect>
                                    <p:animEffect transition="in" filter="fade">
                                      <p:cBhvr>
                                        <p:cTn id="5" dur="400"/>
                                        <p:tgtEl>
                                          <p:spTgt spid="3"/>
                                        </p:tgtEl>
                                      </p:cBhvr>
                                    </p:animEffect>
                                  </p:childTnLst>
                                </p:cTn>
                              </p:par>
                              <p:par>
                                <p:cTn id="9" presetID="10" presetClass="entr" presetSubtype="0" fill="hold" grpId="0" nodeType="withEffect">
                                  <p:stCondLst>
                                    <p:cond delay="0"/>
                                  </p:stCondLst>
                                  <p:childTnLst>
                                    <p:set>
                                      <p:cBhvr>
                                        <p:cTn id="7" dur="1" fill="hold">
                                          <p:stCondLst>
                                            <p:cond delay="0"/>
                                          </p:stCondLst>
                                        </p:cTn>
                                        <p:tgtEl>
                                          <p:spTgt spid="44"/>
                                        </p:tgtEl>
                                        <p:attrNameLst>
                                          <p:attrName>style.visibility</p:attrName>
                                        </p:attrNameLst>
                                      </p:cBhvr>
                                      <p:to>
                                        <p:strVal val="visible"/>
                                      </p:to>
                                    </p:set>
                                    <p:animEffect transition="in" filter="fade">
                                      <p:cBhvr>
                                        <p:cTn id="8" dur="500"/>
                                        <p:tgtEl>
                                          <p:spTgt spid="44"/>
                                        </p:tgtEl>
                                      </p:cBhvr>
                                    </p:animEffect>
                                  </p:childTnLst>
                                </p:cTn>
                              </p:par>
                              <p:par>
                                <p:cTn id="12" presetID="10" presetClass="entr" presetSubtype="0" fill="hold" grpId="0" nodeType="withEffect">
                                  <p:stCondLst>
                                    <p:cond delay="0"/>
                                  </p:stCondLst>
                                  <p:childTnLst>
                                    <p:set>
                                      <p:cBhvr>
                                        <p:cTn id="10" dur="1" fill="hold">
                                          <p:stCondLst>
                                            <p:cond delay="0"/>
                                          </p:stCondLst>
                                        </p:cTn>
                                        <p:tgtEl>
                                          <p:spTgt spid="45"/>
                                        </p:tgtEl>
                                        <p:attrNameLst>
                                          <p:attrName>style.visibility</p:attrName>
                                        </p:attrNameLst>
                                      </p:cBhvr>
                                      <p:to>
                                        <p:strVal val="visible"/>
                                      </p:to>
                                    </p:set>
                                    <p:animEffect transition="in" filter="fade">
                                      <p:cBhvr>
                                        <p:cTn id="11" dur="500"/>
                                        <p:tgtEl>
                                          <p:spTgt spid="45"/>
                                        </p:tgtEl>
                                      </p:cBhvr>
                                    </p:animEffect>
                                  </p:childTnLst>
                                </p:cTn>
                              </p:par>
                              <p:par>
                                <p:cTn id="16" presetID="22" presetClass="entr" presetSubtype="1" fill="hold" grpId="0" nodeType="withEffect">
                                  <p:stCondLst>
                                    <p:cond delay="100"/>
                                  </p:stCondLst>
                                  <p:childTnLst>
                                    <p:set>
                                      <p:cBhvr>
                                        <p:cTn id="13" dur="1" fill="hold">
                                          <p:stCondLst>
                                            <p:cond delay="0"/>
                                          </p:stCondLst>
                                        </p:cTn>
                                        <p:tgtEl>
                                          <p:spTgt spid="4"/>
                                        </p:tgtEl>
                                        <p:attrNameLst>
                                          <p:attrName>style.visibility</p:attrName>
                                        </p:attrNameLst>
                                      </p:cBhvr>
                                      <p:to>
                                        <p:strVal val="visible"/>
                                      </p:to>
                                    </p:set>
                                    <p:animEffect transition="in" filter="wipe(down)">
                                      <p:cBhvr>
                                        <p:cTn id="14" dur="600"/>
                                        <p:tgtEl>
                                          <p:spTgt spid="4"/>
                                        </p:tgtEl>
                                      </p:cBhvr>
                                    </p:animEffect>
                                    <p:animEffect transition="in" filter="fade">
                                      <p:cBhvr>
                                        <p:cTn id="15" dur="600"/>
                                        <p:tgtEl>
                                          <p:spTgt spid="4"/>
                                        </p:tgtEl>
                                      </p:cBhvr>
                                    </p:animEffect>
                                  </p:childTnLst>
                                </p:cTn>
                              </p:par>
                              <p:par>
                                <p:cTn id="18" presetID="0" presetClass="path" presetSubtype="0" fill="hold" grpId="0" nodeType="withEffect" repeatCount="indefinite">
                                  <p:stCondLst>
                                    <p:cond delay="300"/>
                                  </p:stCondLst>
                                  <p:childTnLst>
                                    <p:animMotion origin="layout" path="M 0 0 L 0 1 E" pathEditMode="relative" ptsTypes="AA">
                                      <p:cBhvr>
                                        <p:cTn id="17" dur="5200" fill="hold"/>
                                        <p:tgtEl>
                                          <p:spTgt spid="46"/>
                                        </p:tgtEl>
                                        <p:attrNameLst>
                                          <p:attrName>ppt_x</p:attrName>
                                          <p:attrName>ppt_y</p:attrName>
                                        </p:attrNameLst>
                                      </p:cBhvr>
                                    </p:animMotion>
                                  </p:childTnLst>
                                </p:cTn>
                              </p:par>
                              <p:par>
                                <p:cTn id="20" presetID="8" presetClass="emph" presetSubtype="0" fill="hold" grpId="1" nodeType="withEffect" repeatCount="indefinite">
                                  <p:stCondLst>
                                    <p:cond delay="500"/>
                                  </p:stCondLst>
                                  <p:childTnLst>
                                    <p:animRot by="21600000">
                                      <p:cBhvr>
                                        <p:cTn id="19" dur="16000" fill="hold"/>
                                        <p:tgtEl>
                                          <p:spTgt spid="45"/>
                                        </p:tgtEl>
                                        <p:attrNameLst>
                                          <p:attrName>r</p:attrName>
                                        </p:attrNameLst>
                                      </p:cBhvr>
                                    </p:animRot>
                                  </p:childTnLst>
                                </p:cTn>
                              </p:par>
                              <p:par>
                                <p:cTn id="24" presetID="22" presetClass="entr" presetSubtype="1" fill="hold" grpId="0" nodeType="withEffect">
                                  <p:stCondLst>
                                    <p:cond delay="60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450"/>
                                        <p:tgtEl>
                                          <p:spTgt spid="5"/>
                                        </p:tgtEl>
                                      </p:cBhvr>
                                    </p:animEffect>
                                    <p:animEffect transition="in" filter="fade">
                                      <p:cBhvr>
                                        <p:cTn id="23" dur="450"/>
                                        <p:tgtEl>
                                          <p:spTgt spid="5"/>
                                        </p:tgtEl>
                                      </p:cBhvr>
                                    </p:animEffect>
                                  </p:childTnLst>
                                </p:cTn>
                              </p:par>
                              <p:par>
                                <p:cTn id="28" presetID="22" presetClass="entr" presetSubtype="1" fill="hold" grpId="0" nodeType="withEffect">
                                  <p:stCondLst>
                                    <p:cond delay="600"/>
                                  </p:stCondLst>
                                  <p:childTnLst>
                                    <p:set>
                                      <p:cBhvr>
                                        <p:cTn id="25" dur="1" fill="hold">
                                          <p:stCondLst>
                                            <p:cond delay="0"/>
                                          </p:stCondLst>
                                        </p:cTn>
                                        <p:tgtEl>
                                          <p:spTgt spid="35"/>
                                        </p:tgtEl>
                                        <p:attrNameLst>
                                          <p:attrName>style.visibility</p:attrName>
                                        </p:attrNameLst>
                                      </p:cBhvr>
                                      <p:to>
                                        <p:strVal val="visible"/>
                                      </p:to>
                                    </p:set>
                                    <p:animEffect transition="in" filter="wipe(down)">
                                      <p:cBhvr>
                                        <p:cTn id="26" dur="450"/>
                                        <p:tgtEl>
                                          <p:spTgt spid="35"/>
                                        </p:tgtEl>
                                      </p:cBhvr>
                                    </p:animEffect>
                                    <p:animEffect transition="in" filter="fade">
                                      <p:cBhvr>
                                        <p:cTn id="27" dur="450"/>
                                        <p:tgtEl>
                                          <p:spTgt spid="35"/>
                                        </p:tgtEl>
                                      </p:cBhvr>
                                    </p:animEffect>
                                  </p:childTnLst>
                                </p:cTn>
                              </p:par>
                              <p:par>
                                <p:cTn id="32" presetID="22" presetClass="entr" presetSubtype="1" fill="hold" grpId="0" nodeType="withEffect">
                                  <p:stCondLst>
                                    <p:cond delay="700"/>
                                  </p:stCondLst>
                                  <p:childTnLst>
                                    <p:set>
                                      <p:cBhvr>
                                        <p:cTn id="29" dur="1" fill="hold">
                                          <p:stCondLst>
                                            <p:cond delay="0"/>
                                          </p:stCondLst>
                                        </p:cTn>
                                        <p:tgtEl>
                                          <p:spTgt spid="36"/>
                                        </p:tgtEl>
                                        <p:attrNameLst>
                                          <p:attrName>style.visibility</p:attrName>
                                        </p:attrNameLst>
                                      </p:cBhvr>
                                      <p:to>
                                        <p:strVal val="visible"/>
                                      </p:to>
                                    </p:set>
                                    <p:animEffect transition="in" filter="wipe(down)">
                                      <p:cBhvr>
                                        <p:cTn id="30" dur="600"/>
                                        <p:tgtEl>
                                          <p:spTgt spid="36"/>
                                        </p:tgtEl>
                                      </p:cBhvr>
                                    </p:animEffect>
                                    <p:animEffect transition="in" filter="fade">
                                      <p:cBhvr>
                                        <p:cTn id="31" dur="600"/>
                                        <p:tgtEl>
                                          <p:spTgt spid="36"/>
                                        </p:tgtEl>
                                      </p:cBhvr>
                                    </p:animEffect>
                                  </p:childTnLst>
                                </p:cTn>
                              </p:par>
                              <p:par>
                                <p:cTn id="34" presetID="0" presetClass="path" presetSubtype="0" fill="hold" grpId="1" nodeType="withEffect" autoRev="1" repeatCount="3000">
                                  <p:stCondLst>
                                    <p:cond delay="750"/>
                                  </p:stCondLst>
                                  <p:childTnLst>
                                    <p:animMotion origin="layout" path="M 0 0 L 0.008 0 E" pathEditMode="relative" ptsTypes="AA">
                                      <p:cBhvr>
                                        <p:cTn id="33" dur="45" fill="hold"/>
                                        <p:tgtEl>
                                          <p:spTgt spid="4"/>
                                        </p:tgtEl>
                                        <p:attrNameLst>
                                          <p:attrName>ppt_x</p:attrName>
                                          <p:attrName>ppt_y</p:attrName>
                                        </p:attrNameLst>
                                      </p:cBhvr>
                                    </p:animMotion>
                                  </p:childTnLst>
                                </p:cTn>
                              </p:par>
                              <p:par>
                                <p:cTn id="38" presetID="22" presetClass="entr" presetSubtype="1" fill="hold" grpId="0" nodeType="withEffect">
                                  <p:stCondLst>
                                    <p:cond delay="900"/>
                                  </p:stCondLst>
                                  <p:childTnLst>
                                    <p:set>
                                      <p:cBhvr>
                                        <p:cTn id="35" dur="1" fill="hold">
                                          <p:stCondLst>
                                            <p:cond delay="0"/>
                                          </p:stCondLst>
                                        </p:cTn>
                                        <p:tgtEl>
                                          <p:spTgt spid="6"/>
                                        </p:tgtEl>
                                        <p:attrNameLst>
                                          <p:attrName>style.visibility</p:attrName>
                                        </p:attrNameLst>
                                      </p:cBhvr>
                                      <p:to>
                                        <p:strVal val="visible"/>
                                      </p:to>
                                    </p:set>
                                    <p:animEffect transition="in" filter="wipe(down)">
                                      <p:cBhvr>
                                        <p:cTn id="36" dur="450"/>
                                        <p:tgtEl>
                                          <p:spTgt spid="6"/>
                                        </p:tgtEl>
                                      </p:cBhvr>
                                    </p:animEffect>
                                    <p:animEffect transition="in" filter="fade">
                                      <p:cBhvr>
                                        <p:cTn id="37" dur="450"/>
                                        <p:tgtEl>
                                          <p:spTgt spid="6"/>
                                        </p:tgtEl>
                                      </p:cBhvr>
                                    </p:animEffect>
                                  </p:childTnLst>
                                </p:cTn>
                              </p:par>
                              <p:par>
                                <p:cTn id="43" presetID="53" presetClass="entr" presetSubtype="16" fill="hold" grpId="0" nodeType="withEffect">
                                  <p:stCondLst>
                                    <p:cond delay="1000"/>
                                  </p:stCondLst>
                                  <p:childTnLst>
                                    <p:set>
                                      <p:cBhvr>
                                        <p:cTn id="39" dur="1" fill="hold">
                                          <p:stCondLst>
                                            <p:cond delay="0"/>
                                          </p:stCondLst>
                                        </p:cTn>
                                        <p:tgtEl>
                                          <p:spTgt spid="9"/>
                                        </p:tgtEl>
                                        <p:attrNameLst>
                                          <p:attrName>style.visibility</p:attrName>
                                        </p:attrNameLst>
                                      </p:cBhvr>
                                      <p:to>
                                        <p:strVal val="visible"/>
                                      </p:to>
                                    </p:set>
                                    <p:anim calcmode="lin" valueType="num">
                                      <p:cBhvr additive="base">
                                        <p:cTn id="40" dur="350" fill="hold"/>
                                        <p:tgtEl>
                                          <p:spTgt spid="9"/>
                                        </p:tgtEl>
                                        <p:attrNameLst>
                                          <p:attrName>ppt_w</p:attrName>
                                        </p:attrNameLst>
                                      </p:cBhvr>
                                      <p:tavLst>
                                        <p:tav tm="0">
                                          <p:val>
                                            <p:strVal val="0"/>
                                          </p:val>
                                        </p:tav>
                                        <p:tav tm="100000">
                                          <p:val>
                                            <p:strVal val="#ppt_w"/>
                                          </p:val>
                                        </p:tav>
                                      </p:tavLst>
                                    </p:anim>
                                    <p:anim calcmode="lin" valueType="num">
                                      <p:cBhvr additive="base">
                                        <p:cTn id="41" dur="350" fill="hold"/>
                                        <p:tgtEl>
                                          <p:spTgt spid="9"/>
                                        </p:tgtEl>
                                        <p:attrNameLst>
                                          <p:attrName>ppt_h</p:attrName>
                                        </p:attrNameLst>
                                      </p:cBhvr>
                                      <p:tavLst>
                                        <p:tav tm="0">
                                          <p:val>
                                            <p:strVal val="0"/>
                                          </p:val>
                                        </p:tav>
                                        <p:tav tm="100000">
                                          <p:val>
                                            <p:strVal val="#ppt_h"/>
                                          </p:val>
                                        </p:tav>
                                      </p:tavLst>
                                    </p:anim>
                                    <p:animEffect transition="in" filter="fade">
                                      <p:cBhvr>
                                        <p:cTn id="42" dur="350"/>
                                        <p:tgtEl>
                                          <p:spTgt spid="9"/>
                                        </p:tgtEl>
                                      </p:cBhvr>
                                    </p:animEffect>
                                  </p:childTnLst>
                                </p:cTn>
                              </p:par>
                              <p:par>
                                <p:cTn id="48" presetID="53" presetClass="entr" presetSubtype="16" fill="hold" grpId="0" nodeType="withEffect">
                                  <p:stCondLst>
                                    <p:cond delay="1000"/>
                                  </p:stCondLst>
                                  <p:childTnLst>
                                    <p:set>
                                      <p:cBhvr>
                                        <p:cTn id="44" dur="1" fill="hold">
                                          <p:stCondLst>
                                            <p:cond delay="0"/>
                                          </p:stCondLst>
                                        </p:cTn>
                                        <p:tgtEl>
                                          <p:spTgt spid="37"/>
                                        </p:tgtEl>
                                        <p:attrNameLst>
                                          <p:attrName>style.visibility</p:attrName>
                                        </p:attrNameLst>
                                      </p:cBhvr>
                                      <p:to>
                                        <p:strVal val="visible"/>
                                      </p:to>
                                    </p:set>
                                    <p:anim calcmode="lin" valueType="num">
                                      <p:cBhvr additive="base">
                                        <p:cTn id="45" dur="400" fill="hold"/>
                                        <p:tgtEl>
                                          <p:spTgt spid="37"/>
                                        </p:tgtEl>
                                        <p:attrNameLst>
                                          <p:attrName>ppt_w</p:attrName>
                                        </p:attrNameLst>
                                      </p:cBhvr>
                                      <p:tavLst>
                                        <p:tav tm="0">
                                          <p:val>
                                            <p:strVal val="0"/>
                                          </p:val>
                                        </p:tav>
                                        <p:tav tm="100000">
                                          <p:val>
                                            <p:strVal val="#ppt_w"/>
                                          </p:val>
                                        </p:tav>
                                      </p:tavLst>
                                    </p:anim>
                                    <p:anim calcmode="lin" valueType="num">
                                      <p:cBhvr additive="base">
                                        <p:cTn id="46" dur="400" fill="hold"/>
                                        <p:tgtEl>
                                          <p:spTgt spid="37"/>
                                        </p:tgtEl>
                                        <p:attrNameLst>
                                          <p:attrName>ppt_h</p:attrName>
                                        </p:attrNameLst>
                                      </p:cBhvr>
                                      <p:tavLst>
                                        <p:tav tm="0">
                                          <p:val>
                                            <p:strVal val="0"/>
                                          </p:val>
                                        </p:tav>
                                        <p:tav tm="100000">
                                          <p:val>
                                            <p:strVal val="#ppt_h"/>
                                          </p:val>
                                        </p:tav>
                                      </p:tavLst>
                                    </p:anim>
                                    <p:animEffect transition="in" filter="fade">
                                      <p:cBhvr>
                                        <p:cTn id="47" dur="400"/>
                                        <p:tgtEl>
                                          <p:spTgt spid="37"/>
                                        </p:tgtEl>
                                      </p:cBhvr>
                                    </p:animEffect>
                                  </p:childTnLst>
                                </p:cTn>
                              </p:par>
                              <p:par>
                                <p:cTn id="52" presetID="22" presetClass="entr" presetSubtype="1" fill="hold" grpId="0" nodeType="withEffect">
                                  <p:stCondLst>
                                    <p:cond delay="1050"/>
                                  </p:stCondLst>
                                  <p:childTnLst>
                                    <p:set>
                                      <p:cBhvr>
                                        <p:cTn id="49" dur="1" fill="hold">
                                          <p:stCondLst>
                                            <p:cond delay="0"/>
                                          </p:stCondLst>
                                        </p:cTn>
                                        <p:tgtEl>
                                          <p:spTgt spid="7"/>
                                        </p:tgtEl>
                                        <p:attrNameLst>
                                          <p:attrName>style.visibility</p:attrName>
                                        </p:attrNameLst>
                                      </p:cBhvr>
                                      <p:to>
                                        <p:strVal val="visible"/>
                                      </p:to>
                                    </p:set>
                                    <p:animEffect transition="in" filter="wipe(down)">
                                      <p:cBhvr>
                                        <p:cTn id="50" dur="600"/>
                                        <p:tgtEl>
                                          <p:spTgt spid="7"/>
                                        </p:tgtEl>
                                      </p:cBhvr>
                                    </p:animEffect>
                                    <p:animEffect transition="in" filter="fade">
                                      <p:cBhvr>
                                        <p:cTn id="51" dur="600"/>
                                        <p:tgtEl>
                                          <p:spTgt spid="7"/>
                                        </p:tgtEl>
                                      </p:cBhvr>
                                    </p:animEffect>
                                  </p:childTnLst>
                                </p:cTn>
                              </p:par>
                              <p:par>
                                <p:cTn id="56" presetID="22" presetClass="entr" presetSubtype="1" fill="hold" grpId="0" nodeType="withEffect">
                                  <p:stCondLst>
                                    <p:cond delay="1100"/>
                                  </p:stCondLst>
                                  <p:childTnLst>
                                    <p:set>
                                      <p:cBhvr>
                                        <p:cTn id="53" dur="1" fill="hold">
                                          <p:stCondLst>
                                            <p:cond delay="0"/>
                                          </p:stCondLst>
                                        </p:cTn>
                                        <p:tgtEl>
                                          <p:spTgt spid="8"/>
                                        </p:tgtEl>
                                        <p:attrNameLst>
                                          <p:attrName>style.visibility</p:attrName>
                                        </p:attrNameLst>
                                      </p:cBhvr>
                                      <p:to>
                                        <p:strVal val="visible"/>
                                      </p:to>
                                    </p:set>
                                    <p:animEffect transition="in" filter="wipe(down)">
                                      <p:cBhvr>
                                        <p:cTn id="54" dur="450"/>
                                        <p:tgtEl>
                                          <p:spTgt spid="8"/>
                                        </p:tgtEl>
                                      </p:cBhvr>
                                    </p:animEffect>
                                    <p:animEffect transition="in" filter="fade">
                                      <p:cBhvr>
                                        <p:cTn id="55" dur="450"/>
                                        <p:tgtEl>
                                          <p:spTgt spid="8"/>
                                        </p:tgtEl>
                                      </p:cBhvr>
                                    </p:animEffect>
                                  </p:childTnLst>
                                </p:cTn>
                              </p:par>
                              <p:par>
                                <p:cTn id="60" presetID="22" presetClass="entr" presetSubtype="1" fill="hold" grpId="0" nodeType="withEffect">
                                  <p:stCondLst>
                                    <p:cond delay="1200"/>
                                  </p:stCondLst>
                                  <p:childTnLst>
                                    <p:set>
                                      <p:cBhvr>
                                        <p:cTn id="57" dur="1" fill="hold">
                                          <p:stCondLst>
                                            <p:cond delay="0"/>
                                          </p:stCondLst>
                                        </p:cTn>
                                        <p:tgtEl>
                                          <p:spTgt spid="40"/>
                                        </p:tgtEl>
                                        <p:attrNameLst>
                                          <p:attrName>style.visibility</p:attrName>
                                        </p:attrNameLst>
                                      </p:cBhvr>
                                      <p:to>
                                        <p:strVal val="visible"/>
                                      </p:to>
                                    </p:set>
                                    <p:animEffect transition="in" filter="wipe(down)">
                                      <p:cBhvr>
                                        <p:cTn id="58" dur="450"/>
                                        <p:tgtEl>
                                          <p:spTgt spid="40"/>
                                        </p:tgtEl>
                                      </p:cBhvr>
                                    </p:animEffect>
                                    <p:animEffect transition="in" filter="fade">
                                      <p:cBhvr>
                                        <p:cTn id="59" dur="450"/>
                                        <p:tgtEl>
                                          <p:spTgt spid="40"/>
                                        </p:tgtEl>
                                      </p:cBhvr>
                                    </p:animEffect>
                                  </p:childTnLst>
                                </p:cTn>
                              </p:par>
                              <p:par>
                                <p:cTn id="64" presetID="22" presetClass="entr" presetSubtype="1" fill="hold" grpId="0" nodeType="withEffect">
                                  <p:stCondLst>
                                    <p:cond delay="1300"/>
                                  </p:stCondLst>
                                  <p:childTnLst>
                                    <p:set>
                                      <p:cBhvr>
                                        <p:cTn id="61" dur="1" fill="hold">
                                          <p:stCondLst>
                                            <p:cond delay="0"/>
                                          </p:stCondLst>
                                        </p:cTn>
                                        <p:tgtEl>
                                          <p:spTgt spid="41"/>
                                        </p:tgtEl>
                                        <p:attrNameLst>
                                          <p:attrName>style.visibility</p:attrName>
                                        </p:attrNameLst>
                                      </p:cBhvr>
                                      <p:to>
                                        <p:strVal val="visible"/>
                                      </p:to>
                                    </p:set>
                                    <p:animEffect transition="in" filter="wipe(down)">
                                      <p:cBhvr>
                                        <p:cTn id="62" dur="600"/>
                                        <p:tgtEl>
                                          <p:spTgt spid="41"/>
                                        </p:tgtEl>
                                      </p:cBhvr>
                                    </p:animEffect>
                                    <p:animEffect transition="in" filter="fade">
                                      <p:cBhvr>
                                        <p:cTn id="63" dur="600"/>
                                        <p:tgtEl>
                                          <p:spTgt spid="41"/>
                                        </p:tgtEl>
                                      </p:cBhvr>
                                    </p:animEffect>
                                  </p:childTnLst>
                                </p:cTn>
                              </p:par>
                              <p:par>
                                <p:cTn id="66" presetID="0" presetClass="path" presetSubtype="0" fill="hold" grpId="1" nodeType="withEffect" autoRev="1" repeatCount="4000">
                                  <p:stCondLst>
                                    <p:cond delay="1680"/>
                                  </p:stCondLst>
                                  <p:childTnLst>
                                    <p:animMotion origin="layout" path="M 0 0 L 0.008 0 E" pathEditMode="relative" ptsTypes="AA">
                                      <p:cBhvr>
                                        <p:cTn id="65" dur="40" fill="hold"/>
                                        <p:tgtEl>
                                          <p:spTgt spid="7"/>
                                        </p:tgtEl>
                                        <p:attrNameLst>
                                          <p:attrName>ppt_x</p:attrName>
                                          <p:attrName>ppt_y</p:attrName>
                                        </p:attrNameLst>
                                      </p:cBhvr>
                                    </p:animMotion>
                                  </p:childTnLst>
                                </p:cTn>
                              </p:par>
                              <p:par>
                                <p:cTn id="71" presetID="53" presetClass="entr" presetSubtype="16" fill="hold" grpId="0" nodeType="withEffect">
                                  <p:stCondLst>
                                    <p:cond delay="1800"/>
                                  </p:stCondLst>
                                  <p:childTnLst>
                                    <p:set>
                                      <p:cBhvr>
                                        <p:cTn id="67" dur="1" fill="hold">
                                          <p:stCondLst>
                                            <p:cond delay="0"/>
                                          </p:stCondLst>
                                        </p:cTn>
                                        <p:tgtEl>
                                          <p:spTgt spid="42"/>
                                        </p:tgtEl>
                                        <p:attrNameLst>
                                          <p:attrName>style.visibility</p:attrName>
                                        </p:attrNameLst>
                                      </p:cBhvr>
                                      <p:to>
                                        <p:strVal val="visible"/>
                                      </p:to>
                                    </p:set>
                                    <p:anim calcmode="lin" valueType="num">
                                      <p:cBhvr additive="base">
                                        <p:cTn id="68" dur="900" fill="hold"/>
                                        <p:tgtEl>
                                          <p:spTgt spid="42"/>
                                        </p:tgtEl>
                                        <p:attrNameLst>
                                          <p:attrName>ppt_w</p:attrName>
                                        </p:attrNameLst>
                                      </p:cBhvr>
                                      <p:tavLst>
                                        <p:tav tm="0">
                                          <p:val>
                                            <p:strVal val="0"/>
                                          </p:val>
                                        </p:tav>
                                        <p:tav tm="100000">
                                          <p:val>
                                            <p:strVal val="#ppt_w"/>
                                          </p:val>
                                        </p:tav>
                                      </p:tavLst>
                                    </p:anim>
                                    <p:anim calcmode="lin" valueType="num">
                                      <p:cBhvr additive="base">
                                        <p:cTn id="69" dur="900" fill="hold"/>
                                        <p:tgtEl>
                                          <p:spTgt spid="42"/>
                                        </p:tgtEl>
                                        <p:attrNameLst>
                                          <p:attrName>ppt_h</p:attrName>
                                        </p:attrNameLst>
                                      </p:cBhvr>
                                      <p:tavLst>
                                        <p:tav tm="0">
                                          <p:val>
                                            <p:strVal val="0"/>
                                          </p:val>
                                        </p:tav>
                                        <p:tav tm="100000">
                                          <p:val>
                                            <p:strVal val="#ppt_h"/>
                                          </p:val>
                                        </p:tav>
                                      </p:tavLst>
                                    </p:anim>
                                    <p:animEffect transition="in" filter="fade">
                                      <p:cBhvr>
                                        <p:cTn id="70" dur="900"/>
                                        <p:tgtEl>
                                          <p:spTgt spid="42"/>
                                        </p:tgtEl>
                                      </p:cBhvr>
                                    </p:animEffect>
                                  </p:childTnLst>
                                </p:cTn>
                              </p:par>
                              <p:par>
                                <p:cTn id="74" presetID="22" presetClass="entr" presetSubtype="8" fill="hold" grpId="0" nodeType="withEffect">
                                  <p:stCondLst>
                                    <p:cond delay="2100"/>
                                  </p:stCondLst>
                                  <p:childTnLst>
                                    <p:set>
                                      <p:cBhvr>
                                        <p:cTn id="72" dur="1" fill="hold">
                                          <p:stCondLst>
                                            <p:cond delay="0"/>
                                          </p:stCondLst>
                                        </p:cTn>
                                        <p:tgtEl>
                                          <p:spTgt spid="10"/>
                                        </p:tgtEl>
                                        <p:attrNameLst>
                                          <p:attrName>style.visibility</p:attrName>
                                        </p:attrNameLst>
                                      </p:cBhvr>
                                      <p:to>
                                        <p:strVal val="visible"/>
                                      </p:to>
                                    </p:set>
                                    <p:animEffect transition="in" filter="wipe(left)">
                                      <p:cBhvr>
                                        <p:cTn id="73" dur="300"/>
                                        <p:tgtEl>
                                          <p:spTgt spid="10"/>
                                        </p:tgtEl>
                                      </p:cBhvr>
                                    </p:animEffect>
                                  </p:childTnLst>
                                </p:cTn>
                              </p:par>
                              <p:par>
                                <p:cTn id="78" presetID="22" presetClass="entr" presetSubtype="1" fill="hold" grpId="0" nodeType="withEffect">
                                  <p:stCondLst>
                                    <p:cond delay="2700"/>
                                  </p:stCondLst>
                                  <p:childTnLst>
                                    <p:set>
                                      <p:cBhvr>
                                        <p:cTn id="75" dur="1" fill="hold">
                                          <p:stCondLst>
                                            <p:cond delay="0"/>
                                          </p:stCondLst>
                                        </p:cTn>
                                        <p:tgtEl>
                                          <p:spTgt spid="11"/>
                                        </p:tgtEl>
                                        <p:attrNameLst>
                                          <p:attrName>style.visibility</p:attrName>
                                        </p:attrNameLst>
                                      </p:cBhvr>
                                      <p:to>
                                        <p:strVal val="visible"/>
                                      </p:to>
                                    </p:set>
                                    <p:animEffect transition="in" filter="wipe(down)">
                                      <p:cBhvr>
                                        <p:cTn id="76" dur="450"/>
                                        <p:tgtEl>
                                          <p:spTgt spid="11"/>
                                        </p:tgtEl>
                                      </p:cBhvr>
                                    </p:animEffect>
                                    <p:animEffect transition="in" filter="fade">
                                      <p:cBhvr>
                                        <p:cTn id="77" dur="450"/>
                                        <p:tgtEl>
                                          <p:spTgt spid="11"/>
                                        </p:tgtEl>
                                      </p:cBhvr>
                                    </p:animEffect>
                                  </p:childTnLst>
                                </p:cTn>
                              </p:par>
                              <p:par>
                                <p:cTn id="83" presetID="53" presetClass="entr" presetSubtype="16" fill="hold" grpId="0" nodeType="withEffect">
                                  <p:stCondLst>
                                    <p:cond delay="2800"/>
                                  </p:stCondLst>
                                  <p:childTnLst>
                                    <p:set>
                                      <p:cBhvr>
                                        <p:cTn id="79" dur="1" fill="hold">
                                          <p:stCondLst>
                                            <p:cond delay="0"/>
                                          </p:stCondLst>
                                        </p:cTn>
                                        <p:tgtEl>
                                          <p:spTgt spid="14"/>
                                        </p:tgtEl>
                                        <p:attrNameLst>
                                          <p:attrName>style.visibility</p:attrName>
                                        </p:attrNameLst>
                                      </p:cBhvr>
                                      <p:to>
                                        <p:strVal val="visible"/>
                                      </p:to>
                                    </p:set>
                                    <p:anim calcmode="lin" valueType="num">
                                      <p:cBhvr additive="base">
                                        <p:cTn id="80" dur="350" fill="hold"/>
                                        <p:tgtEl>
                                          <p:spTgt spid="14"/>
                                        </p:tgtEl>
                                        <p:attrNameLst>
                                          <p:attrName>ppt_w</p:attrName>
                                        </p:attrNameLst>
                                      </p:cBhvr>
                                      <p:tavLst>
                                        <p:tav tm="0">
                                          <p:val>
                                            <p:strVal val="0"/>
                                          </p:val>
                                        </p:tav>
                                        <p:tav tm="100000">
                                          <p:val>
                                            <p:strVal val="#ppt_w"/>
                                          </p:val>
                                        </p:tav>
                                      </p:tavLst>
                                    </p:anim>
                                    <p:anim calcmode="lin" valueType="num">
                                      <p:cBhvr additive="base">
                                        <p:cTn id="81" dur="350" fill="hold"/>
                                        <p:tgtEl>
                                          <p:spTgt spid="14"/>
                                        </p:tgtEl>
                                        <p:attrNameLst>
                                          <p:attrName>ppt_h</p:attrName>
                                        </p:attrNameLst>
                                      </p:cBhvr>
                                      <p:tavLst>
                                        <p:tav tm="0">
                                          <p:val>
                                            <p:strVal val="0"/>
                                          </p:val>
                                        </p:tav>
                                        <p:tav tm="100000">
                                          <p:val>
                                            <p:strVal val="#ppt_h"/>
                                          </p:val>
                                        </p:tav>
                                      </p:tavLst>
                                    </p:anim>
                                    <p:animEffect transition="in" filter="fade">
                                      <p:cBhvr>
                                        <p:cTn id="82" dur="350"/>
                                        <p:tgtEl>
                                          <p:spTgt spid="14"/>
                                        </p:tgtEl>
                                      </p:cBhvr>
                                    </p:animEffect>
                                  </p:childTnLst>
                                </p:cTn>
                              </p:par>
                              <p:par>
                                <p:cTn id="87" presetID="22" presetClass="entr" presetSubtype="1" fill="hold" grpId="0" nodeType="withEffect">
                                  <p:stCondLst>
                                    <p:cond delay="2850"/>
                                  </p:stCondLst>
                                  <p:childTnLst>
                                    <p:set>
                                      <p:cBhvr>
                                        <p:cTn id="84" dur="1" fill="hold">
                                          <p:stCondLst>
                                            <p:cond delay="0"/>
                                          </p:stCondLst>
                                        </p:cTn>
                                        <p:tgtEl>
                                          <p:spTgt spid="12"/>
                                        </p:tgtEl>
                                        <p:attrNameLst>
                                          <p:attrName>style.visibility</p:attrName>
                                        </p:attrNameLst>
                                      </p:cBhvr>
                                      <p:to>
                                        <p:strVal val="visible"/>
                                      </p:to>
                                    </p:set>
                                    <p:animEffect transition="in" filter="wipe(down)">
                                      <p:cBhvr>
                                        <p:cTn id="85" dur="600"/>
                                        <p:tgtEl>
                                          <p:spTgt spid="12"/>
                                        </p:tgtEl>
                                      </p:cBhvr>
                                    </p:animEffect>
                                    <p:animEffect transition="in" filter="fade">
                                      <p:cBhvr>
                                        <p:cTn id="86" dur="600"/>
                                        <p:tgtEl>
                                          <p:spTgt spid="12"/>
                                        </p:tgtEl>
                                      </p:cBhvr>
                                    </p:animEffect>
                                  </p:childTnLst>
                                </p:cTn>
                              </p:par>
                              <p:par>
                                <p:cTn id="91" presetID="22" presetClass="entr" presetSubtype="1" fill="hold" grpId="0" nodeType="withEffect">
                                  <p:stCondLst>
                                    <p:cond delay="2900"/>
                                  </p:stCondLst>
                                  <p:childTnLst>
                                    <p:set>
                                      <p:cBhvr>
                                        <p:cTn id="88" dur="1" fill="hold">
                                          <p:stCondLst>
                                            <p:cond delay="0"/>
                                          </p:stCondLst>
                                        </p:cTn>
                                        <p:tgtEl>
                                          <p:spTgt spid="13"/>
                                        </p:tgtEl>
                                        <p:attrNameLst>
                                          <p:attrName>style.visibility</p:attrName>
                                        </p:attrNameLst>
                                      </p:cBhvr>
                                      <p:to>
                                        <p:strVal val="visible"/>
                                      </p:to>
                                    </p:set>
                                    <p:animEffect transition="in" filter="wipe(down)">
                                      <p:cBhvr>
                                        <p:cTn id="89" dur="450"/>
                                        <p:tgtEl>
                                          <p:spTgt spid="13"/>
                                        </p:tgtEl>
                                      </p:cBhvr>
                                    </p:animEffect>
                                    <p:animEffect transition="in" filter="fade">
                                      <p:cBhvr>
                                        <p:cTn id="90" dur="450"/>
                                        <p:tgtEl>
                                          <p:spTgt spid="13"/>
                                        </p:tgtEl>
                                      </p:cBhvr>
                                    </p:animEffect>
                                  </p:childTnLst>
                                </p:cTn>
                              </p:par>
                              <p:par>
                                <p:cTn id="93" presetID="0" presetClass="path" presetSubtype="0" fill="hold" grpId="1" nodeType="withEffect" autoRev="1" repeatCount="4000">
                                  <p:stCondLst>
                                    <p:cond delay="3480"/>
                                  </p:stCondLst>
                                  <p:childTnLst>
                                    <p:animMotion origin="layout" path="M 0 0 L 0.008 0 E" pathEditMode="relative" ptsTypes="AA">
                                      <p:cBhvr>
                                        <p:cTn id="92" dur="40" fill="hold"/>
                                        <p:tgtEl>
                                          <p:spTgt spid="12"/>
                                        </p:tgtEl>
                                        <p:attrNameLst>
                                          <p:attrName>ppt_x</p:attrName>
                                          <p:attrName>ppt_y</p:attrName>
                                        </p:attrNameLst>
                                      </p:cBhvr>
                                    </p:animMotion>
                                  </p:childTnLst>
                                </p:cTn>
                              </p:par>
                              <p:par>
                                <p:cTn id="96" presetID="22" presetClass="entr" presetSubtype="8" fill="hold" grpId="0" nodeType="withEffect">
                                  <p:stCondLst>
                                    <p:cond delay="3900"/>
                                  </p:stCondLst>
                                  <p:childTnLst>
                                    <p:set>
                                      <p:cBhvr>
                                        <p:cTn id="94" dur="1" fill="hold">
                                          <p:stCondLst>
                                            <p:cond delay="0"/>
                                          </p:stCondLst>
                                        </p:cTn>
                                        <p:tgtEl>
                                          <p:spTgt spid="15"/>
                                        </p:tgtEl>
                                        <p:attrNameLst>
                                          <p:attrName>style.visibility</p:attrName>
                                        </p:attrNameLst>
                                      </p:cBhvr>
                                      <p:to>
                                        <p:strVal val="visible"/>
                                      </p:to>
                                    </p:set>
                                    <p:animEffect transition="in" filter="wipe(left)">
                                      <p:cBhvr>
                                        <p:cTn id="95" dur="300"/>
                                        <p:tgtEl>
                                          <p:spTgt spid="15"/>
                                        </p:tgtEl>
                                      </p:cBhvr>
                                    </p:animEffect>
                                  </p:childTnLst>
                                </p:cTn>
                              </p:par>
                              <p:par>
                                <p:cTn id="100" presetID="22" presetClass="entr" presetSubtype="1" fill="hold" grpId="0" nodeType="withEffect">
                                  <p:stCondLst>
                                    <p:cond delay="4500"/>
                                  </p:stCondLst>
                                  <p:childTnLst>
                                    <p:set>
                                      <p:cBhvr>
                                        <p:cTn id="97" dur="1" fill="hold">
                                          <p:stCondLst>
                                            <p:cond delay="0"/>
                                          </p:stCondLst>
                                        </p:cTn>
                                        <p:tgtEl>
                                          <p:spTgt spid="16"/>
                                        </p:tgtEl>
                                        <p:attrNameLst>
                                          <p:attrName>style.visibility</p:attrName>
                                        </p:attrNameLst>
                                      </p:cBhvr>
                                      <p:to>
                                        <p:strVal val="visible"/>
                                      </p:to>
                                    </p:set>
                                    <p:animEffect transition="in" filter="wipe(down)">
                                      <p:cBhvr>
                                        <p:cTn id="98" dur="450"/>
                                        <p:tgtEl>
                                          <p:spTgt spid="16"/>
                                        </p:tgtEl>
                                      </p:cBhvr>
                                    </p:animEffect>
                                    <p:animEffect transition="in" filter="fade">
                                      <p:cBhvr>
                                        <p:cTn id="99" dur="450"/>
                                        <p:tgtEl>
                                          <p:spTgt spid="16"/>
                                        </p:tgtEl>
                                      </p:cBhvr>
                                    </p:animEffect>
                                  </p:childTnLst>
                                </p:cTn>
                              </p:par>
                              <p:par>
                                <p:cTn id="102" presetID="8" presetClass="emph" presetSubtype="0" fill="hold" grpId="1" nodeType="withEffect">
                                  <p:stCondLst>
                                    <p:cond delay="4500"/>
                                  </p:stCondLst>
                                  <p:childTnLst>
                                    <p:animRot by="9000000">
                                      <p:cBhvr>
                                        <p:cTn id="101" dur="1300" fill="hold"/>
                                        <p:tgtEl>
                                          <p:spTgt spid="37"/>
                                        </p:tgtEl>
                                        <p:attrNameLst>
                                          <p:attrName>r</p:attrName>
                                        </p:attrNameLst>
                                      </p:cBhvr>
                                    </p:animRot>
                                  </p:childTnLst>
                                </p:cTn>
                              </p:par>
                              <p:par>
                                <p:cTn id="107" presetID="53" presetClass="entr" presetSubtype="16" fill="hold" grpId="0" nodeType="withEffect">
                                  <p:stCondLst>
                                    <p:cond delay="4600"/>
                                  </p:stCondLst>
                                  <p:childTnLst>
                                    <p:set>
                                      <p:cBhvr>
                                        <p:cTn id="103" dur="1" fill="hold">
                                          <p:stCondLst>
                                            <p:cond delay="0"/>
                                          </p:stCondLst>
                                        </p:cTn>
                                        <p:tgtEl>
                                          <p:spTgt spid="19"/>
                                        </p:tgtEl>
                                        <p:attrNameLst>
                                          <p:attrName>style.visibility</p:attrName>
                                        </p:attrNameLst>
                                      </p:cBhvr>
                                      <p:to>
                                        <p:strVal val="visible"/>
                                      </p:to>
                                    </p:set>
                                    <p:anim calcmode="lin" valueType="num">
                                      <p:cBhvr additive="base">
                                        <p:cTn id="104" dur="350" fill="hold"/>
                                        <p:tgtEl>
                                          <p:spTgt spid="19"/>
                                        </p:tgtEl>
                                        <p:attrNameLst>
                                          <p:attrName>ppt_w</p:attrName>
                                        </p:attrNameLst>
                                      </p:cBhvr>
                                      <p:tavLst>
                                        <p:tav tm="0">
                                          <p:val>
                                            <p:strVal val="0"/>
                                          </p:val>
                                        </p:tav>
                                        <p:tav tm="100000">
                                          <p:val>
                                            <p:strVal val="#ppt_w"/>
                                          </p:val>
                                        </p:tav>
                                      </p:tavLst>
                                    </p:anim>
                                    <p:anim calcmode="lin" valueType="num">
                                      <p:cBhvr additive="base">
                                        <p:cTn id="105" dur="350" fill="hold"/>
                                        <p:tgtEl>
                                          <p:spTgt spid="19"/>
                                        </p:tgtEl>
                                        <p:attrNameLst>
                                          <p:attrName>ppt_h</p:attrName>
                                        </p:attrNameLst>
                                      </p:cBhvr>
                                      <p:tavLst>
                                        <p:tav tm="0">
                                          <p:val>
                                            <p:strVal val="0"/>
                                          </p:val>
                                        </p:tav>
                                        <p:tav tm="100000">
                                          <p:val>
                                            <p:strVal val="#ppt_h"/>
                                          </p:val>
                                        </p:tav>
                                      </p:tavLst>
                                    </p:anim>
                                    <p:animEffect transition="in" filter="fade">
                                      <p:cBhvr>
                                        <p:cTn id="106" dur="350"/>
                                        <p:tgtEl>
                                          <p:spTgt spid="19"/>
                                        </p:tgtEl>
                                      </p:cBhvr>
                                    </p:animEffect>
                                  </p:childTnLst>
                                </p:cTn>
                              </p:par>
                              <p:par>
                                <p:cTn id="111" presetID="22" presetClass="entr" presetSubtype="1" fill="hold" grpId="0" nodeType="withEffect">
                                  <p:stCondLst>
                                    <p:cond delay="4650"/>
                                  </p:stCondLst>
                                  <p:childTnLst>
                                    <p:set>
                                      <p:cBhvr>
                                        <p:cTn id="108" dur="1" fill="hold">
                                          <p:stCondLst>
                                            <p:cond delay="0"/>
                                          </p:stCondLst>
                                        </p:cTn>
                                        <p:tgtEl>
                                          <p:spTgt spid="17"/>
                                        </p:tgtEl>
                                        <p:attrNameLst>
                                          <p:attrName>style.visibility</p:attrName>
                                        </p:attrNameLst>
                                      </p:cBhvr>
                                      <p:to>
                                        <p:strVal val="visible"/>
                                      </p:to>
                                    </p:set>
                                    <p:animEffect transition="in" filter="wipe(down)">
                                      <p:cBhvr>
                                        <p:cTn id="109" dur="600"/>
                                        <p:tgtEl>
                                          <p:spTgt spid="17"/>
                                        </p:tgtEl>
                                      </p:cBhvr>
                                    </p:animEffect>
                                    <p:animEffect transition="in" filter="fade">
                                      <p:cBhvr>
                                        <p:cTn id="110" dur="600"/>
                                        <p:tgtEl>
                                          <p:spTgt spid="17"/>
                                        </p:tgtEl>
                                      </p:cBhvr>
                                    </p:animEffect>
                                  </p:childTnLst>
                                </p:cTn>
                              </p:par>
                              <p:par>
                                <p:cTn id="115" presetID="22" presetClass="entr" presetSubtype="1" fill="hold" grpId="0" nodeType="withEffect">
                                  <p:stCondLst>
                                    <p:cond delay="4700"/>
                                  </p:stCondLst>
                                  <p:childTnLst>
                                    <p:set>
                                      <p:cBhvr>
                                        <p:cTn id="112" dur="1" fill="hold">
                                          <p:stCondLst>
                                            <p:cond delay="0"/>
                                          </p:stCondLst>
                                        </p:cTn>
                                        <p:tgtEl>
                                          <p:spTgt spid="18"/>
                                        </p:tgtEl>
                                        <p:attrNameLst>
                                          <p:attrName>style.visibility</p:attrName>
                                        </p:attrNameLst>
                                      </p:cBhvr>
                                      <p:to>
                                        <p:strVal val="visible"/>
                                      </p:to>
                                    </p:set>
                                    <p:animEffect transition="in" filter="wipe(down)">
                                      <p:cBhvr>
                                        <p:cTn id="113" dur="450"/>
                                        <p:tgtEl>
                                          <p:spTgt spid="18"/>
                                        </p:tgtEl>
                                      </p:cBhvr>
                                    </p:animEffect>
                                    <p:animEffect transition="in" filter="fade">
                                      <p:cBhvr>
                                        <p:cTn id="114" dur="450"/>
                                        <p:tgtEl>
                                          <p:spTgt spid="18"/>
                                        </p:tgtEl>
                                      </p:cBhvr>
                                    </p:animEffect>
                                  </p:childTnLst>
                                </p:cTn>
                              </p:par>
                              <p:par>
                                <p:cTn id="117" presetID="6" presetClass="emph" presetSubtype="0" fill="hold" grpId="1" nodeType="withEffect" autoRev="1" repeatCount="indefinite">
                                  <p:stCondLst>
                                    <p:cond delay="5200"/>
                                  </p:stCondLst>
                                  <p:childTnLst>
                                    <p:animScale>
                                      <p:cBhvr>
                                        <p:cTn id="116" dur="500" fill="hold"/>
                                        <p:tgtEl>
                                          <p:spTgt spid="17"/>
                                        </p:tgtEl>
                                      </p:cBhvr>
                                      <p:by x="103000" y="103000"/>
                                    </p:animScale>
                                  </p:childTnLst>
                                </p:cTn>
                              </p:par>
                              <p:par>
                                <p:cTn id="119" presetID="0" presetClass="path" presetSubtype="0" fill="hold" grpId="2" nodeType="withEffect" autoRev="1" repeatCount="4000">
                                  <p:stCondLst>
                                    <p:cond delay="5280"/>
                                  </p:stCondLst>
                                  <p:childTnLst>
                                    <p:animMotion origin="layout" path="M 0 0 L 0.008 0 E" pathEditMode="relative" ptsTypes="AA">
                                      <p:cBhvr>
                                        <p:cTn id="118" dur="40" fill="hold"/>
                                        <p:tgtEl>
                                          <p:spTgt spid="17"/>
                                        </p:tgtEl>
                                        <p:attrNameLst>
                                          <p:attrName>ppt_x</p:attrName>
                                          <p:attrName>ppt_y</p:attrName>
                                        </p:attrNameLst>
                                      </p:cBhvr>
                                    </p:animMotion>
                                  </p:childTnLst>
                                </p:cTn>
                              </p:par>
                              <p:par>
                                <p:cTn id="124" presetID="53" presetClass="entr" presetSubtype="32" fill="hold" grpId="0" nodeType="withEffect">
                                  <p:stCondLst>
                                    <p:cond delay="5600"/>
                                  </p:stCondLst>
                                  <p:childTnLst>
                                    <p:set>
                                      <p:cBhvr>
                                        <p:cTn id="120" dur="1" fill="hold">
                                          <p:stCondLst>
                                            <p:cond delay="0"/>
                                          </p:stCondLst>
                                        </p:cTn>
                                        <p:tgtEl>
                                          <p:spTgt spid="38"/>
                                        </p:tgtEl>
                                        <p:attrNameLst>
                                          <p:attrName>style.visibility</p:attrName>
                                        </p:attrNameLst>
                                      </p:cBhvr>
                                      <p:to>
                                        <p:strVal val="visible"/>
                                      </p:to>
                                    </p:set>
                                    <p:anim calcmode="lin" valueType="num">
                                      <p:cBhvr additive="base">
                                        <p:cTn id="121" dur="450" fill="hold"/>
                                        <p:tgtEl>
                                          <p:spTgt spid="38"/>
                                        </p:tgtEl>
                                        <p:attrNameLst>
                                          <p:attrName>ppt_w</p:attrName>
                                        </p:attrNameLst>
                                      </p:cBhvr>
                                      <p:tavLst>
                                        <p:tav tm="0">
                                          <p:val>
                                            <p:strVal val="#ppt_w*2.4"/>
                                          </p:val>
                                        </p:tav>
                                        <p:tav tm="100000">
                                          <p:val>
                                            <p:strVal val="#ppt_w"/>
                                          </p:val>
                                        </p:tav>
                                      </p:tavLst>
                                    </p:anim>
                                    <p:anim calcmode="lin" valueType="num">
                                      <p:cBhvr additive="base">
                                        <p:cTn id="122" dur="450" fill="hold"/>
                                        <p:tgtEl>
                                          <p:spTgt spid="38"/>
                                        </p:tgtEl>
                                        <p:attrNameLst>
                                          <p:attrName>ppt_h</p:attrName>
                                        </p:attrNameLst>
                                      </p:cBhvr>
                                      <p:tavLst>
                                        <p:tav tm="0">
                                          <p:val>
                                            <p:strVal val="#ppt_h*2.4"/>
                                          </p:val>
                                        </p:tav>
                                        <p:tav tm="100000">
                                          <p:val>
                                            <p:strVal val="#ppt_h"/>
                                          </p:val>
                                        </p:tav>
                                      </p:tavLst>
                                    </p:anim>
                                    <p:animEffect transition="in" filter="fade">
                                      <p:cBhvr>
                                        <p:cTn id="123" dur="450"/>
                                        <p:tgtEl>
                                          <p:spTgt spid="38"/>
                                        </p:tgtEl>
                                      </p:cBhvr>
                                    </p:animEffect>
                                  </p:childTnLst>
                                </p:cTn>
                              </p:par>
                              <p:par>
                                <p:cTn id="126" presetID="0" presetClass="path" presetSubtype="0" fill="hold" grpId="2" nodeType="withEffect" autoRev="1" repeatCount="6000">
                                  <p:stCondLst>
                                    <p:cond delay="5850"/>
                                  </p:stCondLst>
                                  <p:childTnLst>
                                    <p:animMotion origin="layout" path="M 0 0 L 0.008 0 E" pathEditMode="relative" ptsTypes="AA">
                                      <p:cBhvr>
                                        <p:cTn id="125" dur="40" fill="hold"/>
                                        <p:tgtEl>
                                          <p:spTgt spid="37"/>
                                        </p:tgtEl>
                                        <p:attrNameLst>
                                          <p:attrName>ppt_x</p:attrName>
                                          <p:attrName>ppt_y</p:attrName>
                                        </p:attrNameLst>
                                      </p:cBhvr>
                                    </p:animMotion>
                                  </p:childTnLst>
                                </p:cTn>
                              </p:par>
                              <p:par>
                                <p:cTn id="128" presetID="6" presetClass="emph" presetSubtype="0" fill="hold" grpId="1" nodeType="withEffect" autoRev="1" repeatCount="indefinite">
                                  <p:stCondLst>
                                    <p:cond delay="6000"/>
                                  </p:stCondLst>
                                  <p:childTnLst>
                                    <p:animScale>
                                      <p:cBhvr>
                                        <p:cTn id="127" dur="700" fill="hold"/>
                                        <p:tgtEl>
                                          <p:spTgt spid="42"/>
                                        </p:tgtEl>
                                      </p:cBhvr>
                                      <p:by x="104000" y="104000"/>
                                    </p:animScale>
                                  </p:childTnLst>
                                </p:cTn>
                              </p:par>
                              <p:par>
                                <p:cTn id="132" presetID="22" presetClass="entr" presetSubtype="1" fill="hold" grpId="0" nodeType="withEffect">
                                  <p:stCondLst>
                                    <p:cond delay="7300"/>
                                  </p:stCondLst>
                                  <p:childTnLst>
                                    <p:set>
                                      <p:cBhvr>
                                        <p:cTn id="129" dur="1" fill="hold">
                                          <p:stCondLst>
                                            <p:cond delay="0"/>
                                          </p:stCondLst>
                                        </p:cTn>
                                        <p:tgtEl>
                                          <p:spTgt spid="20"/>
                                        </p:tgtEl>
                                        <p:attrNameLst>
                                          <p:attrName>style.visibility</p:attrName>
                                        </p:attrNameLst>
                                      </p:cBhvr>
                                      <p:to>
                                        <p:strVal val="visible"/>
                                      </p:to>
                                    </p:set>
                                    <p:animEffect transition="in" filter="wipe(down)">
                                      <p:cBhvr>
                                        <p:cTn id="130" dur="450"/>
                                        <p:tgtEl>
                                          <p:spTgt spid="20"/>
                                        </p:tgtEl>
                                      </p:cBhvr>
                                    </p:animEffect>
                                    <p:animEffect transition="in" filter="fade">
                                      <p:cBhvr>
                                        <p:cTn id="131" dur="450"/>
                                        <p:tgtEl>
                                          <p:spTgt spid="20"/>
                                        </p:tgtEl>
                                      </p:cBhvr>
                                    </p:animEffect>
                                  </p:childTnLst>
                                </p:cTn>
                              </p:par>
                              <p:par>
                                <p:cTn id="136" presetID="22" presetClass="entr" presetSubtype="1" fill="hold" grpId="0" nodeType="withEffect">
                                  <p:stCondLst>
                                    <p:cond delay="7600"/>
                                  </p:stCondLst>
                                  <p:childTnLst>
                                    <p:set>
                                      <p:cBhvr>
                                        <p:cTn id="133" dur="1" fill="hold">
                                          <p:stCondLst>
                                            <p:cond delay="0"/>
                                          </p:stCondLst>
                                        </p:cTn>
                                        <p:tgtEl>
                                          <p:spTgt spid="21"/>
                                        </p:tgtEl>
                                        <p:attrNameLst>
                                          <p:attrName>style.visibility</p:attrName>
                                        </p:attrNameLst>
                                      </p:cBhvr>
                                      <p:to>
                                        <p:strVal val="visible"/>
                                      </p:to>
                                    </p:set>
                                    <p:animEffect transition="in" filter="wipe(down)">
                                      <p:cBhvr>
                                        <p:cTn id="134" dur="450"/>
                                        <p:tgtEl>
                                          <p:spTgt spid="21"/>
                                        </p:tgtEl>
                                      </p:cBhvr>
                                    </p:animEffect>
                                    <p:animEffect transition="in" filter="fade">
                                      <p:cBhvr>
                                        <p:cTn id="135" dur="450"/>
                                        <p:tgtEl>
                                          <p:spTgt spid="21"/>
                                        </p:tgtEl>
                                      </p:cBhvr>
                                    </p:animEffect>
                                  </p:childTnLst>
                                </p:cTn>
                              </p:par>
                              <p:par>
                                <p:cTn id="141" presetID="53" presetClass="entr" presetSubtype="16" fill="hold" grpId="0" nodeType="withEffect">
                                  <p:stCondLst>
                                    <p:cond delay="7700"/>
                                  </p:stCondLst>
                                  <p:childTnLst>
                                    <p:set>
                                      <p:cBhvr>
                                        <p:cTn id="137" dur="1" fill="hold">
                                          <p:stCondLst>
                                            <p:cond delay="0"/>
                                          </p:stCondLst>
                                        </p:cTn>
                                        <p:tgtEl>
                                          <p:spTgt spid="24"/>
                                        </p:tgtEl>
                                        <p:attrNameLst>
                                          <p:attrName>style.visibility</p:attrName>
                                        </p:attrNameLst>
                                      </p:cBhvr>
                                      <p:to>
                                        <p:strVal val="visible"/>
                                      </p:to>
                                    </p:set>
                                    <p:anim calcmode="lin" valueType="num">
                                      <p:cBhvr additive="base">
                                        <p:cTn id="138" dur="350" fill="hold"/>
                                        <p:tgtEl>
                                          <p:spTgt spid="24"/>
                                        </p:tgtEl>
                                        <p:attrNameLst>
                                          <p:attrName>ppt_w</p:attrName>
                                        </p:attrNameLst>
                                      </p:cBhvr>
                                      <p:tavLst>
                                        <p:tav tm="0">
                                          <p:val>
                                            <p:strVal val="0"/>
                                          </p:val>
                                        </p:tav>
                                        <p:tav tm="100000">
                                          <p:val>
                                            <p:strVal val="#ppt_w"/>
                                          </p:val>
                                        </p:tav>
                                      </p:tavLst>
                                    </p:anim>
                                    <p:anim calcmode="lin" valueType="num">
                                      <p:cBhvr additive="base">
                                        <p:cTn id="139" dur="350" fill="hold"/>
                                        <p:tgtEl>
                                          <p:spTgt spid="24"/>
                                        </p:tgtEl>
                                        <p:attrNameLst>
                                          <p:attrName>ppt_h</p:attrName>
                                        </p:attrNameLst>
                                      </p:cBhvr>
                                      <p:tavLst>
                                        <p:tav tm="0">
                                          <p:val>
                                            <p:strVal val="0"/>
                                          </p:val>
                                        </p:tav>
                                        <p:tav tm="100000">
                                          <p:val>
                                            <p:strVal val="#ppt_h"/>
                                          </p:val>
                                        </p:tav>
                                      </p:tavLst>
                                    </p:anim>
                                    <p:animEffect transition="in" filter="fade">
                                      <p:cBhvr>
                                        <p:cTn id="140" dur="350"/>
                                        <p:tgtEl>
                                          <p:spTgt spid="24"/>
                                        </p:tgtEl>
                                      </p:cBhvr>
                                    </p:animEffect>
                                  </p:childTnLst>
                                </p:cTn>
                              </p:par>
                              <p:par>
                                <p:cTn id="145" presetID="22" presetClass="entr" presetSubtype="1" fill="hold" grpId="0" nodeType="withEffect">
                                  <p:stCondLst>
                                    <p:cond delay="7750"/>
                                  </p:stCondLst>
                                  <p:childTnLst>
                                    <p:set>
                                      <p:cBhvr>
                                        <p:cTn id="142" dur="1" fill="hold">
                                          <p:stCondLst>
                                            <p:cond delay="0"/>
                                          </p:stCondLst>
                                        </p:cTn>
                                        <p:tgtEl>
                                          <p:spTgt spid="22"/>
                                        </p:tgtEl>
                                        <p:attrNameLst>
                                          <p:attrName>style.visibility</p:attrName>
                                        </p:attrNameLst>
                                      </p:cBhvr>
                                      <p:to>
                                        <p:strVal val="visible"/>
                                      </p:to>
                                    </p:set>
                                    <p:animEffect transition="in" filter="wipe(down)">
                                      <p:cBhvr>
                                        <p:cTn id="143" dur="600"/>
                                        <p:tgtEl>
                                          <p:spTgt spid="22"/>
                                        </p:tgtEl>
                                      </p:cBhvr>
                                    </p:animEffect>
                                    <p:animEffect transition="in" filter="fade">
                                      <p:cBhvr>
                                        <p:cTn id="144" dur="600"/>
                                        <p:tgtEl>
                                          <p:spTgt spid="22"/>
                                        </p:tgtEl>
                                      </p:cBhvr>
                                    </p:animEffect>
                                  </p:childTnLst>
                                </p:cTn>
                              </p:par>
                              <p:par>
                                <p:cTn id="149" presetID="22" presetClass="entr" presetSubtype="1" fill="hold" grpId="0" nodeType="withEffect">
                                  <p:stCondLst>
                                    <p:cond delay="7800"/>
                                  </p:stCondLst>
                                  <p:childTnLst>
                                    <p:set>
                                      <p:cBhvr>
                                        <p:cTn id="146" dur="1" fill="hold">
                                          <p:stCondLst>
                                            <p:cond delay="0"/>
                                          </p:stCondLst>
                                        </p:cTn>
                                        <p:tgtEl>
                                          <p:spTgt spid="23"/>
                                        </p:tgtEl>
                                        <p:attrNameLst>
                                          <p:attrName>style.visibility</p:attrName>
                                        </p:attrNameLst>
                                      </p:cBhvr>
                                      <p:to>
                                        <p:strVal val="visible"/>
                                      </p:to>
                                    </p:set>
                                    <p:animEffect transition="in" filter="wipe(down)">
                                      <p:cBhvr>
                                        <p:cTn id="147" dur="450"/>
                                        <p:tgtEl>
                                          <p:spTgt spid="23"/>
                                        </p:tgtEl>
                                      </p:cBhvr>
                                    </p:animEffect>
                                    <p:animEffect transition="in" filter="fade">
                                      <p:cBhvr>
                                        <p:cTn id="148" dur="450"/>
                                        <p:tgtEl>
                                          <p:spTgt spid="23"/>
                                        </p:tgtEl>
                                      </p:cBhvr>
                                    </p:animEffect>
                                  </p:childTnLst>
                                </p:cTn>
                              </p:par>
                              <p:par>
                                <p:cTn id="151" presetID="0" presetClass="path" presetSubtype="0" fill="hold" grpId="1" nodeType="withEffect" autoRev="1" repeatCount="4000">
                                  <p:stCondLst>
                                    <p:cond delay="8380"/>
                                  </p:stCondLst>
                                  <p:childTnLst>
                                    <p:animMotion origin="layout" path="M 0 0 L 0.008 0 E" pathEditMode="relative" ptsTypes="AA">
                                      <p:cBhvr>
                                        <p:cTn id="150" dur="40" fill="hold"/>
                                        <p:tgtEl>
                                          <p:spTgt spid="22"/>
                                        </p:tgtEl>
                                        <p:attrNameLst>
                                          <p:attrName>ppt_x</p:attrName>
                                          <p:attrName>ppt_y</p:attrName>
                                        </p:attrNameLst>
                                      </p:cBhvr>
                                    </p:animMotion>
                                  </p:childTnLst>
                                </p:cTn>
                              </p:par>
                              <p:par>
                                <p:cTn id="154" presetID="22" presetClass="entr" presetSubtype="8" fill="hold" grpId="0" nodeType="withEffect">
                                  <p:stCondLst>
                                    <p:cond delay="8800"/>
                                  </p:stCondLst>
                                  <p:childTnLst>
                                    <p:set>
                                      <p:cBhvr>
                                        <p:cTn id="152" dur="1" fill="hold">
                                          <p:stCondLst>
                                            <p:cond delay="0"/>
                                          </p:stCondLst>
                                        </p:cTn>
                                        <p:tgtEl>
                                          <p:spTgt spid="25"/>
                                        </p:tgtEl>
                                        <p:attrNameLst>
                                          <p:attrName>style.visibility</p:attrName>
                                        </p:attrNameLst>
                                      </p:cBhvr>
                                      <p:to>
                                        <p:strVal val="visible"/>
                                      </p:to>
                                    </p:set>
                                    <p:animEffect transition="in" filter="wipe(left)">
                                      <p:cBhvr>
                                        <p:cTn id="153" dur="300"/>
                                        <p:tgtEl>
                                          <p:spTgt spid="25"/>
                                        </p:tgtEl>
                                      </p:cBhvr>
                                    </p:animEffect>
                                  </p:childTnLst>
                                </p:cTn>
                              </p:par>
                              <p:par>
                                <p:cTn id="158" presetID="22" presetClass="entr" presetSubtype="1" fill="hold" grpId="0" nodeType="withEffect">
                                  <p:stCondLst>
                                    <p:cond delay="9400"/>
                                  </p:stCondLst>
                                  <p:childTnLst>
                                    <p:set>
                                      <p:cBhvr>
                                        <p:cTn id="155" dur="1" fill="hold">
                                          <p:stCondLst>
                                            <p:cond delay="0"/>
                                          </p:stCondLst>
                                        </p:cTn>
                                        <p:tgtEl>
                                          <p:spTgt spid="26"/>
                                        </p:tgtEl>
                                        <p:attrNameLst>
                                          <p:attrName>style.visibility</p:attrName>
                                        </p:attrNameLst>
                                      </p:cBhvr>
                                      <p:to>
                                        <p:strVal val="visible"/>
                                      </p:to>
                                    </p:set>
                                    <p:animEffect transition="in" filter="wipe(down)">
                                      <p:cBhvr>
                                        <p:cTn id="156" dur="450"/>
                                        <p:tgtEl>
                                          <p:spTgt spid="26"/>
                                        </p:tgtEl>
                                      </p:cBhvr>
                                    </p:animEffect>
                                    <p:animEffect transition="in" filter="fade">
                                      <p:cBhvr>
                                        <p:cTn id="157" dur="450"/>
                                        <p:tgtEl>
                                          <p:spTgt spid="26"/>
                                        </p:tgtEl>
                                      </p:cBhvr>
                                    </p:animEffect>
                                  </p:childTnLst>
                                </p:cTn>
                              </p:par>
                              <p:par>
                                <p:cTn id="163" presetID="53" presetClass="entr" presetSubtype="16" fill="hold" grpId="0" nodeType="withEffect">
                                  <p:stCondLst>
                                    <p:cond delay="9500"/>
                                  </p:stCondLst>
                                  <p:childTnLst>
                                    <p:set>
                                      <p:cBhvr>
                                        <p:cTn id="159" dur="1" fill="hold">
                                          <p:stCondLst>
                                            <p:cond delay="0"/>
                                          </p:stCondLst>
                                        </p:cTn>
                                        <p:tgtEl>
                                          <p:spTgt spid="29"/>
                                        </p:tgtEl>
                                        <p:attrNameLst>
                                          <p:attrName>style.visibility</p:attrName>
                                        </p:attrNameLst>
                                      </p:cBhvr>
                                      <p:to>
                                        <p:strVal val="visible"/>
                                      </p:to>
                                    </p:set>
                                    <p:anim calcmode="lin" valueType="num">
                                      <p:cBhvr additive="base">
                                        <p:cTn id="160" dur="350" fill="hold"/>
                                        <p:tgtEl>
                                          <p:spTgt spid="29"/>
                                        </p:tgtEl>
                                        <p:attrNameLst>
                                          <p:attrName>ppt_w</p:attrName>
                                        </p:attrNameLst>
                                      </p:cBhvr>
                                      <p:tavLst>
                                        <p:tav tm="0">
                                          <p:val>
                                            <p:strVal val="0"/>
                                          </p:val>
                                        </p:tav>
                                        <p:tav tm="100000">
                                          <p:val>
                                            <p:strVal val="#ppt_w"/>
                                          </p:val>
                                        </p:tav>
                                      </p:tavLst>
                                    </p:anim>
                                    <p:anim calcmode="lin" valueType="num">
                                      <p:cBhvr additive="base">
                                        <p:cTn id="161" dur="350" fill="hold"/>
                                        <p:tgtEl>
                                          <p:spTgt spid="29"/>
                                        </p:tgtEl>
                                        <p:attrNameLst>
                                          <p:attrName>ppt_h</p:attrName>
                                        </p:attrNameLst>
                                      </p:cBhvr>
                                      <p:tavLst>
                                        <p:tav tm="0">
                                          <p:val>
                                            <p:strVal val="0"/>
                                          </p:val>
                                        </p:tav>
                                        <p:tav tm="100000">
                                          <p:val>
                                            <p:strVal val="#ppt_h"/>
                                          </p:val>
                                        </p:tav>
                                      </p:tavLst>
                                    </p:anim>
                                    <p:animEffect transition="in" filter="fade">
                                      <p:cBhvr>
                                        <p:cTn id="162" dur="350"/>
                                        <p:tgtEl>
                                          <p:spTgt spid="29"/>
                                        </p:tgtEl>
                                      </p:cBhvr>
                                    </p:animEffect>
                                  </p:childTnLst>
                                </p:cTn>
                              </p:par>
                              <p:par>
                                <p:cTn id="167" presetID="22" presetClass="entr" presetSubtype="1" fill="hold" grpId="0" nodeType="withEffect">
                                  <p:stCondLst>
                                    <p:cond delay="9550"/>
                                  </p:stCondLst>
                                  <p:childTnLst>
                                    <p:set>
                                      <p:cBhvr>
                                        <p:cTn id="164" dur="1" fill="hold">
                                          <p:stCondLst>
                                            <p:cond delay="0"/>
                                          </p:stCondLst>
                                        </p:cTn>
                                        <p:tgtEl>
                                          <p:spTgt spid="27"/>
                                        </p:tgtEl>
                                        <p:attrNameLst>
                                          <p:attrName>style.visibility</p:attrName>
                                        </p:attrNameLst>
                                      </p:cBhvr>
                                      <p:to>
                                        <p:strVal val="visible"/>
                                      </p:to>
                                    </p:set>
                                    <p:animEffect transition="in" filter="wipe(down)">
                                      <p:cBhvr>
                                        <p:cTn id="165" dur="600"/>
                                        <p:tgtEl>
                                          <p:spTgt spid="27"/>
                                        </p:tgtEl>
                                      </p:cBhvr>
                                    </p:animEffect>
                                    <p:animEffect transition="in" filter="fade">
                                      <p:cBhvr>
                                        <p:cTn id="166" dur="600"/>
                                        <p:tgtEl>
                                          <p:spTgt spid="27"/>
                                        </p:tgtEl>
                                      </p:cBhvr>
                                    </p:animEffect>
                                  </p:childTnLst>
                                </p:cTn>
                              </p:par>
                              <p:par>
                                <p:cTn id="171" presetID="22" presetClass="entr" presetSubtype="1" fill="hold" grpId="0" nodeType="withEffect">
                                  <p:stCondLst>
                                    <p:cond delay="9600"/>
                                  </p:stCondLst>
                                  <p:childTnLst>
                                    <p:set>
                                      <p:cBhvr>
                                        <p:cTn id="168" dur="1" fill="hold">
                                          <p:stCondLst>
                                            <p:cond delay="0"/>
                                          </p:stCondLst>
                                        </p:cTn>
                                        <p:tgtEl>
                                          <p:spTgt spid="28"/>
                                        </p:tgtEl>
                                        <p:attrNameLst>
                                          <p:attrName>style.visibility</p:attrName>
                                        </p:attrNameLst>
                                      </p:cBhvr>
                                      <p:to>
                                        <p:strVal val="visible"/>
                                      </p:to>
                                    </p:set>
                                    <p:animEffect transition="in" filter="wipe(down)">
                                      <p:cBhvr>
                                        <p:cTn id="169" dur="450"/>
                                        <p:tgtEl>
                                          <p:spTgt spid="28"/>
                                        </p:tgtEl>
                                      </p:cBhvr>
                                    </p:animEffect>
                                    <p:animEffect transition="in" filter="fade">
                                      <p:cBhvr>
                                        <p:cTn id="170" dur="450"/>
                                        <p:tgtEl>
                                          <p:spTgt spid="28"/>
                                        </p:tgtEl>
                                      </p:cBhvr>
                                    </p:animEffect>
                                  </p:childTnLst>
                                </p:cTn>
                              </p:par>
                              <p:par>
                                <p:cTn id="173" presetID="0" presetClass="path" presetSubtype="0" fill="hold" grpId="1" nodeType="withEffect" autoRev="1" repeatCount="4000">
                                  <p:stCondLst>
                                    <p:cond delay="10180"/>
                                  </p:stCondLst>
                                  <p:childTnLst>
                                    <p:animMotion origin="layout" path="M 0 0 L 0.008 0 E" pathEditMode="relative" ptsTypes="AA">
                                      <p:cBhvr>
                                        <p:cTn id="172" dur="40" fill="hold"/>
                                        <p:tgtEl>
                                          <p:spTgt spid="27"/>
                                        </p:tgtEl>
                                        <p:attrNameLst>
                                          <p:attrName>ppt_x</p:attrName>
                                          <p:attrName>ppt_y</p:attrName>
                                        </p:attrNameLst>
                                      </p:cBhvr>
                                    </p:animMotion>
                                  </p:childTnLst>
                                </p:cTn>
                              </p:par>
                              <p:par>
                                <p:cTn id="176" presetID="22" presetClass="entr" presetSubtype="8" fill="hold" grpId="0" nodeType="withEffect">
                                  <p:stCondLst>
                                    <p:cond delay="10600"/>
                                  </p:stCondLst>
                                  <p:childTnLst>
                                    <p:set>
                                      <p:cBhvr>
                                        <p:cTn id="174" dur="1" fill="hold">
                                          <p:stCondLst>
                                            <p:cond delay="0"/>
                                          </p:stCondLst>
                                        </p:cTn>
                                        <p:tgtEl>
                                          <p:spTgt spid="30"/>
                                        </p:tgtEl>
                                        <p:attrNameLst>
                                          <p:attrName>style.visibility</p:attrName>
                                        </p:attrNameLst>
                                      </p:cBhvr>
                                      <p:to>
                                        <p:strVal val="visible"/>
                                      </p:to>
                                    </p:set>
                                    <p:animEffect transition="in" filter="wipe(left)">
                                      <p:cBhvr>
                                        <p:cTn id="175" dur="300"/>
                                        <p:tgtEl>
                                          <p:spTgt spid="30"/>
                                        </p:tgtEl>
                                      </p:cBhvr>
                                    </p:animEffect>
                                  </p:childTnLst>
                                </p:cTn>
                              </p:par>
                              <p:par>
                                <p:cTn id="180" presetID="22" presetClass="entr" presetSubtype="1" fill="hold" grpId="0" nodeType="withEffect">
                                  <p:stCondLst>
                                    <p:cond delay="11200"/>
                                  </p:stCondLst>
                                  <p:childTnLst>
                                    <p:set>
                                      <p:cBhvr>
                                        <p:cTn id="177" dur="1" fill="hold">
                                          <p:stCondLst>
                                            <p:cond delay="0"/>
                                          </p:stCondLst>
                                        </p:cTn>
                                        <p:tgtEl>
                                          <p:spTgt spid="31"/>
                                        </p:tgtEl>
                                        <p:attrNameLst>
                                          <p:attrName>style.visibility</p:attrName>
                                        </p:attrNameLst>
                                      </p:cBhvr>
                                      <p:to>
                                        <p:strVal val="visible"/>
                                      </p:to>
                                    </p:set>
                                    <p:animEffect transition="in" filter="wipe(down)">
                                      <p:cBhvr>
                                        <p:cTn id="178" dur="450"/>
                                        <p:tgtEl>
                                          <p:spTgt spid="31"/>
                                        </p:tgtEl>
                                      </p:cBhvr>
                                    </p:animEffect>
                                    <p:animEffect transition="in" filter="fade">
                                      <p:cBhvr>
                                        <p:cTn id="179" dur="450"/>
                                        <p:tgtEl>
                                          <p:spTgt spid="31"/>
                                        </p:tgtEl>
                                      </p:cBhvr>
                                    </p:animEffect>
                                  </p:childTnLst>
                                </p:cTn>
                              </p:par>
                              <p:par>
                                <p:cTn id="185" presetID="53" presetClass="entr" presetSubtype="16" fill="hold" grpId="0" nodeType="withEffect">
                                  <p:stCondLst>
                                    <p:cond delay="11300"/>
                                  </p:stCondLst>
                                  <p:childTnLst>
                                    <p:set>
                                      <p:cBhvr>
                                        <p:cTn id="181" dur="1" fill="hold">
                                          <p:stCondLst>
                                            <p:cond delay="0"/>
                                          </p:stCondLst>
                                        </p:cTn>
                                        <p:tgtEl>
                                          <p:spTgt spid="34"/>
                                        </p:tgtEl>
                                        <p:attrNameLst>
                                          <p:attrName>style.visibility</p:attrName>
                                        </p:attrNameLst>
                                      </p:cBhvr>
                                      <p:to>
                                        <p:strVal val="visible"/>
                                      </p:to>
                                    </p:set>
                                    <p:anim calcmode="lin" valueType="num">
                                      <p:cBhvr additive="base">
                                        <p:cTn id="182" dur="350" fill="hold"/>
                                        <p:tgtEl>
                                          <p:spTgt spid="34"/>
                                        </p:tgtEl>
                                        <p:attrNameLst>
                                          <p:attrName>ppt_w</p:attrName>
                                        </p:attrNameLst>
                                      </p:cBhvr>
                                      <p:tavLst>
                                        <p:tav tm="0">
                                          <p:val>
                                            <p:strVal val="0"/>
                                          </p:val>
                                        </p:tav>
                                        <p:tav tm="100000">
                                          <p:val>
                                            <p:strVal val="#ppt_w"/>
                                          </p:val>
                                        </p:tav>
                                      </p:tavLst>
                                    </p:anim>
                                    <p:anim calcmode="lin" valueType="num">
                                      <p:cBhvr additive="base">
                                        <p:cTn id="183" dur="350" fill="hold"/>
                                        <p:tgtEl>
                                          <p:spTgt spid="34"/>
                                        </p:tgtEl>
                                        <p:attrNameLst>
                                          <p:attrName>ppt_h</p:attrName>
                                        </p:attrNameLst>
                                      </p:cBhvr>
                                      <p:tavLst>
                                        <p:tav tm="0">
                                          <p:val>
                                            <p:strVal val="0"/>
                                          </p:val>
                                        </p:tav>
                                        <p:tav tm="100000">
                                          <p:val>
                                            <p:strVal val="#ppt_h"/>
                                          </p:val>
                                        </p:tav>
                                      </p:tavLst>
                                    </p:anim>
                                    <p:animEffect transition="in" filter="fade">
                                      <p:cBhvr>
                                        <p:cTn id="184" dur="350"/>
                                        <p:tgtEl>
                                          <p:spTgt spid="34"/>
                                        </p:tgtEl>
                                      </p:cBhvr>
                                    </p:animEffect>
                                  </p:childTnLst>
                                </p:cTn>
                              </p:par>
                              <p:par>
                                <p:cTn id="189" presetID="22" presetClass="entr" presetSubtype="1" fill="hold" grpId="0" nodeType="withEffect">
                                  <p:stCondLst>
                                    <p:cond delay="11350"/>
                                  </p:stCondLst>
                                  <p:childTnLst>
                                    <p:set>
                                      <p:cBhvr>
                                        <p:cTn id="186" dur="1" fill="hold">
                                          <p:stCondLst>
                                            <p:cond delay="0"/>
                                          </p:stCondLst>
                                        </p:cTn>
                                        <p:tgtEl>
                                          <p:spTgt spid="32"/>
                                        </p:tgtEl>
                                        <p:attrNameLst>
                                          <p:attrName>style.visibility</p:attrName>
                                        </p:attrNameLst>
                                      </p:cBhvr>
                                      <p:to>
                                        <p:strVal val="visible"/>
                                      </p:to>
                                    </p:set>
                                    <p:animEffect transition="in" filter="wipe(down)">
                                      <p:cBhvr>
                                        <p:cTn id="187" dur="600"/>
                                        <p:tgtEl>
                                          <p:spTgt spid="32"/>
                                        </p:tgtEl>
                                      </p:cBhvr>
                                    </p:animEffect>
                                    <p:animEffect transition="in" filter="fade">
                                      <p:cBhvr>
                                        <p:cTn id="188" dur="600"/>
                                        <p:tgtEl>
                                          <p:spTgt spid="32"/>
                                        </p:tgtEl>
                                      </p:cBhvr>
                                    </p:animEffect>
                                  </p:childTnLst>
                                </p:cTn>
                              </p:par>
                              <p:par>
                                <p:cTn id="193" presetID="22" presetClass="entr" presetSubtype="1" fill="hold" grpId="0" nodeType="withEffect">
                                  <p:stCondLst>
                                    <p:cond delay="11400"/>
                                  </p:stCondLst>
                                  <p:childTnLst>
                                    <p:set>
                                      <p:cBhvr>
                                        <p:cTn id="190" dur="1" fill="hold">
                                          <p:stCondLst>
                                            <p:cond delay="0"/>
                                          </p:stCondLst>
                                        </p:cTn>
                                        <p:tgtEl>
                                          <p:spTgt spid="33"/>
                                        </p:tgtEl>
                                        <p:attrNameLst>
                                          <p:attrName>style.visibility</p:attrName>
                                        </p:attrNameLst>
                                      </p:cBhvr>
                                      <p:to>
                                        <p:strVal val="visible"/>
                                      </p:to>
                                    </p:set>
                                    <p:animEffect transition="in" filter="wipe(down)">
                                      <p:cBhvr>
                                        <p:cTn id="191" dur="450"/>
                                        <p:tgtEl>
                                          <p:spTgt spid="33"/>
                                        </p:tgtEl>
                                      </p:cBhvr>
                                    </p:animEffect>
                                    <p:animEffect transition="in" filter="fade">
                                      <p:cBhvr>
                                        <p:cTn id="192" dur="450"/>
                                        <p:tgtEl>
                                          <p:spTgt spid="33"/>
                                        </p:tgtEl>
                                      </p:cBhvr>
                                    </p:animEffect>
                                  </p:childTnLst>
                                </p:cTn>
                              </p:par>
                              <p:par>
                                <p:cTn id="196" presetID="10" presetClass="exit" presetSubtype="0" fill="hold" grpId="1" nodeType="withEffect">
                                  <p:stCondLst>
                                    <p:cond delay="11400"/>
                                  </p:stCondLst>
                                  <p:childTnLst>
                                    <p:animEffect transition="out" filter="fade">
                                      <p:cBhvr>
                                        <p:cTn id="194" dur="300"/>
                                        <p:tgtEl>
                                          <p:spTgt spid="38"/>
                                        </p:tgtEl>
                                      </p:cBhvr>
                                    </p:animEffect>
                                    <p:set>
                                      <p:cBhvr>
                                        <p:cTn id="195" dur="1" fill="hold">
                                          <p:stCondLst>
                                            <p:cond delay="299"/>
                                          </p:stCondLst>
                                        </p:cTn>
                                        <p:tgtEl>
                                          <p:spTgt spid="38"/>
                                        </p:tgtEl>
                                        <p:attrNameLst>
                                          <p:attrName>style.visibility</p:attrName>
                                        </p:attrNameLst>
                                      </p:cBhvr>
                                      <p:to>
                                        <p:strVal val="hidden"/>
                                      </p:to>
                                    </p:set>
                                  </p:childTnLst>
                                </p:cTn>
                              </p:par>
                              <p:par>
                                <p:cTn id="198" presetID="8" presetClass="emph" presetSubtype="0" fill="hold" grpId="3" nodeType="withEffect">
                                  <p:stCondLst>
                                    <p:cond delay="11400"/>
                                  </p:stCondLst>
                                  <p:childTnLst>
                                    <p:animRot by="-6840000">
                                      <p:cBhvr>
                                        <p:cTn id="197" dur="1300" fill="hold"/>
                                        <p:tgtEl>
                                          <p:spTgt spid="37"/>
                                        </p:tgtEl>
                                        <p:attrNameLst>
                                          <p:attrName>r</p:attrName>
                                        </p:attrNameLst>
                                      </p:cBhvr>
                                    </p:animRot>
                                  </p:childTnLst>
                                </p:cTn>
                              </p:par>
                              <p:par>
                                <p:cTn id="200" presetID="0" presetClass="path" presetSubtype="0" fill="hold" grpId="1" nodeType="withEffect" autoRev="1" repeatCount="4000">
                                  <p:stCondLst>
                                    <p:cond delay="11980"/>
                                  </p:stCondLst>
                                  <p:childTnLst>
                                    <p:animMotion origin="layout" path="M 0 0 L 0.008 0 E" pathEditMode="relative" ptsTypes="AA">
                                      <p:cBhvr>
                                        <p:cTn id="199" dur="40" fill="hold"/>
                                        <p:tgtEl>
                                          <p:spTgt spid="32"/>
                                        </p:tgtEl>
                                        <p:attrNameLst>
                                          <p:attrName>ppt_x</p:attrName>
                                          <p:attrName>ppt_y</p:attrName>
                                        </p:attrNameLst>
                                      </p:cBhvr>
                                    </p:animMotion>
                                  </p:childTnLst>
                                </p:cTn>
                              </p:par>
                              <p:par>
                                <p:cTn id="205" presetID="53" presetClass="entr" presetSubtype="32" fill="hold" grpId="0" nodeType="withEffect">
                                  <p:stCondLst>
                                    <p:cond delay="12500"/>
                                  </p:stCondLst>
                                  <p:childTnLst>
                                    <p:set>
                                      <p:cBhvr>
                                        <p:cTn id="201" dur="1" fill="hold">
                                          <p:stCondLst>
                                            <p:cond delay="0"/>
                                          </p:stCondLst>
                                        </p:cTn>
                                        <p:tgtEl>
                                          <p:spTgt spid="39"/>
                                        </p:tgtEl>
                                        <p:attrNameLst>
                                          <p:attrName>style.visibility</p:attrName>
                                        </p:attrNameLst>
                                      </p:cBhvr>
                                      <p:to>
                                        <p:strVal val="visible"/>
                                      </p:to>
                                    </p:set>
                                    <p:anim calcmode="lin" valueType="num">
                                      <p:cBhvr additive="base">
                                        <p:cTn id="202" dur="450" fill="hold"/>
                                        <p:tgtEl>
                                          <p:spTgt spid="39"/>
                                        </p:tgtEl>
                                        <p:attrNameLst>
                                          <p:attrName>ppt_w</p:attrName>
                                        </p:attrNameLst>
                                      </p:cBhvr>
                                      <p:tavLst>
                                        <p:tav tm="0">
                                          <p:val>
                                            <p:strVal val="#ppt_w*2.4"/>
                                          </p:val>
                                        </p:tav>
                                        <p:tav tm="100000">
                                          <p:val>
                                            <p:strVal val="#ppt_w"/>
                                          </p:val>
                                        </p:tav>
                                      </p:tavLst>
                                    </p:anim>
                                    <p:anim calcmode="lin" valueType="num">
                                      <p:cBhvr additive="base">
                                        <p:cTn id="203" dur="450" fill="hold"/>
                                        <p:tgtEl>
                                          <p:spTgt spid="39"/>
                                        </p:tgtEl>
                                        <p:attrNameLst>
                                          <p:attrName>ppt_h</p:attrName>
                                        </p:attrNameLst>
                                      </p:cBhvr>
                                      <p:tavLst>
                                        <p:tav tm="0">
                                          <p:val>
                                            <p:strVal val="#ppt_h*2.4"/>
                                          </p:val>
                                        </p:tav>
                                        <p:tav tm="100000">
                                          <p:val>
                                            <p:strVal val="#ppt_h"/>
                                          </p:val>
                                        </p:tav>
                                      </p:tavLst>
                                    </p:anim>
                                    <p:animEffect transition="in" filter="fade">
                                      <p:cBhvr>
                                        <p:cTn id="204" dur="450"/>
                                        <p:tgtEl>
                                          <p:spTgt spid="39"/>
                                        </p:tgtEl>
                                      </p:cBhvr>
                                    </p:animEffect>
                                  </p:childTnLst>
                                </p:cTn>
                              </p:par>
                              <p:par>
                                <p:cTn id="208" presetID="22" presetClass="entr" presetSubtype="8" fill="hold" grpId="0" nodeType="withEffect">
                                  <p:stCondLst>
                                    <p:cond delay="13400"/>
                                  </p:stCondLst>
                                  <p:childTnLst>
                                    <p:set>
                                      <p:cBhvr>
                                        <p:cTn id="206" dur="1" fill="hold">
                                          <p:stCondLst>
                                            <p:cond delay="0"/>
                                          </p:stCondLst>
                                        </p:cTn>
                                        <p:tgtEl>
                                          <p:spTgt spid="43"/>
                                        </p:tgtEl>
                                        <p:attrNameLst>
                                          <p:attrName>style.visibility</p:attrName>
                                        </p:attrNameLst>
                                      </p:cBhvr>
                                      <p:to>
                                        <p:strVal val="visible"/>
                                      </p:to>
                                    </p:set>
                                    <p:animEffect transition="in" filter="wipe(left)">
                                      <p:cBhvr>
                                        <p:cTn id="207" dur="8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4" grpId="0" animBg="1"/>
      <p:bldP spid="45" grpId="0" animBg="1"/>
      <p:bldP spid="4" grpId="0" animBg="1"/>
      <p:bldP spid="46" grpId="0" animBg="1"/>
      <p:bldP spid="45" grpId="1" animBg="1"/>
      <p:bldP spid="5" grpId="0" animBg="1"/>
      <p:bldP spid="35" grpId="0" animBg="1"/>
      <p:bldP spid="36" grpId="0" animBg="1"/>
      <p:bldP spid="4" grpId="1" animBg="1"/>
      <p:bldP spid="6" grpId="0" animBg="1"/>
      <p:bldP spid="9" grpId="0" animBg="1"/>
      <p:bldP spid="37" grpId="0" animBg="1"/>
      <p:bldP spid="7" grpId="0" animBg="1"/>
      <p:bldP spid="8" grpId="0" animBg="1"/>
      <p:bldP spid="40" grpId="0" animBg="1"/>
      <p:bldP spid="41" grpId="0" animBg="1"/>
      <p:bldP spid="7" grpId="1" animBg="1"/>
      <p:bldP spid="42" grpId="0" animBg="1"/>
      <p:bldP spid="10" grpId="0" animBg="1"/>
      <p:bldP spid="11" grpId="0" animBg="1"/>
      <p:bldP spid="14" grpId="0" animBg="1"/>
      <p:bldP spid="12" grpId="0" animBg="1"/>
      <p:bldP spid="13" grpId="0" animBg="1"/>
      <p:bldP spid="12" grpId="1" animBg="1"/>
      <p:bldP spid="15" grpId="0" animBg="1"/>
      <p:bldP spid="16" grpId="0" animBg="1"/>
      <p:bldP spid="37" grpId="1" animBg="1"/>
      <p:bldP spid="19" grpId="0" animBg="1"/>
      <p:bldP spid="17" grpId="0" animBg="1"/>
      <p:bldP spid="18" grpId="0" animBg="1"/>
      <p:bldP spid="17" grpId="1" animBg="1"/>
      <p:bldP spid="17" grpId="2" animBg="1"/>
      <p:bldP spid="38" grpId="0" animBg="1"/>
      <p:bldP spid="37" grpId="2" animBg="1"/>
      <p:bldP spid="42" grpId="1" animBg="1"/>
      <p:bldP spid="20" grpId="0" animBg="1"/>
      <p:bldP spid="21" grpId="0" animBg="1"/>
      <p:bldP spid="24" grpId="0" animBg="1"/>
      <p:bldP spid="22" grpId="0" animBg="1"/>
      <p:bldP spid="23" grpId="0" animBg="1"/>
      <p:bldP spid="22" grpId="1" animBg="1"/>
      <p:bldP spid="25" grpId="0" animBg="1"/>
      <p:bldP spid="26" grpId="0" animBg="1"/>
      <p:bldP spid="29" grpId="0" animBg="1"/>
      <p:bldP spid="27" grpId="0" animBg="1"/>
      <p:bldP spid="28" grpId="0" animBg="1"/>
      <p:bldP spid="27" grpId="1" animBg="1"/>
      <p:bldP spid="30" grpId="0" animBg="1"/>
      <p:bldP spid="31" grpId="0" animBg="1"/>
      <p:bldP spid="34" grpId="0" animBg="1"/>
      <p:bldP spid="32" grpId="0" animBg="1"/>
      <p:bldP spid="33" grpId="0" animBg="1"/>
      <p:bldP spid="38" grpId="1" animBg="1"/>
      <p:bldP spid="37" grpId="3" animBg="1"/>
      <p:bldP spid="32" grpId="1" animBg="1"/>
      <p:bldP spid="39" grpId="0" animBg="1"/>
      <p:bldP spid="4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eyebrow"/>
          <p:cNvSpPr txBox="1"/>
          <p:nvPr/>
        </p:nvSpPr>
        <p:spPr>
          <a:xfrm>
            <a:off x="812800" y="520700"/>
            <a:ext cx="9525000" cy="190500"/>
          </a:xfrm>
          <a:prstGeom prst="rect">
            <a:avLst/>
          </a:prstGeom>
          <a:noFill/>
          <a:ln/>
        </p:spPr>
        <p:txBody>
          <a:bodyPr wrap="square" lIns="0" tIns="0" rIns="0" bIns="0" rtlCol="0" anchor="t"/>
          <a:lstStyle/>
          <a:p>
            <a:pPr indent="0" marL="0">
              <a:buNone/>
            </a:pPr>
            <a:r>
              <a:rPr lang="en-US" sz="1100" b="1" spc="300" kern="0" dirty="0">
                <a:solidFill>
                  <a:srgbClr val="FFC94D"/>
                </a:solidFill>
                <a:latin typeface="Consolas" pitchFamily="34" charset="0"/>
                <a:ea typeface="Consolas" pitchFamily="34" charset="-122"/>
                <a:cs typeface="Consolas" pitchFamily="34" charset="-120"/>
              </a:rPr>
              <a:t>CASE 4 OF 5 · THE PEOPLE v. GMAIL</a:t>
            </a:r>
            <a:endParaRPr lang="en-US" sz="1100" dirty="0"/>
          </a:p>
        </p:txBody>
      </p:sp>
      <p:sp>
        <p:nvSpPr>
          <p:cNvPr id="4" name="heading"/>
          <p:cNvSpPr txBox="1"/>
          <p:nvPr/>
        </p:nvSpPr>
        <p:spPr>
          <a:xfrm>
            <a:off x="812800" y="749300"/>
            <a:ext cx="10096500" cy="1016000"/>
          </a:xfrm>
          <a:prstGeom prst="rect">
            <a:avLst/>
          </a:prstGeom>
          <a:noFill/>
          <a:ln/>
        </p:spPr>
        <p:txBody>
          <a:bodyPr wrap="square" lIns="0" tIns="0" rIns="0" bIns="0" rtlCol="0" anchor="t"/>
          <a:lstStyle/>
          <a:p>
            <a:pPr indent="0" marL="0">
              <a:lnSpc>
                <a:spcPct val="95000"/>
              </a:lnSpc>
              <a:buNone/>
            </a:pPr>
            <a:r>
              <a:rPr lang="en-US" sz="3000" b="1" dirty="0">
                <a:solidFill>
                  <a:srgbClr val="E8FBFF"/>
                </a:solidFill>
                <a:effectLst>
                  <a:glow rad="101600">
                    <a:srgbClr val="FFC94D">
                      <a:alpha val="35000"/>
                    </a:srgbClr>
                  </a:glow>
                </a:effectLst>
                <a:latin typeface="Bahnschrift" pitchFamily="34" charset="0"/>
                <a:ea typeface="Bahnschrift" pitchFamily="34" charset="-122"/>
                <a:cs typeface="Bahnschrift" pitchFamily="34" charset="-120"/>
              </a:rPr>
              <a:t>Case 4 of 5 – Gmail: not guilty, and the best-guarded account on trial</a:t>
            </a:r>
            <a:endParaRPr lang="en-US" sz="3000" dirty="0"/>
          </a:p>
        </p:txBody>
      </p:sp>
      <p:sp>
        <p:nvSpPr>
          <p:cNvPr id="5" name="alab"/>
          <p:cNvSpPr txBox="1"/>
          <p:nvPr/>
        </p:nvSpPr>
        <p:spPr>
          <a:xfrm>
            <a:off x="812800" y="1892300"/>
            <a:ext cx="6413500" cy="190500"/>
          </a:xfrm>
          <a:prstGeom prst="rect">
            <a:avLst/>
          </a:prstGeom>
          <a:noFill/>
          <a:ln/>
        </p:spPr>
        <p:txBody>
          <a:bodyPr wrap="square" lIns="0" tIns="0" rIns="0" bIns="0" rtlCol="0" anchor="t"/>
          <a:lstStyle/>
          <a:p>
            <a:pPr algn="l" indent="0" marL="0">
              <a:buNone/>
            </a:pPr>
            <a:r>
              <a:rPr lang="en-US" sz="1150" b="1" spc="300" kern="0" dirty="0">
                <a:solidFill>
                  <a:srgbClr val="FF4F6E"/>
                </a:solidFill>
                <a:latin typeface="Consolas" pitchFamily="34" charset="0"/>
                <a:ea typeface="Consolas" pitchFamily="34" charset="-122"/>
                <a:cs typeface="Consolas" pitchFamily="34" charset="-120"/>
              </a:rPr>
              <a:t>PROSECUTION EXHIBITS · HOW THE ACCOUNT FELL</a:t>
            </a:r>
            <a:endParaRPr lang="en-US" sz="1150" dirty="0"/>
          </a:p>
        </p:txBody>
      </p:sp>
      <p:sp>
        <p:nvSpPr>
          <p:cNvPr id="6" name="abox0"/>
          <p:cNvSpPr/>
          <p:nvPr/>
        </p:nvSpPr>
        <p:spPr>
          <a:xfrm>
            <a:off x="812800" y="2120900"/>
            <a:ext cx="1968500" cy="1841500"/>
          </a:xfrm>
          <a:prstGeom prst="roundRect">
            <a:avLst>
              <a:gd name="adj" fmla="val 2979"/>
            </a:avLst>
          </a:prstGeom>
          <a:solidFill>
            <a:srgbClr val="10294A">
              <a:alpha val="70000"/>
            </a:srgbClr>
          </a:solidFill>
          <a:ln w="19050">
            <a:solidFill>
              <a:srgbClr val="FF4F6E"/>
            </a:solidFill>
            <a:prstDash val="solid"/>
          </a:ln>
          <a:effectLst>
            <a:outerShdw sx="100000" sy="100000" kx="0" ky="0" algn="bl" rotWithShape="0" blurRad="114300" dist="50800" dir="5400000">
              <a:srgbClr val="FFC94D">
                <a:alpha val="55000"/>
              </a:srgbClr>
            </a:outerShdw>
          </a:effectLst>
        </p:spPr>
      </p:sp>
      <p:pic>
        <p:nvPicPr>
          <p:cNvPr id="7" name="ashot0" descr="A fake “copyright” page asks for a login">    </p:cNvPr>
          <p:cNvPicPr>
            <a:picLocks noChangeAspect="1"/>
          </p:cNvPicPr>
          <p:nvPr/>
        </p:nvPicPr>
        <p:blipFill>
          <a:blip r:embed="rId2"/>
          <a:stretch>
            <a:fillRect/>
          </a:stretch>
        </p:blipFill>
        <p:spPr>
          <a:xfrm>
            <a:off x="1078296" y="2171700"/>
            <a:ext cx="1437509" cy="1409700"/>
          </a:xfrm>
          <a:prstGeom prst="rect">
            <a:avLst/>
          </a:prstGeom>
        </p:spPr>
      </p:pic>
      <p:sp>
        <p:nvSpPr>
          <p:cNvPr id="8" name="acap0"/>
          <p:cNvSpPr txBox="1"/>
          <p:nvPr/>
        </p:nvSpPr>
        <p:spPr>
          <a:xfrm>
            <a:off x="876300" y="36068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A fake “copyright” page asks for a login</a:t>
            </a:r>
            <a:endParaRPr lang="en-US" sz="1100" dirty="0"/>
          </a:p>
        </p:txBody>
      </p:sp>
      <p:sp>
        <p:nvSpPr>
          <p:cNvPr id="9" name="anum0"/>
          <p:cNvSpPr/>
          <p:nvPr/>
        </p:nvSpPr>
        <p:spPr>
          <a:xfrm>
            <a:off x="863600" y="2171700"/>
            <a:ext cx="254000" cy="254000"/>
          </a:xfrm>
          <a:prstGeom prst="roundRect">
            <a:avLst>
              <a:gd name="adj" fmla="val 180000"/>
            </a:avLst>
          </a:prstGeom>
          <a:solidFill>
            <a:srgbClr val="FF4F6E"/>
          </a:solidFill>
          <a:ln/>
          <a:effectLst>
            <a:outerShdw sx="100000" sy="100000" kx="0" ky="0" algn="bl" rotWithShape="0" blurRad="114300" dist="50800" dir="5400000">
              <a:srgbClr val="FF4F6E">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01</a:t>
            </a:r>
            <a:endParaRPr lang="en-US" sz="1100" dirty="0"/>
          </a:p>
        </p:txBody>
      </p:sp>
      <p:sp>
        <p:nvSpPr>
          <p:cNvPr id="10" name="aarr0"/>
          <p:cNvSpPr/>
          <p:nvPr/>
        </p:nvSpPr>
        <p:spPr>
          <a:xfrm>
            <a:off x="2806700" y="2946400"/>
            <a:ext cx="203200" cy="190500"/>
          </a:xfrm>
          <a:prstGeom prst="rightArrow">
            <a:avLst/>
          </a:prstGeom>
          <a:solidFill>
            <a:srgbClr val="FF4F6E"/>
          </a:solidFill>
          <a:ln/>
          <a:effectLst>
            <a:outerShdw sx="100000" sy="100000" kx="0" ky="0" algn="bl" rotWithShape="0" blurRad="114300" dist="50800" dir="5400000">
              <a:srgbClr val="FF4F6E">
                <a:alpha val="60000"/>
              </a:srgbClr>
            </a:outerShdw>
          </a:effectLst>
        </p:spPr>
      </p:sp>
      <p:sp>
        <p:nvSpPr>
          <p:cNvPr id="11" name="abox1"/>
          <p:cNvSpPr/>
          <p:nvPr/>
        </p:nvSpPr>
        <p:spPr>
          <a:xfrm>
            <a:off x="3035300" y="2120900"/>
            <a:ext cx="1968500" cy="1841500"/>
          </a:xfrm>
          <a:prstGeom prst="roundRect">
            <a:avLst>
              <a:gd name="adj" fmla="val 2979"/>
            </a:avLst>
          </a:prstGeom>
          <a:solidFill>
            <a:srgbClr val="10294A">
              <a:alpha val="70000"/>
            </a:srgbClr>
          </a:solidFill>
          <a:ln w="19050">
            <a:solidFill>
              <a:srgbClr val="FF4F6E"/>
            </a:solidFill>
            <a:prstDash val="solid"/>
          </a:ln>
          <a:effectLst>
            <a:outerShdw sx="100000" sy="100000" kx="0" ky="0" algn="bl" rotWithShape="0" blurRad="114300" dist="50800" dir="5400000">
              <a:srgbClr val="FFC94D">
                <a:alpha val="55000"/>
              </a:srgbClr>
            </a:outerShdw>
          </a:effectLst>
        </p:spPr>
      </p:sp>
      <p:pic>
        <p:nvPicPr>
          <p:cNvPr id="12" name="ashot1" descr="A reused password is typed in">    </p:cNvPr>
          <p:cNvPicPr>
            <a:picLocks noChangeAspect="1"/>
          </p:cNvPicPr>
          <p:nvPr/>
        </p:nvPicPr>
        <p:blipFill>
          <a:blip r:embed="rId3"/>
          <a:stretch>
            <a:fillRect/>
          </a:stretch>
        </p:blipFill>
        <p:spPr>
          <a:xfrm>
            <a:off x="3449563" y="2171700"/>
            <a:ext cx="1139974" cy="1409700"/>
          </a:xfrm>
          <a:prstGeom prst="rect">
            <a:avLst/>
          </a:prstGeom>
        </p:spPr>
      </p:pic>
      <p:sp>
        <p:nvSpPr>
          <p:cNvPr id="13" name="acap1"/>
          <p:cNvSpPr txBox="1"/>
          <p:nvPr/>
        </p:nvSpPr>
        <p:spPr>
          <a:xfrm>
            <a:off x="3098800" y="36068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A reused password is typed in</a:t>
            </a:r>
            <a:endParaRPr lang="en-US" sz="1100" dirty="0"/>
          </a:p>
        </p:txBody>
      </p:sp>
      <p:sp>
        <p:nvSpPr>
          <p:cNvPr id="14" name="anum1"/>
          <p:cNvSpPr/>
          <p:nvPr/>
        </p:nvSpPr>
        <p:spPr>
          <a:xfrm>
            <a:off x="3086100" y="2171700"/>
            <a:ext cx="254000" cy="254000"/>
          </a:xfrm>
          <a:prstGeom prst="roundRect">
            <a:avLst>
              <a:gd name="adj" fmla="val 180000"/>
            </a:avLst>
          </a:prstGeom>
          <a:solidFill>
            <a:srgbClr val="FF4F6E"/>
          </a:solidFill>
          <a:ln/>
          <a:effectLst>
            <a:outerShdw sx="100000" sy="100000" kx="0" ky="0" algn="bl" rotWithShape="0" blurRad="114300" dist="50800" dir="5400000">
              <a:srgbClr val="FF4F6E">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02</a:t>
            </a:r>
            <a:endParaRPr lang="en-US" sz="1100" dirty="0"/>
          </a:p>
        </p:txBody>
      </p:sp>
      <p:sp>
        <p:nvSpPr>
          <p:cNvPr id="15" name="aarr1"/>
          <p:cNvSpPr/>
          <p:nvPr/>
        </p:nvSpPr>
        <p:spPr>
          <a:xfrm>
            <a:off x="5029200" y="2946400"/>
            <a:ext cx="203200" cy="190500"/>
          </a:xfrm>
          <a:prstGeom prst="rightArrow">
            <a:avLst/>
          </a:prstGeom>
          <a:solidFill>
            <a:srgbClr val="FF4F6E"/>
          </a:solidFill>
          <a:ln/>
          <a:effectLst>
            <a:outerShdw sx="100000" sy="100000" kx="0" ky="0" algn="bl" rotWithShape="0" blurRad="114300" dist="50800" dir="5400000">
              <a:srgbClr val="FF4F6E">
                <a:alpha val="60000"/>
              </a:srgbClr>
            </a:outerShdw>
          </a:effectLst>
        </p:spPr>
      </p:sp>
      <p:sp>
        <p:nvSpPr>
          <p:cNvPr id="16" name="abox2"/>
          <p:cNvSpPr/>
          <p:nvPr/>
        </p:nvSpPr>
        <p:spPr>
          <a:xfrm>
            <a:off x="5257800" y="2120900"/>
            <a:ext cx="1968500" cy="1841500"/>
          </a:xfrm>
          <a:prstGeom prst="roundRect">
            <a:avLst>
              <a:gd name="adj" fmla="val 2979"/>
            </a:avLst>
          </a:prstGeom>
          <a:solidFill>
            <a:srgbClr val="10294A">
              <a:alpha val="70000"/>
            </a:srgbClr>
          </a:solidFill>
          <a:ln w="19050">
            <a:solidFill>
              <a:srgbClr val="FF4F6E"/>
            </a:solidFill>
            <a:prstDash val="solid"/>
          </a:ln>
          <a:effectLst>
            <a:outerShdw sx="100000" sy="100000" kx="0" ky="0" algn="bl" rotWithShape="0" blurRad="114300" dist="50800" dir="5400000">
              <a:srgbClr val="FFC94D">
                <a:alpha val="55000"/>
              </a:srgbClr>
            </a:outerShdw>
          </a:effectLst>
        </p:spPr>
      </p:sp>
      <p:pic>
        <p:nvPicPr>
          <p:cNvPr id="17" name="ashot2" descr="No 2-Step Verification: he is in">    </p:cNvPr>
          <p:cNvPicPr>
            <a:picLocks noChangeAspect="1"/>
          </p:cNvPicPr>
          <p:nvPr/>
        </p:nvPicPr>
        <p:blipFill>
          <a:blip r:embed="rId4"/>
          <a:stretch>
            <a:fillRect/>
          </a:stretch>
        </p:blipFill>
        <p:spPr>
          <a:xfrm>
            <a:off x="5607968" y="2171700"/>
            <a:ext cx="1268164" cy="1409700"/>
          </a:xfrm>
          <a:prstGeom prst="rect">
            <a:avLst/>
          </a:prstGeom>
        </p:spPr>
      </p:pic>
      <p:sp>
        <p:nvSpPr>
          <p:cNvPr id="18" name="acap2"/>
          <p:cNvSpPr txBox="1"/>
          <p:nvPr/>
        </p:nvSpPr>
        <p:spPr>
          <a:xfrm>
            <a:off x="5321300" y="36068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No 2-Step Verification: he is in</a:t>
            </a:r>
            <a:endParaRPr lang="en-US" sz="1100" dirty="0"/>
          </a:p>
        </p:txBody>
      </p:sp>
      <p:sp>
        <p:nvSpPr>
          <p:cNvPr id="19" name="anum2"/>
          <p:cNvSpPr/>
          <p:nvPr/>
        </p:nvSpPr>
        <p:spPr>
          <a:xfrm>
            <a:off x="5308600" y="2171700"/>
            <a:ext cx="254000" cy="254000"/>
          </a:xfrm>
          <a:prstGeom prst="roundRect">
            <a:avLst>
              <a:gd name="adj" fmla="val 180000"/>
            </a:avLst>
          </a:prstGeom>
          <a:solidFill>
            <a:srgbClr val="FF4F6E"/>
          </a:solidFill>
          <a:ln/>
          <a:effectLst>
            <a:outerShdw sx="100000" sy="100000" kx="0" ky="0" algn="bl" rotWithShape="0" blurRad="114300" dist="50800" dir="5400000">
              <a:srgbClr val="FF4F6E">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03</a:t>
            </a:r>
            <a:endParaRPr lang="en-US" sz="1100" dirty="0"/>
          </a:p>
        </p:txBody>
      </p:sp>
      <p:sp>
        <p:nvSpPr>
          <p:cNvPr id="20" name="slab"/>
          <p:cNvSpPr txBox="1"/>
          <p:nvPr/>
        </p:nvSpPr>
        <p:spPr>
          <a:xfrm>
            <a:off x="812800" y="4038600"/>
            <a:ext cx="6413500" cy="190500"/>
          </a:xfrm>
          <a:prstGeom prst="rect">
            <a:avLst/>
          </a:prstGeom>
          <a:noFill/>
          <a:ln/>
        </p:spPr>
        <p:txBody>
          <a:bodyPr wrap="square" lIns="0" tIns="0" rIns="0" bIns="0" rtlCol="0" anchor="t"/>
          <a:lstStyle/>
          <a:p>
            <a:pPr algn="l" indent="0" marL="0">
              <a:buNone/>
            </a:pPr>
            <a:r>
              <a:rPr lang="en-US" sz="1150" b="1" spc="300" kern="0" dirty="0">
                <a:solidFill>
                  <a:srgbClr val="3FF0FF"/>
                </a:solidFill>
                <a:latin typeface="Consolas" pitchFamily="34" charset="0"/>
                <a:ea typeface="Consolas" pitchFamily="34" charset="-122"/>
                <a:cs typeface="Consolas" pitchFamily="34" charset="-120"/>
              </a:rPr>
              <a:t>DEFENCE EXHIBITS · LOCKS THAT WOULD HAVE HELD</a:t>
            </a:r>
            <a:endParaRPr lang="en-US" sz="1150" dirty="0"/>
          </a:p>
        </p:txBody>
      </p:sp>
      <p:sp>
        <p:nvSpPr>
          <p:cNvPr id="21" name="sbox0"/>
          <p:cNvSpPr/>
          <p:nvPr/>
        </p:nvSpPr>
        <p:spPr>
          <a:xfrm>
            <a:off x="812800" y="4267200"/>
            <a:ext cx="1968500" cy="1841500"/>
          </a:xfrm>
          <a:prstGeom prst="roundRect">
            <a:avLst>
              <a:gd name="adj" fmla="val 2979"/>
            </a:avLst>
          </a:prstGeom>
          <a:solidFill>
            <a:srgbClr val="0A1A2E">
              <a:alpha val="70000"/>
            </a:srgbClr>
          </a:solidFill>
          <a:ln w="19050">
            <a:solidFill>
              <a:srgbClr val="3FF0FF"/>
            </a:solidFill>
            <a:prstDash val="solid"/>
          </a:ln>
          <a:effectLst>
            <a:outerShdw sx="100000" sy="100000" kx="0" ky="0" algn="bl" rotWithShape="0" blurRad="114300" dist="50800" dir="5400000">
              <a:srgbClr val="FFC94D">
                <a:alpha val="55000"/>
              </a:srgbClr>
            </a:outerShdw>
          </a:effectLst>
        </p:spPr>
      </p:sp>
      <p:pic>
        <p:nvPicPr>
          <p:cNvPr id="22" name="sshot0" descr="Turn on 2-Step Verification or a passkey">    </p:cNvPr>
          <p:cNvPicPr>
            <a:picLocks noChangeAspect="1"/>
          </p:cNvPicPr>
          <p:nvPr/>
        </p:nvPicPr>
        <p:blipFill>
          <a:blip r:embed="rId5"/>
          <a:stretch>
            <a:fillRect/>
          </a:stretch>
        </p:blipFill>
        <p:spPr>
          <a:xfrm>
            <a:off x="1232498" y="4318000"/>
            <a:ext cx="1129104" cy="1409700"/>
          </a:xfrm>
          <a:prstGeom prst="rect">
            <a:avLst/>
          </a:prstGeom>
        </p:spPr>
      </p:pic>
      <p:sp>
        <p:nvSpPr>
          <p:cNvPr id="23" name="scap0"/>
          <p:cNvSpPr txBox="1"/>
          <p:nvPr/>
        </p:nvSpPr>
        <p:spPr>
          <a:xfrm>
            <a:off x="876300" y="57531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Turn on 2-Step Verification or a passkey</a:t>
            </a:r>
            <a:endParaRPr lang="en-US" sz="1100" dirty="0"/>
          </a:p>
        </p:txBody>
      </p:sp>
      <p:sp>
        <p:nvSpPr>
          <p:cNvPr id="24" name="snum0"/>
          <p:cNvSpPr/>
          <p:nvPr/>
        </p:nvSpPr>
        <p:spPr>
          <a:xfrm>
            <a:off x="863600" y="4318000"/>
            <a:ext cx="254000" cy="254000"/>
          </a:xfrm>
          <a:prstGeom prst="roundRect">
            <a:avLst>
              <a:gd name="adj" fmla="val 180000"/>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01</a:t>
            </a:r>
            <a:endParaRPr lang="en-US" sz="1100" dirty="0"/>
          </a:p>
        </p:txBody>
      </p:sp>
      <p:sp>
        <p:nvSpPr>
          <p:cNvPr id="25" name="sarr0"/>
          <p:cNvSpPr/>
          <p:nvPr/>
        </p:nvSpPr>
        <p:spPr>
          <a:xfrm>
            <a:off x="2806700" y="5092700"/>
            <a:ext cx="203200" cy="190500"/>
          </a:xfrm>
          <a:prstGeom prst="rightArrow">
            <a:avLst/>
          </a:prstGeom>
          <a:solidFill>
            <a:srgbClr val="3FF0FF"/>
          </a:solidFill>
          <a:ln/>
          <a:effectLst>
            <a:outerShdw sx="100000" sy="100000" kx="0" ky="0" algn="bl" rotWithShape="0" blurRad="114300" dist="50800" dir="5400000">
              <a:srgbClr val="3FF0FF">
                <a:alpha val="60000"/>
              </a:srgbClr>
            </a:outerShdw>
          </a:effectLst>
        </p:spPr>
      </p:sp>
      <p:sp>
        <p:nvSpPr>
          <p:cNvPr id="26" name="sbox1"/>
          <p:cNvSpPr/>
          <p:nvPr/>
        </p:nvSpPr>
        <p:spPr>
          <a:xfrm>
            <a:off x="3035300" y="4267200"/>
            <a:ext cx="1968500" cy="1841500"/>
          </a:xfrm>
          <a:prstGeom prst="roundRect">
            <a:avLst>
              <a:gd name="adj" fmla="val 2979"/>
            </a:avLst>
          </a:prstGeom>
          <a:solidFill>
            <a:srgbClr val="0A1A2E">
              <a:alpha val="70000"/>
            </a:srgbClr>
          </a:solidFill>
          <a:ln w="19050">
            <a:solidFill>
              <a:srgbClr val="3FF0FF"/>
            </a:solidFill>
            <a:prstDash val="solid"/>
          </a:ln>
          <a:effectLst>
            <a:outerShdw sx="100000" sy="100000" kx="0" ky="0" algn="bl" rotWithShape="0" blurRad="114300" dist="50800" dir="5400000">
              <a:srgbClr val="FFC94D">
                <a:alpha val="55000"/>
              </a:srgbClr>
            </a:outerShdw>
          </a:effectLst>
        </p:spPr>
      </p:sp>
      <p:pic>
        <p:nvPicPr>
          <p:cNvPr id="27" name="sshot1" descr="A different password for every account">    </p:cNvPr>
          <p:cNvPicPr>
            <a:picLocks noChangeAspect="1"/>
          </p:cNvPicPr>
          <p:nvPr/>
        </p:nvPicPr>
        <p:blipFill>
          <a:blip r:embed="rId6"/>
          <a:stretch>
            <a:fillRect/>
          </a:stretch>
        </p:blipFill>
        <p:spPr>
          <a:xfrm>
            <a:off x="3490322" y="4318000"/>
            <a:ext cx="1058456" cy="1409700"/>
          </a:xfrm>
          <a:prstGeom prst="rect">
            <a:avLst/>
          </a:prstGeom>
        </p:spPr>
      </p:pic>
      <p:sp>
        <p:nvSpPr>
          <p:cNvPr id="28" name="scap1"/>
          <p:cNvSpPr txBox="1"/>
          <p:nvPr/>
        </p:nvSpPr>
        <p:spPr>
          <a:xfrm>
            <a:off x="3098800" y="57531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A different password for every account</a:t>
            </a:r>
            <a:endParaRPr lang="en-US" sz="1100" dirty="0"/>
          </a:p>
        </p:txBody>
      </p:sp>
      <p:sp>
        <p:nvSpPr>
          <p:cNvPr id="29" name="snum1"/>
          <p:cNvSpPr/>
          <p:nvPr/>
        </p:nvSpPr>
        <p:spPr>
          <a:xfrm>
            <a:off x="3086100" y="4318000"/>
            <a:ext cx="254000" cy="254000"/>
          </a:xfrm>
          <a:prstGeom prst="roundRect">
            <a:avLst>
              <a:gd name="adj" fmla="val 180000"/>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02</a:t>
            </a:r>
            <a:endParaRPr lang="en-US" sz="1100" dirty="0"/>
          </a:p>
        </p:txBody>
      </p:sp>
      <p:sp>
        <p:nvSpPr>
          <p:cNvPr id="30" name="sarr1"/>
          <p:cNvSpPr/>
          <p:nvPr/>
        </p:nvSpPr>
        <p:spPr>
          <a:xfrm>
            <a:off x="5029200" y="5092700"/>
            <a:ext cx="203200" cy="190500"/>
          </a:xfrm>
          <a:prstGeom prst="rightArrow">
            <a:avLst/>
          </a:prstGeom>
          <a:solidFill>
            <a:srgbClr val="3FF0FF"/>
          </a:solidFill>
          <a:ln/>
          <a:effectLst>
            <a:outerShdw sx="100000" sy="100000" kx="0" ky="0" algn="bl" rotWithShape="0" blurRad="114300" dist="50800" dir="5400000">
              <a:srgbClr val="3FF0FF">
                <a:alpha val="60000"/>
              </a:srgbClr>
            </a:outerShdw>
          </a:effectLst>
        </p:spPr>
      </p:sp>
      <p:sp>
        <p:nvSpPr>
          <p:cNvPr id="31" name="sbox2"/>
          <p:cNvSpPr/>
          <p:nvPr/>
        </p:nvSpPr>
        <p:spPr>
          <a:xfrm>
            <a:off x="5257800" y="4267200"/>
            <a:ext cx="1968500" cy="1841500"/>
          </a:xfrm>
          <a:prstGeom prst="roundRect">
            <a:avLst>
              <a:gd name="adj" fmla="val 2979"/>
            </a:avLst>
          </a:prstGeom>
          <a:solidFill>
            <a:srgbClr val="0A1A2E">
              <a:alpha val="70000"/>
            </a:srgbClr>
          </a:solidFill>
          <a:ln w="19050">
            <a:solidFill>
              <a:srgbClr val="3FF0FF"/>
            </a:solidFill>
            <a:prstDash val="solid"/>
          </a:ln>
          <a:effectLst>
            <a:outerShdw sx="100000" sy="100000" kx="0" ky="0" algn="bl" rotWithShape="0" blurRad="114300" dist="50800" dir="5400000">
              <a:srgbClr val="FFC94D">
                <a:alpha val="55000"/>
              </a:srgbClr>
            </a:outerShdw>
          </a:effectLst>
        </p:spPr>
      </p:sp>
      <p:pic>
        <p:nvPicPr>
          <p:cNvPr id="32" name="sshot2" descr="Run Google’s Security Checkup">    </p:cNvPr>
          <p:cNvPicPr>
            <a:picLocks noChangeAspect="1"/>
          </p:cNvPicPr>
          <p:nvPr/>
        </p:nvPicPr>
        <p:blipFill>
          <a:blip r:embed="rId7"/>
          <a:stretch>
            <a:fillRect/>
          </a:stretch>
        </p:blipFill>
        <p:spPr>
          <a:xfrm>
            <a:off x="5746072" y="4318000"/>
            <a:ext cx="991956" cy="1409700"/>
          </a:xfrm>
          <a:prstGeom prst="rect">
            <a:avLst/>
          </a:prstGeom>
        </p:spPr>
      </p:pic>
      <p:sp>
        <p:nvSpPr>
          <p:cNvPr id="33" name="scap2"/>
          <p:cNvSpPr txBox="1"/>
          <p:nvPr/>
        </p:nvSpPr>
        <p:spPr>
          <a:xfrm>
            <a:off x="5321300" y="57531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Run Google’s Security Checkup</a:t>
            </a:r>
            <a:endParaRPr lang="en-US" sz="1100" dirty="0"/>
          </a:p>
        </p:txBody>
      </p:sp>
      <p:sp>
        <p:nvSpPr>
          <p:cNvPr id="34" name="snum2"/>
          <p:cNvSpPr/>
          <p:nvPr/>
        </p:nvSpPr>
        <p:spPr>
          <a:xfrm>
            <a:off x="5308600" y="4318000"/>
            <a:ext cx="254000" cy="254000"/>
          </a:xfrm>
          <a:prstGeom prst="roundRect">
            <a:avLst>
              <a:gd name="adj" fmla="val 180000"/>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03</a:t>
            </a:r>
            <a:endParaRPr lang="en-US" sz="1100" dirty="0"/>
          </a:p>
        </p:txBody>
      </p:sp>
      <p:sp>
        <p:nvSpPr>
          <p:cNvPr id="35" name="tmlab"/>
          <p:cNvSpPr txBox="1"/>
          <p:nvPr/>
        </p:nvSpPr>
        <p:spPr>
          <a:xfrm>
            <a:off x="7734300" y="1892300"/>
            <a:ext cx="3644900" cy="190500"/>
          </a:xfrm>
          <a:prstGeom prst="rect">
            <a:avLst/>
          </a:prstGeom>
          <a:noFill/>
          <a:ln/>
        </p:spPr>
        <p:txBody>
          <a:bodyPr wrap="square" lIns="0" tIns="0" rIns="0" bIns="0" rtlCol="0" anchor="t"/>
          <a:lstStyle/>
          <a:p>
            <a:pPr algn="ctr" indent="0" marL="0">
              <a:buNone/>
            </a:pPr>
            <a:r>
              <a:rPr lang="en-US" sz="1150" b="1" spc="300" kern="0" dirty="0">
                <a:solidFill>
                  <a:srgbClr val="FFC94D"/>
                </a:solidFill>
                <a:latin typeface="Consolas" pitchFamily="34" charset="0"/>
                <a:ea typeface="Consolas" pitchFamily="34" charset="-122"/>
                <a:cs typeface="Consolas" pitchFamily="34" charset="-120"/>
              </a:rPr>
              <a:t>THREAT LEVEL</a:t>
            </a:r>
            <a:endParaRPr lang="en-US" sz="1150" dirty="0"/>
          </a:p>
        </p:txBody>
      </p:sp>
      <p:pic>
        <p:nvPicPr>
          <p:cNvPr id="36" name="gauge" descr="Threat level gauge">    </p:cNvPr>
          <p:cNvPicPr>
            <a:picLocks noChangeAspect="1"/>
          </p:cNvPicPr>
          <p:nvPr/>
        </p:nvPicPr>
        <p:blipFill>
          <a:blip r:embed="rId8"/>
          <a:stretch>
            <a:fillRect/>
          </a:stretch>
        </p:blipFill>
        <p:spPr>
          <a:xfrm>
            <a:off x="8350250" y="2133600"/>
            <a:ext cx="2413000" cy="1397000"/>
          </a:xfrm>
          <a:prstGeom prst="rect">
            <a:avLst/>
          </a:prstGeom>
        </p:spPr>
      </p:pic>
      <p:pic>
        <p:nvPicPr>
          <p:cNvPr id="37" name="needle" descr="/tmp/claude-0/-home-user-bangladesh-crime-monitor/cb82e52d-05bf-5acf-9e17-5b7416beecee/scratchpad/animppt/holo/needle.png">    </p:cNvPr>
          <p:cNvPicPr>
            <a:picLocks noChangeAspect="1"/>
          </p:cNvPicPr>
          <p:nvPr/>
        </p:nvPicPr>
        <p:blipFill>
          <a:blip r:embed="rId9"/>
          <a:stretch>
            <a:fillRect/>
          </a:stretch>
        </p:blipFill>
        <p:spPr>
          <a:xfrm>
            <a:off x="8477250" y="2324100"/>
            <a:ext cx="2159000" cy="2159000"/>
          </a:xfrm>
          <a:prstGeom prst="rect">
            <a:avLst/>
          </a:prstGeom>
        </p:spPr>
      </p:pic>
      <p:sp>
        <p:nvSpPr>
          <p:cNvPr id="38" name="tmBad"/>
          <p:cNvSpPr txBox="1"/>
          <p:nvPr/>
        </p:nvSpPr>
        <p:spPr>
          <a:xfrm>
            <a:off x="7734300" y="3556000"/>
            <a:ext cx="3644900" cy="254000"/>
          </a:xfrm>
          <a:prstGeom prst="rect">
            <a:avLst/>
          </a:prstGeom>
          <a:noFill/>
          <a:ln/>
        </p:spPr>
        <p:txBody>
          <a:bodyPr wrap="square" lIns="0" tIns="0" rIns="0" bIns="0" rtlCol="0" anchor="t"/>
          <a:lstStyle/>
          <a:p>
            <a:pPr algn="ctr" indent="0" marL="0">
              <a:buNone/>
            </a:pPr>
            <a:r>
              <a:rPr lang="en-US" sz="1300" b="1" dirty="0">
                <a:solidFill>
                  <a:srgbClr val="FF4F6E"/>
                </a:solidFill>
                <a:latin typeface="Segoe UI" pitchFamily="34" charset="0"/>
                <a:ea typeface="Segoe UI" pitchFamily="34" charset="-122"/>
                <a:cs typeface="Segoe UI" pitchFamily="34" charset="-120"/>
              </a:rPr>
              <a:t>ATTACKED: CRITICAL</a:t>
            </a:r>
            <a:endParaRPr lang="en-US" sz="1300" dirty="0"/>
          </a:p>
        </p:txBody>
      </p:sp>
      <p:sp>
        <p:nvSpPr>
          <p:cNvPr id="39" name="tmGood"/>
          <p:cNvSpPr txBox="1"/>
          <p:nvPr/>
        </p:nvSpPr>
        <p:spPr>
          <a:xfrm>
            <a:off x="7734300" y="3556000"/>
            <a:ext cx="3644900" cy="254000"/>
          </a:xfrm>
          <a:prstGeom prst="rect">
            <a:avLst/>
          </a:prstGeom>
          <a:noFill/>
          <a:ln/>
        </p:spPr>
        <p:txBody>
          <a:bodyPr wrap="square" lIns="0" tIns="0" rIns="0" bIns="0" rtlCol="0" anchor="t"/>
          <a:lstStyle/>
          <a:p>
            <a:pPr algn="ctr" indent="0" marL="0">
              <a:buNone/>
            </a:pPr>
            <a:r>
              <a:rPr lang="en-US" sz="1300" b="1" dirty="0">
                <a:solidFill>
                  <a:srgbClr val="3FF0FF"/>
                </a:solidFill>
                <a:latin typeface="Segoe UI" pitchFamily="34" charset="0"/>
                <a:ea typeface="Segoe UI" pitchFamily="34" charset="-122"/>
                <a:cs typeface="Segoe UI" pitchFamily="34" charset="-120"/>
              </a:rPr>
              <a:t>VERDICT: NOT GUILTY · 20/25</a:t>
            </a:r>
            <a:endParaRPr lang="en-US" sz="1300" dirty="0"/>
          </a:p>
        </p:txBody>
      </p:sp>
      <p:sp>
        <p:nvSpPr>
          <p:cNvPr id="40" name="rdlab"/>
          <p:cNvSpPr txBox="1"/>
          <p:nvPr/>
        </p:nvSpPr>
        <p:spPr>
          <a:xfrm>
            <a:off x="7734300" y="3873500"/>
            <a:ext cx="3644900" cy="190500"/>
          </a:xfrm>
          <a:prstGeom prst="rect">
            <a:avLst/>
          </a:prstGeom>
          <a:noFill/>
          <a:ln/>
        </p:spPr>
        <p:txBody>
          <a:bodyPr wrap="square" lIns="0" tIns="0" rIns="0" bIns="0" rtlCol="0" anchor="t"/>
          <a:lstStyle/>
          <a:p>
            <a:pPr algn="ctr" indent="0" marL="0">
              <a:buNone/>
            </a:pPr>
            <a:r>
              <a:rPr lang="en-US" sz="1150" b="1" spc="300" kern="0" dirty="0">
                <a:solidFill>
                  <a:srgbClr val="FFC94D"/>
                </a:solidFill>
                <a:latin typeface="Consolas" pitchFamily="34" charset="0"/>
                <a:ea typeface="Consolas" pitchFamily="34" charset="-122"/>
                <a:cs typeface="Consolas" pitchFamily="34" charset="-120"/>
              </a:rPr>
              <a:t>EVIDENCE RADAR · 20 / 25</a:t>
            </a:r>
            <a:endParaRPr lang="en-US" sz="1150" dirty="0"/>
          </a:p>
        </p:txBody>
      </p:sp>
      <p:pic>
        <p:nvPicPr>
          <p:cNvPr id="41" name="rgrid" descr="Security radar">    </p:cNvPr>
          <p:cNvPicPr>
            <a:picLocks noChangeAspect="1"/>
          </p:cNvPicPr>
          <p:nvPr/>
        </p:nvPicPr>
        <p:blipFill>
          <a:blip r:embed="rId10"/>
          <a:stretch>
            <a:fillRect/>
          </a:stretch>
        </p:blipFill>
        <p:spPr>
          <a:xfrm>
            <a:off x="8413750" y="4064000"/>
            <a:ext cx="2286000" cy="1778000"/>
          </a:xfrm>
          <a:prstGeom prst="rect">
            <a:avLst/>
          </a:prstGeom>
        </p:spPr>
      </p:pic>
      <p:pic>
        <p:nvPicPr>
          <p:cNvPr id="42" name="rshape" descr="/tmp/claude-0/-home-user-bangladesh-crime-monitor/cb82e52d-05bf-5acf-9e17-5b7416beecee/scratchpad/animppt/holo/radar_shape_door-gm.png">    </p:cNvPr>
          <p:cNvPicPr>
            <a:picLocks noChangeAspect="1"/>
          </p:cNvPicPr>
          <p:nvPr/>
        </p:nvPicPr>
        <p:blipFill>
          <a:blip r:embed="rId11"/>
          <a:stretch>
            <a:fillRect/>
          </a:stretch>
        </p:blipFill>
        <p:spPr>
          <a:xfrm>
            <a:off x="8413750" y="4064000"/>
            <a:ext cx="2286000" cy="1778000"/>
          </a:xfrm>
          <a:prstGeom prst="rect">
            <a:avLst/>
          </a:prstGeom>
        </p:spPr>
      </p:pic>
      <p:sp>
        <p:nvSpPr>
          <p:cNvPr id="43" name="fix"/>
          <p:cNvSpPr/>
          <p:nvPr/>
        </p:nvSpPr>
        <p:spPr>
          <a:xfrm>
            <a:off x="7734300" y="5816600"/>
            <a:ext cx="3644900" cy="520700"/>
          </a:xfrm>
          <a:prstGeom prst="roundRect">
            <a:avLst>
              <a:gd name="adj" fmla="val 21073"/>
            </a:avLst>
          </a:prstGeom>
          <a:solidFill>
            <a:srgbClr val="3FF0FF"/>
          </a:solidFill>
          <a:ln/>
          <a:effectLst>
            <a:outerShdw sx="100000" sy="100000" kx="0" ky="0" algn="bl" rotWithShape="0" blurRad="114300" dist="50800" dir="5400000">
              <a:srgbClr val="3FF0FF">
                <a:alpha val="45000"/>
              </a:srgbClr>
            </a:outerShdw>
          </a:effectLst>
        </p:spPr>
        <p:txBody>
          <a:bodyPr wrap="square" lIns="63500" tIns="63500" rIns="63500" bIns="63500" rtlCol="0" anchor="ctr"/>
          <a:lstStyle/>
          <a:p>
            <a:pPr algn="l" indent="0" marL="0">
              <a:buNone/>
            </a:pPr>
            <a:r>
              <a:rPr lang="en-US" sz="1100" b="1" dirty="0">
                <a:solidFill>
                  <a:srgbClr val="06101E"/>
                </a:solidFill>
                <a:latin typeface="Segoe UI" pitchFamily="34" charset="0"/>
                <a:ea typeface="Segoe UI" pitchFamily="34" charset="-122"/>
                <a:cs typeface="Segoe UI" pitchFamily="34" charset="-120"/>
              </a:rPr>
              <a:t>Court’s advice: </a:t>
            </a:r>
            <a:pPr algn="l" indent="0" marL="0">
              <a:buNone/>
            </a:pPr>
            <a:r>
              <a:rPr lang="en-US" sz="1100" dirty="0">
                <a:solidFill>
                  <a:srgbClr val="06101E"/>
                </a:solidFill>
                <a:latin typeface="Segoe UI" pitchFamily="34" charset="0"/>
                <a:ea typeface="Segoe UI" pitchFamily="34" charset="-122"/>
                <a:cs typeface="Segoe UI" pitchFamily="34" charset="-120"/>
              </a:rPr>
              <a:t>warnings for fake bKash, Nagad and bank emails, because Gmail can reset every other account</a:t>
            </a:r>
            <a:endParaRPr lang="en-US" sz="1100" dirty="0"/>
          </a:p>
        </p:txBody>
      </p:sp>
      <p:pic>
        <p:nvPicPr>
          <p:cNvPr id="44" name="hud" descr="/tmp/claude-0/-home-user-bangladesh-crime-monitor/cb82e52d-05bf-5acf-9e17-5b7416beecee/scratchpad/animppt/holo/court/hud.png">    </p:cNvPr>
          <p:cNvPicPr>
            <a:picLocks noChangeAspect="1"/>
          </p:cNvPicPr>
          <p:nvPr/>
        </p:nvPicPr>
        <p:blipFill>
          <a:blip r:embed="rId12"/>
          <a:stretch>
            <a:fillRect/>
          </a:stretch>
        </p:blipFill>
        <p:spPr>
          <a:xfrm>
            <a:off x="0" y="0"/>
            <a:ext cx="12191695" cy="6858000"/>
          </a:xfrm>
          <a:prstGeom prst="rect">
            <a:avLst/>
          </a:prstGeom>
        </p:spPr>
      </p:pic>
      <p:pic>
        <p:nvPicPr>
          <p:cNvPr id="45" name="hudring" descr="/tmp/claude-0/-home-user-bangladesh-crime-monitor/cb82e52d-05bf-5acf-9e17-5b7416beecee/scratchpad/animppt/holo/court/ring.png">    </p:cNvPr>
          <p:cNvPicPr>
            <a:picLocks noChangeAspect="1"/>
          </p:cNvPicPr>
          <p:nvPr/>
        </p:nvPicPr>
        <p:blipFill>
          <a:blip r:embed="rId13"/>
          <a:stretch>
            <a:fillRect/>
          </a:stretch>
        </p:blipFill>
        <p:spPr>
          <a:xfrm>
            <a:off x="11125200" y="152400"/>
            <a:ext cx="952500" cy="952500"/>
          </a:xfrm>
          <a:prstGeom prst="rect">
            <a:avLst/>
          </a:prstGeom>
        </p:spPr>
      </p:pic>
      <p:pic>
        <p:nvPicPr>
          <p:cNvPr id="46" name="scanbar" descr="/tmp/claude-0/-home-user-bangladesh-crime-monitor/cb82e52d-05bf-5acf-9e17-5b7416beecee/scratchpad/animppt/holo/court/scan.png">    </p:cNvPr>
          <p:cNvPicPr>
            <a:picLocks noChangeAspect="1"/>
          </p:cNvPicPr>
          <p:nvPr/>
        </p:nvPicPr>
        <p:blipFill>
          <a:blip r:embed="rId14"/>
          <a:stretch>
            <a:fillRect/>
          </a:stretch>
        </p:blipFill>
        <p:spPr>
          <a:xfrm>
            <a:off x="0" y="0"/>
            <a:ext cx="12191695" cy="381000"/>
          </a:xfrm>
          <a:prstGeom prst="rect">
            <a:avLst/>
          </a:prstGeom>
        </p:spPr>
      </p:pic>
    </p:spTree>
  </p:cSld>
  <p:clrMapOvr>
    <a:masterClrMapping/>
  </p:clrMapOvr>
  <p:transition spd="med">
    <p:push dir="u"/>
  </p:transition>
  <p:timing>
    <p:tnLst>
      <p:par>
        <p:cTn id="1" dur="indefinite" restart="never" nodeType="tmRoot">
          <p:childTnLst>
            <p:seq concurrent="1" nextAc="seek">
              <p:cTn id="2" dur="indefinite" nodeType="mainSeq">
                <p:childTnLst>
                  <p:par>
                    <p:cTn id="209" fill="hold">
                      <p:stCondLst>
                        <p:cond delay="indefinite"/>
                        <p:cond evt="onBegin" delay="0">
                          <p:tn val="2"/>
                        </p:cond>
                      </p:stCondLst>
                      <p:childTnLst>
                        <p:par>
                          <p:cTn id="210" fill="hold">
                            <p:stCondLst>
                              <p:cond delay="0"/>
                            </p:stCondLst>
                            <p:childTnLst>
                              <p:par>
                                <p:cTn id="6" presetID="22" presetClass="entr" presetSubtype="1"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wipe(down)">
                                      <p:cBhvr>
                                        <p:cTn id="4" dur="400"/>
                                        <p:tgtEl>
                                          <p:spTgt spid="3"/>
                                        </p:tgtEl>
                                      </p:cBhvr>
                                    </p:animEffect>
                                    <p:animEffect transition="in" filter="fade">
                                      <p:cBhvr>
                                        <p:cTn id="5" dur="400"/>
                                        <p:tgtEl>
                                          <p:spTgt spid="3"/>
                                        </p:tgtEl>
                                      </p:cBhvr>
                                    </p:animEffect>
                                  </p:childTnLst>
                                </p:cTn>
                              </p:par>
                              <p:par>
                                <p:cTn id="9" presetID="10" presetClass="entr" presetSubtype="0" fill="hold" grpId="0" nodeType="withEffect">
                                  <p:stCondLst>
                                    <p:cond delay="0"/>
                                  </p:stCondLst>
                                  <p:childTnLst>
                                    <p:set>
                                      <p:cBhvr>
                                        <p:cTn id="7" dur="1" fill="hold">
                                          <p:stCondLst>
                                            <p:cond delay="0"/>
                                          </p:stCondLst>
                                        </p:cTn>
                                        <p:tgtEl>
                                          <p:spTgt spid="44"/>
                                        </p:tgtEl>
                                        <p:attrNameLst>
                                          <p:attrName>style.visibility</p:attrName>
                                        </p:attrNameLst>
                                      </p:cBhvr>
                                      <p:to>
                                        <p:strVal val="visible"/>
                                      </p:to>
                                    </p:set>
                                    <p:animEffect transition="in" filter="fade">
                                      <p:cBhvr>
                                        <p:cTn id="8" dur="500"/>
                                        <p:tgtEl>
                                          <p:spTgt spid="44"/>
                                        </p:tgtEl>
                                      </p:cBhvr>
                                    </p:animEffect>
                                  </p:childTnLst>
                                </p:cTn>
                              </p:par>
                              <p:par>
                                <p:cTn id="12" presetID="10" presetClass="entr" presetSubtype="0" fill="hold" grpId="0" nodeType="withEffect">
                                  <p:stCondLst>
                                    <p:cond delay="0"/>
                                  </p:stCondLst>
                                  <p:childTnLst>
                                    <p:set>
                                      <p:cBhvr>
                                        <p:cTn id="10" dur="1" fill="hold">
                                          <p:stCondLst>
                                            <p:cond delay="0"/>
                                          </p:stCondLst>
                                        </p:cTn>
                                        <p:tgtEl>
                                          <p:spTgt spid="45"/>
                                        </p:tgtEl>
                                        <p:attrNameLst>
                                          <p:attrName>style.visibility</p:attrName>
                                        </p:attrNameLst>
                                      </p:cBhvr>
                                      <p:to>
                                        <p:strVal val="visible"/>
                                      </p:to>
                                    </p:set>
                                    <p:animEffect transition="in" filter="fade">
                                      <p:cBhvr>
                                        <p:cTn id="11" dur="500"/>
                                        <p:tgtEl>
                                          <p:spTgt spid="45"/>
                                        </p:tgtEl>
                                      </p:cBhvr>
                                    </p:animEffect>
                                  </p:childTnLst>
                                </p:cTn>
                              </p:par>
                              <p:par>
                                <p:cTn id="16" presetID="22" presetClass="entr" presetSubtype="1" fill="hold" grpId="0" nodeType="withEffect">
                                  <p:stCondLst>
                                    <p:cond delay="100"/>
                                  </p:stCondLst>
                                  <p:childTnLst>
                                    <p:set>
                                      <p:cBhvr>
                                        <p:cTn id="13" dur="1" fill="hold">
                                          <p:stCondLst>
                                            <p:cond delay="0"/>
                                          </p:stCondLst>
                                        </p:cTn>
                                        <p:tgtEl>
                                          <p:spTgt spid="4"/>
                                        </p:tgtEl>
                                        <p:attrNameLst>
                                          <p:attrName>style.visibility</p:attrName>
                                        </p:attrNameLst>
                                      </p:cBhvr>
                                      <p:to>
                                        <p:strVal val="visible"/>
                                      </p:to>
                                    </p:set>
                                    <p:animEffect transition="in" filter="wipe(down)">
                                      <p:cBhvr>
                                        <p:cTn id="14" dur="600"/>
                                        <p:tgtEl>
                                          <p:spTgt spid="4"/>
                                        </p:tgtEl>
                                      </p:cBhvr>
                                    </p:animEffect>
                                    <p:animEffect transition="in" filter="fade">
                                      <p:cBhvr>
                                        <p:cTn id="15" dur="600"/>
                                        <p:tgtEl>
                                          <p:spTgt spid="4"/>
                                        </p:tgtEl>
                                      </p:cBhvr>
                                    </p:animEffect>
                                  </p:childTnLst>
                                </p:cTn>
                              </p:par>
                              <p:par>
                                <p:cTn id="18" presetID="0" presetClass="path" presetSubtype="0" fill="hold" grpId="0" nodeType="withEffect" repeatCount="indefinite">
                                  <p:stCondLst>
                                    <p:cond delay="300"/>
                                  </p:stCondLst>
                                  <p:childTnLst>
                                    <p:animMotion origin="layout" path="M 0 0 L 0 1 E" pathEditMode="relative" ptsTypes="AA">
                                      <p:cBhvr>
                                        <p:cTn id="17" dur="5200" fill="hold"/>
                                        <p:tgtEl>
                                          <p:spTgt spid="46"/>
                                        </p:tgtEl>
                                        <p:attrNameLst>
                                          <p:attrName>ppt_x</p:attrName>
                                          <p:attrName>ppt_y</p:attrName>
                                        </p:attrNameLst>
                                      </p:cBhvr>
                                    </p:animMotion>
                                  </p:childTnLst>
                                </p:cTn>
                              </p:par>
                              <p:par>
                                <p:cTn id="20" presetID="8" presetClass="emph" presetSubtype="0" fill="hold" grpId="1" nodeType="withEffect" repeatCount="indefinite">
                                  <p:stCondLst>
                                    <p:cond delay="500"/>
                                  </p:stCondLst>
                                  <p:childTnLst>
                                    <p:animRot by="21600000">
                                      <p:cBhvr>
                                        <p:cTn id="19" dur="16000" fill="hold"/>
                                        <p:tgtEl>
                                          <p:spTgt spid="45"/>
                                        </p:tgtEl>
                                        <p:attrNameLst>
                                          <p:attrName>r</p:attrName>
                                        </p:attrNameLst>
                                      </p:cBhvr>
                                    </p:animRot>
                                  </p:childTnLst>
                                </p:cTn>
                              </p:par>
                              <p:par>
                                <p:cTn id="24" presetID="22" presetClass="entr" presetSubtype="1" fill="hold" grpId="0" nodeType="withEffect">
                                  <p:stCondLst>
                                    <p:cond delay="60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450"/>
                                        <p:tgtEl>
                                          <p:spTgt spid="5"/>
                                        </p:tgtEl>
                                      </p:cBhvr>
                                    </p:animEffect>
                                    <p:animEffect transition="in" filter="fade">
                                      <p:cBhvr>
                                        <p:cTn id="23" dur="450"/>
                                        <p:tgtEl>
                                          <p:spTgt spid="5"/>
                                        </p:tgtEl>
                                      </p:cBhvr>
                                    </p:animEffect>
                                  </p:childTnLst>
                                </p:cTn>
                              </p:par>
                              <p:par>
                                <p:cTn id="28" presetID="22" presetClass="entr" presetSubtype="1" fill="hold" grpId="0" nodeType="withEffect">
                                  <p:stCondLst>
                                    <p:cond delay="600"/>
                                  </p:stCondLst>
                                  <p:childTnLst>
                                    <p:set>
                                      <p:cBhvr>
                                        <p:cTn id="25" dur="1" fill="hold">
                                          <p:stCondLst>
                                            <p:cond delay="0"/>
                                          </p:stCondLst>
                                        </p:cTn>
                                        <p:tgtEl>
                                          <p:spTgt spid="35"/>
                                        </p:tgtEl>
                                        <p:attrNameLst>
                                          <p:attrName>style.visibility</p:attrName>
                                        </p:attrNameLst>
                                      </p:cBhvr>
                                      <p:to>
                                        <p:strVal val="visible"/>
                                      </p:to>
                                    </p:set>
                                    <p:animEffect transition="in" filter="wipe(down)">
                                      <p:cBhvr>
                                        <p:cTn id="26" dur="450"/>
                                        <p:tgtEl>
                                          <p:spTgt spid="35"/>
                                        </p:tgtEl>
                                      </p:cBhvr>
                                    </p:animEffect>
                                    <p:animEffect transition="in" filter="fade">
                                      <p:cBhvr>
                                        <p:cTn id="27" dur="450"/>
                                        <p:tgtEl>
                                          <p:spTgt spid="35"/>
                                        </p:tgtEl>
                                      </p:cBhvr>
                                    </p:animEffect>
                                  </p:childTnLst>
                                </p:cTn>
                              </p:par>
                              <p:par>
                                <p:cTn id="32" presetID="22" presetClass="entr" presetSubtype="1" fill="hold" grpId="0" nodeType="withEffect">
                                  <p:stCondLst>
                                    <p:cond delay="700"/>
                                  </p:stCondLst>
                                  <p:childTnLst>
                                    <p:set>
                                      <p:cBhvr>
                                        <p:cTn id="29" dur="1" fill="hold">
                                          <p:stCondLst>
                                            <p:cond delay="0"/>
                                          </p:stCondLst>
                                        </p:cTn>
                                        <p:tgtEl>
                                          <p:spTgt spid="36"/>
                                        </p:tgtEl>
                                        <p:attrNameLst>
                                          <p:attrName>style.visibility</p:attrName>
                                        </p:attrNameLst>
                                      </p:cBhvr>
                                      <p:to>
                                        <p:strVal val="visible"/>
                                      </p:to>
                                    </p:set>
                                    <p:animEffect transition="in" filter="wipe(down)">
                                      <p:cBhvr>
                                        <p:cTn id="30" dur="600"/>
                                        <p:tgtEl>
                                          <p:spTgt spid="36"/>
                                        </p:tgtEl>
                                      </p:cBhvr>
                                    </p:animEffect>
                                    <p:animEffect transition="in" filter="fade">
                                      <p:cBhvr>
                                        <p:cTn id="31" dur="600"/>
                                        <p:tgtEl>
                                          <p:spTgt spid="36"/>
                                        </p:tgtEl>
                                      </p:cBhvr>
                                    </p:animEffect>
                                  </p:childTnLst>
                                </p:cTn>
                              </p:par>
                              <p:par>
                                <p:cTn id="34" presetID="0" presetClass="path" presetSubtype="0" fill="hold" grpId="1" nodeType="withEffect" autoRev="1" repeatCount="3000">
                                  <p:stCondLst>
                                    <p:cond delay="750"/>
                                  </p:stCondLst>
                                  <p:childTnLst>
                                    <p:animMotion origin="layout" path="M 0 0 L 0.008 0 E" pathEditMode="relative" ptsTypes="AA">
                                      <p:cBhvr>
                                        <p:cTn id="33" dur="45" fill="hold"/>
                                        <p:tgtEl>
                                          <p:spTgt spid="4"/>
                                        </p:tgtEl>
                                        <p:attrNameLst>
                                          <p:attrName>ppt_x</p:attrName>
                                          <p:attrName>ppt_y</p:attrName>
                                        </p:attrNameLst>
                                      </p:cBhvr>
                                    </p:animMotion>
                                  </p:childTnLst>
                                </p:cTn>
                              </p:par>
                              <p:par>
                                <p:cTn id="38" presetID="22" presetClass="entr" presetSubtype="1" fill="hold" grpId="0" nodeType="withEffect">
                                  <p:stCondLst>
                                    <p:cond delay="900"/>
                                  </p:stCondLst>
                                  <p:childTnLst>
                                    <p:set>
                                      <p:cBhvr>
                                        <p:cTn id="35" dur="1" fill="hold">
                                          <p:stCondLst>
                                            <p:cond delay="0"/>
                                          </p:stCondLst>
                                        </p:cTn>
                                        <p:tgtEl>
                                          <p:spTgt spid="6"/>
                                        </p:tgtEl>
                                        <p:attrNameLst>
                                          <p:attrName>style.visibility</p:attrName>
                                        </p:attrNameLst>
                                      </p:cBhvr>
                                      <p:to>
                                        <p:strVal val="visible"/>
                                      </p:to>
                                    </p:set>
                                    <p:animEffect transition="in" filter="wipe(down)">
                                      <p:cBhvr>
                                        <p:cTn id="36" dur="450"/>
                                        <p:tgtEl>
                                          <p:spTgt spid="6"/>
                                        </p:tgtEl>
                                      </p:cBhvr>
                                    </p:animEffect>
                                    <p:animEffect transition="in" filter="fade">
                                      <p:cBhvr>
                                        <p:cTn id="37" dur="450"/>
                                        <p:tgtEl>
                                          <p:spTgt spid="6"/>
                                        </p:tgtEl>
                                      </p:cBhvr>
                                    </p:animEffect>
                                  </p:childTnLst>
                                </p:cTn>
                              </p:par>
                              <p:par>
                                <p:cTn id="43" presetID="53" presetClass="entr" presetSubtype="16" fill="hold" grpId="0" nodeType="withEffect">
                                  <p:stCondLst>
                                    <p:cond delay="1000"/>
                                  </p:stCondLst>
                                  <p:childTnLst>
                                    <p:set>
                                      <p:cBhvr>
                                        <p:cTn id="39" dur="1" fill="hold">
                                          <p:stCondLst>
                                            <p:cond delay="0"/>
                                          </p:stCondLst>
                                        </p:cTn>
                                        <p:tgtEl>
                                          <p:spTgt spid="9"/>
                                        </p:tgtEl>
                                        <p:attrNameLst>
                                          <p:attrName>style.visibility</p:attrName>
                                        </p:attrNameLst>
                                      </p:cBhvr>
                                      <p:to>
                                        <p:strVal val="visible"/>
                                      </p:to>
                                    </p:set>
                                    <p:anim calcmode="lin" valueType="num">
                                      <p:cBhvr additive="base">
                                        <p:cTn id="40" dur="350" fill="hold"/>
                                        <p:tgtEl>
                                          <p:spTgt spid="9"/>
                                        </p:tgtEl>
                                        <p:attrNameLst>
                                          <p:attrName>ppt_w</p:attrName>
                                        </p:attrNameLst>
                                      </p:cBhvr>
                                      <p:tavLst>
                                        <p:tav tm="0">
                                          <p:val>
                                            <p:strVal val="0"/>
                                          </p:val>
                                        </p:tav>
                                        <p:tav tm="100000">
                                          <p:val>
                                            <p:strVal val="#ppt_w"/>
                                          </p:val>
                                        </p:tav>
                                      </p:tavLst>
                                    </p:anim>
                                    <p:anim calcmode="lin" valueType="num">
                                      <p:cBhvr additive="base">
                                        <p:cTn id="41" dur="350" fill="hold"/>
                                        <p:tgtEl>
                                          <p:spTgt spid="9"/>
                                        </p:tgtEl>
                                        <p:attrNameLst>
                                          <p:attrName>ppt_h</p:attrName>
                                        </p:attrNameLst>
                                      </p:cBhvr>
                                      <p:tavLst>
                                        <p:tav tm="0">
                                          <p:val>
                                            <p:strVal val="0"/>
                                          </p:val>
                                        </p:tav>
                                        <p:tav tm="100000">
                                          <p:val>
                                            <p:strVal val="#ppt_h"/>
                                          </p:val>
                                        </p:tav>
                                      </p:tavLst>
                                    </p:anim>
                                    <p:animEffect transition="in" filter="fade">
                                      <p:cBhvr>
                                        <p:cTn id="42" dur="350"/>
                                        <p:tgtEl>
                                          <p:spTgt spid="9"/>
                                        </p:tgtEl>
                                      </p:cBhvr>
                                    </p:animEffect>
                                  </p:childTnLst>
                                </p:cTn>
                              </p:par>
                              <p:par>
                                <p:cTn id="48" presetID="53" presetClass="entr" presetSubtype="16" fill="hold" grpId="0" nodeType="withEffect">
                                  <p:stCondLst>
                                    <p:cond delay="1000"/>
                                  </p:stCondLst>
                                  <p:childTnLst>
                                    <p:set>
                                      <p:cBhvr>
                                        <p:cTn id="44" dur="1" fill="hold">
                                          <p:stCondLst>
                                            <p:cond delay="0"/>
                                          </p:stCondLst>
                                        </p:cTn>
                                        <p:tgtEl>
                                          <p:spTgt spid="37"/>
                                        </p:tgtEl>
                                        <p:attrNameLst>
                                          <p:attrName>style.visibility</p:attrName>
                                        </p:attrNameLst>
                                      </p:cBhvr>
                                      <p:to>
                                        <p:strVal val="visible"/>
                                      </p:to>
                                    </p:set>
                                    <p:anim calcmode="lin" valueType="num">
                                      <p:cBhvr additive="base">
                                        <p:cTn id="45" dur="400" fill="hold"/>
                                        <p:tgtEl>
                                          <p:spTgt spid="37"/>
                                        </p:tgtEl>
                                        <p:attrNameLst>
                                          <p:attrName>ppt_w</p:attrName>
                                        </p:attrNameLst>
                                      </p:cBhvr>
                                      <p:tavLst>
                                        <p:tav tm="0">
                                          <p:val>
                                            <p:strVal val="0"/>
                                          </p:val>
                                        </p:tav>
                                        <p:tav tm="100000">
                                          <p:val>
                                            <p:strVal val="#ppt_w"/>
                                          </p:val>
                                        </p:tav>
                                      </p:tavLst>
                                    </p:anim>
                                    <p:anim calcmode="lin" valueType="num">
                                      <p:cBhvr additive="base">
                                        <p:cTn id="46" dur="400" fill="hold"/>
                                        <p:tgtEl>
                                          <p:spTgt spid="37"/>
                                        </p:tgtEl>
                                        <p:attrNameLst>
                                          <p:attrName>ppt_h</p:attrName>
                                        </p:attrNameLst>
                                      </p:cBhvr>
                                      <p:tavLst>
                                        <p:tav tm="0">
                                          <p:val>
                                            <p:strVal val="0"/>
                                          </p:val>
                                        </p:tav>
                                        <p:tav tm="100000">
                                          <p:val>
                                            <p:strVal val="#ppt_h"/>
                                          </p:val>
                                        </p:tav>
                                      </p:tavLst>
                                    </p:anim>
                                    <p:animEffect transition="in" filter="fade">
                                      <p:cBhvr>
                                        <p:cTn id="47" dur="400"/>
                                        <p:tgtEl>
                                          <p:spTgt spid="37"/>
                                        </p:tgtEl>
                                      </p:cBhvr>
                                    </p:animEffect>
                                  </p:childTnLst>
                                </p:cTn>
                              </p:par>
                              <p:par>
                                <p:cTn id="52" presetID="22" presetClass="entr" presetSubtype="1" fill="hold" grpId="0" nodeType="withEffect">
                                  <p:stCondLst>
                                    <p:cond delay="1050"/>
                                  </p:stCondLst>
                                  <p:childTnLst>
                                    <p:set>
                                      <p:cBhvr>
                                        <p:cTn id="49" dur="1" fill="hold">
                                          <p:stCondLst>
                                            <p:cond delay="0"/>
                                          </p:stCondLst>
                                        </p:cTn>
                                        <p:tgtEl>
                                          <p:spTgt spid="7"/>
                                        </p:tgtEl>
                                        <p:attrNameLst>
                                          <p:attrName>style.visibility</p:attrName>
                                        </p:attrNameLst>
                                      </p:cBhvr>
                                      <p:to>
                                        <p:strVal val="visible"/>
                                      </p:to>
                                    </p:set>
                                    <p:animEffect transition="in" filter="wipe(down)">
                                      <p:cBhvr>
                                        <p:cTn id="50" dur="600"/>
                                        <p:tgtEl>
                                          <p:spTgt spid="7"/>
                                        </p:tgtEl>
                                      </p:cBhvr>
                                    </p:animEffect>
                                    <p:animEffect transition="in" filter="fade">
                                      <p:cBhvr>
                                        <p:cTn id="51" dur="600"/>
                                        <p:tgtEl>
                                          <p:spTgt spid="7"/>
                                        </p:tgtEl>
                                      </p:cBhvr>
                                    </p:animEffect>
                                  </p:childTnLst>
                                </p:cTn>
                              </p:par>
                              <p:par>
                                <p:cTn id="56" presetID="22" presetClass="entr" presetSubtype="1" fill="hold" grpId="0" nodeType="withEffect">
                                  <p:stCondLst>
                                    <p:cond delay="1100"/>
                                  </p:stCondLst>
                                  <p:childTnLst>
                                    <p:set>
                                      <p:cBhvr>
                                        <p:cTn id="53" dur="1" fill="hold">
                                          <p:stCondLst>
                                            <p:cond delay="0"/>
                                          </p:stCondLst>
                                        </p:cTn>
                                        <p:tgtEl>
                                          <p:spTgt spid="8"/>
                                        </p:tgtEl>
                                        <p:attrNameLst>
                                          <p:attrName>style.visibility</p:attrName>
                                        </p:attrNameLst>
                                      </p:cBhvr>
                                      <p:to>
                                        <p:strVal val="visible"/>
                                      </p:to>
                                    </p:set>
                                    <p:animEffect transition="in" filter="wipe(down)">
                                      <p:cBhvr>
                                        <p:cTn id="54" dur="450"/>
                                        <p:tgtEl>
                                          <p:spTgt spid="8"/>
                                        </p:tgtEl>
                                      </p:cBhvr>
                                    </p:animEffect>
                                    <p:animEffect transition="in" filter="fade">
                                      <p:cBhvr>
                                        <p:cTn id="55" dur="450"/>
                                        <p:tgtEl>
                                          <p:spTgt spid="8"/>
                                        </p:tgtEl>
                                      </p:cBhvr>
                                    </p:animEffect>
                                  </p:childTnLst>
                                </p:cTn>
                              </p:par>
                              <p:par>
                                <p:cTn id="60" presetID="22" presetClass="entr" presetSubtype="1" fill="hold" grpId="0" nodeType="withEffect">
                                  <p:stCondLst>
                                    <p:cond delay="1200"/>
                                  </p:stCondLst>
                                  <p:childTnLst>
                                    <p:set>
                                      <p:cBhvr>
                                        <p:cTn id="57" dur="1" fill="hold">
                                          <p:stCondLst>
                                            <p:cond delay="0"/>
                                          </p:stCondLst>
                                        </p:cTn>
                                        <p:tgtEl>
                                          <p:spTgt spid="40"/>
                                        </p:tgtEl>
                                        <p:attrNameLst>
                                          <p:attrName>style.visibility</p:attrName>
                                        </p:attrNameLst>
                                      </p:cBhvr>
                                      <p:to>
                                        <p:strVal val="visible"/>
                                      </p:to>
                                    </p:set>
                                    <p:animEffect transition="in" filter="wipe(down)">
                                      <p:cBhvr>
                                        <p:cTn id="58" dur="450"/>
                                        <p:tgtEl>
                                          <p:spTgt spid="40"/>
                                        </p:tgtEl>
                                      </p:cBhvr>
                                    </p:animEffect>
                                    <p:animEffect transition="in" filter="fade">
                                      <p:cBhvr>
                                        <p:cTn id="59" dur="450"/>
                                        <p:tgtEl>
                                          <p:spTgt spid="40"/>
                                        </p:tgtEl>
                                      </p:cBhvr>
                                    </p:animEffect>
                                  </p:childTnLst>
                                </p:cTn>
                              </p:par>
                              <p:par>
                                <p:cTn id="64" presetID="22" presetClass="entr" presetSubtype="1" fill="hold" grpId="0" nodeType="withEffect">
                                  <p:stCondLst>
                                    <p:cond delay="1300"/>
                                  </p:stCondLst>
                                  <p:childTnLst>
                                    <p:set>
                                      <p:cBhvr>
                                        <p:cTn id="61" dur="1" fill="hold">
                                          <p:stCondLst>
                                            <p:cond delay="0"/>
                                          </p:stCondLst>
                                        </p:cTn>
                                        <p:tgtEl>
                                          <p:spTgt spid="41"/>
                                        </p:tgtEl>
                                        <p:attrNameLst>
                                          <p:attrName>style.visibility</p:attrName>
                                        </p:attrNameLst>
                                      </p:cBhvr>
                                      <p:to>
                                        <p:strVal val="visible"/>
                                      </p:to>
                                    </p:set>
                                    <p:animEffect transition="in" filter="wipe(down)">
                                      <p:cBhvr>
                                        <p:cTn id="62" dur="600"/>
                                        <p:tgtEl>
                                          <p:spTgt spid="41"/>
                                        </p:tgtEl>
                                      </p:cBhvr>
                                    </p:animEffect>
                                    <p:animEffect transition="in" filter="fade">
                                      <p:cBhvr>
                                        <p:cTn id="63" dur="600"/>
                                        <p:tgtEl>
                                          <p:spTgt spid="41"/>
                                        </p:tgtEl>
                                      </p:cBhvr>
                                    </p:animEffect>
                                  </p:childTnLst>
                                </p:cTn>
                              </p:par>
                              <p:par>
                                <p:cTn id="66" presetID="0" presetClass="path" presetSubtype="0" fill="hold" grpId="1" nodeType="withEffect" autoRev="1" repeatCount="4000">
                                  <p:stCondLst>
                                    <p:cond delay="1680"/>
                                  </p:stCondLst>
                                  <p:childTnLst>
                                    <p:animMotion origin="layout" path="M 0 0 L 0.008 0 E" pathEditMode="relative" ptsTypes="AA">
                                      <p:cBhvr>
                                        <p:cTn id="65" dur="40" fill="hold"/>
                                        <p:tgtEl>
                                          <p:spTgt spid="7"/>
                                        </p:tgtEl>
                                        <p:attrNameLst>
                                          <p:attrName>ppt_x</p:attrName>
                                          <p:attrName>ppt_y</p:attrName>
                                        </p:attrNameLst>
                                      </p:cBhvr>
                                    </p:animMotion>
                                  </p:childTnLst>
                                </p:cTn>
                              </p:par>
                              <p:par>
                                <p:cTn id="71" presetID="53" presetClass="entr" presetSubtype="16" fill="hold" grpId="0" nodeType="withEffect">
                                  <p:stCondLst>
                                    <p:cond delay="1800"/>
                                  </p:stCondLst>
                                  <p:childTnLst>
                                    <p:set>
                                      <p:cBhvr>
                                        <p:cTn id="67" dur="1" fill="hold">
                                          <p:stCondLst>
                                            <p:cond delay="0"/>
                                          </p:stCondLst>
                                        </p:cTn>
                                        <p:tgtEl>
                                          <p:spTgt spid="42"/>
                                        </p:tgtEl>
                                        <p:attrNameLst>
                                          <p:attrName>style.visibility</p:attrName>
                                        </p:attrNameLst>
                                      </p:cBhvr>
                                      <p:to>
                                        <p:strVal val="visible"/>
                                      </p:to>
                                    </p:set>
                                    <p:anim calcmode="lin" valueType="num">
                                      <p:cBhvr additive="base">
                                        <p:cTn id="68" dur="900" fill="hold"/>
                                        <p:tgtEl>
                                          <p:spTgt spid="42"/>
                                        </p:tgtEl>
                                        <p:attrNameLst>
                                          <p:attrName>ppt_w</p:attrName>
                                        </p:attrNameLst>
                                      </p:cBhvr>
                                      <p:tavLst>
                                        <p:tav tm="0">
                                          <p:val>
                                            <p:strVal val="0"/>
                                          </p:val>
                                        </p:tav>
                                        <p:tav tm="100000">
                                          <p:val>
                                            <p:strVal val="#ppt_w"/>
                                          </p:val>
                                        </p:tav>
                                      </p:tavLst>
                                    </p:anim>
                                    <p:anim calcmode="lin" valueType="num">
                                      <p:cBhvr additive="base">
                                        <p:cTn id="69" dur="900" fill="hold"/>
                                        <p:tgtEl>
                                          <p:spTgt spid="42"/>
                                        </p:tgtEl>
                                        <p:attrNameLst>
                                          <p:attrName>ppt_h</p:attrName>
                                        </p:attrNameLst>
                                      </p:cBhvr>
                                      <p:tavLst>
                                        <p:tav tm="0">
                                          <p:val>
                                            <p:strVal val="0"/>
                                          </p:val>
                                        </p:tav>
                                        <p:tav tm="100000">
                                          <p:val>
                                            <p:strVal val="#ppt_h"/>
                                          </p:val>
                                        </p:tav>
                                      </p:tavLst>
                                    </p:anim>
                                    <p:animEffect transition="in" filter="fade">
                                      <p:cBhvr>
                                        <p:cTn id="70" dur="900"/>
                                        <p:tgtEl>
                                          <p:spTgt spid="42"/>
                                        </p:tgtEl>
                                      </p:cBhvr>
                                    </p:animEffect>
                                  </p:childTnLst>
                                </p:cTn>
                              </p:par>
                              <p:par>
                                <p:cTn id="74" presetID="22" presetClass="entr" presetSubtype="8" fill="hold" grpId="0" nodeType="withEffect">
                                  <p:stCondLst>
                                    <p:cond delay="2100"/>
                                  </p:stCondLst>
                                  <p:childTnLst>
                                    <p:set>
                                      <p:cBhvr>
                                        <p:cTn id="72" dur="1" fill="hold">
                                          <p:stCondLst>
                                            <p:cond delay="0"/>
                                          </p:stCondLst>
                                        </p:cTn>
                                        <p:tgtEl>
                                          <p:spTgt spid="10"/>
                                        </p:tgtEl>
                                        <p:attrNameLst>
                                          <p:attrName>style.visibility</p:attrName>
                                        </p:attrNameLst>
                                      </p:cBhvr>
                                      <p:to>
                                        <p:strVal val="visible"/>
                                      </p:to>
                                    </p:set>
                                    <p:animEffect transition="in" filter="wipe(left)">
                                      <p:cBhvr>
                                        <p:cTn id="73" dur="300"/>
                                        <p:tgtEl>
                                          <p:spTgt spid="10"/>
                                        </p:tgtEl>
                                      </p:cBhvr>
                                    </p:animEffect>
                                  </p:childTnLst>
                                </p:cTn>
                              </p:par>
                              <p:par>
                                <p:cTn id="78" presetID="22" presetClass="entr" presetSubtype="1" fill="hold" grpId="0" nodeType="withEffect">
                                  <p:stCondLst>
                                    <p:cond delay="2700"/>
                                  </p:stCondLst>
                                  <p:childTnLst>
                                    <p:set>
                                      <p:cBhvr>
                                        <p:cTn id="75" dur="1" fill="hold">
                                          <p:stCondLst>
                                            <p:cond delay="0"/>
                                          </p:stCondLst>
                                        </p:cTn>
                                        <p:tgtEl>
                                          <p:spTgt spid="11"/>
                                        </p:tgtEl>
                                        <p:attrNameLst>
                                          <p:attrName>style.visibility</p:attrName>
                                        </p:attrNameLst>
                                      </p:cBhvr>
                                      <p:to>
                                        <p:strVal val="visible"/>
                                      </p:to>
                                    </p:set>
                                    <p:animEffect transition="in" filter="wipe(down)">
                                      <p:cBhvr>
                                        <p:cTn id="76" dur="450"/>
                                        <p:tgtEl>
                                          <p:spTgt spid="11"/>
                                        </p:tgtEl>
                                      </p:cBhvr>
                                    </p:animEffect>
                                    <p:animEffect transition="in" filter="fade">
                                      <p:cBhvr>
                                        <p:cTn id="77" dur="450"/>
                                        <p:tgtEl>
                                          <p:spTgt spid="11"/>
                                        </p:tgtEl>
                                      </p:cBhvr>
                                    </p:animEffect>
                                  </p:childTnLst>
                                </p:cTn>
                              </p:par>
                              <p:par>
                                <p:cTn id="83" presetID="53" presetClass="entr" presetSubtype="16" fill="hold" grpId="0" nodeType="withEffect">
                                  <p:stCondLst>
                                    <p:cond delay="2800"/>
                                  </p:stCondLst>
                                  <p:childTnLst>
                                    <p:set>
                                      <p:cBhvr>
                                        <p:cTn id="79" dur="1" fill="hold">
                                          <p:stCondLst>
                                            <p:cond delay="0"/>
                                          </p:stCondLst>
                                        </p:cTn>
                                        <p:tgtEl>
                                          <p:spTgt spid="14"/>
                                        </p:tgtEl>
                                        <p:attrNameLst>
                                          <p:attrName>style.visibility</p:attrName>
                                        </p:attrNameLst>
                                      </p:cBhvr>
                                      <p:to>
                                        <p:strVal val="visible"/>
                                      </p:to>
                                    </p:set>
                                    <p:anim calcmode="lin" valueType="num">
                                      <p:cBhvr additive="base">
                                        <p:cTn id="80" dur="350" fill="hold"/>
                                        <p:tgtEl>
                                          <p:spTgt spid="14"/>
                                        </p:tgtEl>
                                        <p:attrNameLst>
                                          <p:attrName>ppt_w</p:attrName>
                                        </p:attrNameLst>
                                      </p:cBhvr>
                                      <p:tavLst>
                                        <p:tav tm="0">
                                          <p:val>
                                            <p:strVal val="0"/>
                                          </p:val>
                                        </p:tav>
                                        <p:tav tm="100000">
                                          <p:val>
                                            <p:strVal val="#ppt_w"/>
                                          </p:val>
                                        </p:tav>
                                      </p:tavLst>
                                    </p:anim>
                                    <p:anim calcmode="lin" valueType="num">
                                      <p:cBhvr additive="base">
                                        <p:cTn id="81" dur="350" fill="hold"/>
                                        <p:tgtEl>
                                          <p:spTgt spid="14"/>
                                        </p:tgtEl>
                                        <p:attrNameLst>
                                          <p:attrName>ppt_h</p:attrName>
                                        </p:attrNameLst>
                                      </p:cBhvr>
                                      <p:tavLst>
                                        <p:tav tm="0">
                                          <p:val>
                                            <p:strVal val="0"/>
                                          </p:val>
                                        </p:tav>
                                        <p:tav tm="100000">
                                          <p:val>
                                            <p:strVal val="#ppt_h"/>
                                          </p:val>
                                        </p:tav>
                                      </p:tavLst>
                                    </p:anim>
                                    <p:animEffect transition="in" filter="fade">
                                      <p:cBhvr>
                                        <p:cTn id="82" dur="350"/>
                                        <p:tgtEl>
                                          <p:spTgt spid="14"/>
                                        </p:tgtEl>
                                      </p:cBhvr>
                                    </p:animEffect>
                                  </p:childTnLst>
                                </p:cTn>
                              </p:par>
                              <p:par>
                                <p:cTn id="87" presetID="22" presetClass="entr" presetSubtype="1" fill="hold" grpId="0" nodeType="withEffect">
                                  <p:stCondLst>
                                    <p:cond delay="2850"/>
                                  </p:stCondLst>
                                  <p:childTnLst>
                                    <p:set>
                                      <p:cBhvr>
                                        <p:cTn id="84" dur="1" fill="hold">
                                          <p:stCondLst>
                                            <p:cond delay="0"/>
                                          </p:stCondLst>
                                        </p:cTn>
                                        <p:tgtEl>
                                          <p:spTgt spid="12"/>
                                        </p:tgtEl>
                                        <p:attrNameLst>
                                          <p:attrName>style.visibility</p:attrName>
                                        </p:attrNameLst>
                                      </p:cBhvr>
                                      <p:to>
                                        <p:strVal val="visible"/>
                                      </p:to>
                                    </p:set>
                                    <p:animEffect transition="in" filter="wipe(down)">
                                      <p:cBhvr>
                                        <p:cTn id="85" dur="600"/>
                                        <p:tgtEl>
                                          <p:spTgt spid="12"/>
                                        </p:tgtEl>
                                      </p:cBhvr>
                                    </p:animEffect>
                                    <p:animEffect transition="in" filter="fade">
                                      <p:cBhvr>
                                        <p:cTn id="86" dur="600"/>
                                        <p:tgtEl>
                                          <p:spTgt spid="12"/>
                                        </p:tgtEl>
                                      </p:cBhvr>
                                    </p:animEffect>
                                  </p:childTnLst>
                                </p:cTn>
                              </p:par>
                              <p:par>
                                <p:cTn id="91" presetID="22" presetClass="entr" presetSubtype="1" fill="hold" grpId="0" nodeType="withEffect">
                                  <p:stCondLst>
                                    <p:cond delay="2900"/>
                                  </p:stCondLst>
                                  <p:childTnLst>
                                    <p:set>
                                      <p:cBhvr>
                                        <p:cTn id="88" dur="1" fill="hold">
                                          <p:stCondLst>
                                            <p:cond delay="0"/>
                                          </p:stCondLst>
                                        </p:cTn>
                                        <p:tgtEl>
                                          <p:spTgt spid="13"/>
                                        </p:tgtEl>
                                        <p:attrNameLst>
                                          <p:attrName>style.visibility</p:attrName>
                                        </p:attrNameLst>
                                      </p:cBhvr>
                                      <p:to>
                                        <p:strVal val="visible"/>
                                      </p:to>
                                    </p:set>
                                    <p:animEffect transition="in" filter="wipe(down)">
                                      <p:cBhvr>
                                        <p:cTn id="89" dur="450"/>
                                        <p:tgtEl>
                                          <p:spTgt spid="13"/>
                                        </p:tgtEl>
                                      </p:cBhvr>
                                    </p:animEffect>
                                    <p:animEffect transition="in" filter="fade">
                                      <p:cBhvr>
                                        <p:cTn id="90" dur="450"/>
                                        <p:tgtEl>
                                          <p:spTgt spid="13"/>
                                        </p:tgtEl>
                                      </p:cBhvr>
                                    </p:animEffect>
                                  </p:childTnLst>
                                </p:cTn>
                              </p:par>
                              <p:par>
                                <p:cTn id="93" presetID="0" presetClass="path" presetSubtype="0" fill="hold" grpId="1" nodeType="withEffect" autoRev="1" repeatCount="4000">
                                  <p:stCondLst>
                                    <p:cond delay="3480"/>
                                  </p:stCondLst>
                                  <p:childTnLst>
                                    <p:animMotion origin="layout" path="M 0 0 L 0.008 0 E" pathEditMode="relative" ptsTypes="AA">
                                      <p:cBhvr>
                                        <p:cTn id="92" dur="40" fill="hold"/>
                                        <p:tgtEl>
                                          <p:spTgt spid="12"/>
                                        </p:tgtEl>
                                        <p:attrNameLst>
                                          <p:attrName>ppt_x</p:attrName>
                                          <p:attrName>ppt_y</p:attrName>
                                        </p:attrNameLst>
                                      </p:cBhvr>
                                    </p:animMotion>
                                  </p:childTnLst>
                                </p:cTn>
                              </p:par>
                              <p:par>
                                <p:cTn id="96" presetID="22" presetClass="entr" presetSubtype="8" fill="hold" grpId="0" nodeType="withEffect">
                                  <p:stCondLst>
                                    <p:cond delay="3900"/>
                                  </p:stCondLst>
                                  <p:childTnLst>
                                    <p:set>
                                      <p:cBhvr>
                                        <p:cTn id="94" dur="1" fill="hold">
                                          <p:stCondLst>
                                            <p:cond delay="0"/>
                                          </p:stCondLst>
                                        </p:cTn>
                                        <p:tgtEl>
                                          <p:spTgt spid="15"/>
                                        </p:tgtEl>
                                        <p:attrNameLst>
                                          <p:attrName>style.visibility</p:attrName>
                                        </p:attrNameLst>
                                      </p:cBhvr>
                                      <p:to>
                                        <p:strVal val="visible"/>
                                      </p:to>
                                    </p:set>
                                    <p:animEffect transition="in" filter="wipe(left)">
                                      <p:cBhvr>
                                        <p:cTn id="95" dur="300"/>
                                        <p:tgtEl>
                                          <p:spTgt spid="15"/>
                                        </p:tgtEl>
                                      </p:cBhvr>
                                    </p:animEffect>
                                  </p:childTnLst>
                                </p:cTn>
                              </p:par>
                              <p:par>
                                <p:cTn id="100" presetID="22" presetClass="entr" presetSubtype="1" fill="hold" grpId="0" nodeType="withEffect">
                                  <p:stCondLst>
                                    <p:cond delay="4500"/>
                                  </p:stCondLst>
                                  <p:childTnLst>
                                    <p:set>
                                      <p:cBhvr>
                                        <p:cTn id="97" dur="1" fill="hold">
                                          <p:stCondLst>
                                            <p:cond delay="0"/>
                                          </p:stCondLst>
                                        </p:cTn>
                                        <p:tgtEl>
                                          <p:spTgt spid="16"/>
                                        </p:tgtEl>
                                        <p:attrNameLst>
                                          <p:attrName>style.visibility</p:attrName>
                                        </p:attrNameLst>
                                      </p:cBhvr>
                                      <p:to>
                                        <p:strVal val="visible"/>
                                      </p:to>
                                    </p:set>
                                    <p:animEffect transition="in" filter="wipe(down)">
                                      <p:cBhvr>
                                        <p:cTn id="98" dur="450"/>
                                        <p:tgtEl>
                                          <p:spTgt spid="16"/>
                                        </p:tgtEl>
                                      </p:cBhvr>
                                    </p:animEffect>
                                    <p:animEffect transition="in" filter="fade">
                                      <p:cBhvr>
                                        <p:cTn id="99" dur="450"/>
                                        <p:tgtEl>
                                          <p:spTgt spid="16"/>
                                        </p:tgtEl>
                                      </p:cBhvr>
                                    </p:animEffect>
                                  </p:childTnLst>
                                </p:cTn>
                              </p:par>
                              <p:par>
                                <p:cTn id="102" presetID="8" presetClass="emph" presetSubtype="0" fill="hold" grpId="1" nodeType="withEffect">
                                  <p:stCondLst>
                                    <p:cond delay="4500"/>
                                  </p:stCondLst>
                                  <p:childTnLst>
                                    <p:animRot by="9000000">
                                      <p:cBhvr>
                                        <p:cTn id="101" dur="1300" fill="hold"/>
                                        <p:tgtEl>
                                          <p:spTgt spid="37"/>
                                        </p:tgtEl>
                                        <p:attrNameLst>
                                          <p:attrName>r</p:attrName>
                                        </p:attrNameLst>
                                      </p:cBhvr>
                                    </p:animRot>
                                  </p:childTnLst>
                                </p:cTn>
                              </p:par>
                              <p:par>
                                <p:cTn id="107" presetID="53" presetClass="entr" presetSubtype="16" fill="hold" grpId="0" nodeType="withEffect">
                                  <p:stCondLst>
                                    <p:cond delay="4600"/>
                                  </p:stCondLst>
                                  <p:childTnLst>
                                    <p:set>
                                      <p:cBhvr>
                                        <p:cTn id="103" dur="1" fill="hold">
                                          <p:stCondLst>
                                            <p:cond delay="0"/>
                                          </p:stCondLst>
                                        </p:cTn>
                                        <p:tgtEl>
                                          <p:spTgt spid="19"/>
                                        </p:tgtEl>
                                        <p:attrNameLst>
                                          <p:attrName>style.visibility</p:attrName>
                                        </p:attrNameLst>
                                      </p:cBhvr>
                                      <p:to>
                                        <p:strVal val="visible"/>
                                      </p:to>
                                    </p:set>
                                    <p:anim calcmode="lin" valueType="num">
                                      <p:cBhvr additive="base">
                                        <p:cTn id="104" dur="350" fill="hold"/>
                                        <p:tgtEl>
                                          <p:spTgt spid="19"/>
                                        </p:tgtEl>
                                        <p:attrNameLst>
                                          <p:attrName>ppt_w</p:attrName>
                                        </p:attrNameLst>
                                      </p:cBhvr>
                                      <p:tavLst>
                                        <p:tav tm="0">
                                          <p:val>
                                            <p:strVal val="0"/>
                                          </p:val>
                                        </p:tav>
                                        <p:tav tm="100000">
                                          <p:val>
                                            <p:strVal val="#ppt_w"/>
                                          </p:val>
                                        </p:tav>
                                      </p:tavLst>
                                    </p:anim>
                                    <p:anim calcmode="lin" valueType="num">
                                      <p:cBhvr additive="base">
                                        <p:cTn id="105" dur="350" fill="hold"/>
                                        <p:tgtEl>
                                          <p:spTgt spid="19"/>
                                        </p:tgtEl>
                                        <p:attrNameLst>
                                          <p:attrName>ppt_h</p:attrName>
                                        </p:attrNameLst>
                                      </p:cBhvr>
                                      <p:tavLst>
                                        <p:tav tm="0">
                                          <p:val>
                                            <p:strVal val="0"/>
                                          </p:val>
                                        </p:tav>
                                        <p:tav tm="100000">
                                          <p:val>
                                            <p:strVal val="#ppt_h"/>
                                          </p:val>
                                        </p:tav>
                                      </p:tavLst>
                                    </p:anim>
                                    <p:animEffect transition="in" filter="fade">
                                      <p:cBhvr>
                                        <p:cTn id="106" dur="350"/>
                                        <p:tgtEl>
                                          <p:spTgt spid="19"/>
                                        </p:tgtEl>
                                      </p:cBhvr>
                                    </p:animEffect>
                                  </p:childTnLst>
                                </p:cTn>
                              </p:par>
                              <p:par>
                                <p:cTn id="111" presetID="22" presetClass="entr" presetSubtype="1" fill="hold" grpId="0" nodeType="withEffect">
                                  <p:stCondLst>
                                    <p:cond delay="4650"/>
                                  </p:stCondLst>
                                  <p:childTnLst>
                                    <p:set>
                                      <p:cBhvr>
                                        <p:cTn id="108" dur="1" fill="hold">
                                          <p:stCondLst>
                                            <p:cond delay="0"/>
                                          </p:stCondLst>
                                        </p:cTn>
                                        <p:tgtEl>
                                          <p:spTgt spid="17"/>
                                        </p:tgtEl>
                                        <p:attrNameLst>
                                          <p:attrName>style.visibility</p:attrName>
                                        </p:attrNameLst>
                                      </p:cBhvr>
                                      <p:to>
                                        <p:strVal val="visible"/>
                                      </p:to>
                                    </p:set>
                                    <p:animEffect transition="in" filter="wipe(down)">
                                      <p:cBhvr>
                                        <p:cTn id="109" dur="600"/>
                                        <p:tgtEl>
                                          <p:spTgt spid="17"/>
                                        </p:tgtEl>
                                      </p:cBhvr>
                                    </p:animEffect>
                                    <p:animEffect transition="in" filter="fade">
                                      <p:cBhvr>
                                        <p:cTn id="110" dur="600"/>
                                        <p:tgtEl>
                                          <p:spTgt spid="17"/>
                                        </p:tgtEl>
                                      </p:cBhvr>
                                    </p:animEffect>
                                  </p:childTnLst>
                                </p:cTn>
                              </p:par>
                              <p:par>
                                <p:cTn id="115" presetID="22" presetClass="entr" presetSubtype="1" fill="hold" grpId="0" nodeType="withEffect">
                                  <p:stCondLst>
                                    <p:cond delay="4700"/>
                                  </p:stCondLst>
                                  <p:childTnLst>
                                    <p:set>
                                      <p:cBhvr>
                                        <p:cTn id="112" dur="1" fill="hold">
                                          <p:stCondLst>
                                            <p:cond delay="0"/>
                                          </p:stCondLst>
                                        </p:cTn>
                                        <p:tgtEl>
                                          <p:spTgt spid="18"/>
                                        </p:tgtEl>
                                        <p:attrNameLst>
                                          <p:attrName>style.visibility</p:attrName>
                                        </p:attrNameLst>
                                      </p:cBhvr>
                                      <p:to>
                                        <p:strVal val="visible"/>
                                      </p:to>
                                    </p:set>
                                    <p:animEffect transition="in" filter="wipe(down)">
                                      <p:cBhvr>
                                        <p:cTn id="113" dur="450"/>
                                        <p:tgtEl>
                                          <p:spTgt spid="18"/>
                                        </p:tgtEl>
                                      </p:cBhvr>
                                    </p:animEffect>
                                    <p:animEffect transition="in" filter="fade">
                                      <p:cBhvr>
                                        <p:cTn id="114" dur="450"/>
                                        <p:tgtEl>
                                          <p:spTgt spid="18"/>
                                        </p:tgtEl>
                                      </p:cBhvr>
                                    </p:animEffect>
                                  </p:childTnLst>
                                </p:cTn>
                              </p:par>
                              <p:par>
                                <p:cTn id="117" presetID="6" presetClass="emph" presetSubtype="0" fill="hold" grpId="1" nodeType="withEffect" autoRev="1" repeatCount="indefinite">
                                  <p:stCondLst>
                                    <p:cond delay="5200"/>
                                  </p:stCondLst>
                                  <p:childTnLst>
                                    <p:animScale>
                                      <p:cBhvr>
                                        <p:cTn id="116" dur="500" fill="hold"/>
                                        <p:tgtEl>
                                          <p:spTgt spid="17"/>
                                        </p:tgtEl>
                                      </p:cBhvr>
                                      <p:by x="103000" y="103000"/>
                                    </p:animScale>
                                  </p:childTnLst>
                                </p:cTn>
                              </p:par>
                              <p:par>
                                <p:cTn id="119" presetID="0" presetClass="path" presetSubtype="0" fill="hold" grpId="2" nodeType="withEffect" autoRev="1" repeatCount="4000">
                                  <p:stCondLst>
                                    <p:cond delay="5280"/>
                                  </p:stCondLst>
                                  <p:childTnLst>
                                    <p:animMotion origin="layout" path="M 0 0 L 0.008 0 E" pathEditMode="relative" ptsTypes="AA">
                                      <p:cBhvr>
                                        <p:cTn id="118" dur="40" fill="hold"/>
                                        <p:tgtEl>
                                          <p:spTgt spid="17"/>
                                        </p:tgtEl>
                                        <p:attrNameLst>
                                          <p:attrName>ppt_x</p:attrName>
                                          <p:attrName>ppt_y</p:attrName>
                                        </p:attrNameLst>
                                      </p:cBhvr>
                                    </p:animMotion>
                                  </p:childTnLst>
                                </p:cTn>
                              </p:par>
                              <p:par>
                                <p:cTn id="124" presetID="53" presetClass="entr" presetSubtype="32" fill="hold" grpId="0" nodeType="withEffect">
                                  <p:stCondLst>
                                    <p:cond delay="5600"/>
                                  </p:stCondLst>
                                  <p:childTnLst>
                                    <p:set>
                                      <p:cBhvr>
                                        <p:cTn id="120" dur="1" fill="hold">
                                          <p:stCondLst>
                                            <p:cond delay="0"/>
                                          </p:stCondLst>
                                        </p:cTn>
                                        <p:tgtEl>
                                          <p:spTgt spid="38"/>
                                        </p:tgtEl>
                                        <p:attrNameLst>
                                          <p:attrName>style.visibility</p:attrName>
                                        </p:attrNameLst>
                                      </p:cBhvr>
                                      <p:to>
                                        <p:strVal val="visible"/>
                                      </p:to>
                                    </p:set>
                                    <p:anim calcmode="lin" valueType="num">
                                      <p:cBhvr additive="base">
                                        <p:cTn id="121" dur="450" fill="hold"/>
                                        <p:tgtEl>
                                          <p:spTgt spid="38"/>
                                        </p:tgtEl>
                                        <p:attrNameLst>
                                          <p:attrName>ppt_w</p:attrName>
                                        </p:attrNameLst>
                                      </p:cBhvr>
                                      <p:tavLst>
                                        <p:tav tm="0">
                                          <p:val>
                                            <p:strVal val="#ppt_w*2.4"/>
                                          </p:val>
                                        </p:tav>
                                        <p:tav tm="100000">
                                          <p:val>
                                            <p:strVal val="#ppt_w"/>
                                          </p:val>
                                        </p:tav>
                                      </p:tavLst>
                                    </p:anim>
                                    <p:anim calcmode="lin" valueType="num">
                                      <p:cBhvr additive="base">
                                        <p:cTn id="122" dur="450" fill="hold"/>
                                        <p:tgtEl>
                                          <p:spTgt spid="38"/>
                                        </p:tgtEl>
                                        <p:attrNameLst>
                                          <p:attrName>ppt_h</p:attrName>
                                        </p:attrNameLst>
                                      </p:cBhvr>
                                      <p:tavLst>
                                        <p:tav tm="0">
                                          <p:val>
                                            <p:strVal val="#ppt_h*2.4"/>
                                          </p:val>
                                        </p:tav>
                                        <p:tav tm="100000">
                                          <p:val>
                                            <p:strVal val="#ppt_h"/>
                                          </p:val>
                                        </p:tav>
                                      </p:tavLst>
                                    </p:anim>
                                    <p:animEffect transition="in" filter="fade">
                                      <p:cBhvr>
                                        <p:cTn id="123" dur="450"/>
                                        <p:tgtEl>
                                          <p:spTgt spid="38"/>
                                        </p:tgtEl>
                                      </p:cBhvr>
                                    </p:animEffect>
                                  </p:childTnLst>
                                </p:cTn>
                              </p:par>
                              <p:par>
                                <p:cTn id="126" presetID="0" presetClass="path" presetSubtype="0" fill="hold" grpId="2" nodeType="withEffect" autoRev="1" repeatCount="6000">
                                  <p:stCondLst>
                                    <p:cond delay="5850"/>
                                  </p:stCondLst>
                                  <p:childTnLst>
                                    <p:animMotion origin="layout" path="M 0 0 L 0.008 0 E" pathEditMode="relative" ptsTypes="AA">
                                      <p:cBhvr>
                                        <p:cTn id="125" dur="40" fill="hold"/>
                                        <p:tgtEl>
                                          <p:spTgt spid="37"/>
                                        </p:tgtEl>
                                        <p:attrNameLst>
                                          <p:attrName>ppt_x</p:attrName>
                                          <p:attrName>ppt_y</p:attrName>
                                        </p:attrNameLst>
                                      </p:cBhvr>
                                    </p:animMotion>
                                  </p:childTnLst>
                                </p:cTn>
                              </p:par>
                              <p:par>
                                <p:cTn id="128" presetID="6" presetClass="emph" presetSubtype="0" fill="hold" grpId="1" nodeType="withEffect" autoRev="1" repeatCount="indefinite">
                                  <p:stCondLst>
                                    <p:cond delay="6000"/>
                                  </p:stCondLst>
                                  <p:childTnLst>
                                    <p:animScale>
                                      <p:cBhvr>
                                        <p:cTn id="127" dur="700" fill="hold"/>
                                        <p:tgtEl>
                                          <p:spTgt spid="42"/>
                                        </p:tgtEl>
                                      </p:cBhvr>
                                      <p:by x="104000" y="104000"/>
                                    </p:animScale>
                                  </p:childTnLst>
                                </p:cTn>
                              </p:par>
                              <p:par>
                                <p:cTn id="132" presetID="22" presetClass="entr" presetSubtype="1" fill="hold" grpId="0" nodeType="withEffect">
                                  <p:stCondLst>
                                    <p:cond delay="7300"/>
                                  </p:stCondLst>
                                  <p:childTnLst>
                                    <p:set>
                                      <p:cBhvr>
                                        <p:cTn id="129" dur="1" fill="hold">
                                          <p:stCondLst>
                                            <p:cond delay="0"/>
                                          </p:stCondLst>
                                        </p:cTn>
                                        <p:tgtEl>
                                          <p:spTgt spid="20"/>
                                        </p:tgtEl>
                                        <p:attrNameLst>
                                          <p:attrName>style.visibility</p:attrName>
                                        </p:attrNameLst>
                                      </p:cBhvr>
                                      <p:to>
                                        <p:strVal val="visible"/>
                                      </p:to>
                                    </p:set>
                                    <p:animEffect transition="in" filter="wipe(down)">
                                      <p:cBhvr>
                                        <p:cTn id="130" dur="450"/>
                                        <p:tgtEl>
                                          <p:spTgt spid="20"/>
                                        </p:tgtEl>
                                      </p:cBhvr>
                                    </p:animEffect>
                                    <p:animEffect transition="in" filter="fade">
                                      <p:cBhvr>
                                        <p:cTn id="131" dur="450"/>
                                        <p:tgtEl>
                                          <p:spTgt spid="20"/>
                                        </p:tgtEl>
                                      </p:cBhvr>
                                    </p:animEffect>
                                  </p:childTnLst>
                                </p:cTn>
                              </p:par>
                              <p:par>
                                <p:cTn id="136" presetID="22" presetClass="entr" presetSubtype="1" fill="hold" grpId="0" nodeType="withEffect">
                                  <p:stCondLst>
                                    <p:cond delay="7600"/>
                                  </p:stCondLst>
                                  <p:childTnLst>
                                    <p:set>
                                      <p:cBhvr>
                                        <p:cTn id="133" dur="1" fill="hold">
                                          <p:stCondLst>
                                            <p:cond delay="0"/>
                                          </p:stCondLst>
                                        </p:cTn>
                                        <p:tgtEl>
                                          <p:spTgt spid="21"/>
                                        </p:tgtEl>
                                        <p:attrNameLst>
                                          <p:attrName>style.visibility</p:attrName>
                                        </p:attrNameLst>
                                      </p:cBhvr>
                                      <p:to>
                                        <p:strVal val="visible"/>
                                      </p:to>
                                    </p:set>
                                    <p:animEffect transition="in" filter="wipe(down)">
                                      <p:cBhvr>
                                        <p:cTn id="134" dur="450"/>
                                        <p:tgtEl>
                                          <p:spTgt spid="21"/>
                                        </p:tgtEl>
                                      </p:cBhvr>
                                    </p:animEffect>
                                    <p:animEffect transition="in" filter="fade">
                                      <p:cBhvr>
                                        <p:cTn id="135" dur="450"/>
                                        <p:tgtEl>
                                          <p:spTgt spid="21"/>
                                        </p:tgtEl>
                                      </p:cBhvr>
                                    </p:animEffect>
                                  </p:childTnLst>
                                </p:cTn>
                              </p:par>
                              <p:par>
                                <p:cTn id="141" presetID="53" presetClass="entr" presetSubtype="16" fill="hold" grpId="0" nodeType="withEffect">
                                  <p:stCondLst>
                                    <p:cond delay="7700"/>
                                  </p:stCondLst>
                                  <p:childTnLst>
                                    <p:set>
                                      <p:cBhvr>
                                        <p:cTn id="137" dur="1" fill="hold">
                                          <p:stCondLst>
                                            <p:cond delay="0"/>
                                          </p:stCondLst>
                                        </p:cTn>
                                        <p:tgtEl>
                                          <p:spTgt spid="24"/>
                                        </p:tgtEl>
                                        <p:attrNameLst>
                                          <p:attrName>style.visibility</p:attrName>
                                        </p:attrNameLst>
                                      </p:cBhvr>
                                      <p:to>
                                        <p:strVal val="visible"/>
                                      </p:to>
                                    </p:set>
                                    <p:anim calcmode="lin" valueType="num">
                                      <p:cBhvr additive="base">
                                        <p:cTn id="138" dur="350" fill="hold"/>
                                        <p:tgtEl>
                                          <p:spTgt spid="24"/>
                                        </p:tgtEl>
                                        <p:attrNameLst>
                                          <p:attrName>ppt_w</p:attrName>
                                        </p:attrNameLst>
                                      </p:cBhvr>
                                      <p:tavLst>
                                        <p:tav tm="0">
                                          <p:val>
                                            <p:strVal val="0"/>
                                          </p:val>
                                        </p:tav>
                                        <p:tav tm="100000">
                                          <p:val>
                                            <p:strVal val="#ppt_w"/>
                                          </p:val>
                                        </p:tav>
                                      </p:tavLst>
                                    </p:anim>
                                    <p:anim calcmode="lin" valueType="num">
                                      <p:cBhvr additive="base">
                                        <p:cTn id="139" dur="350" fill="hold"/>
                                        <p:tgtEl>
                                          <p:spTgt spid="24"/>
                                        </p:tgtEl>
                                        <p:attrNameLst>
                                          <p:attrName>ppt_h</p:attrName>
                                        </p:attrNameLst>
                                      </p:cBhvr>
                                      <p:tavLst>
                                        <p:tav tm="0">
                                          <p:val>
                                            <p:strVal val="0"/>
                                          </p:val>
                                        </p:tav>
                                        <p:tav tm="100000">
                                          <p:val>
                                            <p:strVal val="#ppt_h"/>
                                          </p:val>
                                        </p:tav>
                                      </p:tavLst>
                                    </p:anim>
                                    <p:animEffect transition="in" filter="fade">
                                      <p:cBhvr>
                                        <p:cTn id="140" dur="350"/>
                                        <p:tgtEl>
                                          <p:spTgt spid="24"/>
                                        </p:tgtEl>
                                      </p:cBhvr>
                                    </p:animEffect>
                                  </p:childTnLst>
                                </p:cTn>
                              </p:par>
                              <p:par>
                                <p:cTn id="145" presetID="22" presetClass="entr" presetSubtype="1" fill="hold" grpId="0" nodeType="withEffect">
                                  <p:stCondLst>
                                    <p:cond delay="7750"/>
                                  </p:stCondLst>
                                  <p:childTnLst>
                                    <p:set>
                                      <p:cBhvr>
                                        <p:cTn id="142" dur="1" fill="hold">
                                          <p:stCondLst>
                                            <p:cond delay="0"/>
                                          </p:stCondLst>
                                        </p:cTn>
                                        <p:tgtEl>
                                          <p:spTgt spid="22"/>
                                        </p:tgtEl>
                                        <p:attrNameLst>
                                          <p:attrName>style.visibility</p:attrName>
                                        </p:attrNameLst>
                                      </p:cBhvr>
                                      <p:to>
                                        <p:strVal val="visible"/>
                                      </p:to>
                                    </p:set>
                                    <p:animEffect transition="in" filter="wipe(down)">
                                      <p:cBhvr>
                                        <p:cTn id="143" dur="600"/>
                                        <p:tgtEl>
                                          <p:spTgt spid="22"/>
                                        </p:tgtEl>
                                      </p:cBhvr>
                                    </p:animEffect>
                                    <p:animEffect transition="in" filter="fade">
                                      <p:cBhvr>
                                        <p:cTn id="144" dur="600"/>
                                        <p:tgtEl>
                                          <p:spTgt spid="22"/>
                                        </p:tgtEl>
                                      </p:cBhvr>
                                    </p:animEffect>
                                  </p:childTnLst>
                                </p:cTn>
                              </p:par>
                              <p:par>
                                <p:cTn id="149" presetID="22" presetClass="entr" presetSubtype="1" fill="hold" grpId="0" nodeType="withEffect">
                                  <p:stCondLst>
                                    <p:cond delay="7800"/>
                                  </p:stCondLst>
                                  <p:childTnLst>
                                    <p:set>
                                      <p:cBhvr>
                                        <p:cTn id="146" dur="1" fill="hold">
                                          <p:stCondLst>
                                            <p:cond delay="0"/>
                                          </p:stCondLst>
                                        </p:cTn>
                                        <p:tgtEl>
                                          <p:spTgt spid="23"/>
                                        </p:tgtEl>
                                        <p:attrNameLst>
                                          <p:attrName>style.visibility</p:attrName>
                                        </p:attrNameLst>
                                      </p:cBhvr>
                                      <p:to>
                                        <p:strVal val="visible"/>
                                      </p:to>
                                    </p:set>
                                    <p:animEffect transition="in" filter="wipe(down)">
                                      <p:cBhvr>
                                        <p:cTn id="147" dur="450"/>
                                        <p:tgtEl>
                                          <p:spTgt spid="23"/>
                                        </p:tgtEl>
                                      </p:cBhvr>
                                    </p:animEffect>
                                    <p:animEffect transition="in" filter="fade">
                                      <p:cBhvr>
                                        <p:cTn id="148" dur="450"/>
                                        <p:tgtEl>
                                          <p:spTgt spid="23"/>
                                        </p:tgtEl>
                                      </p:cBhvr>
                                    </p:animEffect>
                                  </p:childTnLst>
                                </p:cTn>
                              </p:par>
                              <p:par>
                                <p:cTn id="151" presetID="0" presetClass="path" presetSubtype="0" fill="hold" grpId="1" nodeType="withEffect" autoRev="1" repeatCount="4000">
                                  <p:stCondLst>
                                    <p:cond delay="8380"/>
                                  </p:stCondLst>
                                  <p:childTnLst>
                                    <p:animMotion origin="layout" path="M 0 0 L 0.008 0 E" pathEditMode="relative" ptsTypes="AA">
                                      <p:cBhvr>
                                        <p:cTn id="150" dur="40" fill="hold"/>
                                        <p:tgtEl>
                                          <p:spTgt spid="22"/>
                                        </p:tgtEl>
                                        <p:attrNameLst>
                                          <p:attrName>ppt_x</p:attrName>
                                          <p:attrName>ppt_y</p:attrName>
                                        </p:attrNameLst>
                                      </p:cBhvr>
                                    </p:animMotion>
                                  </p:childTnLst>
                                </p:cTn>
                              </p:par>
                              <p:par>
                                <p:cTn id="154" presetID="22" presetClass="entr" presetSubtype="8" fill="hold" grpId="0" nodeType="withEffect">
                                  <p:stCondLst>
                                    <p:cond delay="8800"/>
                                  </p:stCondLst>
                                  <p:childTnLst>
                                    <p:set>
                                      <p:cBhvr>
                                        <p:cTn id="152" dur="1" fill="hold">
                                          <p:stCondLst>
                                            <p:cond delay="0"/>
                                          </p:stCondLst>
                                        </p:cTn>
                                        <p:tgtEl>
                                          <p:spTgt spid="25"/>
                                        </p:tgtEl>
                                        <p:attrNameLst>
                                          <p:attrName>style.visibility</p:attrName>
                                        </p:attrNameLst>
                                      </p:cBhvr>
                                      <p:to>
                                        <p:strVal val="visible"/>
                                      </p:to>
                                    </p:set>
                                    <p:animEffect transition="in" filter="wipe(left)">
                                      <p:cBhvr>
                                        <p:cTn id="153" dur="300"/>
                                        <p:tgtEl>
                                          <p:spTgt spid="25"/>
                                        </p:tgtEl>
                                      </p:cBhvr>
                                    </p:animEffect>
                                  </p:childTnLst>
                                </p:cTn>
                              </p:par>
                              <p:par>
                                <p:cTn id="158" presetID="22" presetClass="entr" presetSubtype="1" fill="hold" grpId="0" nodeType="withEffect">
                                  <p:stCondLst>
                                    <p:cond delay="9400"/>
                                  </p:stCondLst>
                                  <p:childTnLst>
                                    <p:set>
                                      <p:cBhvr>
                                        <p:cTn id="155" dur="1" fill="hold">
                                          <p:stCondLst>
                                            <p:cond delay="0"/>
                                          </p:stCondLst>
                                        </p:cTn>
                                        <p:tgtEl>
                                          <p:spTgt spid="26"/>
                                        </p:tgtEl>
                                        <p:attrNameLst>
                                          <p:attrName>style.visibility</p:attrName>
                                        </p:attrNameLst>
                                      </p:cBhvr>
                                      <p:to>
                                        <p:strVal val="visible"/>
                                      </p:to>
                                    </p:set>
                                    <p:animEffect transition="in" filter="wipe(down)">
                                      <p:cBhvr>
                                        <p:cTn id="156" dur="450"/>
                                        <p:tgtEl>
                                          <p:spTgt spid="26"/>
                                        </p:tgtEl>
                                      </p:cBhvr>
                                    </p:animEffect>
                                    <p:animEffect transition="in" filter="fade">
                                      <p:cBhvr>
                                        <p:cTn id="157" dur="450"/>
                                        <p:tgtEl>
                                          <p:spTgt spid="26"/>
                                        </p:tgtEl>
                                      </p:cBhvr>
                                    </p:animEffect>
                                  </p:childTnLst>
                                </p:cTn>
                              </p:par>
                              <p:par>
                                <p:cTn id="163" presetID="53" presetClass="entr" presetSubtype="16" fill="hold" grpId="0" nodeType="withEffect">
                                  <p:stCondLst>
                                    <p:cond delay="9500"/>
                                  </p:stCondLst>
                                  <p:childTnLst>
                                    <p:set>
                                      <p:cBhvr>
                                        <p:cTn id="159" dur="1" fill="hold">
                                          <p:stCondLst>
                                            <p:cond delay="0"/>
                                          </p:stCondLst>
                                        </p:cTn>
                                        <p:tgtEl>
                                          <p:spTgt spid="29"/>
                                        </p:tgtEl>
                                        <p:attrNameLst>
                                          <p:attrName>style.visibility</p:attrName>
                                        </p:attrNameLst>
                                      </p:cBhvr>
                                      <p:to>
                                        <p:strVal val="visible"/>
                                      </p:to>
                                    </p:set>
                                    <p:anim calcmode="lin" valueType="num">
                                      <p:cBhvr additive="base">
                                        <p:cTn id="160" dur="350" fill="hold"/>
                                        <p:tgtEl>
                                          <p:spTgt spid="29"/>
                                        </p:tgtEl>
                                        <p:attrNameLst>
                                          <p:attrName>ppt_w</p:attrName>
                                        </p:attrNameLst>
                                      </p:cBhvr>
                                      <p:tavLst>
                                        <p:tav tm="0">
                                          <p:val>
                                            <p:strVal val="0"/>
                                          </p:val>
                                        </p:tav>
                                        <p:tav tm="100000">
                                          <p:val>
                                            <p:strVal val="#ppt_w"/>
                                          </p:val>
                                        </p:tav>
                                      </p:tavLst>
                                    </p:anim>
                                    <p:anim calcmode="lin" valueType="num">
                                      <p:cBhvr additive="base">
                                        <p:cTn id="161" dur="350" fill="hold"/>
                                        <p:tgtEl>
                                          <p:spTgt spid="29"/>
                                        </p:tgtEl>
                                        <p:attrNameLst>
                                          <p:attrName>ppt_h</p:attrName>
                                        </p:attrNameLst>
                                      </p:cBhvr>
                                      <p:tavLst>
                                        <p:tav tm="0">
                                          <p:val>
                                            <p:strVal val="0"/>
                                          </p:val>
                                        </p:tav>
                                        <p:tav tm="100000">
                                          <p:val>
                                            <p:strVal val="#ppt_h"/>
                                          </p:val>
                                        </p:tav>
                                      </p:tavLst>
                                    </p:anim>
                                    <p:animEffect transition="in" filter="fade">
                                      <p:cBhvr>
                                        <p:cTn id="162" dur="350"/>
                                        <p:tgtEl>
                                          <p:spTgt spid="29"/>
                                        </p:tgtEl>
                                      </p:cBhvr>
                                    </p:animEffect>
                                  </p:childTnLst>
                                </p:cTn>
                              </p:par>
                              <p:par>
                                <p:cTn id="167" presetID="22" presetClass="entr" presetSubtype="1" fill="hold" grpId="0" nodeType="withEffect">
                                  <p:stCondLst>
                                    <p:cond delay="9550"/>
                                  </p:stCondLst>
                                  <p:childTnLst>
                                    <p:set>
                                      <p:cBhvr>
                                        <p:cTn id="164" dur="1" fill="hold">
                                          <p:stCondLst>
                                            <p:cond delay="0"/>
                                          </p:stCondLst>
                                        </p:cTn>
                                        <p:tgtEl>
                                          <p:spTgt spid="27"/>
                                        </p:tgtEl>
                                        <p:attrNameLst>
                                          <p:attrName>style.visibility</p:attrName>
                                        </p:attrNameLst>
                                      </p:cBhvr>
                                      <p:to>
                                        <p:strVal val="visible"/>
                                      </p:to>
                                    </p:set>
                                    <p:animEffect transition="in" filter="wipe(down)">
                                      <p:cBhvr>
                                        <p:cTn id="165" dur="600"/>
                                        <p:tgtEl>
                                          <p:spTgt spid="27"/>
                                        </p:tgtEl>
                                      </p:cBhvr>
                                    </p:animEffect>
                                    <p:animEffect transition="in" filter="fade">
                                      <p:cBhvr>
                                        <p:cTn id="166" dur="600"/>
                                        <p:tgtEl>
                                          <p:spTgt spid="27"/>
                                        </p:tgtEl>
                                      </p:cBhvr>
                                    </p:animEffect>
                                  </p:childTnLst>
                                </p:cTn>
                              </p:par>
                              <p:par>
                                <p:cTn id="171" presetID="22" presetClass="entr" presetSubtype="1" fill="hold" grpId="0" nodeType="withEffect">
                                  <p:stCondLst>
                                    <p:cond delay="9600"/>
                                  </p:stCondLst>
                                  <p:childTnLst>
                                    <p:set>
                                      <p:cBhvr>
                                        <p:cTn id="168" dur="1" fill="hold">
                                          <p:stCondLst>
                                            <p:cond delay="0"/>
                                          </p:stCondLst>
                                        </p:cTn>
                                        <p:tgtEl>
                                          <p:spTgt spid="28"/>
                                        </p:tgtEl>
                                        <p:attrNameLst>
                                          <p:attrName>style.visibility</p:attrName>
                                        </p:attrNameLst>
                                      </p:cBhvr>
                                      <p:to>
                                        <p:strVal val="visible"/>
                                      </p:to>
                                    </p:set>
                                    <p:animEffect transition="in" filter="wipe(down)">
                                      <p:cBhvr>
                                        <p:cTn id="169" dur="450"/>
                                        <p:tgtEl>
                                          <p:spTgt spid="28"/>
                                        </p:tgtEl>
                                      </p:cBhvr>
                                    </p:animEffect>
                                    <p:animEffect transition="in" filter="fade">
                                      <p:cBhvr>
                                        <p:cTn id="170" dur="450"/>
                                        <p:tgtEl>
                                          <p:spTgt spid="28"/>
                                        </p:tgtEl>
                                      </p:cBhvr>
                                    </p:animEffect>
                                  </p:childTnLst>
                                </p:cTn>
                              </p:par>
                              <p:par>
                                <p:cTn id="173" presetID="0" presetClass="path" presetSubtype="0" fill="hold" grpId="1" nodeType="withEffect" autoRev="1" repeatCount="4000">
                                  <p:stCondLst>
                                    <p:cond delay="10180"/>
                                  </p:stCondLst>
                                  <p:childTnLst>
                                    <p:animMotion origin="layout" path="M 0 0 L 0.008 0 E" pathEditMode="relative" ptsTypes="AA">
                                      <p:cBhvr>
                                        <p:cTn id="172" dur="40" fill="hold"/>
                                        <p:tgtEl>
                                          <p:spTgt spid="27"/>
                                        </p:tgtEl>
                                        <p:attrNameLst>
                                          <p:attrName>ppt_x</p:attrName>
                                          <p:attrName>ppt_y</p:attrName>
                                        </p:attrNameLst>
                                      </p:cBhvr>
                                    </p:animMotion>
                                  </p:childTnLst>
                                </p:cTn>
                              </p:par>
                              <p:par>
                                <p:cTn id="176" presetID="22" presetClass="entr" presetSubtype="8" fill="hold" grpId="0" nodeType="withEffect">
                                  <p:stCondLst>
                                    <p:cond delay="10600"/>
                                  </p:stCondLst>
                                  <p:childTnLst>
                                    <p:set>
                                      <p:cBhvr>
                                        <p:cTn id="174" dur="1" fill="hold">
                                          <p:stCondLst>
                                            <p:cond delay="0"/>
                                          </p:stCondLst>
                                        </p:cTn>
                                        <p:tgtEl>
                                          <p:spTgt spid="30"/>
                                        </p:tgtEl>
                                        <p:attrNameLst>
                                          <p:attrName>style.visibility</p:attrName>
                                        </p:attrNameLst>
                                      </p:cBhvr>
                                      <p:to>
                                        <p:strVal val="visible"/>
                                      </p:to>
                                    </p:set>
                                    <p:animEffect transition="in" filter="wipe(left)">
                                      <p:cBhvr>
                                        <p:cTn id="175" dur="300"/>
                                        <p:tgtEl>
                                          <p:spTgt spid="30"/>
                                        </p:tgtEl>
                                      </p:cBhvr>
                                    </p:animEffect>
                                  </p:childTnLst>
                                </p:cTn>
                              </p:par>
                              <p:par>
                                <p:cTn id="180" presetID="22" presetClass="entr" presetSubtype="1" fill="hold" grpId="0" nodeType="withEffect">
                                  <p:stCondLst>
                                    <p:cond delay="11200"/>
                                  </p:stCondLst>
                                  <p:childTnLst>
                                    <p:set>
                                      <p:cBhvr>
                                        <p:cTn id="177" dur="1" fill="hold">
                                          <p:stCondLst>
                                            <p:cond delay="0"/>
                                          </p:stCondLst>
                                        </p:cTn>
                                        <p:tgtEl>
                                          <p:spTgt spid="31"/>
                                        </p:tgtEl>
                                        <p:attrNameLst>
                                          <p:attrName>style.visibility</p:attrName>
                                        </p:attrNameLst>
                                      </p:cBhvr>
                                      <p:to>
                                        <p:strVal val="visible"/>
                                      </p:to>
                                    </p:set>
                                    <p:animEffect transition="in" filter="wipe(down)">
                                      <p:cBhvr>
                                        <p:cTn id="178" dur="450"/>
                                        <p:tgtEl>
                                          <p:spTgt spid="31"/>
                                        </p:tgtEl>
                                      </p:cBhvr>
                                    </p:animEffect>
                                    <p:animEffect transition="in" filter="fade">
                                      <p:cBhvr>
                                        <p:cTn id="179" dur="450"/>
                                        <p:tgtEl>
                                          <p:spTgt spid="31"/>
                                        </p:tgtEl>
                                      </p:cBhvr>
                                    </p:animEffect>
                                  </p:childTnLst>
                                </p:cTn>
                              </p:par>
                              <p:par>
                                <p:cTn id="185" presetID="53" presetClass="entr" presetSubtype="16" fill="hold" grpId="0" nodeType="withEffect">
                                  <p:stCondLst>
                                    <p:cond delay="11300"/>
                                  </p:stCondLst>
                                  <p:childTnLst>
                                    <p:set>
                                      <p:cBhvr>
                                        <p:cTn id="181" dur="1" fill="hold">
                                          <p:stCondLst>
                                            <p:cond delay="0"/>
                                          </p:stCondLst>
                                        </p:cTn>
                                        <p:tgtEl>
                                          <p:spTgt spid="34"/>
                                        </p:tgtEl>
                                        <p:attrNameLst>
                                          <p:attrName>style.visibility</p:attrName>
                                        </p:attrNameLst>
                                      </p:cBhvr>
                                      <p:to>
                                        <p:strVal val="visible"/>
                                      </p:to>
                                    </p:set>
                                    <p:anim calcmode="lin" valueType="num">
                                      <p:cBhvr additive="base">
                                        <p:cTn id="182" dur="350" fill="hold"/>
                                        <p:tgtEl>
                                          <p:spTgt spid="34"/>
                                        </p:tgtEl>
                                        <p:attrNameLst>
                                          <p:attrName>ppt_w</p:attrName>
                                        </p:attrNameLst>
                                      </p:cBhvr>
                                      <p:tavLst>
                                        <p:tav tm="0">
                                          <p:val>
                                            <p:strVal val="0"/>
                                          </p:val>
                                        </p:tav>
                                        <p:tav tm="100000">
                                          <p:val>
                                            <p:strVal val="#ppt_w"/>
                                          </p:val>
                                        </p:tav>
                                      </p:tavLst>
                                    </p:anim>
                                    <p:anim calcmode="lin" valueType="num">
                                      <p:cBhvr additive="base">
                                        <p:cTn id="183" dur="350" fill="hold"/>
                                        <p:tgtEl>
                                          <p:spTgt spid="34"/>
                                        </p:tgtEl>
                                        <p:attrNameLst>
                                          <p:attrName>ppt_h</p:attrName>
                                        </p:attrNameLst>
                                      </p:cBhvr>
                                      <p:tavLst>
                                        <p:tav tm="0">
                                          <p:val>
                                            <p:strVal val="0"/>
                                          </p:val>
                                        </p:tav>
                                        <p:tav tm="100000">
                                          <p:val>
                                            <p:strVal val="#ppt_h"/>
                                          </p:val>
                                        </p:tav>
                                      </p:tavLst>
                                    </p:anim>
                                    <p:animEffect transition="in" filter="fade">
                                      <p:cBhvr>
                                        <p:cTn id="184" dur="350"/>
                                        <p:tgtEl>
                                          <p:spTgt spid="34"/>
                                        </p:tgtEl>
                                      </p:cBhvr>
                                    </p:animEffect>
                                  </p:childTnLst>
                                </p:cTn>
                              </p:par>
                              <p:par>
                                <p:cTn id="189" presetID="22" presetClass="entr" presetSubtype="1" fill="hold" grpId="0" nodeType="withEffect">
                                  <p:stCondLst>
                                    <p:cond delay="11350"/>
                                  </p:stCondLst>
                                  <p:childTnLst>
                                    <p:set>
                                      <p:cBhvr>
                                        <p:cTn id="186" dur="1" fill="hold">
                                          <p:stCondLst>
                                            <p:cond delay="0"/>
                                          </p:stCondLst>
                                        </p:cTn>
                                        <p:tgtEl>
                                          <p:spTgt spid="32"/>
                                        </p:tgtEl>
                                        <p:attrNameLst>
                                          <p:attrName>style.visibility</p:attrName>
                                        </p:attrNameLst>
                                      </p:cBhvr>
                                      <p:to>
                                        <p:strVal val="visible"/>
                                      </p:to>
                                    </p:set>
                                    <p:animEffect transition="in" filter="wipe(down)">
                                      <p:cBhvr>
                                        <p:cTn id="187" dur="600"/>
                                        <p:tgtEl>
                                          <p:spTgt spid="32"/>
                                        </p:tgtEl>
                                      </p:cBhvr>
                                    </p:animEffect>
                                    <p:animEffect transition="in" filter="fade">
                                      <p:cBhvr>
                                        <p:cTn id="188" dur="600"/>
                                        <p:tgtEl>
                                          <p:spTgt spid="32"/>
                                        </p:tgtEl>
                                      </p:cBhvr>
                                    </p:animEffect>
                                  </p:childTnLst>
                                </p:cTn>
                              </p:par>
                              <p:par>
                                <p:cTn id="193" presetID="22" presetClass="entr" presetSubtype="1" fill="hold" grpId="0" nodeType="withEffect">
                                  <p:stCondLst>
                                    <p:cond delay="11400"/>
                                  </p:stCondLst>
                                  <p:childTnLst>
                                    <p:set>
                                      <p:cBhvr>
                                        <p:cTn id="190" dur="1" fill="hold">
                                          <p:stCondLst>
                                            <p:cond delay="0"/>
                                          </p:stCondLst>
                                        </p:cTn>
                                        <p:tgtEl>
                                          <p:spTgt spid="33"/>
                                        </p:tgtEl>
                                        <p:attrNameLst>
                                          <p:attrName>style.visibility</p:attrName>
                                        </p:attrNameLst>
                                      </p:cBhvr>
                                      <p:to>
                                        <p:strVal val="visible"/>
                                      </p:to>
                                    </p:set>
                                    <p:animEffect transition="in" filter="wipe(down)">
                                      <p:cBhvr>
                                        <p:cTn id="191" dur="450"/>
                                        <p:tgtEl>
                                          <p:spTgt spid="33"/>
                                        </p:tgtEl>
                                      </p:cBhvr>
                                    </p:animEffect>
                                    <p:animEffect transition="in" filter="fade">
                                      <p:cBhvr>
                                        <p:cTn id="192" dur="450"/>
                                        <p:tgtEl>
                                          <p:spTgt spid="33"/>
                                        </p:tgtEl>
                                      </p:cBhvr>
                                    </p:animEffect>
                                  </p:childTnLst>
                                </p:cTn>
                              </p:par>
                              <p:par>
                                <p:cTn id="196" presetID="10" presetClass="exit" presetSubtype="0" fill="hold" grpId="1" nodeType="withEffect">
                                  <p:stCondLst>
                                    <p:cond delay="11400"/>
                                  </p:stCondLst>
                                  <p:childTnLst>
                                    <p:animEffect transition="out" filter="fade">
                                      <p:cBhvr>
                                        <p:cTn id="194" dur="300"/>
                                        <p:tgtEl>
                                          <p:spTgt spid="38"/>
                                        </p:tgtEl>
                                      </p:cBhvr>
                                    </p:animEffect>
                                    <p:set>
                                      <p:cBhvr>
                                        <p:cTn id="195" dur="1" fill="hold">
                                          <p:stCondLst>
                                            <p:cond delay="299"/>
                                          </p:stCondLst>
                                        </p:cTn>
                                        <p:tgtEl>
                                          <p:spTgt spid="38"/>
                                        </p:tgtEl>
                                        <p:attrNameLst>
                                          <p:attrName>style.visibility</p:attrName>
                                        </p:attrNameLst>
                                      </p:cBhvr>
                                      <p:to>
                                        <p:strVal val="hidden"/>
                                      </p:to>
                                    </p:set>
                                  </p:childTnLst>
                                </p:cTn>
                              </p:par>
                              <p:par>
                                <p:cTn id="198" presetID="8" presetClass="emph" presetSubtype="0" fill="hold" grpId="3" nodeType="withEffect">
                                  <p:stCondLst>
                                    <p:cond delay="11400"/>
                                  </p:stCondLst>
                                  <p:childTnLst>
                                    <p:animRot by="-6840000">
                                      <p:cBhvr>
                                        <p:cTn id="197" dur="1300" fill="hold"/>
                                        <p:tgtEl>
                                          <p:spTgt spid="37"/>
                                        </p:tgtEl>
                                        <p:attrNameLst>
                                          <p:attrName>r</p:attrName>
                                        </p:attrNameLst>
                                      </p:cBhvr>
                                    </p:animRot>
                                  </p:childTnLst>
                                </p:cTn>
                              </p:par>
                              <p:par>
                                <p:cTn id="200" presetID="0" presetClass="path" presetSubtype="0" fill="hold" grpId="1" nodeType="withEffect" autoRev="1" repeatCount="4000">
                                  <p:stCondLst>
                                    <p:cond delay="11980"/>
                                  </p:stCondLst>
                                  <p:childTnLst>
                                    <p:animMotion origin="layout" path="M 0 0 L 0.008 0 E" pathEditMode="relative" ptsTypes="AA">
                                      <p:cBhvr>
                                        <p:cTn id="199" dur="40" fill="hold"/>
                                        <p:tgtEl>
                                          <p:spTgt spid="32"/>
                                        </p:tgtEl>
                                        <p:attrNameLst>
                                          <p:attrName>ppt_x</p:attrName>
                                          <p:attrName>ppt_y</p:attrName>
                                        </p:attrNameLst>
                                      </p:cBhvr>
                                    </p:animMotion>
                                  </p:childTnLst>
                                </p:cTn>
                              </p:par>
                              <p:par>
                                <p:cTn id="205" presetID="53" presetClass="entr" presetSubtype="32" fill="hold" grpId="0" nodeType="withEffect">
                                  <p:stCondLst>
                                    <p:cond delay="12500"/>
                                  </p:stCondLst>
                                  <p:childTnLst>
                                    <p:set>
                                      <p:cBhvr>
                                        <p:cTn id="201" dur="1" fill="hold">
                                          <p:stCondLst>
                                            <p:cond delay="0"/>
                                          </p:stCondLst>
                                        </p:cTn>
                                        <p:tgtEl>
                                          <p:spTgt spid="39"/>
                                        </p:tgtEl>
                                        <p:attrNameLst>
                                          <p:attrName>style.visibility</p:attrName>
                                        </p:attrNameLst>
                                      </p:cBhvr>
                                      <p:to>
                                        <p:strVal val="visible"/>
                                      </p:to>
                                    </p:set>
                                    <p:anim calcmode="lin" valueType="num">
                                      <p:cBhvr additive="base">
                                        <p:cTn id="202" dur="450" fill="hold"/>
                                        <p:tgtEl>
                                          <p:spTgt spid="39"/>
                                        </p:tgtEl>
                                        <p:attrNameLst>
                                          <p:attrName>ppt_w</p:attrName>
                                        </p:attrNameLst>
                                      </p:cBhvr>
                                      <p:tavLst>
                                        <p:tav tm="0">
                                          <p:val>
                                            <p:strVal val="#ppt_w*2.4"/>
                                          </p:val>
                                        </p:tav>
                                        <p:tav tm="100000">
                                          <p:val>
                                            <p:strVal val="#ppt_w"/>
                                          </p:val>
                                        </p:tav>
                                      </p:tavLst>
                                    </p:anim>
                                    <p:anim calcmode="lin" valueType="num">
                                      <p:cBhvr additive="base">
                                        <p:cTn id="203" dur="450" fill="hold"/>
                                        <p:tgtEl>
                                          <p:spTgt spid="39"/>
                                        </p:tgtEl>
                                        <p:attrNameLst>
                                          <p:attrName>ppt_h</p:attrName>
                                        </p:attrNameLst>
                                      </p:cBhvr>
                                      <p:tavLst>
                                        <p:tav tm="0">
                                          <p:val>
                                            <p:strVal val="#ppt_h*2.4"/>
                                          </p:val>
                                        </p:tav>
                                        <p:tav tm="100000">
                                          <p:val>
                                            <p:strVal val="#ppt_h"/>
                                          </p:val>
                                        </p:tav>
                                      </p:tavLst>
                                    </p:anim>
                                    <p:animEffect transition="in" filter="fade">
                                      <p:cBhvr>
                                        <p:cTn id="204" dur="450"/>
                                        <p:tgtEl>
                                          <p:spTgt spid="39"/>
                                        </p:tgtEl>
                                      </p:cBhvr>
                                    </p:animEffect>
                                  </p:childTnLst>
                                </p:cTn>
                              </p:par>
                              <p:par>
                                <p:cTn id="208" presetID="22" presetClass="entr" presetSubtype="8" fill="hold" grpId="0" nodeType="withEffect">
                                  <p:stCondLst>
                                    <p:cond delay="13400"/>
                                  </p:stCondLst>
                                  <p:childTnLst>
                                    <p:set>
                                      <p:cBhvr>
                                        <p:cTn id="206" dur="1" fill="hold">
                                          <p:stCondLst>
                                            <p:cond delay="0"/>
                                          </p:stCondLst>
                                        </p:cTn>
                                        <p:tgtEl>
                                          <p:spTgt spid="43"/>
                                        </p:tgtEl>
                                        <p:attrNameLst>
                                          <p:attrName>style.visibility</p:attrName>
                                        </p:attrNameLst>
                                      </p:cBhvr>
                                      <p:to>
                                        <p:strVal val="visible"/>
                                      </p:to>
                                    </p:set>
                                    <p:animEffect transition="in" filter="wipe(left)">
                                      <p:cBhvr>
                                        <p:cTn id="207" dur="8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4" grpId="0" animBg="1"/>
      <p:bldP spid="45" grpId="0" animBg="1"/>
      <p:bldP spid="4" grpId="0" animBg="1"/>
      <p:bldP spid="46" grpId="0" animBg="1"/>
      <p:bldP spid="45" grpId="1" animBg="1"/>
      <p:bldP spid="5" grpId="0" animBg="1"/>
      <p:bldP spid="35" grpId="0" animBg="1"/>
      <p:bldP spid="36" grpId="0" animBg="1"/>
      <p:bldP spid="4" grpId="1" animBg="1"/>
      <p:bldP spid="6" grpId="0" animBg="1"/>
      <p:bldP spid="9" grpId="0" animBg="1"/>
      <p:bldP spid="37" grpId="0" animBg="1"/>
      <p:bldP spid="7" grpId="0" animBg="1"/>
      <p:bldP spid="8" grpId="0" animBg="1"/>
      <p:bldP spid="40" grpId="0" animBg="1"/>
      <p:bldP spid="41" grpId="0" animBg="1"/>
      <p:bldP spid="7" grpId="1" animBg="1"/>
      <p:bldP spid="42" grpId="0" animBg="1"/>
      <p:bldP spid="10" grpId="0" animBg="1"/>
      <p:bldP spid="11" grpId="0" animBg="1"/>
      <p:bldP spid="14" grpId="0" animBg="1"/>
      <p:bldP spid="12" grpId="0" animBg="1"/>
      <p:bldP spid="13" grpId="0" animBg="1"/>
      <p:bldP spid="12" grpId="1" animBg="1"/>
      <p:bldP spid="15" grpId="0" animBg="1"/>
      <p:bldP spid="16" grpId="0" animBg="1"/>
      <p:bldP spid="37" grpId="1" animBg="1"/>
      <p:bldP spid="19" grpId="0" animBg="1"/>
      <p:bldP spid="17" grpId="0" animBg="1"/>
      <p:bldP spid="18" grpId="0" animBg="1"/>
      <p:bldP spid="17" grpId="1" animBg="1"/>
      <p:bldP spid="17" grpId="2" animBg="1"/>
      <p:bldP spid="38" grpId="0" animBg="1"/>
      <p:bldP spid="37" grpId="2" animBg="1"/>
      <p:bldP spid="42" grpId="1" animBg="1"/>
      <p:bldP spid="20" grpId="0" animBg="1"/>
      <p:bldP spid="21" grpId="0" animBg="1"/>
      <p:bldP spid="24" grpId="0" animBg="1"/>
      <p:bldP spid="22" grpId="0" animBg="1"/>
      <p:bldP spid="23" grpId="0" animBg="1"/>
      <p:bldP spid="22" grpId="1" animBg="1"/>
      <p:bldP spid="25" grpId="0" animBg="1"/>
      <p:bldP spid="26" grpId="0" animBg="1"/>
      <p:bldP spid="29" grpId="0" animBg="1"/>
      <p:bldP spid="27" grpId="0" animBg="1"/>
      <p:bldP spid="28" grpId="0" animBg="1"/>
      <p:bldP spid="27" grpId="1" animBg="1"/>
      <p:bldP spid="30" grpId="0" animBg="1"/>
      <p:bldP spid="31" grpId="0" animBg="1"/>
      <p:bldP spid="34" grpId="0" animBg="1"/>
      <p:bldP spid="32" grpId="0" animBg="1"/>
      <p:bldP spid="33" grpId="0" animBg="1"/>
      <p:bldP spid="38" grpId="1" animBg="1"/>
      <p:bldP spid="37" grpId="3" animBg="1"/>
      <p:bldP spid="32" grpId="1" animBg="1"/>
      <p:bldP spid="39" grpId="0" animBg="1"/>
      <p:bldP spid="4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eyebrow"/>
          <p:cNvSpPr txBox="1"/>
          <p:nvPr/>
        </p:nvSpPr>
        <p:spPr>
          <a:xfrm>
            <a:off x="812800" y="520700"/>
            <a:ext cx="9525000" cy="190500"/>
          </a:xfrm>
          <a:prstGeom prst="rect">
            <a:avLst/>
          </a:prstGeom>
          <a:noFill/>
          <a:ln/>
        </p:spPr>
        <p:txBody>
          <a:bodyPr wrap="square" lIns="0" tIns="0" rIns="0" bIns="0" rtlCol="0" anchor="t"/>
          <a:lstStyle/>
          <a:p>
            <a:pPr indent="0" marL="0">
              <a:buNone/>
            </a:pPr>
            <a:r>
              <a:rPr lang="en-US" sz="1100" b="1" spc="300" kern="0" dirty="0">
                <a:solidFill>
                  <a:srgbClr val="FFC94D"/>
                </a:solidFill>
                <a:latin typeface="Consolas" pitchFamily="34" charset="0"/>
                <a:ea typeface="Consolas" pitchFamily="34" charset="-122"/>
                <a:cs typeface="Consolas" pitchFamily="34" charset="-120"/>
              </a:rPr>
              <a:t>CASE 5 OF 5 · THE PEOPLE v. BKASH</a:t>
            </a:r>
            <a:endParaRPr lang="en-US" sz="1100" dirty="0"/>
          </a:p>
        </p:txBody>
      </p:sp>
      <p:sp>
        <p:nvSpPr>
          <p:cNvPr id="4" name="heading"/>
          <p:cNvSpPr txBox="1"/>
          <p:nvPr/>
        </p:nvSpPr>
        <p:spPr>
          <a:xfrm>
            <a:off x="812800" y="749300"/>
            <a:ext cx="10096500" cy="1016000"/>
          </a:xfrm>
          <a:prstGeom prst="rect">
            <a:avLst/>
          </a:prstGeom>
          <a:noFill/>
          <a:ln/>
        </p:spPr>
        <p:txBody>
          <a:bodyPr wrap="square" lIns="0" tIns="0" rIns="0" bIns="0" rtlCol="0" anchor="t"/>
          <a:lstStyle/>
          <a:p>
            <a:pPr indent="0" marL="0">
              <a:lnSpc>
                <a:spcPct val="95000"/>
              </a:lnSpc>
              <a:buNone/>
            </a:pPr>
            <a:r>
              <a:rPr lang="en-US" sz="3000" b="1" dirty="0">
                <a:solidFill>
                  <a:srgbClr val="E8FBFF"/>
                </a:solidFill>
                <a:effectLst>
                  <a:glow rad="101600">
                    <a:srgbClr val="FFC94D">
                      <a:alpha val="35000"/>
                    </a:srgbClr>
                  </a:glow>
                </a:effectLst>
                <a:latin typeface="Bahnschrift" pitchFamily="34" charset="0"/>
                <a:ea typeface="Bahnschrift" pitchFamily="34" charset="-122"/>
                <a:cs typeface="Bahnschrift" pitchFamily="34" charset="-120"/>
              </a:rPr>
              <a:t>Case 5 of 5 – bKash: guilty of leaving PIN recovery open to scammers</a:t>
            </a:r>
            <a:endParaRPr lang="en-US" sz="3000" dirty="0"/>
          </a:p>
        </p:txBody>
      </p:sp>
      <p:sp>
        <p:nvSpPr>
          <p:cNvPr id="5" name="alab"/>
          <p:cNvSpPr txBox="1"/>
          <p:nvPr/>
        </p:nvSpPr>
        <p:spPr>
          <a:xfrm>
            <a:off x="812800" y="1892300"/>
            <a:ext cx="6413500" cy="190500"/>
          </a:xfrm>
          <a:prstGeom prst="rect">
            <a:avLst/>
          </a:prstGeom>
          <a:noFill/>
          <a:ln/>
        </p:spPr>
        <p:txBody>
          <a:bodyPr wrap="square" lIns="0" tIns="0" rIns="0" bIns="0" rtlCol="0" anchor="t"/>
          <a:lstStyle/>
          <a:p>
            <a:pPr algn="l" indent="0" marL="0">
              <a:buNone/>
            </a:pPr>
            <a:r>
              <a:rPr lang="en-US" sz="1150" b="1" spc="300" kern="0" dirty="0">
                <a:solidFill>
                  <a:srgbClr val="FF4F6E"/>
                </a:solidFill>
                <a:latin typeface="Consolas" pitchFamily="34" charset="0"/>
                <a:ea typeface="Consolas" pitchFamily="34" charset="-122"/>
                <a:cs typeface="Consolas" pitchFamily="34" charset="-120"/>
              </a:rPr>
              <a:t>PROSECUTION EXHIBITS · HOW THE ACCOUNT FELL</a:t>
            </a:r>
            <a:endParaRPr lang="en-US" sz="1150" dirty="0"/>
          </a:p>
        </p:txBody>
      </p:sp>
      <p:sp>
        <p:nvSpPr>
          <p:cNvPr id="6" name="abox0"/>
          <p:cNvSpPr/>
          <p:nvPr/>
        </p:nvSpPr>
        <p:spPr>
          <a:xfrm>
            <a:off x="812800" y="2120900"/>
            <a:ext cx="1968500" cy="1841500"/>
          </a:xfrm>
          <a:prstGeom prst="roundRect">
            <a:avLst>
              <a:gd name="adj" fmla="val 2979"/>
            </a:avLst>
          </a:prstGeom>
          <a:solidFill>
            <a:srgbClr val="10294A">
              <a:alpha val="70000"/>
            </a:srgbClr>
          </a:solidFill>
          <a:ln w="19050">
            <a:solidFill>
              <a:srgbClr val="FF4F6E"/>
            </a:solidFill>
            <a:prstDash val="solid"/>
          </a:ln>
          <a:effectLst>
            <a:outerShdw sx="100000" sy="100000" kx="0" ky="0" algn="bl" rotWithShape="0" blurRad="114300" dist="50800" dir="5400000">
              <a:srgbClr val="FFC94D">
                <a:alpha val="55000"/>
              </a:srgbClr>
            </a:outerShdw>
          </a:effectLst>
        </p:spPr>
      </p:sp>
      <p:pic>
        <p:nvPicPr>
          <p:cNvPr id="7" name="ashot0" descr="Hacked WhatsApp asks friends for bKash money">    </p:cNvPr>
          <p:cNvPicPr>
            <a:picLocks noChangeAspect="1"/>
          </p:cNvPicPr>
          <p:nvPr/>
        </p:nvPicPr>
        <p:blipFill>
          <a:blip r:embed="rId2"/>
          <a:stretch>
            <a:fillRect/>
          </a:stretch>
        </p:blipFill>
        <p:spPr>
          <a:xfrm>
            <a:off x="1215873" y="2171700"/>
            <a:ext cx="1162354" cy="1409700"/>
          </a:xfrm>
          <a:prstGeom prst="rect">
            <a:avLst/>
          </a:prstGeom>
        </p:spPr>
      </p:pic>
      <p:sp>
        <p:nvSpPr>
          <p:cNvPr id="8" name="acap0"/>
          <p:cNvSpPr txBox="1"/>
          <p:nvPr/>
        </p:nvSpPr>
        <p:spPr>
          <a:xfrm>
            <a:off x="876300" y="36068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Hacked WhatsApp asks friends for bKash money</a:t>
            </a:r>
            <a:endParaRPr lang="en-US" sz="1100" dirty="0"/>
          </a:p>
        </p:txBody>
      </p:sp>
      <p:sp>
        <p:nvSpPr>
          <p:cNvPr id="9" name="anum0"/>
          <p:cNvSpPr/>
          <p:nvPr/>
        </p:nvSpPr>
        <p:spPr>
          <a:xfrm>
            <a:off x="863600" y="2171700"/>
            <a:ext cx="254000" cy="254000"/>
          </a:xfrm>
          <a:prstGeom prst="roundRect">
            <a:avLst>
              <a:gd name="adj" fmla="val 180000"/>
            </a:avLst>
          </a:prstGeom>
          <a:solidFill>
            <a:srgbClr val="FF4F6E"/>
          </a:solidFill>
          <a:ln/>
          <a:effectLst>
            <a:outerShdw sx="100000" sy="100000" kx="0" ky="0" algn="bl" rotWithShape="0" blurRad="114300" dist="50800" dir="5400000">
              <a:srgbClr val="FF4F6E">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01</a:t>
            </a:r>
            <a:endParaRPr lang="en-US" sz="1100" dirty="0"/>
          </a:p>
        </p:txBody>
      </p:sp>
      <p:sp>
        <p:nvSpPr>
          <p:cNvPr id="10" name="aarr0"/>
          <p:cNvSpPr/>
          <p:nvPr/>
        </p:nvSpPr>
        <p:spPr>
          <a:xfrm>
            <a:off x="2806700" y="2946400"/>
            <a:ext cx="203200" cy="190500"/>
          </a:xfrm>
          <a:prstGeom prst="rightArrow">
            <a:avLst/>
          </a:prstGeom>
          <a:solidFill>
            <a:srgbClr val="FF4F6E"/>
          </a:solidFill>
          <a:ln/>
          <a:effectLst>
            <a:outerShdw sx="100000" sy="100000" kx="0" ky="0" algn="bl" rotWithShape="0" blurRad="114300" dist="50800" dir="5400000">
              <a:srgbClr val="FF4F6E">
                <a:alpha val="60000"/>
              </a:srgbClr>
            </a:outerShdw>
          </a:effectLst>
        </p:spPr>
      </p:sp>
      <p:sp>
        <p:nvSpPr>
          <p:cNvPr id="11" name="abox1"/>
          <p:cNvSpPr/>
          <p:nvPr/>
        </p:nvSpPr>
        <p:spPr>
          <a:xfrm>
            <a:off x="3035300" y="2120900"/>
            <a:ext cx="1968500" cy="1841500"/>
          </a:xfrm>
          <a:prstGeom prst="roundRect">
            <a:avLst>
              <a:gd name="adj" fmla="val 2979"/>
            </a:avLst>
          </a:prstGeom>
          <a:solidFill>
            <a:srgbClr val="10294A">
              <a:alpha val="70000"/>
            </a:srgbClr>
          </a:solidFill>
          <a:ln w="19050">
            <a:solidFill>
              <a:srgbClr val="FF4F6E"/>
            </a:solidFill>
            <a:prstDash val="solid"/>
          </a:ln>
          <a:effectLst>
            <a:outerShdw sx="100000" sy="100000" kx="0" ky="0" algn="bl" rotWithShape="0" blurRad="114300" dist="50800" dir="5400000">
              <a:srgbClr val="FFC94D">
                <a:alpha val="55000"/>
              </a:srgbClr>
            </a:outerShdw>
          </a:effectLst>
        </p:spPr>
      </p:sp>
      <p:pic>
        <p:nvPicPr>
          <p:cNvPr id="12" name="ashot1" descr="A call “from bKash” asks for the OTP">    </p:cNvPr>
          <p:cNvPicPr>
            <a:picLocks noChangeAspect="1"/>
          </p:cNvPicPr>
          <p:nvPr/>
        </p:nvPicPr>
        <p:blipFill>
          <a:blip r:embed="rId3"/>
          <a:stretch>
            <a:fillRect/>
          </a:stretch>
        </p:blipFill>
        <p:spPr>
          <a:xfrm>
            <a:off x="3473230" y="2171700"/>
            <a:ext cx="1092639" cy="1409700"/>
          </a:xfrm>
          <a:prstGeom prst="rect">
            <a:avLst/>
          </a:prstGeom>
        </p:spPr>
      </p:pic>
      <p:sp>
        <p:nvSpPr>
          <p:cNvPr id="13" name="acap1"/>
          <p:cNvSpPr txBox="1"/>
          <p:nvPr/>
        </p:nvSpPr>
        <p:spPr>
          <a:xfrm>
            <a:off x="3098800" y="36068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A call “from bKash” asks for the OTP</a:t>
            </a:r>
            <a:endParaRPr lang="en-US" sz="1100" dirty="0"/>
          </a:p>
        </p:txBody>
      </p:sp>
      <p:sp>
        <p:nvSpPr>
          <p:cNvPr id="14" name="anum1"/>
          <p:cNvSpPr/>
          <p:nvPr/>
        </p:nvSpPr>
        <p:spPr>
          <a:xfrm>
            <a:off x="3086100" y="2171700"/>
            <a:ext cx="254000" cy="254000"/>
          </a:xfrm>
          <a:prstGeom prst="roundRect">
            <a:avLst>
              <a:gd name="adj" fmla="val 180000"/>
            </a:avLst>
          </a:prstGeom>
          <a:solidFill>
            <a:srgbClr val="FF4F6E"/>
          </a:solidFill>
          <a:ln/>
          <a:effectLst>
            <a:outerShdw sx="100000" sy="100000" kx="0" ky="0" algn="bl" rotWithShape="0" blurRad="114300" dist="50800" dir="5400000">
              <a:srgbClr val="FF4F6E">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02</a:t>
            </a:r>
            <a:endParaRPr lang="en-US" sz="1100" dirty="0"/>
          </a:p>
        </p:txBody>
      </p:sp>
      <p:sp>
        <p:nvSpPr>
          <p:cNvPr id="15" name="aarr1"/>
          <p:cNvSpPr/>
          <p:nvPr/>
        </p:nvSpPr>
        <p:spPr>
          <a:xfrm>
            <a:off x="5029200" y="2946400"/>
            <a:ext cx="203200" cy="190500"/>
          </a:xfrm>
          <a:prstGeom prst="rightArrow">
            <a:avLst/>
          </a:prstGeom>
          <a:solidFill>
            <a:srgbClr val="FF4F6E"/>
          </a:solidFill>
          <a:ln/>
          <a:effectLst>
            <a:outerShdw sx="100000" sy="100000" kx="0" ky="0" algn="bl" rotWithShape="0" blurRad="114300" dist="50800" dir="5400000">
              <a:srgbClr val="FF4F6E">
                <a:alpha val="60000"/>
              </a:srgbClr>
            </a:outerShdw>
          </a:effectLst>
        </p:spPr>
      </p:sp>
      <p:sp>
        <p:nvSpPr>
          <p:cNvPr id="16" name="abox2"/>
          <p:cNvSpPr/>
          <p:nvPr/>
        </p:nvSpPr>
        <p:spPr>
          <a:xfrm>
            <a:off x="5257800" y="2120900"/>
            <a:ext cx="1968500" cy="1841500"/>
          </a:xfrm>
          <a:prstGeom prst="roundRect">
            <a:avLst>
              <a:gd name="adj" fmla="val 2979"/>
            </a:avLst>
          </a:prstGeom>
          <a:solidFill>
            <a:srgbClr val="10294A">
              <a:alpha val="70000"/>
            </a:srgbClr>
          </a:solidFill>
          <a:ln w="19050">
            <a:solidFill>
              <a:srgbClr val="FF4F6E"/>
            </a:solidFill>
            <a:prstDash val="solid"/>
          </a:ln>
          <a:effectLst>
            <a:outerShdw sx="100000" sy="100000" kx="0" ky="0" algn="bl" rotWithShape="0" blurRad="114300" dist="50800" dir="5400000">
              <a:srgbClr val="FFC94D">
                <a:alpha val="55000"/>
              </a:srgbClr>
            </a:outerShdw>
          </a:effectLst>
        </p:spPr>
      </p:sp>
      <p:pic>
        <p:nvPicPr>
          <p:cNvPr id="17" name="ashot2" descr="Reading out the OTP lets him reset the PIN">    </p:cNvPr>
          <p:cNvPicPr>
            <a:picLocks noChangeAspect="1"/>
          </p:cNvPicPr>
          <p:nvPr/>
        </p:nvPicPr>
        <p:blipFill>
          <a:blip r:embed="rId4"/>
          <a:stretch>
            <a:fillRect/>
          </a:stretch>
        </p:blipFill>
        <p:spPr>
          <a:xfrm>
            <a:off x="5743986" y="2171700"/>
            <a:ext cx="996129" cy="1409700"/>
          </a:xfrm>
          <a:prstGeom prst="rect">
            <a:avLst/>
          </a:prstGeom>
        </p:spPr>
      </p:pic>
      <p:sp>
        <p:nvSpPr>
          <p:cNvPr id="18" name="acap2"/>
          <p:cNvSpPr txBox="1"/>
          <p:nvPr/>
        </p:nvSpPr>
        <p:spPr>
          <a:xfrm>
            <a:off x="5321300" y="36068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Reading out the OTP lets him reset the PIN</a:t>
            </a:r>
            <a:endParaRPr lang="en-US" sz="1100" dirty="0"/>
          </a:p>
        </p:txBody>
      </p:sp>
      <p:sp>
        <p:nvSpPr>
          <p:cNvPr id="19" name="anum2"/>
          <p:cNvSpPr/>
          <p:nvPr/>
        </p:nvSpPr>
        <p:spPr>
          <a:xfrm>
            <a:off x="5308600" y="2171700"/>
            <a:ext cx="254000" cy="254000"/>
          </a:xfrm>
          <a:prstGeom prst="roundRect">
            <a:avLst>
              <a:gd name="adj" fmla="val 180000"/>
            </a:avLst>
          </a:prstGeom>
          <a:solidFill>
            <a:srgbClr val="FF4F6E"/>
          </a:solidFill>
          <a:ln/>
          <a:effectLst>
            <a:outerShdw sx="100000" sy="100000" kx="0" ky="0" algn="bl" rotWithShape="0" blurRad="114300" dist="50800" dir="5400000">
              <a:srgbClr val="FF4F6E">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03</a:t>
            </a:r>
            <a:endParaRPr lang="en-US" sz="1100" dirty="0"/>
          </a:p>
        </p:txBody>
      </p:sp>
      <p:sp>
        <p:nvSpPr>
          <p:cNvPr id="20" name="slab"/>
          <p:cNvSpPr txBox="1"/>
          <p:nvPr/>
        </p:nvSpPr>
        <p:spPr>
          <a:xfrm>
            <a:off x="812800" y="4038600"/>
            <a:ext cx="6413500" cy="190500"/>
          </a:xfrm>
          <a:prstGeom prst="rect">
            <a:avLst/>
          </a:prstGeom>
          <a:noFill/>
          <a:ln/>
        </p:spPr>
        <p:txBody>
          <a:bodyPr wrap="square" lIns="0" tIns="0" rIns="0" bIns="0" rtlCol="0" anchor="t"/>
          <a:lstStyle/>
          <a:p>
            <a:pPr algn="l" indent="0" marL="0">
              <a:buNone/>
            </a:pPr>
            <a:r>
              <a:rPr lang="en-US" sz="1150" b="1" spc="300" kern="0" dirty="0">
                <a:solidFill>
                  <a:srgbClr val="3FF0FF"/>
                </a:solidFill>
                <a:latin typeface="Consolas" pitchFamily="34" charset="0"/>
                <a:ea typeface="Consolas" pitchFamily="34" charset="-122"/>
                <a:cs typeface="Consolas" pitchFamily="34" charset="-120"/>
              </a:rPr>
              <a:t>DEFENCE EXHIBITS · LOCKS THAT WOULD HAVE HELD</a:t>
            </a:r>
            <a:endParaRPr lang="en-US" sz="1150" dirty="0"/>
          </a:p>
        </p:txBody>
      </p:sp>
      <p:sp>
        <p:nvSpPr>
          <p:cNvPr id="21" name="sbox0"/>
          <p:cNvSpPr/>
          <p:nvPr/>
        </p:nvSpPr>
        <p:spPr>
          <a:xfrm>
            <a:off x="812800" y="4267200"/>
            <a:ext cx="1968500" cy="1841500"/>
          </a:xfrm>
          <a:prstGeom prst="roundRect">
            <a:avLst>
              <a:gd name="adj" fmla="val 2979"/>
            </a:avLst>
          </a:prstGeom>
          <a:solidFill>
            <a:srgbClr val="0A1A2E">
              <a:alpha val="70000"/>
            </a:srgbClr>
          </a:solidFill>
          <a:ln w="19050">
            <a:solidFill>
              <a:srgbClr val="3FF0FF"/>
            </a:solidFill>
            <a:prstDash val="solid"/>
          </a:ln>
          <a:effectLst>
            <a:outerShdw sx="100000" sy="100000" kx="0" ky="0" algn="bl" rotWithShape="0" blurRad="114300" dist="50800" dir="5400000">
              <a:srgbClr val="FFC94D">
                <a:alpha val="55000"/>
              </a:srgbClr>
            </a:outerShdw>
          </a:effectLst>
        </p:spPr>
      </p:sp>
      <p:pic>
        <p:nvPicPr>
          <p:cNvPr id="22" name="sshot0" descr="Never share an OTP or PIN: bKash never asks">    </p:cNvPr>
          <p:cNvPicPr>
            <a:picLocks noChangeAspect="1"/>
          </p:cNvPicPr>
          <p:nvPr/>
        </p:nvPicPr>
        <p:blipFill>
          <a:blip r:embed="rId5"/>
          <a:stretch>
            <a:fillRect/>
          </a:stretch>
        </p:blipFill>
        <p:spPr>
          <a:xfrm>
            <a:off x="1292621" y="4318000"/>
            <a:ext cx="1008859" cy="1409700"/>
          </a:xfrm>
          <a:prstGeom prst="rect">
            <a:avLst/>
          </a:prstGeom>
        </p:spPr>
      </p:pic>
      <p:sp>
        <p:nvSpPr>
          <p:cNvPr id="23" name="scap0"/>
          <p:cNvSpPr txBox="1"/>
          <p:nvPr/>
        </p:nvSpPr>
        <p:spPr>
          <a:xfrm>
            <a:off x="876300" y="57531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Never share an OTP or PIN: bKash never asks</a:t>
            </a:r>
            <a:endParaRPr lang="en-US" sz="1100" dirty="0"/>
          </a:p>
        </p:txBody>
      </p:sp>
      <p:sp>
        <p:nvSpPr>
          <p:cNvPr id="24" name="snum0"/>
          <p:cNvSpPr/>
          <p:nvPr/>
        </p:nvSpPr>
        <p:spPr>
          <a:xfrm>
            <a:off x="863600" y="4318000"/>
            <a:ext cx="254000" cy="254000"/>
          </a:xfrm>
          <a:prstGeom prst="roundRect">
            <a:avLst>
              <a:gd name="adj" fmla="val 180000"/>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01</a:t>
            </a:r>
            <a:endParaRPr lang="en-US" sz="1100" dirty="0"/>
          </a:p>
        </p:txBody>
      </p:sp>
      <p:sp>
        <p:nvSpPr>
          <p:cNvPr id="25" name="sarr0"/>
          <p:cNvSpPr/>
          <p:nvPr/>
        </p:nvSpPr>
        <p:spPr>
          <a:xfrm>
            <a:off x="2806700" y="5092700"/>
            <a:ext cx="203200" cy="190500"/>
          </a:xfrm>
          <a:prstGeom prst="rightArrow">
            <a:avLst/>
          </a:prstGeom>
          <a:solidFill>
            <a:srgbClr val="3FF0FF"/>
          </a:solidFill>
          <a:ln/>
          <a:effectLst>
            <a:outerShdw sx="100000" sy="100000" kx="0" ky="0" algn="bl" rotWithShape="0" blurRad="114300" dist="50800" dir="5400000">
              <a:srgbClr val="3FF0FF">
                <a:alpha val="60000"/>
              </a:srgbClr>
            </a:outerShdw>
          </a:effectLst>
        </p:spPr>
      </p:sp>
      <p:sp>
        <p:nvSpPr>
          <p:cNvPr id="26" name="sbox1"/>
          <p:cNvSpPr/>
          <p:nvPr/>
        </p:nvSpPr>
        <p:spPr>
          <a:xfrm>
            <a:off x="3035300" y="4267200"/>
            <a:ext cx="1968500" cy="1841500"/>
          </a:xfrm>
          <a:prstGeom prst="roundRect">
            <a:avLst>
              <a:gd name="adj" fmla="val 2979"/>
            </a:avLst>
          </a:prstGeom>
          <a:solidFill>
            <a:srgbClr val="0A1A2E">
              <a:alpha val="70000"/>
            </a:srgbClr>
          </a:solidFill>
          <a:ln w="19050">
            <a:solidFill>
              <a:srgbClr val="3FF0FF"/>
            </a:solidFill>
            <a:prstDash val="solid"/>
          </a:ln>
          <a:effectLst>
            <a:outerShdw sx="100000" sy="100000" kx="0" ky="0" algn="bl" rotWithShape="0" blurRad="114300" dist="50800" dir="5400000">
              <a:srgbClr val="FFC94D">
                <a:alpha val="55000"/>
              </a:srgbClr>
            </a:outerShdw>
          </a:effectLst>
        </p:spPr>
      </p:sp>
      <p:pic>
        <p:nvPicPr>
          <p:cNvPr id="27" name="sshot1" descr="Log in with Face ID or fingerprint">    </p:cNvPr>
          <p:cNvPicPr>
            <a:picLocks noChangeAspect="1"/>
          </p:cNvPicPr>
          <p:nvPr/>
        </p:nvPicPr>
        <p:blipFill>
          <a:blip r:embed="rId6"/>
          <a:stretch>
            <a:fillRect/>
          </a:stretch>
        </p:blipFill>
        <p:spPr>
          <a:xfrm>
            <a:off x="3429688" y="4318000"/>
            <a:ext cx="1179724" cy="1409700"/>
          </a:xfrm>
          <a:prstGeom prst="rect">
            <a:avLst/>
          </a:prstGeom>
        </p:spPr>
      </p:pic>
      <p:sp>
        <p:nvSpPr>
          <p:cNvPr id="28" name="scap1"/>
          <p:cNvSpPr txBox="1"/>
          <p:nvPr/>
        </p:nvSpPr>
        <p:spPr>
          <a:xfrm>
            <a:off x="3098800" y="57531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Log in with Face ID or fingerprint</a:t>
            </a:r>
            <a:endParaRPr lang="en-US" sz="1100" dirty="0"/>
          </a:p>
        </p:txBody>
      </p:sp>
      <p:sp>
        <p:nvSpPr>
          <p:cNvPr id="29" name="snum1"/>
          <p:cNvSpPr/>
          <p:nvPr/>
        </p:nvSpPr>
        <p:spPr>
          <a:xfrm>
            <a:off x="3086100" y="4318000"/>
            <a:ext cx="254000" cy="254000"/>
          </a:xfrm>
          <a:prstGeom prst="roundRect">
            <a:avLst>
              <a:gd name="adj" fmla="val 180000"/>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02</a:t>
            </a:r>
            <a:endParaRPr lang="en-US" sz="1100" dirty="0"/>
          </a:p>
        </p:txBody>
      </p:sp>
      <p:sp>
        <p:nvSpPr>
          <p:cNvPr id="30" name="sarr1"/>
          <p:cNvSpPr/>
          <p:nvPr/>
        </p:nvSpPr>
        <p:spPr>
          <a:xfrm>
            <a:off x="5029200" y="5092700"/>
            <a:ext cx="203200" cy="190500"/>
          </a:xfrm>
          <a:prstGeom prst="rightArrow">
            <a:avLst/>
          </a:prstGeom>
          <a:solidFill>
            <a:srgbClr val="3FF0FF"/>
          </a:solidFill>
          <a:ln/>
          <a:effectLst>
            <a:outerShdw sx="100000" sy="100000" kx="0" ky="0" algn="bl" rotWithShape="0" blurRad="114300" dist="50800" dir="5400000">
              <a:srgbClr val="3FF0FF">
                <a:alpha val="60000"/>
              </a:srgbClr>
            </a:outerShdw>
          </a:effectLst>
        </p:spPr>
      </p:sp>
      <p:sp>
        <p:nvSpPr>
          <p:cNvPr id="31" name="sbox2"/>
          <p:cNvSpPr/>
          <p:nvPr/>
        </p:nvSpPr>
        <p:spPr>
          <a:xfrm>
            <a:off x="5257800" y="4267200"/>
            <a:ext cx="1968500" cy="1841500"/>
          </a:xfrm>
          <a:prstGeom prst="roundRect">
            <a:avLst>
              <a:gd name="adj" fmla="val 2979"/>
            </a:avLst>
          </a:prstGeom>
          <a:solidFill>
            <a:srgbClr val="0A1A2E">
              <a:alpha val="70000"/>
            </a:srgbClr>
          </a:solidFill>
          <a:ln w="19050">
            <a:solidFill>
              <a:srgbClr val="3FF0FF"/>
            </a:solidFill>
            <a:prstDash val="solid"/>
          </a:ln>
          <a:effectLst>
            <a:outerShdw sx="100000" sy="100000" kx="0" ky="0" algn="bl" rotWithShape="0" blurRad="114300" dist="50800" dir="5400000">
              <a:srgbClr val="FFC94D">
                <a:alpha val="55000"/>
              </a:srgbClr>
            </a:outerShdw>
          </a:effectLst>
        </p:spPr>
      </p:sp>
      <p:pic>
        <p:nvPicPr>
          <p:cNvPr id="32" name="sshot2" descr="Call friends back before sending money">    </p:cNvPr>
          <p:cNvPicPr>
            <a:picLocks noChangeAspect="1"/>
          </p:cNvPicPr>
          <p:nvPr/>
        </p:nvPicPr>
        <p:blipFill>
          <a:blip r:embed="rId7"/>
          <a:stretch>
            <a:fillRect/>
          </a:stretch>
        </p:blipFill>
        <p:spPr>
          <a:xfrm>
            <a:off x="5658007" y="4318000"/>
            <a:ext cx="1168087" cy="1409700"/>
          </a:xfrm>
          <a:prstGeom prst="rect">
            <a:avLst/>
          </a:prstGeom>
        </p:spPr>
      </p:pic>
      <p:sp>
        <p:nvSpPr>
          <p:cNvPr id="33" name="scap2"/>
          <p:cNvSpPr txBox="1"/>
          <p:nvPr/>
        </p:nvSpPr>
        <p:spPr>
          <a:xfrm>
            <a:off x="5321300" y="5753100"/>
            <a:ext cx="1841500" cy="330200"/>
          </a:xfrm>
          <a:prstGeom prst="rect">
            <a:avLst/>
          </a:prstGeom>
          <a:noFill/>
          <a:ln/>
        </p:spPr>
        <p:txBody>
          <a:bodyPr wrap="square" lIns="0" tIns="0" rIns="0" bIns="0" rtlCol="0" anchor="ctr"/>
          <a:lstStyle/>
          <a:p>
            <a:pPr algn="ctr" indent="0" marL="0">
              <a:buNone/>
            </a:pPr>
            <a:r>
              <a:rPr lang="en-US" sz="1100" dirty="0">
                <a:solidFill>
                  <a:srgbClr val="E8FBFF"/>
                </a:solidFill>
                <a:latin typeface="Segoe UI" pitchFamily="34" charset="0"/>
                <a:ea typeface="Segoe UI" pitchFamily="34" charset="-122"/>
                <a:cs typeface="Segoe UI" pitchFamily="34" charset="-120"/>
              </a:rPr>
              <a:t>Call friends back before sending money</a:t>
            </a:r>
            <a:endParaRPr lang="en-US" sz="1100" dirty="0"/>
          </a:p>
        </p:txBody>
      </p:sp>
      <p:sp>
        <p:nvSpPr>
          <p:cNvPr id="34" name="snum2"/>
          <p:cNvSpPr/>
          <p:nvPr/>
        </p:nvSpPr>
        <p:spPr>
          <a:xfrm>
            <a:off x="5308600" y="4318000"/>
            <a:ext cx="254000" cy="254000"/>
          </a:xfrm>
          <a:prstGeom prst="roundRect">
            <a:avLst>
              <a:gd name="adj" fmla="val 180000"/>
            </a:avLst>
          </a:prstGeom>
          <a:solidFill>
            <a:srgbClr val="3FF0FF"/>
          </a:solidFill>
          <a:ln/>
          <a:effectLst>
            <a:outerShdw sx="100000" sy="100000" kx="0" ky="0" algn="bl" rotWithShape="0" blurRad="114300" dist="50800" dir="5400000">
              <a:srgbClr val="3FF0FF">
                <a:alpha val="45000"/>
              </a:srgbClr>
            </a:outerShdw>
          </a:effectLst>
        </p:spPr>
        <p:txBody>
          <a:bodyPr wrap="square" lIns="0" tIns="0" rIns="0" bIns="0" rtlCol="0" anchor="ctr"/>
          <a:lstStyle/>
          <a:p>
            <a:pPr algn="ctr" indent="0" marL="0">
              <a:buNone/>
            </a:pPr>
            <a:r>
              <a:rPr lang="en-US" sz="1100" b="1" dirty="0">
                <a:solidFill>
                  <a:srgbClr val="06101E"/>
                </a:solidFill>
                <a:latin typeface="Consolas" pitchFamily="34" charset="0"/>
                <a:ea typeface="Consolas" pitchFamily="34" charset="-122"/>
                <a:cs typeface="Consolas" pitchFamily="34" charset="-120"/>
              </a:rPr>
              <a:t>03</a:t>
            </a:r>
            <a:endParaRPr lang="en-US" sz="1100" dirty="0"/>
          </a:p>
        </p:txBody>
      </p:sp>
      <p:sp>
        <p:nvSpPr>
          <p:cNvPr id="35" name="tmlab"/>
          <p:cNvSpPr txBox="1"/>
          <p:nvPr/>
        </p:nvSpPr>
        <p:spPr>
          <a:xfrm>
            <a:off x="7734300" y="1892300"/>
            <a:ext cx="3644900" cy="190500"/>
          </a:xfrm>
          <a:prstGeom prst="rect">
            <a:avLst/>
          </a:prstGeom>
          <a:noFill/>
          <a:ln/>
        </p:spPr>
        <p:txBody>
          <a:bodyPr wrap="square" lIns="0" tIns="0" rIns="0" bIns="0" rtlCol="0" anchor="t"/>
          <a:lstStyle/>
          <a:p>
            <a:pPr algn="ctr" indent="0" marL="0">
              <a:buNone/>
            </a:pPr>
            <a:r>
              <a:rPr lang="en-US" sz="1150" b="1" spc="300" kern="0" dirty="0">
                <a:solidFill>
                  <a:srgbClr val="FFC94D"/>
                </a:solidFill>
                <a:latin typeface="Consolas" pitchFamily="34" charset="0"/>
                <a:ea typeface="Consolas" pitchFamily="34" charset="-122"/>
                <a:cs typeface="Consolas" pitchFamily="34" charset="-120"/>
              </a:rPr>
              <a:t>THREAT LEVEL</a:t>
            </a:r>
            <a:endParaRPr lang="en-US" sz="1150" dirty="0"/>
          </a:p>
        </p:txBody>
      </p:sp>
      <p:pic>
        <p:nvPicPr>
          <p:cNvPr id="36" name="gauge" descr="Threat level gauge">    </p:cNvPr>
          <p:cNvPicPr>
            <a:picLocks noChangeAspect="1"/>
          </p:cNvPicPr>
          <p:nvPr/>
        </p:nvPicPr>
        <p:blipFill>
          <a:blip r:embed="rId8"/>
          <a:stretch>
            <a:fillRect/>
          </a:stretch>
        </p:blipFill>
        <p:spPr>
          <a:xfrm>
            <a:off x="8350250" y="2133600"/>
            <a:ext cx="2413000" cy="1397000"/>
          </a:xfrm>
          <a:prstGeom prst="rect">
            <a:avLst/>
          </a:prstGeom>
        </p:spPr>
      </p:pic>
      <p:pic>
        <p:nvPicPr>
          <p:cNvPr id="37" name="needle" descr="/tmp/claude-0/-home-user-bangladesh-crime-monitor/cb82e52d-05bf-5acf-9e17-5b7416beecee/scratchpad/animppt/holo/needle.png">    </p:cNvPr>
          <p:cNvPicPr>
            <a:picLocks noChangeAspect="1"/>
          </p:cNvPicPr>
          <p:nvPr/>
        </p:nvPicPr>
        <p:blipFill>
          <a:blip r:embed="rId9"/>
          <a:stretch>
            <a:fillRect/>
          </a:stretch>
        </p:blipFill>
        <p:spPr>
          <a:xfrm>
            <a:off x="8477250" y="2324100"/>
            <a:ext cx="2159000" cy="2159000"/>
          </a:xfrm>
          <a:prstGeom prst="rect">
            <a:avLst/>
          </a:prstGeom>
        </p:spPr>
      </p:pic>
      <p:sp>
        <p:nvSpPr>
          <p:cNvPr id="38" name="tmBad"/>
          <p:cNvSpPr txBox="1"/>
          <p:nvPr/>
        </p:nvSpPr>
        <p:spPr>
          <a:xfrm>
            <a:off x="7734300" y="3556000"/>
            <a:ext cx="3644900" cy="254000"/>
          </a:xfrm>
          <a:prstGeom prst="rect">
            <a:avLst/>
          </a:prstGeom>
          <a:noFill/>
          <a:ln/>
        </p:spPr>
        <p:txBody>
          <a:bodyPr wrap="square" lIns="0" tIns="0" rIns="0" bIns="0" rtlCol="0" anchor="t"/>
          <a:lstStyle/>
          <a:p>
            <a:pPr algn="ctr" indent="0" marL="0">
              <a:buNone/>
            </a:pPr>
            <a:r>
              <a:rPr lang="en-US" sz="1300" b="1" dirty="0">
                <a:solidFill>
                  <a:srgbClr val="FF4F6E"/>
                </a:solidFill>
                <a:latin typeface="Segoe UI" pitchFamily="34" charset="0"/>
                <a:ea typeface="Segoe UI" pitchFamily="34" charset="-122"/>
                <a:cs typeface="Segoe UI" pitchFamily="34" charset="-120"/>
              </a:rPr>
              <a:t>ATTACKED: CRITICAL</a:t>
            </a:r>
            <a:endParaRPr lang="en-US" sz="1300" dirty="0"/>
          </a:p>
        </p:txBody>
      </p:sp>
      <p:sp>
        <p:nvSpPr>
          <p:cNvPr id="39" name="tmGood"/>
          <p:cNvSpPr txBox="1"/>
          <p:nvPr/>
        </p:nvSpPr>
        <p:spPr>
          <a:xfrm>
            <a:off x="7734300" y="3556000"/>
            <a:ext cx="3644900" cy="254000"/>
          </a:xfrm>
          <a:prstGeom prst="rect">
            <a:avLst/>
          </a:prstGeom>
          <a:noFill/>
          <a:ln/>
        </p:spPr>
        <p:txBody>
          <a:bodyPr wrap="square" lIns="0" tIns="0" rIns="0" bIns="0" rtlCol="0" anchor="t"/>
          <a:lstStyle/>
          <a:p>
            <a:pPr algn="ctr" indent="0" marL="0">
              <a:buNone/>
            </a:pPr>
            <a:r>
              <a:rPr lang="en-US" sz="1300" b="1" dirty="0">
                <a:solidFill>
                  <a:srgbClr val="FF4F6E"/>
                </a:solidFill>
                <a:latin typeface="Segoe UI" pitchFamily="34" charset="0"/>
                <a:ea typeface="Segoe UI" pitchFamily="34" charset="-122"/>
                <a:cs typeface="Segoe UI" pitchFamily="34" charset="-120"/>
              </a:rPr>
              <a:t>VERDICT: GUILTY · 15/25</a:t>
            </a:r>
            <a:endParaRPr lang="en-US" sz="1300" dirty="0"/>
          </a:p>
        </p:txBody>
      </p:sp>
      <p:sp>
        <p:nvSpPr>
          <p:cNvPr id="40" name="rdlab"/>
          <p:cNvSpPr txBox="1"/>
          <p:nvPr/>
        </p:nvSpPr>
        <p:spPr>
          <a:xfrm>
            <a:off x="7734300" y="3873500"/>
            <a:ext cx="3644900" cy="190500"/>
          </a:xfrm>
          <a:prstGeom prst="rect">
            <a:avLst/>
          </a:prstGeom>
          <a:noFill/>
          <a:ln/>
        </p:spPr>
        <p:txBody>
          <a:bodyPr wrap="square" lIns="0" tIns="0" rIns="0" bIns="0" rtlCol="0" anchor="t"/>
          <a:lstStyle/>
          <a:p>
            <a:pPr algn="ctr" indent="0" marL="0">
              <a:buNone/>
            </a:pPr>
            <a:r>
              <a:rPr lang="en-US" sz="1150" b="1" spc="300" kern="0" dirty="0">
                <a:solidFill>
                  <a:srgbClr val="FFC94D"/>
                </a:solidFill>
                <a:latin typeface="Consolas" pitchFamily="34" charset="0"/>
                <a:ea typeface="Consolas" pitchFamily="34" charset="-122"/>
                <a:cs typeface="Consolas" pitchFamily="34" charset="-120"/>
              </a:rPr>
              <a:t>EVIDENCE RADAR · 15 / 25</a:t>
            </a:r>
            <a:endParaRPr lang="en-US" sz="1150" dirty="0"/>
          </a:p>
        </p:txBody>
      </p:sp>
      <p:pic>
        <p:nvPicPr>
          <p:cNvPr id="41" name="rgrid" descr="Security radar">    </p:cNvPr>
          <p:cNvPicPr>
            <a:picLocks noChangeAspect="1"/>
          </p:cNvPicPr>
          <p:nvPr/>
        </p:nvPicPr>
        <p:blipFill>
          <a:blip r:embed="rId10"/>
          <a:stretch>
            <a:fillRect/>
          </a:stretch>
        </p:blipFill>
        <p:spPr>
          <a:xfrm>
            <a:off x="8413750" y="4064000"/>
            <a:ext cx="2286000" cy="1778000"/>
          </a:xfrm>
          <a:prstGeom prst="rect">
            <a:avLst/>
          </a:prstGeom>
        </p:spPr>
      </p:pic>
      <p:pic>
        <p:nvPicPr>
          <p:cNvPr id="42" name="rshape" descr="/tmp/claude-0/-home-user-bangladesh-crime-monitor/cb82e52d-05bf-5acf-9e17-5b7416beecee/scratchpad/animppt/holo/radar_shape_door-bk.png">    </p:cNvPr>
          <p:cNvPicPr>
            <a:picLocks noChangeAspect="1"/>
          </p:cNvPicPr>
          <p:nvPr/>
        </p:nvPicPr>
        <p:blipFill>
          <a:blip r:embed="rId11"/>
          <a:stretch>
            <a:fillRect/>
          </a:stretch>
        </p:blipFill>
        <p:spPr>
          <a:xfrm>
            <a:off x="8413750" y="4064000"/>
            <a:ext cx="2286000" cy="1778000"/>
          </a:xfrm>
          <a:prstGeom prst="rect">
            <a:avLst/>
          </a:prstGeom>
        </p:spPr>
      </p:pic>
      <p:sp>
        <p:nvSpPr>
          <p:cNvPr id="43" name="fix"/>
          <p:cNvSpPr/>
          <p:nvPr/>
        </p:nvSpPr>
        <p:spPr>
          <a:xfrm>
            <a:off x="7734300" y="5816600"/>
            <a:ext cx="3644900" cy="520700"/>
          </a:xfrm>
          <a:prstGeom prst="roundRect">
            <a:avLst>
              <a:gd name="adj" fmla="val 21073"/>
            </a:avLst>
          </a:prstGeom>
          <a:solidFill>
            <a:srgbClr val="FFC94D"/>
          </a:solidFill>
          <a:ln/>
          <a:effectLst>
            <a:outerShdw sx="100000" sy="100000" kx="0" ky="0" algn="bl" rotWithShape="0" blurRad="114300" dist="50800" dir="5400000">
              <a:srgbClr val="FFC94D">
                <a:alpha val="45000"/>
              </a:srgbClr>
            </a:outerShdw>
          </a:effectLst>
        </p:spPr>
        <p:txBody>
          <a:bodyPr wrap="square" lIns="63500" tIns="63500" rIns="63500" bIns="63500" rtlCol="0" anchor="ctr"/>
          <a:lstStyle/>
          <a:p>
            <a:pPr algn="l" indent="0" marL="0">
              <a:buNone/>
            </a:pPr>
            <a:r>
              <a:rPr lang="en-US" sz="1100" b="1" dirty="0">
                <a:solidFill>
                  <a:srgbClr val="06101E"/>
                </a:solidFill>
                <a:latin typeface="Segoe UI" pitchFamily="34" charset="0"/>
                <a:ea typeface="Segoe UI" pitchFamily="34" charset="-122"/>
                <a:cs typeface="Segoe UI" pitchFamily="34" charset="-120"/>
              </a:rPr>
              <a:t>Sentence: </a:t>
            </a:r>
            <a:pPr algn="l" indent="0" marL="0">
              <a:buNone/>
            </a:pPr>
            <a:r>
              <a:rPr lang="en-US" sz="1100" dirty="0">
                <a:solidFill>
                  <a:srgbClr val="06101E"/>
                </a:solidFill>
                <a:latin typeface="Segoe UI" pitchFamily="34" charset="0"/>
                <a:ea typeface="Segoe UI" pitchFamily="34" charset="-122"/>
                <a:cs typeface="Segoe UI" pitchFamily="34" charset="-120"/>
              </a:rPr>
              <a:t>a separate warning for PIN-reset codes, and a short hold on transfers after a reset code is sent</a:t>
            </a:r>
            <a:endParaRPr lang="en-US" sz="1100" dirty="0"/>
          </a:p>
        </p:txBody>
      </p:sp>
      <p:pic>
        <p:nvPicPr>
          <p:cNvPr id="44" name="hud" descr="/tmp/claude-0/-home-user-bangladesh-crime-monitor/cb82e52d-05bf-5acf-9e17-5b7416beecee/scratchpad/animppt/holo/court/hud.png">    </p:cNvPr>
          <p:cNvPicPr>
            <a:picLocks noChangeAspect="1"/>
          </p:cNvPicPr>
          <p:nvPr/>
        </p:nvPicPr>
        <p:blipFill>
          <a:blip r:embed="rId12"/>
          <a:stretch>
            <a:fillRect/>
          </a:stretch>
        </p:blipFill>
        <p:spPr>
          <a:xfrm>
            <a:off x="0" y="0"/>
            <a:ext cx="12191695" cy="6858000"/>
          </a:xfrm>
          <a:prstGeom prst="rect">
            <a:avLst/>
          </a:prstGeom>
        </p:spPr>
      </p:pic>
      <p:pic>
        <p:nvPicPr>
          <p:cNvPr id="45" name="hudring" descr="/tmp/claude-0/-home-user-bangladesh-crime-monitor/cb82e52d-05bf-5acf-9e17-5b7416beecee/scratchpad/animppt/holo/court/ring.png">    </p:cNvPr>
          <p:cNvPicPr>
            <a:picLocks noChangeAspect="1"/>
          </p:cNvPicPr>
          <p:nvPr/>
        </p:nvPicPr>
        <p:blipFill>
          <a:blip r:embed="rId13"/>
          <a:stretch>
            <a:fillRect/>
          </a:stretch>
        </p:blipFill>
        <p:spPr>
          <a:xfrm>
            <a:off x="11125200" y="152400"/>
            <a:ext cx="952500" cy="952500"/>
          </a:xfrm>
          <a:prstGeom prst="rect">
            <a:avLst/>
          </a:prstGeom>
        </p:spPr>
      </p:pic>
      <p:pic>
        <p:nvPicPr>
          <p:cNvPr id="46" name="scanbar" descr="/tmp/claude-0/-home-user-bangladesh-crime-monitor/cb82e52d-05bf-5acf-9e17-5b7416beecee/scratchpad/animppt/holo/court/scan.png">    </p:cNvPr>
          <p:cNvPicPr>
            <a:picLocks noChangeAspect="1"/>
          </p:cNvPicPr>
          <p:nvPr/>
        </p:nvPicPr>
        <p:blipFill>
          <a:blip r:embed="rId14"/>
          <a:stretch>
            <a:fillRect/>
          </a:stretch>
        </p:blipFill>
        <p:spPr>
          <a:xfrm>
            <a:off x="0" y="0"/>
            <a:ext cx="12191695" cy="381000"/>
          </a:xfrm>
          <a:prstGeom prst="rect">
            <a:avLst/>
          </a:prstGeom>
        </p:spPr>
      </p:pic>
    </p:spTree>
  </p:cSld>
  <p:clrMapOvr>
    <a:masterClrMapping/>
  </p:clrMapOvr>
  <p:transition spd="med">
    <p:push dir="u"/>
  </p:transition>
  <p:timing>
    <p:tnLst>
      <p:par>
        <p:cTn id="1" dur="indefinite" restart="never" nodeType="tmRoot">
          <p:childTnLst>
            <p:seq concurrent="1" nextAc="seek">
              <p:cTn id="2" dur="indefinite" nodeType="mainSeq">
                <p:childTnLst>
                  <p:par>
                    <p:cTn id="209" fill="hold">
                      <p:stCondLst>
                        <p:cond delay="indefinite"/>
                        <p:cond evt="onBegin" delay="0">
                          <p:tn val="2"/>
                        </p:cond>
                      </p:stCondLst>
                      <p:childTnLst>
                        <p:par>
                          <p:cTn id="210" fill="hold">
                            <p:stCondLst>
                              <p:cond delay="0"/>
                            </p:stCondLst>
                            <p:childTnLst>
                              <p:par>
                                <p:cTn id="6" presetID="22" presetClass="entr" presetSubtype="1"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wipe(down)">
                                      <p:cBhvr>
                                        <p:cTn id="4" dur="400"/>
                                        <p:tgtEl>
                                          <p:spTgt spid="3"/>
                                        </p:tgtEl>
                                      </p:cBhvr>
                                    </p:animEffect>
                                    <p:animEffect transition="in" filter="fade">
                                      <p:cBhvr>
                                        <p:cTn id="5" dur="400"/>
                                        <p:tgtEl>
                                          <p:spTgt spid="3"/>
                                        </p:tgtEl>
                                      </p:cBhvr>
                                    </p:animEffect>
                                  </p:childTnLst>
                                </p:cTn>
                              </p:par>
                              <p:par>
                                <p:cTn id="9" presetID="10" presetClass="entr" presetSubtype="0" fill="hold" grpId="0" nodeType="withEffect">
                                  <p:stCondLst>
                                    <p:cond delay="0"/>
                                  </p:stCondLst>
                                  <p:childTnLst>
                                    <p:set>
                                      <p:cBhvr>
                                        <p:cTn id="7" dur="1" fill="hold">
                                          <p:stCondLst>
                                            <p:cond delay="0"/>
                                          </p:stCondLst>
                                        </p:cTn>
                                        <p:tgtEl>
                                          <p:spTgt spid="44"/>
                                        </p:tgtEl>
                                        <p:attrNameLst>
                                          <p:attrName>style.visibility</p:attrName>
                                        </p:attrNameLst>
                                      </p:cBhvr>
                                      <p:to>
                                        <p:strVal val="visible"/>
                                      </p:to>
                                    </p:set>
                                    <p:animEffect transition="in" filter="fade">
                                      <p:cBhvr>
                                        <p:cTn id="8" dur="500"/>
                                        <p:tgtEl>
                                          <p:spTgt spid="44"/>
                                        </p:tgtEl>
                                      </p:cBhvr>
                                    </p:animEffect>
                                  </p:childTnLst>
                                </p:cTn>
                              </p:par>
                              <p:par>
                                <p:cTn id="12" presetID="10" presetClass="entr" presetSubtype="0" fill="hold" grpId="0" nodeType="withEffect">
                                  <p:stCondLst>
                                    <p:cond delay="0"/>
                                  </p:stCondLst>
                                  <p:childTnLst>
                                    <p:set>
                                      <p:cBhvr>
                                        <p:cTn id="10" dur="1" fill="hold">
                                          <p:stCondLst>
                                            <p:cond delay="0"/>
                                          </p:stCondLst>
                                        </p:cTn>
                                        <p:tgtEl>
                                          <p:spTgt spid="45"/>
                                        </p:tgtEl>
                                        <p:attrNameLst>
                                          <p:attrName>style.visibility</p:attrName>
                                        </p:attrNameLst>
                                      </p:cBhvr>
                                      <p:to>
                                        <p:strVal val="visible"/>
                                      </p:to>
                                    </p:set>
                                    <p:animEffect transition="in" filter="fade">
                                      <p:cBhvr>
                                        <p:cTn id="11" dur="500"/>
                                        <p:tgtEl>
                                          <p:spTgt spid="45"/>
                                        </p:tgtEl>
                                      </p:cBhvr>
                                    </p:animEffect>
                                  </p:childTnLst>
                                </p:cTn>
                              </p:par>
                              <p:par>
                                <p:cTn id="16" presetID="22" presetClass="entr" presetSubtype="1" fill="hold" grpId="0" nodeType="withEffect">
                                  <p:stCondLst>
                                    <p:cond delay="100"/>
                                  </p:stCondLst>
                                  <p:childTnLst>
                                    <p:set>
                                      <p:cBhvr>
                                        <p:cTn id="13" dur="1" fill="hold">
                                          <p:stCondLst>
                                            <p:cond delay="0"/>
                                          </p:stCondLst>
                                        </p:cTn>
                                        <p:tgtEl>
                                          <p:spTgt spid="4"/>
                                        </p:tgtEl>
                                        <p:attrNameLst>
                                          <p:attrName>style.visibility</p:attrName>
                                        </p:attrNameLst>
                                      </p:cBhvr>
                                      <p:to>
                                        <p:strVal val="visible"/>
                                      </p:to>
                                    </p:set>
                                    <p:animEffect transition="in" filter="wipe(down)">
                                      <p:cBhvr>
                                        <p:cTn id="14" dur="600"/>
                                        <p:tgtEl>
                                          <p:spTgt spid="4"/>
                                        </p:tgtEl>
                                      </p:cBhvr>
                                    </p:animEffect>
                                    <p:animEffect transition="in" filter="fade">
                                      <p:cBhvr>
                                        <p:cTn id="15" dur="600"/>
                                        <p:tgtEl>
                                          <p:spTgt spid="4"/>
                                        </p:tgtEl>
                                      </p:cBhvr>
                                    </p:animEffect>
                                  </p:childTnLst>
                                </p:cTn>
                              </p:par>
                              <p:par>
                                <p:cTn id="18" presetID="0" presetClass="path" presetSubtype="0" fill="hold" grpId="0" nodeType="withEffect" repeatCount="indefinite">
                                  <p:stCondLst>
                                    <p:cond delay="300"/>
                                  </p:stCondLst>
                                  <p:childTnLst>
                                    <p:animMotion origin="layout" path="M 0 0 L 0 1 E" pathEditMode="relative" ptsTypes="AA">
                                      <p:cBhvr>
                                        <p:cTn id="17" dur="5200" fill="hold"/>
                                        <p:tgtEl>
                                          <p:spTgt spid="46"/>
                                        </p:tgtEl>
                                        <p:attrNameLst>
                                          <p:attrName>ppt_x</p:attrName>
                                          <p:attrName>ppt_y</p:attrName>
                                        </p:attrNameLst>
                                      </p:cBhvr>
                                    </p:animMotion>
                                  </p:childTnLst>
                                </p:cTn>
                              </p:par>
                              <p:par>
                                <p:cTn id="20" presetID="8" presetClass="emph" presetSubtype="0" fill="hold" grpId="1" nodeType="withEffect" repeatCount="indefinite">
                                  <p:stCondLst>
                                    <p:cond delay="500"/>
                                  </p:stCondLst>
                                  <p:childTnLst>
                                    <p:animRot by="21600000">
                                      <p:cBhvr>
                                        <p:cTn id="19" dur="16000" fill="hold"/>
                                        <p:tgtEl>
                                          <p:spTgt spid="45"/>
                                        </p:tgtEl>
                                        <p:attrNameLst>
                                          <p:attrName>r</p:attrName>
                                        </p:attrNameLst>
                                      </p:cBhvr>
                                    </p:animRot>
                                  </p:childTnLst>
                                </p:cTn>
                              </p:par>
                              <p:par>
                                <p:cTn id="24" presetID="22" presetClass="entr" presetSubtype="1" fill="hold" grpId="0" nodeType="withEffect">
                                  <p:stCondLst>
                                    <p:cond delay="60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450"/>
                                        <p:tgtEl>
                                          <p:spTgt spid="5"/>
                                        </p:tgtEl>
                                      </p:cBhvr>
                                    </p:animEffect>
                                    <p:animEffect transition="in" filter="fade">
                                      <p:cBhvr>
                                        <p:cTn id="23" dur="450"/>
                                        <p:tgtEl>
                                          <p:spTgt spid="5"/>
                                        </p:tgtEl>
                                      </p:cBhvr>
                                    </p:animEffect>
                                  </p:childTnLst>
                                </p:cTn>
                              </p:par>
                              <p:par>
                                <p:cTn id="28" presetID="22" presetClass="entr" presetSubtype="1" fill="hold" grpId="0" nodeType="withEffect">
                                  <p:stCondLst>
                                    <p:cond delay="600"/>
                                  </p:stCondLst>
                                  <p:childTnLst>
                                    <p:set>
                                      <p:cBhvr>
                                        <p:cTn id="25" dur="1" fill="hold">
                                          <p:stCondLst>
                                            <p:cond delay="0"/>
                                          </p:stCondLst>
                                        </p:cTn>
                                        <p:tgtEl>
                                          <p:spTgt spid="35"/>
                                        </p:tgtEl>
                                        <p:attrNameLst>
                                          <p:attrName>style.visibility</p:attrName>
                                        </p:attrNameLst>
                                      </p:cBhvr>
                                      <p:to>
                                        <p:strVal val="visible"/>
                                      </p:to>
                                    </p:set>
                                    <p:animEffect transition="in" filter="wipe(down)">
                                      <p:cBhvr>
                                        <p:cTn id="26" dur="450"/>
                                        <p:tgtEl>
                                          <p:spTgt spid="35"/>
                                        </p:tgtEl>
                                      </p:cBhvr>
                                    </p:animEffect>
                                    <p:animEffect transition="in" filter="fade">
                                      <p:cBhvr>
                                        <p:cTn id="27" dur="450"/>
                                        <p:tgtEl>
                                          <p:spTgt spid="35"/>
                                        </p:tgtEl>
                                      </p:cBhvr>
                                    </p:animEffect>
                                  </p:childTnLst>
                                </p:cTn>
                              </p:par>
                              <p:par>
                                <p:cTn id="32" presetID="22" presetClass="entr" presetSubtype="1" fill="hold" grpId="0" nodeType="withEffect">
                                  <p:stCondLst>
                                    <p:cond delay="700"/>
                                  </p:stCondLst>
                                  <p:childTnLst>
                                    <p:set>
                                      <p:cBhvr>
                                        <p:cTn id="29" dur="1" fill="hold">
                                          <p:stCondLst>
                                            <p:cond delay="0"/>
                                          </p:stCondLst>
                                        </p:cTn>
                                        <p:tgtEl>
                                          <p:spTgt spid="36"/>
                                        </p:tgtEl>
                                        <p:attrNameLst>
                                          <p:attrName>style.visibility</p:attrName>
                                        </p:attrNameLst>
                                      </p:cBhvr>
                                      <p:to>
                                        <p:strVal val="visible"/>
                                      </p:to>
                                    </p:set>
                                    <p:animEffect transition="in" filter="wipe(down)">
                                      <p:cBhvr>
                                        <p:cTn id="30" dur="600"/>
                                        <p:tgtEl>
                                          <p:spTgt spid="36"/>
                                        </p:tgtEl>
                                      </p:cBhvr>
                                    </p:animEffect>
                                    <p:animEffect transition="in" filter="fade">
                                      <p:cBhvr>
                                        <p:cTn id="31" dur="600"/>
                                        <p:tgtEl>
                                          <p:spTgt spid="36"/>
                                        </p:tgtEl>
                                      </p:cBhvr>
                                    </p:animEffect>
                                  </p:childTnLst>
                                </p:cTn>
                              </p:par>
                              <p:par>
                                <p:cTn id="34" presetID="0" presetClass="path" presetSubtype="0" fill="hold" grpId="1" nodeType="withEffect" autoRev="1" repeatCount="3000">
                                  <p:stCondLst>
                                    <p:cond delay="750"/>
                                  </p:stCondLst>
                                  <p:childTnLst>
                                    <p:animMotion origin="layout" path="M 0 0 L 0.008 0 E" pathEditMode="relative" ptsTypes="AA">
                                      <p:cBhvr>
                                        <p:cTn id="33" dur="45" fill="hold"/>
                                        <p:tgtEl>
                                          <p:spTgt spid="4"/>
                                        </p:tgtEl>
                                        <p:attrNameLst>
                                          <p:attrName>ppt_x</p:attrName>
                                          <p:attrName>ppt_y</p:attrName>
                                        </p:attrNameLst>
                                      </p:cBhvr>
                                    </p:animMotion>
                                  </p:childTnLst>
                                </p:cTn>
                              </p:par>
                              <p:par>
                                <p:cTn id="38" presetID="22" presetClass="entr" presetSubtype="1" fill="hold" grpId="0" nodeType="withEffect">
                                  <p:stCondLst>
                                    <p:cond delay="900"/>
                                  </p:stCondLst>
                                  <p:childTnLst>
                                    <p:set>
                                      <p:cBhvr>
                                        <p:cTn id="35" dur="1" fill="hold">
                                          <p:stCondLst>
                                            <p:cond delay="0"/>
                                          </p:stCondLst>
                                        </p:cTn>
                                        <p:tgtEl>
                                          <p:spTgt spid="6"/>
                                        </p:tgtEl>
                                        <p:attrNameLst>
                                          <p:attrName>style.visibility</p:attrName>
                                        </p:attrNameLst>
                                      </p:cBhvr>
                                      <p:to>
                                        <p:strVal val="visible"/>
                                      </p:to>
                                    </p:set>
                                    <p:animEffect transition="in" filter="wipe(down)">
                                      <p:cBhvr>
                                        <p:cTn id="36" dur="450"/>
                                        <p:tgtEl>
                                          <p:spTgt spid="6"/>
                                        </p:tgtEl>
                                      </p:cBhvr>
                                    </p:animEffect>
                                    <p:animEffect transition="in" filter="fade">
                                      <p:cBhvr>
                                        <p:cTn id="37" dur="450"/>
                                        <p:tgtEl>
                                          <p:spTgt spid="6"/>
                                        </p:tgtEl>
                                      </p:cBhvr>
                                    </p:animEffect>
                                  </p:childTnLst>
                                </p:cTn>
                              </p:par>
                              <p:par>
                                <p:cTn id="43" presetID="53" presetClass="entr" presetSubtype="16" fill="hold" grpId="0" nodeType="withEffect">
                                  <p:stCondLst>
                                    <p:cond delay="1000"/>
                                  </p:stCondLst>
                                  <p:childTnLst>
                                    <p:set>
                                      <p:cBhvr>
                                        <p:cTn id="39" dur="1" fill="hold">
                                          <p:stCondLst>
                                            <p:cond delay="0"/>
                                          </p:stCondLst>
                                        </p:cTn>
                                        <p:tgtEl>
                                          <p:spTgt spid="9"/>
                                        </p:tgtEl>
                                        <p:attrNameLst>
                                          <p:attrName>style.visibility</p:attrName>
                                        </p:attrNameLst>
                                      </p:cBhvr>
                                      <p:to>
                                        <p:strVal val="visible"/>
                                      </p:to>
                                    </p:set>
                                    <p:anim calcmode="lin" valueType="num">
                                      <p:cBhvr additive="base">
                                        <p:cTn id="40" dur="350" fill="hold"/>
                                        <p:tgtEl>
                                          <p:spTgt spid="9"/>
                                        </p:tgtEl>
                                        <p:attrNameLst>
                                          <p:attrName>ppt_w</p:attrName>
                                        </p:attrNameLst>
                                      </p:cBhvr>
                                      <p:tavLst>
                                        <p:tav tm="0">
                                          <p:val>
                                            <p:strVal val="0"/>
                                          </p:val>
                                        </p:tav>
                                        <p:tav tm="100000">
                                          <p:val>
                                            <p:strVal val="#ppt_w"/>
                                          </p:val>
                                        </p:tav>
                                      </p:tavLst>
                                    </p:anim>
                                    <p:anim calcmode="lin" valueType="num">
                                      <p:cBhvr additive="base">
                                        <p:cTn id="41" dur="350" fill="hold"/>
                                        <p:tgtEl>
                                          <p:spTgt spid="9"/>
                                        </p:tgtEl>
                                        <p:attrNameLst>
                                          <p:attrName>ppt_h</p:attrName>
                                        </p:attrNameLst>
                                      </p:cBhvr>
                                      <p:tavLst>
                                        <p:tav tm="0">
                                          <p:val>
                                            <p:strVal val="0"/>
                                          </p:val>
                                        </p:tav>
                                        <p:tav tm="100000">
                                          <p:val>
                                            <p:strVal val="#ppt_h"/>
                                          </p:val>
                                        </p:tav>
                                      </p:tavLst>
                                    </p:anim>
                                    <p:animEffect transition="in" filter="fade">
                                      <p:cBhvr>
                                        <p:cTn id="42" dur="350"/>
                                        <p:tgtEl>
                                          <p:spTgt spid="9"/>
                                        </p:tgtEl>
                                      </p:cBhvr>
                                    </p:animEffect>
                                  </p:childTnLst>
                                </p:cTn>
                              </p:par>
                              <p:par>
                                <p:cTn id="48" presetID="53" presetClass="entr" presetSubtype="16" fill="hold" grpId="0" nodeType="withEffect">
                                  <p:stCondLst>
                                    <p:cond delay="1000"/>
                                  </p:stCondLst>
                                  <p:childTnLst>
                                    <p:set>
                                      <p:cBhvr>
                                        <p:cTn id="44" dur="1" fill="hold">
                                          <p:stCondLst>
                                            <p:cond delay="0"/>
                                          </p:stCondLst>
                                        </p:cTn>
                                        <p:tgtEl>
                                          <p:spTgt spid="37"/>
                                        </p:tgtEl>
                                        <p:attrNameLst>
                                          <p:attrName>style.visibility</p:attrName>
                                        </p:attrNameLst>
                                      </p:cBhvr>
                                      <p:to>
                                        <p:strVal val="visible"/>
                                      </p:to>
                                    </p:set>
                                    <p:anim calcmode="lin" valueType="num">
                                      <p:cBhvr additive="base">
                                        <p:cTn id="45" dur="400" fill="hold"/>
                                        <p:tgtEl>
                                          <p:spTgt spid="37"/>
                                        </p:tgtEl>
                                        <p:attrNameLst>
                                          <p:attrName>ppt_w</p:attrName>
                                        </p:attrNameLst>
                                      </p:cBhvr>
                                      <p:tavLst>
                                        <p:tav tm="0">
                                          <p:val>
                                            <p:strVal val="0"/>
                                          </p:val>
                                        </p:tav>
                                        <p:tav tm="100000">
                                          <p:val>
                                            <p:strVal val="#ppt_w"/>
                                          </p:val>
                                        </p:tav>
                                      </p:tavLst>
                                    </p:anim>
                                    <p:anim calcmode="lin" valueType="num">
                                      <p:cBhvr additive="base">
                                        <p:cTn id="46" dur="400" fill="hold"/>
                                        <p:tgtEl>
                                          <p:spTgt spid="37"/>
                                        </p:tgtEl>
                                        <p:attrNameLst>
                                          <p:attrName>ppt_h</p:attrName>
                                        </p:attrNameLst>
                                      </p:cBhvr>
                                      <p:tavLst>
                                        <p:tav tm="0">
                                          <p:val>
                                            <p:strVal val="0"/>
                                          </p:val>
                                        </p:tav>
                                        <p:tav tm="100000">
                                          <p:val>
                                            <p:strVal val="#ppt_h"/>
                                          </p:val>
                                        </p:tav>
                                      </p:tavLst>
                                    </p:anim>
                                    <p:animEffect transition="in" filter="fade">
                                      <p:cBhvr>
                                        <p:cTn id="47" dur="400"/>
                                        <p:tgtEl>
                                          <p:spTgt spid="37"/>
                                        </p:tgtEl>
                                      </p:cBhvr>
                                    </p:animEffect>
                                  </p:childTnLst>
                                </p:cTn>
                              </p:par>
                              <p:par>
                                <p:cTn id="52" presetID="22" presetClass="entr" presetSubtype="1" fill="hold" grpId="0" nodeType="withEffect">
                                  <p:stCondLst>
                                    <p:cond delay="1050"/>
                                  </p:stCondLst>
                                  <p:childTnLst>
                                    <p:set>
                                      <p:cBhvr>
                                        <p:cTn id="49" dur="1" fill="hold">
                                          <p:stCondLst>
                                            <p:cond delay="0"/>
                                          </p:stCondLst>
                                        </p:cTn>
                                        <p:tgtEl>
                                          <p:spTgt spid="7"/>
                                        </p:tgtEl>
                                        <p:attrNameLst>
                                          <p:attrName>style.visibility</p:attrName>
                                        </p:attrNameLst>
                                      </p:cBhvr>
                                      <p:to>
                                        <p:strVal val="visible"/>
                                      </p:to>
                                    </p:set>
                                    <p:animEffect transition="in" filter="wipe(down)">
                                      <p:cBhvr>
                                        <p:cTn id="50" dur="600"/>
                                        <p:tgtEl>
                                          <p:spTgt spid="7"/>
                                        </p:tgtEl>
                                      </p:cBhvr>
                                    </p:animEffect>
                                    <p:animEffect transition="in" filter="fade">
                                      <p:cBhvr>
                                        <p:cTn id="51" dur="600"/>
                                        <p:tgtEl>
                                          <p:spTgt spid="7"/>
                                        </p:tgtEl>
                                      </p:cBhvr>
                                    </p:animEffect>
                                  </p:childTnLst>
                                </p:cTn>
                              </p:par>
                              <p:par>
                                <p:cTn id="56" presetID="22" presetClass="entr" presetSubtype="1" fill="hold" grpId="0" nodeType="withEffect">
                                  <p:stCondLst>
                                    <p:cond delay="1100"/>
                                  </p:stCondLst>
                                  <p:childTnLst>
                                    <p:set>
                                      <p:cBhvr>
                                        <p:cTn id="53" dur="1" fill="hold">
                                          <p:stCondLst>
                                            <p:cond delay="0"/>
                                          </p:stCondLst>
                                        </p:cTn>
                                        <p:tgtEl>
                                          <p:spTgt spid="8"/>
                                        </p:tgtEl>
                                        <p:attrNameLst>
                                          <p:attrName>style.visibility</p:attrName>
                                        </p:attrNameLst>
                                      </p:cBhvr>
                                      <p:to>
                                        <p:strVal val="visible"/>
                                      </p:to>
                                    </p:set>
                                    <p:animEffect transition="in" filter="wipe(down)">
                                      <p:cBhvr>
                                        <p:cTn id="54" dur="450"/>
                                        <p:tgtEl>
                                          <p:spTgt spid="8"/>
                                        </p:tgtEl>
                                      </p:cBhvr>
                                    </p:animEffect>
                                    <p:animEffect transition="in" filter="fade">
                                      <p:cBhvr>
                                        <p:cTn id="55" dur="450"/>
                                        <p:tgtEl>
                                          <p:spTgt spid="8"/>
                                        </p:tgtEl>
                                      </p:cBhvr>
                                    </p:animEffect>
                                  </p:childTnLst>
                                </p:cTn>
                              </p:par>
                              <p:par>
                                <p:cTn id="60" presetID="22" presetClass="entr" presetSubtype="1" fill="hold" grpId="0" nodeType="withEffect">
                                  <p:stCondLst>
                                    <p:cond delay="1200"/>
                                  </p:stCondLst>
                                  <p:childTnLst>
                                    <p:set>
                                      <p:cBhvr>
                                        <p:cTn id="57" dur="1" fill="hold">
                                          <p:stCondLst>
                                            <p:cond delay="0"/>
                                          </p:stCondLst>
                                        </p:cTn>
                                        <p:tgtEl>
                                          <p:spTgt spid="40"/>
                                        </p:tgtEl>
                                        <p:attrNameLst>
                                          <p:attrName>style.visibility</p:attrName>
                                        </p:attrNameLst>
                                      </p:cBhvr>
                                      <p:to>
                                        <p:strVal val="visible"/>
                                      </p:to>
                                    </p:set>
                                    <p:animEffect transition="in" filter="wipe(down)">
                                      <p:cBhvr>
                                        <p:cTn id="58" dur="450"/>
                                        <p:tgtEl>
                                          <p:spTgt spid="40"/>
                                        </p:tgtEl>
                                      </p:cBhvr>
                                    </p:animEffect>
                                    <p:animEffect transition="in" filter="fade">
                                      <p:cBhvr>
                                        <p:cTn id="59" dur="450"/>
                                        <p:tgtEl>
                                          <p:spTgt spid="40"/>
                                        </p:tgtEl>
                                      </p:cBhvr>
                                    </p:animEffect>
                                  </p:childTnLst>
                                </p:cTn>
                              </p:par>
                              <p:par>
                                <p:cTn id="64" presetID="22" presetClass="entr" presetSubtype="1" fill="hold" grpId="0" nodeType="withEffect">
                                  <p:stCondLst>
                                    <p:cond delay="1300"/>
                                  </p:stCondLst>
                                  <p:childTnLst>
                                    <p:set>
                                      <p:cBhvr>
                                        <p:cTn id="61" dur="1" fill="hold">
                                          <p:stCondLst>
                                            <p:cond delay="0"/>
                                          </p:stCondLst>
                                        </p:cTn>
                                        <p:tgtEl>
                                          <p:spTgt spid="41"/>
                                        </p:tgtEl>
                                        <p:attrNameLst>
                                          <p:attrName>style.visibility</p:attrName>
                                        </p:attrNameLst>
                                      </p:cBhvr>
                                      <p:to>
                                        <p:strVal val="visible"/>
                                      </p:to>
                                    </p:set>
                                    <p:animEffect transition="in" filter="wipe(down)">
                                      <p:cBhvr>
                                        <p:cTn id="62" dur="600"/>
                                        <p:tgtEl>
                                          <p:spTgt spid="41"/>
                                        </p:tgtEl>
                                      </p:cBhvr>
                                    </p:animEffect>
                                    <p:animEffect transition="in" filter="fade">
                                      <p:cBhvr>
                                        <p:cTn id="63" dur="600"/>
                                        <p:tgtEl>
                                          <p:spTgt spid="41"/>
                                        </p:tgtEl>
                                      </p:cBhvr>
                                    </p:animEffect>
                                  </p:childTnLst>
                                </p:cTn>
                              </p:par>
                              <p:par>
                                <p:cTn id="66" presetID="0" presetClass="path" presetSubtype="0" fill="hold" grpId="1" nodeType="withEffect" autoRev="1" repeatCount="4000">
                                  <p:stCondLst>
                                    <p:cond delay="1680"/>
                                  </p:stCondLst>
                                  <p:childTnLst>
                                    <p:animMotion origin="layout" path="M 0 0 L 0.008 0 E" pathEditMode="relative" ptsTypes="AA">
                                      <p:cBhvr>
                                        <p:cTn id="65" dur="40" fill="hold"/>
                                        <p:tgtEl>
                                          <p:spTgt spid="7"/>
                                        </p:tgtEl>
                                        <p:attrNameLst>
                                          <p:attrName>ppt_x</p:attrName>
                                          <p:attrName>ppt_y</p:attrName>
                                        </p:attrNameLst>
                                      </p:cBhvr>
                                    </p:animMotion>
                                  </p:childTnLst>
                                </p:cTn>
                              </p:par>
                              <p:par>
                                <p:cTn id="71" presetID="53" presetClass="entr" presetSubtype="16" fill="hold" grpId="0" nodeType="withEffect">
                                  <p:stCondLst>
                                    <p:cond delay="1800"/>
                                  </p:stCondLst>
                                  <p:childTnLst>
                                    <p:set>
                                      <p:cBhvr>
                                        <p:cTn id="67" dur="1" fill="hold">
                                          <p:stCondLst>
                                            <p:cond delay="0"/>
                                          </p:stCondLst>
                                        </p:cTn>
                                        <p:tgtEl>
                                          <p:spTgt spid="42"/>
                                        </p:tgtEl>
                                        <p:attrNameLst>
                                          <p:attrName>style.visibility</p:attrName>
                                        </p:attrNameLst>
                                      </p:cBhvr>
                                      <p:to>
                                        <p:strVal val="visible"/>
                                      </p:to>
                                    </p:set>
                                    <p:anim calcmode="lin" valueType="num">
                                      <p:cBhvr additive="base">
                                        <p:cTn id="68" dur="900" fill="hold"/>
                                        <p:tgtEl>
                                          <p:spTgt spid="42"/>
                                        </p:tgtEl>
                                        <p:attrNameLst>
                                          <p:attrName>ppt_w</p:attrName>
                                        </p:attrNameLst>
                                      </p:cBhvr>
                                      <p:tavLst>
                                        <p:tav tm="0">
                                          <p:val>
                                            <p:strVal val="0"/>
                                          </p:val>
                                        </p:tav>
                                        <p:tav tm="100000">
                                          <p:val>
                                            <p:strVal val="#ppt_w"/>
                                          </p:val>
                                        </p:tav>
                                      </p:tavLst>
                                    </p:anim>
                                    <p:anim calcmode="lin" valueType="num">
                                      <p:cBhvr additive="base">
                                        <p:cTn id="69" dur="900" fill="hold"/>
                                        <p:tgtEl>
                                          <p:spTgt spid="42"/>
                                        </p:tgtEl>
                                        <p:attrNameLst>
                                          <p:attrName>ppt_h</p:attrName>
                                        </p:attrNameLst>
                                      </p:cBhvr>
                                      <p:tavLst>
                                        <p:tav tm="0">
                                          <p:val>
                                            <p:strVal val="0"/>
                                          </p:val>
                                        </p:tav>
                                        <p:tav tm="100000">
                                          <p:val>
                                            <p:strVal val="#ppt_h"/>
                                          </p:val>
                                        </p:tav>
                                      </p:tavLst>
                                    </p:anim>
                                    <p:animEffect transition="in" filter="fade">
                                      <p:cBhvr>
                                        <p:cTn id="70" dur="900"/>
                                        <p:tgtEl>
                                          <p:spTgt spid="42"/>
                                        </p:tgtEl>
                                      </p:cBhvr>
                                    </p:animEffect>
                                  </p:childTnLst>
                                </p:cTn>
                              </p:par>
                              <p:par>
                                <p:cTn id="74" presetID="22" presetClass="entr" presetSubtype="8" fill="hold" grpId="0" nodeType="withEffect">
                                  <p:stCondLst>
                                    <p:cond delay="2100"/>
                                  </p:stCondLst>
                                  <p:childTnLst>
                                    <p:set>
                                      <p:cBhvr>
                                        <p:cTn id="72" dur="1" fill="hold">
                                          <p:stCondLst>
                                            <p:cond delay="0"/>
                                          </p:stCondLst>
                                        </p:cTn>
                                        <p:tgtEl>
                                          <p:spTgt spid="10"/>
                                        </p:tgtEl>
                                        <p:attrNameLst>
                                          <p:attrName>style.visibility</p:attrName>
                                        </p:attrNameLst>
                                      </p:cBhvr>
                                      <p:to>
                                        <p:strVal val="visible"/>
                                      </p:to>
                                    </p:set>
                                    <p:animEffect transition="in" filter="wipe(left)">
                                      <p:cBhvr>
                                        <p:cTn id="73" dur="300"/>
                                        <p:tgtEl>
                                          <p:spTgt spid="10"/>
                                        </p:tgtEl>
                                      </p:cBhvr>
                                    </p:animEffect>
                                  </p:childTnLst>
                                </p:cTn>
                              </p:par>
                              <p:par>
                                <p:cTn id="78" presetID="22" presetClass="entr" presetSubtype="1" fill="hold" grpId="0" nodeType="withEffect">
                                  <p:stCondLst>
                                    <p:cond delay="2700"/>
                                  </p:stCondLst>
                                  <p:childTnLst>
                                    <p:set>
                                      <p:cBhvr>
                                        <p:cTn id="75" dur="1" fill="hold">
                                          <p:stCondLst>
                                            <p:cond delay="0"/>
                                          </p:stCondLst>
                                        </p:cTn>
                                        <p:tgtEl>
                                          <p:spTgt spid="11"/>
                                        </p:tgtEl>
                                        <p:attrNameLst>
                                          <p:attrName>style.visibility</p:attrName>
                                        </p:attrNameLst>
                                      </p:cBhvr>
                                      <p:to>
                                        <p:strVal val="visible"/>
                                      </p:to>
                                    </p:set>
                                    <p:animEffect transition="in" filter="wipe(down)">
                                      <p:cBhvr>
                                        <p:cTn id="76" dur="450"/>
                                        <p:tgtEl>
                                          <p:spTgt spid="11"/>
                                        </p:tgtEl>
                                      </p:cBhvr>
                                    </p:animEffect>
                                    <p:animEffect transition="in" filter="fade">
                                      <p:cBhvr>
                                        <p:cTn id="77" dur="450"/>
                                        <p:tgtEl>
                                          <p:spTgt spid="11"/>
                                        </p:tgtEl>
                                      </p:cBhvr>
                                    </p:animEffect>
                                  </p:childTnLst>
                                </p:cTn>
                              </p:par>
                              <p:par>
                                <p:cTn id="83" presetID="53" presetClass="entr" presetSubtype="16" fill="hold" grpId="0" nodeType="withEffect">
                                  <p:stCondLst>
                                    <p:cond delay="2800"/>
                                  </p:stCondLst>
                                  <p:childTnLst>
                                    <p:set>
                                      <p:cBhvr>
                                        <p:cTn id="79" dur="1" fill="hold">
                                          <p:stCondLst>
                                            <p:cond delay="0"/>
                                          </p:stCondLst>
                                        </p:cTn>
                                        <p:tgtEl>
                                          <p:spTgt spid="14"/>
                                        </p:tgtEl>
                                        <p:attrNameLst>
                                          <p:attrName>style.visibility</p:attrName>
                                        </p:attrNameLst>
                                      </p:cBhvr>
                                      <p:to>
                                        <p:strVal val="visible"/>
                                      </p:to>
                                    </p:set>
                                    <p:anim calcmode="lin" valueType="num">
                                      <p:cBhvr additive="base">
                                        <p:cTn id="80" dur="350" fill="hold"/>
                                        <p:tgtEl>
                                          <p:spTgt spid="14"/>
                                        </p:tgtEl>
                                        <p:attrNameLst>
                                          <p:attrName>ppt_w</p:attrName>
                                        </p:attrNameLst>
                                      </p:cBhvr>
                                      <p:tavLst>
                                        <p:tav tm="0">
                                          <p:val>
                                            <p:strVal val="0"/>
                                          </p:val>
                                        </p:tav>
                                        <p:tav tm="100000">
                                          <p:val>
                                            <p:strVal val="#ppt_w"/>
                                          </p:val>
                                        </p:tav>
                                      </p:tavLst>
                                    </p:anim>
                                    <p:anim calcmode="lin" valueType="num">
                                      <p:cBhvr additive="base">
                                        <p:cTn id="81" dur="350" fill="hold"/>
                                        <p:tgtEl>
                                          <p:spTgt spid="14"/>
                                        </p:tgtEl>
                                        <p:attrNameLst>
                                          <p:attrName>ppt_h</p:attrName>
                                        </p:attrNameLst>
                                      </p:cBhvr>
                                      <p:tavLst>
                                        <p:tav tm="0">
                                          <p:val>
                                            <p:strVal val="0"/>
                                          </p:val>
                                        </p:tav>
                                        <p:tav tm="100000">
                                          <p:val>
                                            <p:strVal val="#ppt_h"/>
                                          </p:val>
                                        </p:tav>
                                      </p:tavLst>
                                    </p:anim>
                                    <p:animEffect transition="in" filter="fade">
                                      <p:cBhvr>
                                        <p:cTn id="82" dur="350"/>
                                        <p:tgtEl>
                                          <p:spTgt spid="14"/>
                                        </p:tgtEl>
                                      </p:cBhvr>
                                    </p:animEffect>
                                  </p:childTnLst>
                                </p:cTn>
                              </p:par>
                              <p:par>
                                <p:cTn id="87" presetID="22" presetClass="entr" presetSubtype="1" fill="hold" grpId="0" nodeType="withEffect">
                                  <p:stCondLst>
                                    <p:cond delay="2850"/>
                                  </p:stCondLst>
                                  <p:childTnLst>
                                    <p:set>
                                      <p:cBhvr>
                                        <p:cTn id="84" dur="1" fill="hold">
                                          <p:stCondLst>
                                            <p:cond delay="0"/>
                                          </p:stCondLst>
                                        </p:cTn>
                                        <p:tgtEl>
                                          <p:spTgt spid="12"/>
                                        </p:tgtEl>
                                        <p:attrNameLst>
                                          <p:attrName>style.visibility</p:attrName>
                                        </p:attrNameLst>
                                      </p:cBhvr>
                                      <p:to>
                                        <p:strVal val="visible"/>
                                      </p:to>
                                    </p:set>
                                    <p:animEffect transition="in" filter="wipe(down)">
                                      <p:cBhvr>
                                        <p:cTn id="85" dur="600"/>
                                        <p:tgtEl>
                                          <p:spTgt spid="12"/>
                                        </p:tgtEl>
                                      </p:cBhvr>
                                    </p:animEffect>
                                    <p:animEffect transition="in" filter="fade">
                                      <p:cBhvr>
                                        <p:cTn id="86" dur="600"/>
                                        <p:tgtEl>
                                          <p:spTgt spid="12"/>
                                        </p:tgtEl>
                                      </p:cBhvr>
                                    </p:animEffect>
                                  </p:childTnLst>
                                </p:cTn>
                              </p:par>
                              <p:par>
                                <p:cTn id="91" presetID="22" presetClass="entr" presetSubtype="1" fill="hold" grpId="0" nodeType="withEffect">
                                  <p:stCondLst>
                                    <p:cond delay="2900"/>
                                  </p:stCondLst>
                                  <p:childTnLst>
                                    <p:set>
                                      <p:cBhvr>
                                        <p:cTn id="88" dur="1" fill="hold">
                                          <p:stCondLst>
                                            <p:cond delay="0"/>
                                          </p:stCondLst>
                                        </p:cTn>
                                        <p:tgtEl>
                                          <p:spTgt spid="13"/>
                                        </p:tgtEl>
                                        <p:attrNameLst>
                                          <p:attrName>style.visibility</p:attrName>
                                        </p:attrNameLst>
                                      </p:cBhvr>
                                      <p:to>
                                        <p:strVal val="visible"/>
                                      </p:to>
                                    </p:set>
                                    <p:animEffect transition="in" filter="wipe(down)">
                                      <p:cBhvr>
                                        <p:cTn id="89" dur="450"/>
                                        <p:tgtEl>
                                          <p:spTgt spid="13"/>
                                        </p:tgtEl>
                                      </p:cBhvr>
                                    </p:animEffect>
                                    <p:animEffect transition="in" filter="fade">
                                      <p:cBhvr>
                                        <p:cTn id="90" dur="450"/>
                                        <p:tgtEl>
                                          <p:spTgt spid="13"/>
                                        </p:tgtEl>
                                      </p:cBhvr>
                                    </p:animEffect>
                                  </p:childTnLst>
                                </p:cTn>
                              </p:par>
                              <p:par>
                                <p:cTn id="93" presetID="0" presetClass="path" presetSubtype="0" fill="hold" grpId="1" nodeType="withEffect" autoRev="1" repeatCount="4000">
                                  <p:stCondLst>
                                    <p:cond delay="3480"/>
                                  </p:stCondLst>
                                  <p:childTnLst>
                                    <p:animMotion origin="layout" path="M 0 0 L 0.008 0 E" pathEditMode="relative" ptsTypes="AA">
                                      <p:cBhvr>
                                        <p:cTn id="92" dur="40" fill="hold"/>
                                        <p:tgtEl>
                                          <p:spTgt spid="12"/>
                                        </p:tgtEl>
                                        <p:attrNameLst>
                                          <p:attrName>ppt_x</p:attrName>
                                          <p:attrName>ppt_y</p:attrName>
                                        </p:attrNameLst>
                                      </p:cBhvr>
                                    </p:animMotion>
                                  </p:childTnLst>
                                </p:cTn>
                              </p:par>
                              <p:par>
                                <p:cTn id="96" presetID="22" presetClass="entr" presetSubtype="8" fill="hold" grpId="0" nodeType="withEffect">
                                  <p:stCondLst>
                                    <p:cond delay="3900"/>
                                  </p:stCondLst>
                                  <p:childTnLst>
                                    <p:set>
                                      <p:cBhvr>
                                        <p:cTn id="94" dur="1" fill="hold">
                                          <p:stCondLst>
                                            <p:cond delay="0"/>
                                          </p:stCondLst>
                                        </p:cTn>
                                        <p:tgtEl>
                                          <p:spTgt spid="15"/>
                                        </p:tgtEl>
                                        <p:attrNameLst>
                                          <p:attrName>style.visibility</p:attrName>
                                        </p:attrNameLst>
                                      </p:cBhvr>
                                      <p:to>
                                        <p:strVal val="visible"/>
                                      </p:to>
                                    </p:set>
                                    <p:animEffect transition="in" filter="wipe(left)">
                                      <p:cBhvr>
                                        <p:cTn id="95" dur="300"/>
                                        <p:tgtEl>
                                          <p:spTgt spid="15"/>
                                        </p:tgtEl>
                                      </p:cBhvr>
                                    </p:animEffect>
                                  </p:childTnLst>
                                </p:cTn>
                              </p:par>
                              <p:par>
                                <p:cTn id="100" presetID="22" presetClass="entr" presetSubtype="1" fill="hold" grpId="0" nodeType="withEffect">
                                  <p:stCondLst>
                                    <p:cond delay="4500"/>
                                  </p:stCondLst>
                                  <p:childTnLst>
                                    <p:set>
                                      <p:cBhvr>
                                        <p:cTn id="97" dur="1" fill="hold">
                                          <p:stCondLst>
                                            <p:cond delay="0"/>
                                          </p:stCondLst>
                                        </p:cTn>
                                        <p:tgtEl>
                                          <p:spTgt spid="16"/>
                                        </p:tgtEl>
                                        <p:attrNameLst>
                                          <p:attrName>style.visibility</p:attrName>
                                        </p:attrNameLst>
                                      </p:cBhvr>
                                      <p:to>
                                        <p:strVal val="visible"/>
                                      </p:to>
                                    </p:set>
                                    <p:animEffect transition="in" filter="wipe(down)">
                                      <p:cBhvr>
                                        <p:cTn id="98" dur="450"/>
                                        <p:tgtEl>
                                          <p:spTgt spid="16"/>
                                        </p:tgtEl>
                                      </p:cBhvr>
                                    </p:animEffect>
                                    <p:animEffect transition="in" filter="fade">
                                      <p:cBhvr>
                                        <p:cTn id="99" dur="450"/>
                                        <p:tgtEl>
                                          <p:spTgt spid="16"/>
                                        </p:tgtEl>
                                      </p:cBhvr>
                                    </p:animEffect>
                                  </p:childTnLst>
                                </p:cTn>
                              </p:par>
                              <p:par>
                                <p:cTn id="102" presetID="8" presetClass="emph" presetSubtype="0" fill="hold" grpId="1" nodeType="withEffect">
                                  <p:stCondLst>
                                    <p:cond delay="4500"/>
                                  </p:stCondLst>
                                  <p:childTnLst>
                                    <p:animRot by="9000000">
                                      <p:cBhvr>
                                        <p:cTn id="101" dur="1300" fill="hold"/>
                                        <p:tgtEl>
                                          <p:spTgt spid="37"/>
                                        </p:tgtEl>
                                        <p:attrNameLst>
                                          <p:attrName>r</p:attrName>
                                        </p:attrNameLst>
                                      </p:cBhvr>
                                    </p:animRot>
                                  </p:childTnLst>
                                </p:cTn>
                              </p:par>
                              <p:par>
                                <p:cTn id="107" presetID="53" presetClass="entr" presetSubtype="16" fill="hold" grpId="0" nodeType="withEffect">
                                  <p:stCondLst>
                                    <p:cond delay="4600"/>
                                  </p:stCondLst>
                                  <p:childTnLst>
                                    <p:set>
                                      <p:cBhvr>
                                        <p:cTn id="103" dur="1" fill="hold">
                                          <p:stCondLst>
                                            <p:cond delay="0"/>
                                          </p:stCondLst>
                                        </p:cTn>
                                        <p:tgtEl>
                                          <p:spTgt spid="19"/>
                                        </p:tgtEl>
                                        <p:attrNameLst>
                                          <p:attrName>style.visibility</p:attrName>
                                        </p:attrNameLst>
                                      </p:cBhvr>
                                      <p:to>
                                        <p:strVal val="visible"/>
                                      </p:to>
                                    </p:set>
                                    <p:anim calcmode="lin" valueType="num">
                                      <p:cBhvr additive="base">
                                        <p:cTn id="104" dur="350" fill="hold"/>
                                        <p:tgtEl>
                                          <p:spTgt spid="19"/>
                                        </p:tgtEl>
                                        <p:attrNameLst>
                                          <p:attrName>ppt_w</p:attrName>
                                        </p:attrNameLst>
                                      </p:cBhvr>
                                      <p:tavLst>
                                        <p:tav tm="0">
                                          <p:val>
                                            <p:strVal val="0"/>
                                          </p:val>
                                        </p:tav>
                                        <p:tav tm="100000">
                                          <p:val>
                                            <p:strVal val="#ppt_w"/>
                                          </p:val>
                                        </p:tav>
                                      </p:tavLst>
                                    </p:anim>
                                    <p:anim calcmode="lin" valueType="num">
                                      <p:cBhvr additive="base">
                                        <p:cTn id="105" dur="350" fill="hold"/>
                                        <p:tgtEl>
                                          <p:spTgt spid="19"/>
                                        </p:tgtEl>
                                        <p:attrNameLst>
                                          <p:attrName>ppt_h</p:attrName>
                                        </p:attrNameLst>
                                      </p:cBhvr>
                                      <p:tavLst>
                                        <p:tav tm="0">
                                          <p:val>
                                            <p:strVal val="0"/>
                                          </p:val>
                                        </p:tav>
                                        <p:tav tm="100000">
                                          <p:val>
                                            <p:strVal val="#ppt_h"/>
                                          </p:val>
                                        </p:tav>
                                      </p:tavLst>
                                    </p:anim>
                                    <p:animEffect transition="in" filter="fade">
                                      <p:cBhvr>
                                        <p:cTn id="106" dur="350"/>
                                        <p:tgtEl>
                                          <p:spTgt spid="19"/>
                                        </p:tgtEl>
                                      </p:cBhvr>
                                    </p:animEffect>
                                  </p:childTnLst>
                                </p:cTn>
                              </p:par>
                              <p:par>
                                <p:cTn id="111" presetID="22" presetClass="entr" presetSubtype="1" fill="hold" grpId="0" nodeType="withEffect">
                                  <p:stCondLst>
                                    <p:cond delay="4650"/>
                                  </p:stCondLst>
                                  <p:childTnLst>
                                    <p:set>
                                      <p:cBhvr>
                                        <p:cTn id="108" dur="1" fill="hold">
                                          <p:stCondLst>
                                            <p:cond delay="0"/>
                                          </p:stCondLst>
                                        </p:cTn>
                                        <p:tgtEl>
                                          <p:spTgt spid="17"/>
                                        </p:tgtEl>
                                        <p:attrNameLst>
                                          <p:attrName>style.visibility</p:attrName>
                                        </p:attrNameLst>
                                      </p:cBhvr>
                                      <p:to>
                                        <p:strVal val="visible"/>
                                      </p:to>
                                    </p:set>
                                    <p:animEffect transition="in" filter="wipe(down)">
                                      <p:cBhvr>
                                        <p:cTn id="109" dur="600"/>
                                        <p:tgtEl>
                                          <p:spTgt spid="17"/>
                                        </p:tgtEl>
                                      </p:cBhvr>
                                    </p:animEffect>
                                    <p:animEffect transition="in" filter="fade">
                                      <p:cBhvr>
                                        <p:cTn id="110" dur="600"/>
                                        <p:tgtEl>
                                          <p:spTgt spid="17"/>
                                        </p:tgtEl>
                                      </p:cBhvr>
                                    </p:animEffect>
                                  </p:childTnLst>
                                </p:cTn>
                              </p:par>
                              <p:par>
                                <p:cTn id="115" presetID="22" presetClass="entr" presetSubtype="1" fill="hold" grpId="0" nodeType="withEffect">
                                  <p:stCondLst>
                                    <p:cond delay="4700"/>
                                  </p:stCondLst>
                                  <p:childTnLst>
                                    <p:set>
                                      <p:cBhvr>
                                        <p:cTn id="112" dur="1" fill="hold">
                                          <p:stCondLst>
                                            <p:cond delay="0"/>
                                          </p:stCondLst>
                                        </p:cTn>
                                        <p:tgtEl>
                                          <p:spTgt spid="18"/>
                                        </p:tgtEl>
                                        <p:attrNameLst>
                                          <p:attrName>style.visibility</p:attrName>
                                        </p:attrNameLst>
                                      </p:cBhvr>
                                      <p:to>
                                        <p:strVal val="visible"/>
                                      </p:to>
                                    </p:set>
                                    <p:animEffect transition="in" filter="wipe(down)">
                                      <p:cBhvr>
                                        <p:cTn id="113" dur="450"/>
                                        <p:tgtEl>
                                          <p:spTgt spid="18"/>
                                        </p:tgtEl>
                                      </p:cBhvr>
                                    </p:animEffect>
                                    <p:animEffect transition="in" filter="fade">
                                      <p:cBhvr>
                                        <p:cTn id="114" dur="450"/>
                                        <p:tgtEl>
                                          <p:spTgt spid="18"/>
                                        </p:tgtEl>
                                      </p:cBhvr>
                                    </p:animEffect>
                                  </p:childTnLst>
                                </p:cTn>
                              </p:par>
                              <p:par>
                                <p:cTn id="117" presetID="6" presetClass="emph" presetSubtype="0" fill="hold" grpId="1" nodeType="withEffect" autoRev="1" repeatCount="indefinite">
                                  <p:stCondLst>
                                    <p:cond delay="5200"/>
                                  </p:stCondLst>
                                  <p:childTnLst>
                                    <p:animScale>
                                      <p:cBhvr>
                                        <p:cTn id="116" dur="500" fill="hold"/>
                                        <p:tgtEl>
                                          <p:spTgt spid="17"/>
                                        </p:tgtEl>
                                      </p:cBhvr>
                                      <p:by x="103000" y="103000"/>
                                    </p:animScale>
                                  </p:childTnLst>
                                </p:cTn>
                              </p:par>
                              <p:par>
                                <p:cTn id="119" presetID="0" presetClass="path" presetSubtype="0" fill="hold" grpId="2" nodeType="withEffect" autoRev="1" repeatCount="4000">
                                  <p:stCondLst>
                                    <p:cond delay="5280"/>
                                  </p:stCondLst>
                                  <p:childTnLst>
                                    <p:animMotion origin="layout" path="M 0 0 L 0.008 0 E" pathEditMode="relative" ptsTypes="AA">
                                      <p:cBhvr>
                                        <p:cTn id="118" dur="40" fill="hold"/>
                                        <p:tgtEl>
                                          <p:spTgt spid="17"/>
                                        </p:tgtEl>
                                        <p:attrNameLst>
                                          <p:attrName>ppt_x</p:attrName>
                                          <p:attrName>ppt_y</p:attrName>
                                        </p:attrNameLst>
                                      </p:cBhvr>
                                    </p:animMotion>
                                  </p:childTnLst>
                                </p:cTn>
                              </p:par>
                              <p:par>
                                <p:cTn id="124" presetID="53" presetClass="entr" presetSubtype="32" fill="hold" grpId="0" nodeType="withEffect">
                                  <p:stCondLst>
                                    <p:cond delay="5600"/>
                                  </p:stCondLst>
                                  <p:childTnLst>
                                    <p:set>
                                      <p:cBhvr>
                                        <p:cTn id="120" dur="1" fill="hold">
                                          <p:stCondLst>
                                            <p:cond delay="0"/>
                                          </p:stCondLst>
                                        </p:cTn>
                                        <p:tgtEl>
                                          <p:spTgt spid="38"/>
                                        </p:tgtEl>
                                        <p:attrNameLst>
                                          <p:attrName>style.visibility</p:attrName>
                                        </p:attrNameLst>
                                      </p:cBhvr>
                                      <p:to>
                                        <p:strVal val="visible"/>
                                      </p:to>
                                    </p:set>
                                    <p:anim calcmode="lin" valueType="num">
                                      <p:cBhvr additive="base">
                                        <p:cTn id="121" dur="450" fill="hold"/>
                                        <p:tgtEl>
                                          <p:spTgt spid="38"/>
                                        </p:tgtEl>
                                        <p:attrNameLst>
                                          <p:attrName>ppt_w</p:attrName>
                                        </p:attrNameLst>
                                      </p:cBhvr>
                                      <p:tavLst>
                                        <p:tav tm="0">
                                          <p:val>
                                            <p:strVal val="#ppt_w*2.4"/>
                                          </p:val>
                                        </p:tav>
                                        <p:tav tm="100000">
                                          <p:val>
                                            <p:strVal val="#ppt_w"/>
                                          </p:val>
                                        </p:tav>
                                      </p:tavLst>
                                    </p:anim>
                                    <p:anim calcmode="lin" valueType="num">
                                      <p:cBhvr additive="base">
                                        <p:cTn id="122" dur="450" fill="hold"/>
                                        <p:tgtEl>
                                          <p:spTgt spid="38"/>
                                        </p:tgtEl>
                                        <p:attrNameLst>
                                          <p:attrName>ppt_h</p:attrName>
                                        </p:attrNameLst>
                                      </p:cBhvr>
                                      <p:tavLst>
                                        <p:tav tm="0">
                                          <p:val>
                                            <p:strVal val="#ppt_h*2.4"/>
                                          </p:val>
                                        </p:tav>
                                        <p:tav tm="100000">
                                          <p:val>
                                            <p:strVal val="#ppt_h"/>
                                          </p:val>
                                        </p:tav>
                                      </p:tavLst>
                                    </p:anim>
                                    <p:animEffect transition="in" filter="fade">
                                      <p:cBhvr>
                                        <p:cTn id="123" dur="450"/>
                                        <p:tgtEl>
                                          <p:spTgt spid="38"/>
                                        </p:tgtEl>
                                      </p:cBhvr>
                                    </p:animEffect>
                                  </p:childTnLst>
                                </p:cTn>
                              </p:par>
                              <p:par>
                                <p:cTn id="126" presetID="0" presetClass="path" presetSubtype="0" fill="hold" grpId="2" nodeType="withEffect" autoRev="1" repeatCount="6000">
                                  <p:stCondLst>
                                    <p:cond delay="5850"/>
                                  </p:stCondLst>
                                  <p:childTnLst>
                                    <p:animMotion origin="layout" path="M 0 0 L 0.008 0 E" pathEditMode="relative" ptsTypes="AA">
                                      <p:cBhvr>
                                        <p:cTn id="125" dur="40" fill="hold"/>
                                        <p:tgtEl>
                                          <p:spTgt spid="37"/>
                                        </p:tgtEl>
                                        <p:attrNameLst>
                                          <p:attrName>ppt_x</p:attrName>
                                          <p:attrName>ppt_y</p:attrName>
                                        </p:attrNameLst>
                                      </p:cBhvr>
                                    </p:animMotion>
                                  </p:childTnLst>
                                </p:cTn>
                              </p:par>
                              <p:par>
                                <p:cTn id="128" presetID="6" presetClass="emph" presetSubtype="0" fill="hold" grpId="1" nodeType="withEffect" autoRev="1" repeatCount="indefinite">
                                  <p:stCondLst>
                                    <p:cond delay="6000"/>
                                  </p:stCondLst>
                                  <p:childTnLst>
                                    <p:animScale>
                                      <p:cBhvr>
                                        <p:cTn id="127" dur="700" fill="hold"/>
                                        <p:tgtEl>
                                          <p:spTgt spid="42"/>
                                        </p:tgtEl>
                                      </p:cBhvr>
                                      <p:by x="104000" y="104000"/>
                                    </p:animScale>
                                  </p:childTnLst>
                                </p:cTn>
                              </p:par>
                              <p:par>
                                <p:cTn id="132" presetID="22" presetClass="entr" presetSubtype="1" fill="hold" grpId="0" nodeType="withEffect">
                                  <p:stCondLst>
                                    <p:cond delay="7300"/>
                                  </p:stCondLst>
                                  <p:childTnLst>
                                    <p:set>
                                      <p:cBhvr>
                                        <p:cTn id="129" dur="1" fill="hold">
                                          <p:stCondLst>
                                            <p:cond delay="0"/>
                                          </p:stCondLst>
                                        </p:cTn>
                                        <p:tgtEl>
                                          <p:spTgt spid="20"/>
                                        </p:tgtEl>
                                        <p:attrNameLst>
                                          <p:attrName>style.visibility</p:attrName>
                                        </p:attrNameLst>
                                      </p:cBhvr>
                                      <p:to>
                                        <p:strVal val="visible"/>
                                      </p:to>
                                    </p:set>
                                    <p:animEffect transition="in" filter="wipe(down)">
                                      <p:cBhvr>
                                        <p:cTn id="130" dur="450"/>
                                        <p:tgtEl>
                                          <p:spTgt spid="20"/>
                                        </p:tgtEl>
                                      </p:cBhvr>
                                    </p:animEffect>
                                    <p:animEffect transition="in" filter="fade">
                                      <p:cBhvr>
                                        <p:cTn id="131" dur="450"/>
                                        <p:tgtEl>
                                          <p:spTgt spid="20"/>
                                        </p:tgtEl>
                                      </p:cBhvr>
                                    </p:animEffect>
                                  </p:childTnLst>
                                </p:cTn>
                              </p:par>
                              <p:par>
                                <p:cTn id="136" presetID="22" presetClass="entr" presetSubtype="1" fill="hold" grpId="0" nodeType="withEffect">
                                  <p:stCondLst>
                                    <p:cond delay="7600"/>
                                  </p:stCondLst>
                                  <p:childTnLst>
                                    <p:set>
                                      <p:cBhvr>
                                        <p:cTn id="133" dur="1" fill="hold">
                                          <p:stCondLst>
                                            <p:cond delay="0"/>
                                          </p:stCondLst>
                                        </p:cTn>
                                        <p:tgtEl>
                                          <p:spTgt spid="21"/>
                                        </p:tgtEl>
                                        <p:attrNameLst>
                                          <p:attrName>style.visibility</p:attrName>
                                        </p:attrNameLst>
                                      </p:cBhvr>
                                      <p:to>
                                        <p:strVal val="visible"/>
                                      </p:to>
                                    </p:set>
                                    <p:animEffect transition="in" filter="wipe(down)">
                                      <p:cBhvr>
                                        <p:cTn id="134" dur="450"/>
                                        <p:tgtEl>
                                          <p:spTgt spid="21"/>
                                        </p:tgtEl>
                                      </p:cBhvr>
                                    </p:animEffect>
                                    <p:animEffect transition="in" filter="fade">
                                      <p:cBhvr>
                                        <p:cTn id="135" dur="450"/>
                                        <p:tgtEl>
                                          <p:spTgt spid="21"/>
                                        </p:tgtEl>
                                      </p:cBhvr>
                                    </p:animEffect>
                                  </p:childTnLst>
                                </p:cTn>
                              </p:par>
                              <p:par>
                                <p:cTn id="141" presetID="53" presetClass="entr" presetSubtype="16" fill="hold" grpId="0" nodeType="withEffect">
                                  <p:stCondLst>
                                    <p:cond delay="7700"/>
                                  </p:stCondLst>
                                  <p:childTnLst>
                                    <p:set>
                                      <p:cBhvr>
                                        <p:cTn id="137" dur="1" fill="hold">
                                          <p:stCondLst>
                                            <p:cond delay="0"/>
                                          </p:stCondLst>
                                        </p:cTn>
                                        <p:tgtEl>
                                          <p:spTgt spid="24"/>
                                        </p:tgtEl>
                                        <p:attrNameLst>
                                          <p:attrName>style.visibility</p:attrName>
                                        </p:attrNameLst>
                                      </p:cBhvr>
                                      <p:to>
                                        <p:strVal val="visible"/>
                                      </p:to>
                                    </p:set>
                                    <p:anim calcmode="lin" valueType="num">
                                      <p:cBhvr additive="base">
                                        <p:cTn id="138" dur="350" fill="hold"/>
                                        <p:tgtEl>
                                          <p:spTgt spid="24"/>
                                        </p:tgtEl>
                                        <p:attrNameLst>
                                          <p:attrName>ppt_w</p:attrName>
                                        </p:attrNameLst>
                                      </p:cBhvr>
                                      <p:tavLst>
                                        <p:tav tm="0">
                                          <p:val>
                                            <p:strVal val="0"/>
                                          </p:val>
                                        </p:tav>
                                        <p:tav tm="100000">
                                          <p:val>
                                            <p:strVal val="#ppt_w"/>
                                          </p:val>
                                        </p:tav>
                                      </p:tavLst>
                                    </p:anim>
                                    <p:anim calcmode="lin" valueType="num">
                                      <p:cBhvr additive="base">
                                        <p:cTn id="139" dur="350" fill="hold"/>
                                        <p:tgtEl>
                                          <p:spTgt spid="24"/>
                                        </p:tgtEl>
                                        <p:attrNameLst>
                                          <p:attrName>ppt_h</p:attrName>
                                        </p:attrNameLst>
                                      </p:cBhvr>
                                      <p:tavLst>
                                        <p:tav tm="0">
                                          <p:val>
                                            <p:strVal val="0"/>
                                          </p:val>
                                        </p:tav>
                                        <p:tav tm="100000">
                                          <p:val>
                                            <p:strVal val="#ppt_h"/>
                                          </p:val>
                                        </p:tav>
                                      </p:tavLst>
                                    </p:anim>
                                    <p:animEffect transition="in" filter="fade">
                                      <p:cBhvr>
                                        <p:cTn id="140" dur="350"/>
                                        <p:tgtEl>
                                          <p:spTgt spid="24"/>
                                        </p:tgtEl>
                                      </p:cBhvr>
                                    </p:animEffect>
                                  </p:childTnLst>
                                </p:cTn>
                              </p:par>
                              <p:par>
                                <p:cTn id="145" presetID="22" presetClass="entr" presetSubtype="1" fill="hold" grpId="0" nodeType="withEffect">
                                  <p:stCondLst>
                                    <p:cond delay="7750"/>
                                  </p:stCondLst>
                                  <p:childTnLst>
                                    <p:set>
                                      <p:cBhvr>
                                        <p:cTn id="142" dur="1" fill="hold">
                                          <p:stCondLst>
                                            <p:cond delay="0"/>
                                          </p:stCondLst>
                                        </p:cTn>
                                        <p:tgtEl>
                                          <p:spTgt spid="22"/>
                                        </p:tgtEl>
                                        <p:attrNameLst>
                                          <p:attrName>style.visibility</p:attrName>
                                        </p:attrNameLst>
                                      </p:cBhvr>
                                      <p:to>
                                        <p:strVal val="visible"/>
                                      </p:to>
                                    </p:set>
                                    <p:animEffect transition="in" filter="wipe(down)">
                                      <p:cBhvr>
                                        <p:cTn id="143" dur="600"/>
                                        <p:tgtEl>
                                          <p:spTgt spid="22"/>
                                        </p:tgtEl>
                                      </p:cBhvr>
                                    </p:animEffect>
                                    <p:animEffect transition="in" filter="fade">
                                      <p:cBhvr>
                                        <p:cTn id="144" dur="600"/>
                                        <p:tgtEl>
                                          <p:spTgt spid="22"/>
                                        </p:tgtEl>
                                      </p:cBhvr>
                                    </p:animEffect>
                                  </p:childTnLst>
                                </p:cTn>
                              </p:par>
                              <p:par>
                                <p:cTn id="149" presetID="22" presetClass="entr" presetSubtype="1" fill="hold" grpId="0" nodeType="withEffect">
                                  <p:stCondLst>
                                    <p:cond delay="7800"/>
                                  </p:stCondLst>
                                  <p:childTnLst>
                                    <p:set>
                                      <p:cBhvr>
                                        <p:cTn id="146" dur="1" fill="hold">
                                          <p:stCondLst>
                                            <p:cond delay="0"/>
                                          </p:stCondLst>
                                        </p:cTn>
                                        <p:tgtEl>
                                          <p:spTgt spid="23"/>
                                        </p:tgtEl>
                                        <p:attrNameLst>
                                          <p:attrName>style.visibility</p:attrName>
                                        </p:attrNameLst>
                                      </p:cBhvr>
                                      <p:to>
                                        <p:strVal val="visible"/>
                                      </p:to>
                                    </p:set>
                                    <p:animEffect transition="in" filter="wipe(down)">
                                      <p:cBhvr>
                                        <p:cTn id="147" dur="450"/>
                                        <p:tgtEl>
                                          <p:spTgt spid="23"/>
                                        </p:tgtEl>
                                      </p:cBhvr>
                                    </p:animEffect>
                                    <p:animEffect transition="in" filter="fade">
                                      <p:cBhvr>
                                        <p:cTn id="148" dur="450"/>
                                        <p:tgtEl>
                                          <p:spTgt spid="23"/>
                                        </p:tgtEl>
                                      </p:cBhvr>
                                    </p:animEffect>
                                  </p:childTnLst>
                                </p:cTn>
                              </p:par>
                              <p:par>
                                <p:cTn id="151" presetID="0" presetClass="path" presetSubtype="0" fill="hold" grpId="1" nodeType="withEffect" autoRev="1" repeatCount="4000">
                                  <p:stCondLst>
                                    <p:cond delay="8380"/>
                                  </p:stCondLst>
                                  <p:childTnLst>
                                    <p:animMotion origin="layout" path="M 0 0 L 0.008 0 E" pathEditMode="relative" ptsTypes="AA">
                                      <p:cBhvr>
                                        <p:cTn id="150" dur="40" fill="hold"/>
                                        <p:tgtEl>
                                          <p:spTgt spid="22"/>
                                        </p:tgtEl>
                                        <p:attrNameLst>
                                          <p:attrName>ppt_x</p:attrName>
                                          <p:attrName>ppt_y</p:attrName>
                                        </p:attrNameLst>
                                      </p:cBhvr>
                                    </p:animMotion>
                                  </p:childTnLst>
                                </p:cTn>
                              </p:par>
                              <p:par>
                                <p:cTn id="154" presetID="22" presetClass="entr" presetSubtype="8" fill="hold" grpId="0" nodeType="withEffect">
                                  <p:stCondLst>
                                    <p:cond delay="8800"/>
                                  </p:stCondLst>
                                  <p:childTnLst>
                                    <p:set>
                                      <p:cBhvr>
                                        <p:cTn id="152" dur="1" fill="hold">
                                          <p:stCondLst>
                                            <p:cond delay="0"/>
                                          </p:stCondLst>
                                        </p:cTn>
                                        <p:tgtEl>
                                          <p:spTgt spid="25"/>
                                        </p:tgtEl>
                                        <p:attrNameLst>
                                          <p:attrName>style.visibility</p:attrName>
                                        </p:attrNameLst>
                                      </p:cBhvr>
                                      <p:to>
                                        <p:strVal val="visible"/>
                                      </p:to>
                                    </p:set>
                                    <p:animEffect transition="in" filter="wipe(left)">
                                      <p:cBhvr>
                                        <p:cTn id="153" dur="300"/>
                                        <p:tgtEl>
                                          <p:spTgt spid="25"/>
                                        </p:tgtEl>
                                      </p:cBhvr>
                                    </p:animEffect>
                                  </p:childTnLst>
                                </p:cTn>
                              </p:par>
                              <p:par>
                                <p:cTn id="158" presetID="22" presetClass="entr" presetSubtype="1" fill="hold" grpId="0" nodeType="withEffect">
                                  <p:stCondLst>
                                    <p:cond delay="9400"/>
                                  </p:stCondLst>
                                  <p:childTnLst>
                                    <p:set>
                                      <p:cBhvr>
                                        <p:cTn id="155" dur="1" fill="hold">
                                          <p:stCondLst>
                                            <p:cond delay="0"/>
                                          </p:stCondLst>
                                        </p:cTn>
                                        <p:tgtEl>
                                          <p:spTgt spid="26"/>
                                        </p:tgtEl>
                                        <p:attrNameLst>
                                          <p:attrName>style.visibility</p:attrName>
                                        </p:attrNameLst>
                                      </p:cBhvr>
                                      <p:to>
                                        <p:strVal val="visible"/>
                                      </p:to>
                                    </p:set>
                                    <p:animEffect transition="in" filter="wipe(down)">
                                      <p:cBhvr>
                                        <p:cTn id="156" dur="450"/>
                                        <p:tgtEl>
                                          <p:spTgt spid="26"/>
                                        </p:tgtEl>
                                      </p:cBhvr>
                                    </p:animEffect>
                                    <p:animEffect transition="in" filter="fade">
                                      <p:cBhvr>
                                        <p:cTn id="157" dur="450"/>
                                        <p:tgtEl>
                                          <p:spTgt spid="26"/>
                                        </p:tgtEl>
                                      </p:cBhvr>
                                    </p:animEffect>
                                  </p:childTnLst>
                                </p:cTn>
                              </p:par>
                              <p:par>
                                <p:cTn id="163" presetID="53" presetClass="entr" presetSubtype="16" fill="hold" grpId="0" nodeType="withEffect">
                                  <p:stCondLst>
                                    <p:cond delay="9500"/>
                                  </p:stCondLst>
                                  <p:childTnLst>
                                    <p:set>
                                      <p:cBhvr>
                                        <p:cTn id="159" dur="1" fill="hold">
                                          <p:stCondLst>
                                            <p:cond delay="0"/>
                                          </p:stCondLst>
                                        </p:cTn>
                                        <p:tgtEl>
                                          <p:spTgt spid="29"/>
                                        </p:tgtEl>
                                        <p:attrNameLst>
                                          <p:attrName>style.visibility</p:attrName>
                                        </p:attrNameLst>
                                      </p:cBhvr>
                                      <p:to>
                                        <p:strVal val="visible"/>
                                      </p:to>
                                    </p:set>
                                    <p:anim calcmode="lin" valueType="num">
                                      <p:cBhvr additive="base">
                                        <p:cTn id="160" dur="350" fill="hold"/>
                                        <p:tgtEl>
                                          <p:spTgt spid="29"/>
                                        </p:tgtEl>
                                        <p:attrNameLst>
                                          <p:attrName>ppt_w</p:attrName>
                                        </p:attrNameLst>
                                      </p:cBhvr>
                                      <p:tavLst>
                                        <p:tav tm="0">
                                          <p:val>
                                            <p:strVal val="0"/>
                                          </p:val>
                                        </p:tav>
                                        <p:tav tm="100000">
                                          <p:val>
                                            <p:strVal val="#ppt_w"/>
                                          </p:val>
                                        </p:tav>
                                      </p:tavLst>
                                    </p:anim>
                                    <p:anim calcmode="lin" valueType="num">
                                      <p:cBhvr additive="base">
                                        <p:cTn id="161" dur="350" fill="hold"/>
                                        <p:tgtEl>
                                          <p:spTgt spid="29"/>
                                        </p:tgtEl>
                                        <p:attrNameLst>
                                          <p:attrName>ppt_h</p:attrName>
                                        </p:attrNameLst>
                                      </p:cBhvr>
                                      <p:tavLst>
                                        <p:tav tm="0">
                                          <p:val>
                                            <p:strVal val="0"/>
                                          </p:val>
                                        </p:tav>
                                        <p:tav tm="100000">
                                          <p:val>
                                            <p:strVal val="#ppt_h"/>
                                          </p:val>
                                        </p:tav>
                                      </p:tavLst>
                                    </p:anim>
                                    <p:animEffect transition="in" filter="fade">
                                      <p:cBhvr>
                                        <p:cTn id="162" dur="350"/>
                                        <p:tgtEl>
                                          <p:spTgt spid="29"/>
                                        </p:tgtEl>
                                      </p:cBhvr>
                                    </p:animEffect>
                                  </p:childTnLst>
                                </p:cTn>
                              </p:par>
                              <p:par>
                                <p:cTn id="167" presetID="22" presetClass="entr" presetSubtype="1" fill="hold" grpId="0" nodeType="withEffect">
                                  <p:stCondLst>
                                    <p:cond delay="9550"/>
                                  </p:stCondLst>
                                  <p:childTnLst>
                                    <p:set>
                                      <p:cBhvr>
                                        <p:cTn id="164" dur="1" fill="hold">
                                          <p:stCondLst>
                                            <p:cond delay="0"/>
                                          </p:stCondLst>
                                        </p:cTn>
                                        <p:tgtEl>
                                          <p:spTgt spid="27"/>
                                        </p:tgtEl>
                                        <p:attrNameLst>
                                          <p:attrName>style.visibility</p:attrName>
                                        </p:attrNameLst>
                                      </p:cBhvr>
                                      <p:to>
                                        <p:strVal val="visible"/>
                                      </p:to>
                                    </p:set>
                                    <p:animEffect transition="in" filter="wipe(down)">
                                      <p:cBhvr>
                                        <p:cTn id="165" dur="600"/>
                                        <p:tgtEl>
                                          <p:spTgt spid="27"/>
                                        </p:tgtEl>
                                      </p:cBhvr>
                                    </p:animEffect>
                                    <p:animEffect transition="in" filter="fade">
                                      <p:cBhvr>
                                        <p:cTn id="166" dur="600"/>
                                        <p:tgtEl>
                                          <p:spTgt spid="27"/>
                                        </p:tgtEl>
                                      </p:cBhvr>
                                    </p:animEffect>
                                  </p:childTnLst>
                                </p:cTn>
                              </p:par>
                              <p:par>
                                <p:cTn id="171" presetID="22" presetClass="entr" presetSubtype="1" fill="hold" grpId="0" nodeType="withEffect">
                                  <p:stCondLst>
                                    <p:cond delay="9600"/>
                                  </p:stCondLst>
                                  <p:childTnLst>
                                    <p:set>
                                      <p:cBhvr>
                                        <p:cTn id="168" dur="1" fill="hold">
                                          <p:stCondLst>
                                            <p:cond delay="0"/>
                                          </p:stCondLst>
                                        </p:cTn>
                                        <p:tgtEl>
                                          <p:spTgt spid="28"/>
                                        </p:tgtEl>
                                        <p:attrNameLst>
                                          <p:attrName>style.visibility</p:attrName>
                                        </p:attrNameLst>
                                      </p:cBhvr>
                                      <p:to>
                                        <p:strVal val="visible"/>
                                      </p:to>
                                    </p:set>
                                    <p:animEffect transition="in" filter="wipe(down)">
                                      <p:cBhvr>
                                        <p:cTn id="169" dur="450"/>
                                        <p:tgtEl>
                                          <p:spTgt spid="28"/>
                                        </p:tgtEl>
                                      </p:cBhvr>
                                    </p:animEffect>
                                    <p:animEffect transition="in" filter="fade">
                                      <p:cBhvr>
                                        <p:cTn id="170" dur="450"/>
                                        <p:tgtEl>
                                          <p:spTgt spid="28"/>
                                        </p:tgtEl>
                                      </p:cBhvr>
                                    </p:animEffect>
                                  </p:childTnLst>
                                </p:cTn>
                              </p:par>
                              <p:par>
                                <p:cTn id="173" presetID="0" presetClass="path" presetSubtype="0" fill="hold" grpId="1" nodeType="withEffect" autoRev="1" repeatCount="4000">
                                  <p:stCondLst>
                                    <p:cond delay="10180"/>
                                  </p:stCondLst>
                                  <p:childTnLst>
                                    <p:animMotion origin="layout" path="M 0 0 L 0.008 0 E" pathEditMode="relative" ptsTypes="AA">
                                      <p:cBhvr>
                                        <p:cTn id="172" dur="40" fill="hold"/>
                                        <p:tgtEl>
                                          <p:spTgt spid="27"/>
                                        </p:tgtEl>
                                        <p:attrNameLst>
                                          <p:attrName>ppt_x</p:attrName>
                                          <p:attrName>ppt_y</p:attrName>
                                        </p:attrNameLst>
                                      </p:cBhvr>
                                    </p:animMotion>
                                  </p:childTnLst>
                                </p:cTn>
                              </p:par>
                              <p:par>
                                <p:cTn id="176" presetID="22" presetClass="entr" presetSubtype="8" fill="hold" grpId="0" nodeType="withEffect">
                                  <p:stCondLst>
                                    <p:cond delay="10600"/>
                                  </p:stCondLst>
                                  <p:childTnLst>
                                    <p:set>
                                      <p:cBhvr>
                                        <p:cTn id="174" dur="1" fill="hold">
                                          <p:stCondLst>
                                            <p:cond delay="0"/>
                                          </p:stCondLst>
                                        </p:cTn>
                                        <p:tgtEl>
                                          <p:spTgt spid="30"/>
                                        </p:tgtEl>
                                        <p:attrNameLst>
                                          <p:attrName>style.visibility</p:attrName>
                                        </p:attrNameLst>
                                      </p:cBhvr>
                                      <p:to>
                                        <p:strVal val="visible"/>
                                      </p:to>
                                    </p:set>
                                    <p:animEffect transition="in" filter="wipe(left)">
                                      <p:cBhvr>
                                        <p:cTn id="175" dur="300"/>
                                        <p:tgtEl>
                                          <p:spTgt spid="30"/>
                                        </p:tgtEl>
                                      </p:cBhvr>
                                    </p:animEffect>
                                  </p:childTnLst>
                                </p:cTn>
                              </p:par>
                              <p:par>
                                <p:cTn id="180" presetID="22" presetClass="entr" presetSubtype="1" fill="hold" grpId="0" nodeType="withEffect">
                                  <p:stCondLst>
                                    <p:cond delay="11200"/>
                                  </p:stCondLst>
                                  <p:childTnLst>
                                    <p:set>
                                      <p:cBhvr>
                                        <p:cTn id="177" dur="1" fill="hold">
                                          <p:stCondLst>
                                            <p:cond delay="0"/>
                                          </p:stCondLst>
                                        </p:cTn>
                                        <p:tgtEl>
                                          <p:spTgt spid="31"/>
                                        </p:tgtEl>
                                        <p:attrNameLst>
                                          <p:attrName>style.visibility</p:attrName>
                                        </p:attrNameLst>
                                      </p:cBhvr>
                                      <p:to>
                                        <p:strVal val="visible"/>
                                      </p:to>
                                    </p:set>
                                    <p:animEffect transition="in" filter="wipe(down)">
                                      <p:cBhvr>
                                        <p:cTn id="178" dur="450"/>
                                        <p:tgtEl>
                                          <p:spTgt spid="31"/>
                                        </p:tgtEl>
                                      </p:cBhvr>
                                    </p:animEffect>
                                    <p:animEffect transition="in" filter="fade">
                                      <p:cBhvr>
                                        <p:cTn id="179" dur="450"/>
                                        <p:tgtEl>
                                          <p:spTgt spid="31"/>
                                        </p:tgtEl>
                                      </p:cBhvr>
                                    </p:animEffect>
                                  </p:childTnLst>
                                </p:cTn>
                              </p:par>
                              <p:par>
                                <p:cTn id="185" presetID="53" presetClass="entr" presetSubtype="16" fill="hold" grpId="0" nodeType="withEffect">
                                  <p:stCondLst>
                                    <p:cond delay="11300"/>
                                  </p:stCondLst>
                                  <p:childTnLst>
                                    <p:set>
                                      <p:cBhvr>
                                        <p:cTn id="181" dur="1" fill="hold">
                                          <p:stCondLst>
                                            <p:cond delay="0"/>
                                          </p:stCondLst>
                                        </p:cTn>
                                        <p:tgtEl>
                                          <p:spTgt spid="34"/>
                                        </p:tgtEl>
                                        <p:attrNameLst>
                                          <p:attrName>style.visibility</p:attrName>
                                        </p:attrNameLst>
                                      </p:cBhvr>
                                      <p:to>
                                        <p:strVal val="visible"/>
                                      </p:to>
                                    </p:set>
                                    <p:anim calcmode="lin" valueType="num">
                                      <p:cBhvr additive="base">
                                        <p:cTn id="182" dur="350" fill="hold"/>
                                        <p:tgtEl>
                                          <p:spTgt spid="34"/>
                                        </p:tgtEl>
                                        <p:attrNameLst>
                                          <p:attrName>ppt_w</p:attrName>
                                        </p:attrNameLst>
                                      </p:cBhvr>
                                      <p:tavLst>
                                        <p:tav tm="0">
                                          <p:val>
                                            <p:strVal val="0"/>
                                          </p:val>
                                        </p:tav>
                                        <p:tav tm="100000">
                                          <p:val>
                                            <p:strVal val="#ppt_w"/>
                                          </p:val>
                                        </p:tav>
                                      </p:tavLst>
                                    </p:anim>
                                    <p:anim calcmode="lin" valueType="num">
                                      <p:cBhvr additive="base">
                                        <p:cTn id="183" dur="350" fill="hold"/>
                                        <p:tgtEl>
                                          <p:spTgt spid="34"/>
                                        </p:tgtEl>
                                        <p:attrNameLst>
                                          <p:attrName>ppt_h</p:attrName>
                                        </p:attrNameLst>
                                      </p:cBhvr>
                                      <p:tavLst>
                                        <p:tav tm="0">
                                          <p:val>
                                            <p:strVal val="0"/>
                                          </p:val>
                                        </p:tav>
                                        <p:tav tm="100000">
                                          <p:val>
                                            <p:strVal val="#ppt_h"/>
                                          </p:val>
                                        </p:tav>
                                      </p:tavLst>
                                    </p:anim>
                                    <p:animEffect transition="in" filter="fade">
                                      <p:cBhvr>
                                        <p:cTn id="184" dur="350"/>
                                        <p:tgtEl>
                                          <p:spTgt spid="34"/>
                                        </p:tgtEl>
                                      </p:cBhvr>
                                    </p:animEffect>
                                  </p:childTnLst>
                                </p:cTn>
                              </p:par>
                              <p:par>
                                <p:cTn id="189" presetID="22" presetClass="entr" presetSubtype="1" fill="hold" grpId="0" nodeType="withEffect">
                                  <p:stCondLst>
                                    <p:cond delay="11350"/>
                                  </p:stCondLst>
                                  <p:childTnLst>
                                    <p:set>
                                      <p:cBhvr>
                                        <p:cTn id="186" dur="1" fill="hold">
                                          <p:stCondLst>
                                            <p:cond delay="0"/>
                                          </p:stCondLst>
                                        </p:cTn>
                                        <p:tgtEl>
                                          <p:spTgt spid="32"/>
                                        </p:tgtEl>
                                        <p:attrNameLst>
                                          <p:attrName>style.visibility</p:attrName>
                                        </p:attrNameLst>
                                      </p:cBhvr>
                                      <p:to>
                                        <p:strVal val="visible"/>
                                      </p:to>
                                    </p:set>
                                    <p:animEffect transition="in" filter="wipe(down)">
                                      <p:cBhvr>
                                        <p:cTn id="187" dur="600"/>
                                        <p:tgtEl>
                                          <p:spTgt spid="32"/>
                                        </p:tgtEl>
                                      </p:cBhvr>
                                    </p:animEffect>
                                    <p:animEffect transition="in" filter="fade">
                                      <p:cBhvr>
                                        <p:cTn id="188" dur="600"/>
                                        <p:tgtEl>
                                          <p:spTgt spid="32"/>
                                        </p:tgtEl>
                                      </p:cBhvr>
                                    </p:animEffect>
                                  </p:childTnLst>
                                </p:cTn>
                              </p:par>
                              <p:par>
                                <p:cTn id="193" presetID="22" presetClass="entr" presetSubtype="1" fill="hold" grpId="0" nodeType="withEffect">
                                  <p:stCondLst>
                                    <p:cond delay="11400"/>
                                  </p:stCondLst>
                                  <p:childTnLst>
                                    <p:set>
                                      <p:cBhvr>
                                        <p:cTn id="190" dur="1" fill="hold">
                                          <p:stCondLst>
                                            <p:cond delay="0"/>
                                          </p:stCondLst>
                                        </p:cTn>
                                        <p:tgtEl>
                                          <p:spTgt spid="33"/>
                                        </p:tgtEl>
                                        <p:attrNameLst>
                                          <p:attrName>style.visibility</p:attrName>
                                        </p:attrNameLst>
                                      </p:cBhvr>
                                      <p:to>
                                        <p:strVal val="visible"/>
                                      </p:to>
                                    </p:set>
                                    <p:animEffect transition="in" filter="wipe(down)">
                                      <p:cBhvr>
                                        <p:cTn id="191" dur="450"/>
                                        <p:tgtEl>
                                          <p:spTgt spid="33"/>
                                        </p:tgtEl>
                                      </p:cBhvr>
                                    </p:animEffect>
                                    <p:animEffect transition="in" filter="fade">
                                      <p:cBhvr>
                                        <p:cTn id="192" dur="450"/>
                                        <p:tgtEl>
                                          <p:spTgt spid="33"/>
                                        </p:tgtEl>
                                      </p:cBhvr>
                                    </p:animEffect>
                                  </p:childTnLst>
                                </p:cTn>
                              </p:par>
                              <p:par>
                                <p:cTn id="196" presetID="10" presetClass="exit" presetSubtype="0" fill="hold" grpId="1" nodeType="withEffect">
                                  <p:stCondLst>
                                    <p:cond delay="11400"/>
                                  </p:stCondLst>
                                  <p:childTnLst>
                                    <p:animEffect transition="out" filter="fade">
                                      <p:cBhvr>
                                        <p:cTn id="194" dur="300"/>
                                        <p:tgtEl>
                                          <p:spTgt spid="38"/>
                                        </p:tgtEl>
                                      </p:cBhvr>
                                    </p:animEffect>
                                    <p:set>
                                      <p:cBhvr>
                                        <p:cTn id="195" dur="1" fill="hold">
                                          <p:stCondLst>
                                            <p:cond delay="299"/>
                                          </p:stCondLst>
                                        </p:cTn>
                                        <p:tgtEl>
                                          <p:spTgt spid="38"/>
                                        </p:tgtEl>
                                        <p:attrNameLst>
                                          <p:attrName>style.visibility</p:attrName>
                                        </p:attrNameLst>
                                      </p:cBhvr>
                                      <p:to>
                                        <p:strVal val="hidden"/>
                                      </p:to>
                                    </p:set>
                                  </p:childTnLst>
                                </p:cTn>
                              </p:par>
                              <p:par>
                                <p:cTn id="198" presetID="8" presetClass="emph" presetSubtype="0" fill="hold" grpId="3" nodeType="withEffect">
                                  <p:stCondLst>
                                    <p:cond delay="11400"/>
                                  </p:stCondLst>
                                  <p:childTnLst>
                                    <p:animRot by="-4680000">
                                      <p:cBhvr>
                                        <p:cTn id="197" dur="1300" fill="hold"/>
                                        <p:tgtEl>
                                          <p:spTgt spid="37"/>
                                        </p:tgtEl>
                                        <p:attrNameLst>
                                          <p:attrName>r</p:attrName>
                                        </p:attrNameLst>
                                      </p:cBhvr>
                                    </p:animRot>
                                  </p:childTnLst>
                                </p:cTn>
                              </p:par>
                              <p:par>
                                <p:cTn id="200" presetID="0" presetClass="path" presetSubtype="0" fill="hold" grpId="1" nodeType="withEffect" autoRev="1" repeatCount="4000">
                                  <p:stCondLst>
                                    <p:cond delay="11980"/>
                                  </p:stCondLst>
                                  <p:childTnLst>
                                    <p:animMotion origin="layout" path="M 0 0 L 0.008 0 E" pathEditMode="relative" ptsTypes="AA">
                                      <p:cBhvr>
                                        <p:cTn id="199" dur="40" fill="hold"/>
                                        <p:tgtEl>
                                          <p:spTgt spid="32"/>
                                        </p:tgtEl>
                                        <p:attrNameLst>
                                          <p:attrName>ppt_x</p:attrName>
                                          <p:attrName>ppt_y</p:attrName>
                                        </p:attrNameLst>
                                      </p:cBhvr>
                                    </p:animMotion>
                                  </p:childTnLst>
                                </p:cTn>
                              </p:par>
                              <p:par>
                                <p:cTn id="205" presetID="53" presetClass="entr" presetSubtype="32" fill="hold" grpId="0" nodeType="withEffect">
                                  <p:stCondLst>
                                    <p:cond delay="12500"/>
                                  </p:stCondLst>
                                  <p:childTnLst>
                                    <p:set>
                                      <p:cBhvr>
                                        <p:cTn id="201" dur="1" fill="hold">
                                          <p:stCondLst>
                                            <p:cond delay="0"/>
                                          </p:stCondLst>
                                        </p:cTn>
                                        <p:tgtEl>
                                          <p:spTgt spid="39"/>
                                        </p:tgtEl>
                                        <p:attrNameLst>
                                          <p:attrName>style.visibility</p:attrName>
                                        </p:attrNameLst>
                                      </p:cBhvr>
                                      <p:to>
                                        <p:strVal val="visible"/>
                                      </p:to>
                                    </p:set>
                                    <p:anim calcmode="lin" valueType="num">
                                      <p:cBhvr additive="base">
                                        <p:cTn id="202" dur="450" fill="hold"/>
                                        <p:tgtEl>
                                          <p:spTgt spid="39"/>
                                        </p:tgtEl>
                                        <p:attrNameLst>
                                          <p:attrName>ppt_w</p:attrName>
                                        </p:attrNameLst>
                                      </p:cBhvr>
                                      <p:tavLst>
                                        <p:tav tm="0">
                                          <p:val>
                                            <p:strVal val="#ppt_w*2.4"/>
                                          </p:val>
                                        </p:tav>
                                        <p:tav tm="100000">
                                          <p:val>
                                            <p:strVal val="#ppt_w"/>
                                          </p:val>
                                        </p:tav>
                                      </p:tavLst>
                                    </p:anim>
                                    <p:anim calcmode="lin" valueType="num">
                                      <p:cBhvr additive="base">
                                        <p:cTn id="203" dur="450" fill="hold"/>
                                        <p:tgtEl>
                                          <p:spTgt spid="39"/>
                                        </p:tgtEl>
                                        <p:attrNameLst>
                                          <p:attrName>ppt_h</p:attrName>
                                        </p:attrNameLst>
                                      </p:cBhvr>
                                      <p:tavLst>
                                        <p:tav tm="0">
                                          <p:val>
                                            <p:strVal val="#ppt_h*2.4"/>
                                          </p:val>
                                        </p:tav>
                                        <p:tav tm="100000">
                                          <p:val>
                                            <p:strVal val="#ppt_h"/>
                                          </p:val>
                                        </p:tav>
                                      </p:tavLst>
                                    </p:anim>
                                    <p:animEffect transition="in" filter="fade">
                                      <p:cBhvr>
                                        <p:cTn id="204" dur="450"/>
                                        <p:tgtEl>
                                          <p:spTgt spid="39"/>
                                        </p:tgtEl>
                                      </p:cBhvr>
                                    </p:animEffect>
                                  </p:childTnLst>
                                </p:cTn>
                              </p:par>
                              <p:par>
                                <p:cTn id="208" presetID="22" presetClass="entr" presetSubtype="8" fill="hold" grpId="0" nodeType="withEffect">
                                  <p:stCondLst>
                                    <p:cond delay="13400"/>
                                  </p:stCondLst>
                                  <p:childTnLst>
                                    <p:set>
                                      <p:cBhvr>
                                        <p:cTn id="206" dur="1" fill="hold">
                                          <p:stCondLst>
                                            <p:cond delay="0"/>
                                          </p:stCondLst>
                                        </p:cTn>
                                        <p:tgtEl>
                                          <p:spTgt spid="43"/>
                                        </p:tgtEl>
                                        <p:attrNameLst>
                                          <p:attrName>style.visibility</p:attrName>
                                        </p:attrNameLst>
                                      </p:cBhvr>
                                      <p:to>
                                        <p:strVal val="visible"/>
                                      </p:to>
                                    </p:set>
                                    <p:animEffect transition="in" filter="wipe(left)">
                                      <p:cBhvr>
                                        <p:cTn id="207" dur="8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4" grpId="0" animBg="1"/>
      <p:bldP spid="45" grpId="0" animBg="1"/>
      <p:bldP spid="4" grpId="0" animBg="1"/>
      <p:bldP spid="46" grpId="0" animBg="1"/>
      <p:bldP spid="45" grpId="1" animBg="1"/>
      <p:bldP spid="5" grpId="0" animBg="1"/>
      <p:bldP spid="35" grpId="0" animBg="1"/>
      <p:bldP spid="36" grpId="0" animBg="1"/>
      <p:bldP spid="4" grpId="1" animBg="1"/>
      <p:bldP spid="6" grpId="0" animBg="1"/>
      <p:bldP spid="9" grpId="0" animBg="1"/>
      <p:bldP spid="37" grpId="0" animBg="1"/>
      <p:bldP spid="7" grpId="0" animBg="1"/>
      <p:bldP spid="8" grpId="0" animBg="1"/>
      <p:bldP spid="40" grpId="0" animBg="1"/>
      <p:bldP spid="41" grpId="0" animBg="1"/>
      <p:bldP spid="7" grpId="1" animBg="1"/>
      <p:bldP spid="42" grpId="0" animBg="1"/>
      <p:bldP spid="10" grpId="0" animBg="1"/>
      <p:bldP spid="11" grpId="0" animBg="1"/>
      <p:bldP spid="14" grpId="0" animBg="1"/>
      <p:bldP spid="12" grpId="0" animBg="1"/>
      <p:bldP spid="13" grpId="0" animBg="1"/>
      <p:bldP spid="12" grpId="1" animBg="1"/>
      <p:bldP spid="15" grpId="0" animBg="1"/>
      <p:bldP spid="16" grpId="0" animBg="1"/>
      <p:bldP spid="37" grpId="1" animBg="1"/>
      <p:bldP spid="19" grpId="0" animBg="1"/>
      <p:bldP spid="17" grpId="0" animBg="1"/>
      <p:bldP spid="18" grpId="0" animBg="1"/>
      <p:bldP spid="17" grpId="1" animBg="1"/>
      <p:bldP spid="17" grpId="2" animBg="1"/>
      <p:bldP spid="38" grpId="0" animBg="1"/>
      <p:bldP spid="37" grpId="2" animBg="1"/>
      <p:bldP spid="42" grpId="1" animBg="1"/>
      <p:bldP spid="20" grpId="0" animBg="1"/>
      <p:bldP spid="21" grpId="0" animBg="1"/>
      <p:bldP spid="24" grpId="0" animBg="1"/>
      <p:bldP spid="22" grpId="0" animBg="1"/>
      <p:bldP spid="23" grpId="0" animBg="1"/>
      <p:bldP spid="22" grpId="1" animBg="1"/>
      <p:bldP spid="25" grpId="0" animBg="1"/>
      <p:bldP spid="26" grpId="0" animBg="1"/>
      <p:bldP spid="29" grpId="0" animBg="1"/>
      <p:bldP spid="27" grpId="0" animBg="1"/>
      <p:bldP spid="28" grpId="0" animBg="1"/>
      <p:bldP spid="27" grpId="1" animBg="1"/>
      <p:bldP spid="30" grpId="0" animBg="1"/>
      <p:bldP spid="31" grpId="0" animBg="1"/>
      <p:bldP spid="34" grpId="0" animBg="1"/>
      <p:bldP spid="32" grpId="0" animBg="1"/>
      <p:bldP spid="33" grpId="0" animBg="1"/>
      <p:bldP spid="38" grpId="1" animBg="1"/>
      <p:bldP spid="37" grpId="3" animBg="1"/>
      <p:bldP spid="32" grpId="1" animBg="1"/>
      <p:bldP spid="39" grpId="0" animBg="1"/>
      <p:bldP spid="4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eyebrow"/>
          <p:cNvSpPr txBox="1"/>
          <p:nvPr/>
        </p:nvSpPr>
        <p:spPr>
          <a:xfrm>
            <a:off x="812800" y="520700"/>
            <a:ext cx="9525000" cy="190500"/>
          </a:xfrm>
          <a:prstGeom prst="rect">
            <a:avLst/>
          </a:prstGeom>
          <a:noFill/>
          <a:ln/>
        </p:spPr>
        <p:txBody>
          <a:bodyPr wrap="square" lIns="0" tIns="0" rIns="0" bIns="0" rtlCol="0" anchor="t"/>
          <a:lstStyle/>
          <a:p>
            <a:pPr indent="0" marL="0">
              <a:buNone/>
            </a:pPr>
            <a:r>
              <a:rPr lang="en-US" sz="1100" b="1" spc="300" kern="0" dirty="0">
                <a:solidFill>
                  <a:srgbClr val="FFC94D"/>
                </a:solidFill>
                <a:latin typeface="Consolas" pitchFamily="34" charset="0"/>
                <a:ea typeface="Consolas" pitchFamily="34" charset="-122"/>
                <a:cs typeface="Consolas" pitchFamily="34" charset="-120"/>
              </a:rPr>
              <a:t>FINAL JUDGMENT · CASE NO. MCCJ-525/2026</a:t>
            </a:r>
            <a:endParaRPr lang="en-US" sz="1100" dirty="0"/>
          </a:p>
        </p:txBody>
      </p:sp>
      <p:sp>
        <p:nvSpPr>
          <p:cNvPr id="4" name="heading"/>
          <p:cNvSpPr txBox="1"/>
          <p:nvPr/>
        </p:nvSpPr>
        <p:spPr>
          <a:xfrm>
            <a:off x="812800" y="749300"/>
            <a:ext cx="10096500" cy="1016000"/>
          </a:xfrm>
          <a:prstGeom prst="rect">
            <a:avLst/>
          </a:prstGeom>
          <a:noFill/>
          <a:ln/>
        </p:spPr>
        <p:txBody>
          <a:bodyPr wrap="square" lIns="0" tIns="0" rIns="0" bIns="0" rtlCol="0" anchor="t"/>
          <a:lstStyle/>
          <a:p>
            <a:pPr indent="0" marL="0">
              <a:lnSpc>
                <a:spcPct val="95000"/>
              </a:lnSpc>
              <a:buNone/>
            </a:pPr>
            <a:r>
              <a:rPr lang="en-US" sz="3000" b="1" dirty="0">
                <a:solidFill>
                  <a:srgbClr val="E8FBFF"/>
                </a:solidFill>
                <a:effectLst>
                  <a:glow rad="101600">
                    <a:srgbClr val="FFC94D">
                      <a:alpha val="35000"/>
                    </a:srgbClr>
                  </a:glow>
                </a:effectLst>
                <a:latin typeface="Bahnschrift" pitchFamily="34" charset="0"/>
                <a:ea typeface="Bahnschrift" pitchFamily="34" charset="-122"/>
                <a:cs typeface="Bahnschrift" pitchFamily="34" charset="-120"/>
              </a:rPr>
              <a:t>The court finds WhatsApp the most secure for individuals</a:t>
            </a:r>
            <a:endParaRPr lang="en-US" sz="3000" dirty="0"/>
          </a:p>
        </p:txBody>
      </p:sp>
      <p:sp>
        <p:nvSpPr>
          <p:cNvPr id="5" name="sc0trk"/>
          <p:cNvSpPr/>
          <p:nvPr/>
        </p:nvSpPr>
        <p:spPr>
          <a:xfrm>
            <a:off x="1374775" y="2047875"/>
            <a:ext cx="984250" cy="984250"/>
          </a:xfrm>
          <a:prstGeom prst="ellipse">
            <a:avLst/>
          </a:prstGeom>
          <a:ln w="47625">
            <a:solidFill>
              <a:srgbClr val="12233D"/>
            </a:solidFill>
            <a:prstDash val="solid"/>
          </a:ln>
        </p:spPr>
      </p:sp>
      <p:sp>
        <p:nvSpPr>
          <p:cNvPr id="6" name="sc0arc"/>
          <p:cNvSpPr/>
          <p:nvPr/>
        </p:nvSpPr>
        <p:spPr>
          <a:xfrm>
            <a:off x="1327150" y="2000250"/>
            <a:ext cx="1079500" cy="1079500"/>
          </a:xfrm>
          <a:prstGeom prst="blockArc">
            <a:avLst>
              <a:gd name="adj1" fmla="val 16200000"/>
              <a:gd name="adj2" fmla="val 11880000"/>
              <a:gd name="adj3" fmla="val 8824"/>
            </a:avLst>
          </a:prstGeom>
          <a:solidFill>
            <a:srgbClr val="3FF0FF"/>
          </a:solidFill>
          <a:ln/>
          <a:effectLst>
            <a:outerShdw sx="100000" sy="100000" kx="0" ky="0" algn="bl" rotWithShape="0" blurRad="114300" dist="50800" dir="5400000">
              <a:srgbClr val="3FF0FF">
                <a:alpha val="60000"/>
              </a:srgbClr>
            </a:outerShdw>
          </a:effectLst>
        </p:spPr>
      </p:sp>
      <p:sp>
        <p:nvSpPr>
          <p:cNvPr id="7" name="sc0big"/>
          <p:cNvSpPr txBox="1"/>
          <p:nvPr/>
        </p:nvSpPr>
        <p:spPr>
          <a:xfrm>
            <a:off x="1327150" y="2324100"/>
            <a:ext cx="1079500" cy="323850"/>
          </a:xfrm>
          <a:prstGeom prst="rect">
            <a:avLst/>
          </a:prstGeom>
          <a:noFill/>
          <a:ln/>
        </p:spPr>
        <p:txBody>
          <a:bodyPr wrap="square" lIns="0" tIns="0" rIns="0" bIns="0" rtlCol="0" anchor="ctr"/>
          <a:lstStyle/>
          <a:p>
            <a:pPr algn="ctr" indent="0" marL="0">
              <a:buNone/>
            </a:pPr>
            <a:r>
              <a:rPr lang="en-US" sz="1700" b="1" dirty="0">
                <a:solidFill>
                  <a:srgbClr val="E8FBFF"/>
                </a:solidFill>
                <a:latin typeface="Segoe UI" pitchFamily="34" charset="0"/>
                <a:ea typeface="Segoe UI" pitchFamily="34" charset="-122"/>
                <a:cs typeface="Segoe UI" pitchFamily="34" charset="-120"/>
              </a:rPr>
              <a:t>20</a:t>
            </a:r>
            <a:endParaRPr lang="en-US" sz="1700" dirty="0"/>
          </a:p>
        </p:txBody>
      </p:sp>
      <p:sp>
        <p:nvSpPr>
          <p:cNvPr id="8" name="sc0sub"/>
          <p:cNvSpPr txBox="1"/>
          <p:nvPr/>
        </p:nvSpPr>
        <p:spPr>
          <a:xfrm>
            <a:off x="1219200" y="3143250"/>
            <a:ext cx="1295400" cy="444500"/>
          </a:xfrm>
          <a:prstGeom prst="rect">
            <a:avLst/>
          </a:prstGeom>
          <a:noFill/>
          <a:ln/>
        </p:spPr>
        <p:txBody>
          <a:bodyPr wrap="square" lIns="0" tIns="0" rIns="0" bIns="0" rtlCol="0" anchor="t"/>
          <a:lstStyle/>
          <a:p>
            <a:pPr algn="ctr" indent="0" marL="0">
              <a:buNone/>
            </a:pPr>
            <a:r>
              <a:rPr lang="en-US" sz="1100" dirty="0">
                <a:solidFill>
                  <a:srgbClr val="9FD8E8"/>
                </a:solidFill>
                <a:latin typeface="Segoe UI" pitchFamily="34" charset="0"/>
                <a:ea typeface="Segoe UI" pitchFamily="34" charset="-122"/>
                <a:cs typeface="Segoe UI" pitchFamily="34" charset="-120"/>
              </a:rPr>
              <a:t>WhatsApp · NOT GUILTY</a:t>
            </a:r>
            <a:endParaRPr lang="en-US" sz="1100" dirty="0"/>
          </a:p>
        </p:txBody>
      </p:sp>
      <p:sp>
        <p:nvSpPr>
          <p:cNvPr id="9" name="sc1trk"/>
          <p:cNvSpPr/>
          <p:nvPr/>
        </p:nvSpPr>
        <p:spPr>
          <a:xfrm>
            <a:off x="3489325" y="2047875"/>
            <a:ext cx="984250" cy="984250"/>
          </a:xfrm>
          <a:prstGeom prst="ellipse">
            <a:avLst/>
          </a:prstGeom>
          <a:ln w="47625">
            <a:solidFill>
              <a:srgbClr val="12233D"/>
            </a:solidFill>
            <a:prstDash val="solid"/>
          </a:ln>
        </p:spPr>
      </p:sp>
      <p:sp>
        <p:nvSpPr>
          <p:cNvPr id="10" name="sc1arc"/>
          <p:cNvSpPr/>
          <p:nvPr/>
        </p:nvSpPr>
        <p:spPr>
          <a:xfrm>
            <a:off x="3441700" y="2000250"/>
            <a:ext cx="1079500" cy="1079500"/>
          </a:xfrm>
          <a:prstGeom prst="blockArc">
            <a:avLst>
              <a:gd name="adj1" fmla="val 16200000"/>
              <a:gd name="adj2" fmla="val 11880000"/>
              <a:gd name="adj3" fmla="val 8824"/>
            </a:avLst>
          </a:prstGeom>
          <a:solidFill>
            <a:srgbClr val="3FF0FF"/>
          </a:solidFill>
          <a:ln/>
          <a:effectLst>
            <a:outerShdw sx="100000" sy="100000" kx="0" ky="0" algn="bl" rotWithShape="0" blurRad="114300" dist="50800" dir="5400000">
              <a:srgbClr val="3FF0FF">
                <a:alpha val="60000"/>
              </a:srgbClr>
            </a:outerShdw>
          </a:effectLst>
        </p:spPr>
      </p:sp>
      <p:sp>
        <p:nvSpPr>
          <p:cNvPr id="11" name="sc1big"/>
          <p:cNvSpPr txBox="1"/>
          <p:nvPr/>
        </p:nvSpPr>
        <p:spPr>
          <a:xfrm>
            <a:off x="3441700" y="2324100"/>
            <a:ext cx="1079500" cy="323850"/>
          </a:xfrm>
          <a:prstGeom prst="rect">
            <a:avLst/>
          </a:prstGeom>
          <a:noFill/>
          <a:ln/>
        </p:spPr>
        <p:txBody>
          <a:bodyPr wrap="square" lIns="0" tIns="0" rIns="0" bIns="0" rtlCol="0" anchor="ctr"/>
          <a:lstStyle/>
          <a:p>
            <a:pPr algn="ctr" indent="0" marL="0">
              <a:buNone/>
            </a:pPr>
            <a:r>
              <a:rPr lang="en-US" sz="1700" b="1" dirty="0">
                <a:solidFill>
                  <a:srgbClr val="E8FBFF"/>
                </a:solidFill>
                <a:latin typeface="Segoe UI" pitchFamily="34" charset="0"/>
                <a:ea typeface="Segoe UI" pitchFamily="34" charset="-122"/>
                <a:cs typeface="Segoe UI" pitchFamily="34" charset="-120"/>
              </a:rPr>
              <a:t>20</a:t>
            </a:r>
            <a:endParaRPr lang="en-US" sz="1700" dirty="0"/>
          </a:p>
        </p:txBody>
      </p:sp>
      <p:sp>
        <p:nvSpPr>
          <p:cNvPr id="12" name="sc1sub"/>
          <p:cNvSpPr txBox="1"/>
          <p:nvPr/>
        </p:nvSpPr>
        <p:spPr>
          <a:xfrm>
            <a:off x="3333750" y="3143250"/>
            <a:ext cx="1295400" cy="444500"/>
          </a:xfrm>
          <a:prstGeom prst="rect">
            <a:avLst/>
          </a:prstGeom>
          <a:noFill/>
          <a:ln/>
        </p:spPr>
        <p:txBody>
          <a:bodyPr wrap="square" lIns="0" tIns="0" rIns="0" bIns="0" rtlCol="0" anchor="t"/>
          <a:lstStyle/>
          <a:p>
            <a:pPr algn="ctr" indent="0" marL="0">
              <a:buNone/>
            </a:pPr>
            <a:r>
              <a:rPr lang="en-US" sz="1100" dirty="0">
                <a:solidFill>
                  <a:srgbClr val="9FD8E8"/>
                </a:solidFill>
                <a:latin typeface="Segoe UI" pitchFamily="34" charset="0"/>
                <a:ea typeface="Segoe UI" pitchFamily="34" charset="-122"/>
                <a:cs typeface="Segoe UI" pitchFamily="34" charset="-120"/>
              </a:rPr>
              <a:t>Gmail · NOT GUILTY</a:t>
            </a:r>
            <a:endParaRPr lang="en-US" sz="1100" dirty="0"/>
          </a:p>
        </p:txBody>
      </p:sp>
      <p:sp>
        <p:nvSpPr>
          <p:cNvPr id="13" name="sc2trk"/>
          <p:cNvSpPr/>
          <p:nvPr/>
        </p:nvSpPr>
        <p:spPr>
          <a:xfrm>
            <a:off x="5603875" y="2047875"/>
            <a:ext cx="984250" cy="984250"/>
          </a:xfrm>
          <a:prstGeom prst="ellipse">
            <a:avLst/>
          </a:prstGeom>
          <a:ln w="47625">
            <a:solidFill>
              <a:srgbClr val="12233D"/>
            </a:solidFill>
            <a:prstDash val="solid"/>
          </a:ln>
        </p:spPr>
      </p:sp>
      <p:sp>
        <p:nvSpPr>
          <p:cNvPr id="14" name="sc2arc"/>
          <p:cNvSpPr/>
          <p:nvPr/>
        </p:nvSpPr>
        <p:spPr>
          <a:xfrm>
            <a:off x="5556250" y="2000250"/>
            <a:ext cx="1079500" cy="1079500"/>
          </a:xfrm>
          <a:prstGeom prst="blockArc">
            <a:avLst>
              <a:gd name="adj1" fmla="val 16200000"/>
              <a:gd name="adj2" fmla="val 8424000"/>
              <a:gd name="adj3" fmla="val 8824"/>
            </a:avLst>
          </a:prstGeom>
          <a:solidFill>
            <a:srgbClr val="FF4F6E"/>
          </a:solidFill>
          <a:ln/>
          <a:effectLst>
            <a:outerShdw sx="100000" sy="100000" kx="0" ky="0" algn="bl" rotWithShape="0" blurRad="114300" dist="50800" dir="5400000">
              <a:srgbClr val="FF4F6E">
                <a:alpha val="60000"/>
              </a:srgbClr>
            </a:outerShdw>
          </a:effectLst>
        </p:spPr>
      </p:sp>
      <p:sp>
        <p:nvSpPr>
          <p:cNvPr id="15" name="sc2big"/>
          <p:cNvSpPr txBox="1"/>
          <p:nvPr/>
        </p:nvSpPr>
        <p:spPr>
          <a:xfrm>
            <a:off x="5556250" y="2324100"/>
            <a:ext cx="1079500" cy="323850"/>
          </a:xfrm>
          <a:prstGeom prst="rect">
            <a:avLst/>
          </a:prstGeom>
          <a:noFill/>
          <a:ln/>
        </p:spPr>
        <p:txBody>
          <a:bodyPr wrap="square" lIns="0" tIns="0" rIns="0" bIns="0" rtlCol="0" anchor="ctr"/>
          <a:lstStyle/>
          <a:p>
            <a:pPr algn="ctr" indent="0" marL="0">
              <a:buNone/>
            </a:pPr>
            <a:r>
              <a:rPr lang="en-US" sz="1700" b="1" dirty="0">
                <a:solidFill>
                  <a:srgbClr val="E8FBFF"/>
                </a:solidFill>
                <a:latin typeface="Segoe UI" pitchFamily="34" charset="0"/>
                <a:ea typeface="Segoe UI" pitchFamily="34" charset="-122"/>
                <a:cs typeface="Segoe UI" pitchFamily="34" charset="-120"/>
              </a:rPr>
              <a:t>16</a:t>
            </a:r>
            <a:endParaRPr lang="en-US" sz="1700" dirty="0"/>
          </a:p>
        </p:txBody>
      </p:sp>
      <p:sp>
        <p:nvSpPr>
          <p:cNvPr id="16" name="sc2sub"/>
          <p:cNvSpPr txBox="1"/>
          <p:nvPr/>
        </p:nvSpPr>
        <p:spPr>
          <a:xfrm>
            <a:off x="5448300" y="3143250"/>
            <a:ext cx="1295400" cy="444500"/>
          </a:xfrm>
          <a:prstGeom prst="rect">
            <a:avLst/>
          </a:prstGeom>
          <a:noFill/>
          <a:ln/>
        </p:spPr>
        <p:txBody>
          <a:bodyPr wrap="square" lIns="0" tIns="0" rIns="0" bIns="0" rtlCol="0" anchor="t"/>
          <a:lstStyle/>
          <a:p>
            <a:pPr algn="ctr" indent="0" marL="0">
              <a:buNone/>
            </a:pPr>
            <a:r>
              <a:rPr lang="en-US" sz="1100" dirty="0">
                <a:solidFill>
                  <a:srgbClr val="9FD8E8"/>
                </a:solidFill>
                <a:latin typeface="Segoe UI" pitchFamily="34" charset="0"/>
                <a:ea typeface="Segoe UI" pitchFamily="34" charset="-122"/>
                <a:cs typeface="Segoe UI" pitchFamily="34" charset="-120"/>
              </a:rPr>
              <a:t>Facebook · GUILTY</a:t>
            </a:r>
            <a:endParaRPr lang="en-US" sz="1100" dirty="0"/>
          </a:p>
        </p:txBody>
      </p:sp>
      <p:sp>
        <p:nvSpPr>
          <p:cNvPr id="17" name="sc3trk"/>
          <p:cNvSpPr/>
          <p:nvPr/>
        </p:nvSpPr>
        <p:spPr>
          <a:xfrm>
            <a:off x="7718425" y="2047875"/>
            <a:ext cx="984250" cy="984250"/>
          </a:xfrm>
          <a:prstGeom prst="ellipse">
            <a:avLst/>
          </a:prstGeom>
          <a:ln w="47625">
            <a:solidFill>
              <a:srgbClr val="12233D"/>
            </a:solidFill>
            <a:prstDash val="solid"/>
          </a:ln>
        </p:spPr>
      </p:sp>
      <p:sp>
        <p:nvSpPr>
          <p:cNvPr id="18" name="sc3arc"/>
          <p:cNvSpPr/>
          <p:nvPr/>
        </p:nvSpPr>
        <p:spPr>
          <a:xfrm>
            <a:off x="7670800" y="2000250"/>
            <a:ext cx="1079500" cy="1079500"/>
          </a:xfrm>
          <a:prstGeom prst="blockArc">
            <a:avLst>
              <a:gd name="adj1" fmla="val 16200000"/>
              <a:gd name="adj2" fmla="val 8424000"/>
              <a:gd name="adj3" fmla="val 8824"/>
            </a:avLst>
          </a:prstGeom>
          <a:solidFill>
            <a:srgbClr val="FF4F6E"/>
          </a:solidFill>
          <a:ln/>
          <a:effectLst>
            <a:outerShdw sx="100000" sy="100000" kx="0" ky="0" algn="bl" rotWithShape="0" blurRad="114300" dist="50800" dir="5400000">
              <a:srgbClr val="FF4F6E">
                <a:alpha val="60000"/>
              </a:srgbClr>
            </a:outerShdw>
          </a:effectLst>
        </p:spPr>
      </p:sp>
      <p:sp>
        <p:nvSpPr>
          <p:cNvPr id="19" name="sc3big"/>
          <p:cNvSpPr txBox="1"/>
          <p:nvPr/>
        </p:nvSpPr>
        <p:spPr>
          <a:xfrm>
            <a:off x="7670800" y="2324100"/>
            <a:ext cx="1079500" cy="323850"/>
          </a:xfrm>
          <a:prstGeom prst="rect">
            <a:avLst/>
          </a:prstGeom>
          <a:noFill/>
          <a:ln/>
        </p:spPr>
        <p:txBody>
          <a:bodyPr wrap="square" lIns="0" tIns="0" rIns="0" bIns="0" rtlCol="0" anchor="ctr"/>
          <a:lstStyle/>
          <a:p>
            <a:pPr algn="ctr" indent="0" marL="0">
              <a:buNone/>
            </a:pPr>
            <a:r>
              <a:rPr lang="en-US" sz="1700" b="1" dirty="0">
                <a:solidFill>
                  <a:srgbClr val="E8FBFF"/>
                </a:solidFill>
                <a:latin typeface="Segoe UI" pitchFamily="34" charset="0"/>
                <a:ea typeface="Segoe UI" pitchFamily="34" charset="-122"/>
                <a:cs typeface="Segoe UI" pitchFamily="34" charset="-120"/>
              </a:rPr>
              <a:t>16</a:t>
            </a:r>
            <a:endParaRPr lang="en-US" sz="1700" dirty="0"/>
          </a:p>
        </p:txBody>
      </p:sp>
      <p:sp>
        <p:nvSpPr>
          <p:cNvPr id="20" name="sc3sub"/>
          <p:cNvSpPr txBox="1"/>
          <p:nvPr/>
        </p:nvSpPr>
        <p:spPr>
          <a:xfrm>
            <a:off x="7562850" y="3143250"/>
            <a:ext cx="1295400" cy="444500"/>
          </a:xfrm>
          <a:prstGeom prst="rect">
            <a:avLst/>
          </a:prstGeom>
          <a:noFill/>
          <a:ln/>
        </p:spPr>
        <p:txBody>
          <a:bodyPr wrap="square" lIns="0" tIns="0" rIns="0" bIns="0" rtlCol="0" anchor="t"/>
          <a:lstStyle/>
          <a:p>
            <a:pPr algn="ctr" indent="0" marL="0">
              <a:buNone/>
            </a:pPr>
            <a:r>
              <a:rPr lang="en-US" sz="1100" dirty="0">
                <a:solidFill>
                  <a:srgbClr val="9FD8E8"/>
                </a:solidFill>
                <a:latin typeface="Segoe UI" pitchFamily="34" charset="0"/>
                <a:ea typeface="Segoe UI" pitchFamily="34" charset="-122"/>
                <a:cs typeface="Segoe UI" pitchFamily="34" charset="-120"/>
              </a:rPr>
              <a:t>Instagram · GUILTY</a:t>
            </a:r>
            <a:endParaRPr lang="en-US" sz="1100" dirty="0"/>
          </a:p>
        </p:txBody>
      </p:sp>
      <p:sp>
        <p:nvSpPr>
          <p:cNvPr id="21" name="sc4trk"/>
          <p:cNvSpPr/>
          <p:nvPr/>
        </p:nvSpPr>
        <p:spPr>
          <a:xfrm>
            <a:off x="9832975" y="2047875"/>
            <a:ext cx="984250" cy="984250"/>
          </a:xfrm>
          <a:prstGeom prst="ellipse">
            <a:avLst/>
          </a:prstGeom>
          <a:ln w="47625">
            <a:solidFill>
              <a:srgbClr val="12233D"/>
            </a:solidFill>
            <a:prstDash val="solid"/>
          </a:ln>
        </p:spPr>
      </p:sp>
      <p:sp>
        <p:nvSpPr>
          <p:cNvPr id="22" name="sc4arc"/>
          <p:cNvSpPr/>
          <p:nvPr/>
        </p:nvSpPr>
        <p:spPr>
          <a:xfrm>
            <a:off x="9785350" y="2000250"/>
            <a:ext cx="1079500" cy="1079500"/>
          </a:xfrm>
          <a:prstGeom prst="blockArc">
            <a:avLst>
              <a:gd name="adj1" fmla="val 16200000"/>
              <a:gd name="adj2" fmla="val 7560000"/>
              <a:gd name="adj3" fmla="val 8824"/>
            </a:avLst>
          </a:prstGeom>
          <a:solidFill>
            <a:srgbClr val="FF4F6E"/>
          </a:solidFill>
          <a:ln/>
          <a:effectLst>
            <a:outerShdw sx="100000" sy="100000" kx="0" ky="0" algn="bl" rotWithShape="0" blurRad="114300" dist="50800" dir="5400000">
              <a:srgbClr val="FF4F6E">
                <a:alpha val="60000"/>
              </a:srgbClr>
            </a:outerShdw>
          </a:effectLst>
        </p:spPr>
      </p:sp>
      <p:sp>
        <p:nvSpPr>
          <p:cNvPr id="23" name="sc4big"/>
          <p:cNvSpPr txBox="1"/>
          <p:nvPr/>
        </p:nvSpPr>
        <p:spPr>
          <a:xfrm>
            <a:off x="9785350" y="2324100"/>
            <a:ext cx="1079500" cy="323850"/>
          </a:xfrm>
          <a:prstGeom prst="rect">
            <a:avLst/>
          </a:prstGeom>
          <a:noFill/>
          <a:ln/>
        </p:spPr>
        <p:txBody>
          <a:bodyPr wrap="square" lIns="0" tIns="0" rIns="0" bIns="0" rtlCol="0" anchor="ctr"/>
          <a:lstStyle/>
          <a:p>
            <a:pPr algn="ctr" indent="0" marL="0">
              <a:buNone/>
            </a:pPr>
            <a:r>
              <a:rPr lang="en-US" sz="1700" b="1" dirty="0">
                <a:solidFill>
                  <a:srgbClr val="E8FBFF"/>
                </a:solidFill>
                <a:latin typeface="Segoe UI" pitchFamily="34" charset="0"/>
                <a:ea typeface="Segoe UI" pitchFamily="34" charset="-122"/>
                <a:cs typeface="Segoe UI" pitchFamily="34" charset="-120"/>
              </a:rPr>
              <a:t>15</a:t>
            </a:r>
            <a:endParaRPr lang="en-US" sz="1700" dirty="0"/>
          </a:p>
        </p:txBody>
      </p:sp>
      <p:sp>
        <p:nvSpPr>
          <p:cNvPr id="24" name="sc4sub"/>
          <p:cNvSpPr txBox="1"/>
          <p:nvPr/>
        </p:nvSpPr>
        <p:spPr>
          <a:xfrm>
            <a:off x="9677400" y="3143250"/>
            <a:ext cx="1295400" cy="444500"/>
          </a:xfrm>
          <a:prstGeom prst="rect">
            <a:avLst/>
          </a:prstGeom>
          <a:noFill/>
          <a:ln/>
        </p:spPr>
        <p:txBody>
          <a:bodyPr wrap="square" lIns="0" tIns="0" rIns="0" bIns="0" rtlCol="0" anchor="t"/>
          <a:lstStyle/>
          <a:p>
            <a:pPr algn="ctr" indent="0" marL="0">
              <a:buNone/>
            </a:pPr>
            <a:r>
              <a:rPr lang="en-US" sz="1100" dirty="0">
                <a:solidFill>
                  <a:srgbClr val="9FD8E8"/>
                </a:solidFill>
                <a:latin typeface="Segoe UI" pitchFamily="34" charset="0"/>
                <a:ea typeface="Segoe UI" pitchFamily="34" charset="-122"/>
                <a:cs typeface="Segoe UI" pitchFamily="34" charset="-120"/>
              </a:rPr>
              <a:t>bKash · GUILTY</a:t>
            </a:r>
            <a:endParaRPr lang="en-US" sz="1100" dirty="0"/>
          </a:p>
        </p:txBody>
      </p:sp>
      <p:sp>
        <p:nvSpPr>
          <p:cNvPr id="25" name="cmplab"/>
          <p:cNvSpPr txBox="1"/>
          <p:nvPr/>
        </p:nvSpPr>
        <p:spPr>
          <a:xfrm>
            <a:off x="812800" y="3810000"/>
            <a:ext cx="4064000" cy="190500"/>
          </a:xfrm>
          <a:prstGeom prst="rect">
            <a:avLst/>
          </a:prstGeom>
          <a:noFill/>
          <a:ln/>
        </p:spPr>
        <p:txBody>
          <a:bodyPr wrap="square" lIns="0" tIns="0" rIns="0" bIns="0" rtlCol="0" anchor="t"/>
          <a:lstStyle/>
          <a:p>
            <a:pPr algn="ctr" indent="0" marL="0">
              <a:buNone/>
            </a:pPr>
            <a:r>
              <a:rPr lang="en-US" sz="1150" b="1" spc="300" kern="0" dirty="0">
                <a:solidFill>
                  <a:srgbClr val="FFC94D"/>
                </a:solidFill>
                <a:latin typeface="Consolas" pitchFamily="34" charset="0"/>
                <a:ea typeface="Consolas" pitchFamily="34" charset="-122"/>
                <a:cs typeface="Consolas" pitchFamily="34" charset="-120"/>
              </a:rPr>
              <a:t>COMPARISON RADAR</a:t>
            </a:r>
            <a:endParaRPr lang="en-US" sz="1150" dirty="0"/>
          </a:p>
        </p:txBody>
      </p:sp>
      <p:pic>
        <p:nvPicPr>
          <p:cNvPr id="26" name="cgrid" descr="Comparison radar of WhatsApp, Gmail and bKash">    </p:cNvPr>
          <p:cNvPicPr>
            <a:picLocks noChangeAspect="1"/>
          </p:cNvPicPr>
          <p:nvPr/>
        </p:nvPicPr>
        <p:blipFill>
          <a:blip r:embed="rId2"/>
          <a:stretch>
            <a:fillRect/>
          </a:stretch>
        </p:blipFill>
        <p:spPr>
          <a:xfrm>
            <a:off x="1066800" y="4038600"/>
            <a:ext cx="3556000" cy="2095500"/>
          </a:xfrm>
          <a:prstGeom prst="rect">
            <a:avLst/>
          </a:prstGeom>
        </p:spPr>
      </p:pic>
      <p:pic>
        <p:nvPicPr>
          <p:cNvPr id="27" name="cwa" descr="/tmp/claude-0/-home-user-bangladesh-crime-monitor/cb82e52d-05bf-5acf-9e17-5b7416beecee/scratchpad/animppt/holo/radar_cmp_wa.png">    </p:cNvPr>
          <p:cNvPicPr>
            <a:picLocks noChangeAspect="1"/>
          </p:cNvPicPr>
          <p:nvPr/>
        </p:nvPicPr>
        <p:blipFill>
          <a:blip r:embed="rId3"/>
          <a:stretch>
            <a:fillRect/>
          </a:stretch>
        </p:blipFill>
        <p:spPr>
          <a:xfrm>
            <a:off x="1066800" y="4038600"/>
            <a:ext cx="3556000" cy="2095500"/>
          </a:xfrm>
          <a:prstGeom prst="rect">
            <a:avLst/>
          </a:prstGeom>
        </p:spPr>
      </p:pic>
      <p:pic>
        <p:nvPicPr>
          <p:cNvPr id="28" name="cgm" descr="/tmp/claude-0/-home-user-bangladesh-crime-monitor/cb82e52d-05bf-5acf-9e17-5b7416beecee/scratchpad/animppt/holo/radar_cmp_gm.png">    </p:cNvPr>
          <p:cNvPicPr>
            <a:picLocks noChangeAspect="1"/>
          </p:cNvPicPr>
          <p:nvPr/>
        </p:nvPicPr>
        <p:blipFill>
          <a:blip r:embed="rId4"/>
          <a:stretch>
            <a:fillRect/>
          </a:stretch>
        </p:blipFill>
        <p:spPr>
          <a:xfrm>
            <a:off x="1066800" y="4038600"/>
            <a:ext cx="3556000" cy="2095500"/>
          </a:xfrm>
          <a:prstGeom prst="rect">
            <a:avLst/>
          </a:prstGeom>
        </p:spPr>
      </p:pic>
      <p:pic>
        <p:nvPicPr>
          <p:cNvPr id="29" name="cbk" descr="/tmp/claude-0/-home-user-bangladesh-crime-monitor/cb82e52d-05bf-5acf-9e17-5b7416beecee/scratchpad/animppt/holo/radar_cmp_bk.png">    </p:cNvPr>
          <p:cNvPicPr>
            <a:picLocks noChangeAspect="1"/>
          </p:cNvPicPr>
          <p:nvPr/>
        </p:nvPicPr>
        <p:blipFill>
          <a:blip r:embed="rId5"/>
          <a:stretch>
            <a:fillRect/>
          </a:stretch>
        </p:blipFill>
        <p:spPr>
          <a:xfrm>
            <a:off x="1066800" y="4038600"/>
            <a:ext cx="3556000" cy="2095500"/>
          </a:xfrm>
          <a:prstGeom prst="rect">
            <a:avLst/>
          </a:prstGeom>
        </p:spPr>
      </p:pic>
      <p:sp>
        <p:nvSpPr>
          <p:cNvPr id="30" name="legend"/>
          <p:cNvSpPr txBox="1"/>
          <p:nvPr/>
        </p:nvSpPr>
        <p:spPr>
          <a:xfrm>
            <a:off x="1066800" y="6146800"/>
            <a:ext cx="3556000" cy="215900"/>
          </a:xfrm>
          <a:prstGeom prst="rect">
            <a:avLst/>
          </a:prstGeom>
          <a:noFill/>
          <a:ln/>
        </p:spPr>
        <p:txBody>
          <a:bodyPr wrap="square" lIns="0" tIns="0" rIns="0" bIns="0" rtlCol="0" anchor="t"/>
          <a:lstStyle/>
          <a:p>
            <a:pPr algn="ctr" indent="0" marL="0">
              <a:buNone/>
            </a:pPr>
            <a:r>
              <a:rPr lang="en-US" sz="1200" b="1" dirty="0">
                <a:solidFill>
                  <a:srgbClr val="3FF0FF"/>
                </a:solidFill>
                <a:latin typeface="Segoe UI" pitchFamily="34" charset="0"/>
                <a:ea typeface="Segoe UI" pitchFamily="34" charset="-122"/>
                <a:cs typeface="Segoe UI" pitchFamily="34" charset="-120"/>
              </a:rPr>
              <a:t>● WhatsApp  </a:t>
            </a:r>
            <a:pPr algn="ctr" indent="0" marL="0">
              <a:buNone/>
            </a:pPr>
            <a:r>
              <a:rPr lang="en-US" sz="1200" b="1" dirty="0">
                <a:solidFill>
                  <a:srgbClr val="FFC94D"/>
                </a:solidFill>
                <a:latin typeface="Segoe UI" pitchFamily="34" charset="0"/>
                <a:ea typeface="Segoe UI" pitchFamily="34" charset="-122"/>
                <a:cs typeface="Segoe UI" pitchFamily="34" charset="-120"/>
              </a:rPr>
              <a:t>● Gmail  </a:t>
            </a:r>
            <a:pPr algn="ctr" indent="0" marL="0">
              <a:buNone/>
            </a:pPr>
            <a:r>
              <a:rPr lang="en-US" sz="1200" b="1" dirty="0">
                <a:solidFill>
                  <a:srgbClr val="FF4F6E"/>
                </a:solidFill>
                <a:latin typeface="Segoe UI" pitchFamily="34" charset="0"/>
                <a:ea typeface="Segoe UI" pitchFamily="34" charset="-122"/>
                <a:cs typeface="Segoe UI" pitchFamily="34" charset="-120"/>
              </a:rPr>
              <a:t>● bKash</a:t>
            </a:r>
            <a:endParaRPr lang="en-US" sz="1200" dirty="0"/>
          </a:p>
        </p:txBody>
      </p:sp>
      <p:sp>
        <p:nvSpPr>
          <p:cNvPr id="31" name="rul0"/>
          <p:cNvSpPr/>
          <p:nvPr/>
        </p:nvSpPr>
        <p:spPr>
          <a:xfrm>
            <a:off x="5080000" y="4064000"/>
            <a:ext cx="6299200" cy="660400"/>
          </a:xfrm>
          <a:prstGeom prst="roundRect">
            <a:avLst>
              <a:gd name="adj" fmla="val 13846"/>
            </a:avLst>
          </a:prstGeom>
          <a:solidFill>
            <a:srgbClr val="0A1A2E">
              <a:alpha val="70000"/>
            </a:srgbClr>
          </a:solidFill>
          <a:ln w="19050">
            <a:solidFill>
              <a:srgbClr val="3FF0FF"/>
            </a:solidFill>
            <a:prstDash val="solid"/>
          </a:ln>
          <a:effectLst>
            <a:outerShdw sx="100000" sy="100000" kx="0" ky="0" algn="bl" rotWithShape="0" blurRad="114300" dist="50800" dir="5400000">
              <a:srgbClr val="FFC94D">
                <a:alpha val="55000"/>
              </a:srgbClr>
            </a:outerShdw>
          </a:effectLst>
        </p:spPr>
      </p:sp>
      <p:sp>
        <p:nvSpPr>
          <p:cNvPr id="32" name="rult0"/>
          <p:cNvSpPr txBox="1"/>
          <p:nvPr/>
        </p:nvSpPr>
        <p:spPr>
          <a:xfrm>
            <a:off x="5270500" y="4140200"/>
            <a:ext cx="5969000" cy="533400"/>
          </a:xfrm>
          <a:prstGeom prst="rect">
            <a:avLst/>
          </a:prstGeom>
          <a:noFill/>
          <a:ln/>
        </p:spPr>
        <p:txBody>
          <a:bodyPr wrap="square" lIns="0" tIns="0" rIns="0" bIns="0" rtlCol="0" anchor="t"/>
          <a:lstStyle/>
          <a:p>
            <a:pPr indent="0" marL="0">
              <a:buNone/>
            </a:pPr>
            <a:r>
              <a:rPr lang="en-US" sz="1250" b="1" dirty="0">
                <a:solidFill>
                  <a:srgbClr val="3FF0FF"/>
                </a:solidFill>
                <a:latin typeface="Segoe UI" pitchFamily="34" charset="0"/>
                <a:ea typeface="Segoe UI" pitchFamily="34" charset="-122"/>
                <a:cs typeface="Segoe UI" pitchFamily="34" charset="-120"/>
              </a:rPr>
              <a:t>MOST SECURE: WHATSAPP</a:t>
            </a:r>
            <a:endParaRPr lang="en-US" sz="1250" dirty="0"/>
          </a:p>
          <a:p>
            <a:pPr indent="0" marL="0">
              <a:buNone/>
            </a:pPr>
            <a:r>
              <a:rPr lang="en-US" sz="1250" dirty="0">
                <a:solidFill>
                  <a:srgbClr val="E8FBFF"/>
                </a:solidFill>
                <a:latin typeface="Segoe UI" pitchFamily="34" charset="0"/>
                <a:ea typeface="Segoe UI" pitchFamily="34" charset="-122"/>
                <a:cs typeface="Segoe UI" pitchFamily="34" charset="-120"/>
              </a:rPr>
              <a:t>Its strongest lock, end-to-end encryption, works from installation with no setup.</a:t>
            </a:r>
            <a:endParaRPr lang="en-US" sz="1250" dirty="0"/>
          </a:p>
        </p:txBody>
      </p:sp>
      <p:sp>
        <p:nvSpPr>
          <p:cNvPr id="33" name="rul1"/>
          <p:cNvSpPr/>
          <p:nvPr/>
        </p:nvSpPr>
        <p:spPr>
          <a:xfrm>
            <a:off x="5080000" y="4813300"/>
            <a:ext cx="6299200" cy="660400"/>
          </a:xfrm>
          <a:prstGeom prst="roundRect">
            <a:avLst>
              <a:gd name="adj" fmla="val 13846"/>
            </a:avLst>
          </a:prstGeom>
          <a:solidFill>
            <a:srgbClr val="0A1A2E">
              <a:alpha val="70000"/>
            </a:srgbClr>
          </a:solidFill>
          <a:ln w="19050">
            <a:solidFill>
              <a:srgbClr val="FFC94D"/>
            </a:solidFill>
            <a:prstDash val="solid"/>
          </a:ln>
          <a:effectLst>
            <a:outerShdw sx="100000" sy="100000" kx="0" ky="0" algn="bl" rotWithShape="0" blurRad="114300" dist="50800" dir="5400000">
              <a:srgbClr val="FFC94D">
                <a:alpha val="55000"/>
              </a:srgbClr>
            </a:outerShdw>
          </a:effectLst>
        </p:spPr>
      </p:sp>
      <p:sp>
        <p:nvSpPr>
          <p:cNvPr id="34" name="rult1"/>
          <p:cNvSpPr txBox="1"/>
          <p:nvPr/>
        </p:nvSpPr>
        <p:spPr>
          <a:xfrm>
            <a:off x="5270500" y="4889500"/>
            <a:ext cx="5969000" cy="533400"/>
          </a:xfrm>
          <a:prstGeom prst="rect">
            <a:avLst/>
          </a:prstGeom>
          <a:noFill/>
          <a:ln/>
        </p:spPr>
        <p:txBody>
          <a:bodyPr wrap="square" lIns="0" tIns="0" rIns="0" bIns="0" rtlCol="0" anchor="t"/>
          <a:lstStyle/>
          <a:p>
            <a:pPr indent="0" marL="0">
              <a:buNone/>
            </a:pPr>
            <a:r>
              <a:rPr lang="en-US" sz="1250" b="1" dirty="0">
                <a:solidFill>
                  <a:srgbClr val="FFC94D"/>
                </a:solidFill>
                <a:latin typeface="Segoe UI" pitchFamily="34" charset="0"/>
                <a:ea typeface="Segoe UI" pitchFamily="34" charset="-122"/>
                <a:cs typeface="Segoe UI" pitchFamily="34" charset="-120"/>
              </a:rPr>
              <a:t>GUARD IT HARDEST: GMAIL</a:t>
            </a:r>
            <a:endParaRPr lang="en-US" sz="1250" dirty="0"/>
          </a:p>
          <a:p>
            <a:pPr indent="0" marL="0">
              <a:buNone/>
            </a:pPr>
            <a:r>
              <a:rPr lang="en-US" sz="1250" dirty="0">
                <a:solidFill>
                  <a:srgbClr val="E8FBFF"/>
                </a:solidFill>
                <a:latin typeface="Segoe UI" pitchFamily="34" charset="0"/>
                <a:ea typeface="Segoe UI" pitchFamily="34" charset="-122"/>
                <a:cs typeface="Segoe UI" pitchFamily="34" charset="-120"/>
              </a:rPr>
              <a:t>Best login protection, and the master key to every other account.</a:t>
            </a:r>
            <a:endParaRPr lang="en-US" sz="1250" dirty="0"/>
          </a:p>
        </p:txBody>
      </p:sp>
      <p:sp>
        <p:nvSpPr>
          <p:cNvPr id="35" name="rul2"/>
          <p:cNvSpPr/>
          <p:nvPr/>
        </p:nvSpPr>
        <p:spPr>
          <a:xfrm>
            <a:off x="5080000" y="5562600"/>
            <a:ext cx="6299200" cy="660400"/>
          </a:xfrm>
          <a:prstGeom prst="roundRect">
            <a:avLst>
              <a:gd name="adj" fmla="val 13846"/>
            </a:avLst>
          </a:prstGeom>
          <a:solidFill>
            <a:srgbClr val="0A1A2E">
              <a:alpha val="70000"/>
            </a:srgbClr>
          </a:solidFill>
          <a:ln w="19050">
            <a:solidFill>
              <a:srgbClr val="FF4F6E"/>
            </a:solidFill>
            <a:prstDash val="solid"/>
          </a:ln>
          <a:effectLst>
            <a:outerShdw sx="100000" sy="100000" kx="0" ky="0" algn="bl" rotWithShape="0" blurRad="114300" dist="50800" dir="5400000">
              <a:srgbClr val="FFC94D">
                <a:alpha val="55000"/>
              </a:srgbClr>
            </a:outerShdw>
          </a:effectLst>
        </p:spPr>
      </p:sp>
      <p:sp>
        <p:nvSpPr>
          <p:cNvPr id="36" name="rult2"/>
          <p:cNvSpPr txBox="1"/>
          <p:nvPr/>
        </p:nvSpPr>
        <p:spPr>
          <a:xfrm>
            <a:off x="5270500" y="5638800"/>
            <a:ext cx="5969000" cy="533400"/>
          </a:xfrm>
          <a:prstGeom prst="rect">
            <a:avLst/>
          </a:prstGeom>
          <a:noFill/>
          <a:ln/>
        </p:spPr>
        <p:txBody>
          <a:bodyPr wrap="square" lIns="0" tIns="0" rIns="0" bIns="0" rtlCol="0" anchor="t"/>
          <a:lstStyle/>
          <a:p>
            <a:pPr indent="0" marL="0">
              <a:buNone/>
            </a:pPr>
            <a:r>
              <a:rPr lang="en-US" sz="1250" b="1" dirty="0">
                <a:solidFill>
                  <a:srgbClr val="FF4F6E"/>
                </a:solidFill>
                <a:latin typeface="Segoe UI" pitchFamily="34" charset="0"/>
                <a:ea typeface="Segoe UI" pitchFamily="34" charset="-122"/>
                <a:cs typeface="Segoe UI" pitchFamily="34" charset="-120"/>
              </a:rPr>
              <a:t>LOWEST: bKASH</a:t>
            </a:r>
            <a:endParaRPr lang="en-US" sz="1250" dirty="0"/>
          </a:p>
          <a:p>
            <a:pPr indent="0" marL="0">
              <a:buNone/>
            </a:pPr>
            <a:r>
              <a:rPr lang="en-US" sz="1250" dirty="0">
                <a:solidFill>
                  <a:srgbClr val="E8FBFF"/>
                </a:solidFill>
                <a:latin typeface="Segoe UI" pitchFamily="34" charset="0"/>
                <a:ea typeface="Segoe UI" pitchFamily="34" charset="-122"/>
                <a:cs typeface="Segoe UI" pitchFamily="34" charset="-120"/>
              </a:rPr>
              <a:t>Scammers target the user, not the app: never read out an OTP.</a:t>
            </a:r>
            <a:endParaRPr lang="en-US" sz="1250" dirty="0"/>
          </a:p>
        </p:txBody>
      </p:sp>
      <p:pic>
        <p:nvPicPr>
          <p:cNvPr id="37" name="hud" descr="/tmp/claude-0/-home-user-bangladesh-crime-monitor/cb82e52d-05bf-5acf-9e17-5b7416beecee/scratchpad/animppt/holo/court/hud.png">    </p:cNvPr>
          <p:cNvPicPr>
            <a:picLocks noChangeAspect="1"/>
          </p:cNvPicPr>
          <p:nvPr/>
        </p:nvPicPr>
        <p:blipFill>
          <a:blip r:embed="rId6"/>
          <a:stretch>
            <a:fillRect/>
          </a:stretch>
        </p:blipFill>
        <p:spPr>
          <a:xfrm>
            <a:off x="0" y="0"/>
            <a:ext cx="12191695" cy="6858000"/>
          </a:xfrm>
          <a:prstGeom prst="rect">
            <a:avLst/>
          </a:prstGeom>
        </p:spPr>
      </p:pic>
      <p:pic>
        <p:nvPicPr>
          <p:cNvPr id="38" name="hudring" descr="/tmp/claude-0/-home-user-bangladesh-crime-monitor/cb82e52d-05bf-5acf-9e17-5b7416beecee/scratchpad/animppt/holo/court/ring.png">    </p:cNvPr>
          <p:cNvPicPr>
            <a:picLocks noChangeAspect="1"/>
          </p:cNvPicPr>
          <p:nvPr/>
        </p:nvPicPr>
        <p:blipFill>
          <a:blip r:embed="rId7"/>
          <a:stretch>
            <a:fillRect/>
          </a:stretch>
        </p:blipFill>
        <p:spPr>
          <a:xfrm>
            <a:off x="11125200" y="152400"/>
            <a:ext cx="952500" cy="952500"/>
          </a:xfrm>
          <a:prstGeom prst="rect">
            <a:avLst/>
          </a:prstGeom>
        </p:spPr>
      </p:pic>
      <p:pic>
        <p:nvPicPr>
          <p:cNvPr id="39" name="scanbar" descr="/tmp/claude-0/-home-user-bangladesh-crime-monitor/cb82e52d-05bf-5acf-9e17-5b7416beecee/scratchpad/animppt/holo/court/scan.png">    </p:cNvPr>
          <p:cNvPicPr>
            <a:picLocks noChangeAspect="1"/>
          </p:cNvPicPr>
          <p:nvPr/>
        </p:nvPicPr>
        <p:blipFill>
          <a:blip r:embed="rId8"/>
          <a:stretch>
            <a:fillRect/>
          </a:stretch>
        </p:blipFill>
        <p:spPr>
          <a:xfrm>
            <a:off x="0" y="0"/>
            <a:ext cx="12191695" cy="381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148" fill="hold">
                      <p:stCondLst>
                        <p:cond delay="indefinite"/>
                        <p:cond evt="onBegin" delay="0">
                          <p:tn val="2"/>
                        </p:cond>
                      </p:stCondLst>
                      <p:childTnLst>
                        <p:par>
                          <p:cTn id="149" fill="hold">
                            <p:stCondLst>
                              <p:cond delay="0"/>
                            </p:stCondLst>
                            <p:childTnLst>
                              <p:par>
                                <p:cTn id="6" presetID="22" presetClass="entr" presetSubtype="1"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wipe(down)">
                                      <p:cBhvr>
                                        <p:cTn id="4" dur="400"/>
                                        <p:tgtEl>
                                          <p:spTgt spid="3"/>
                                        </p:tgtEl>
                                      </p:cBhvr>
                                    </p:animEffect>
                                    <p:animEffect transition="in" filter="fade">
                                      <p:cBhvr>
                                        <p:cTn id="5" dur="400"/>
                                        <p:tgtEl>
                                          <p:spTgt spid="3"/>
                                        </p:tgtEl>
                                      </p:cBhvr>
                                    </p:animEffect>
                                  </p:childTnLst>
                                </p:cTn>
                              </p:par>
                              <p:par>
                                <p:cTn id="9" presetID="10" presetClass="entr" presetSubtype="0" fill="hold" grpId="0" nodeType="withEffect">
                                  <p:stCondLst>
                                    <p:cond delay="0"/>
                                  </p:stCondLst>
                                  <p:childTnLst>
                                    <p:set>
                                      <p:cBhvr>
                                        <p:cTn id="7" dur="1" fill="hold">
                                          <p:stCondLst>
                                            <p:cond delay="0"/>
                                          </p:stCondLst>
                                        </p:cTn>
                                        <p:tgtEl>
                                          <p:spTgt spid="37"/>
                                        </p:tgtEl>
                                        <p:attrNameLst>
                                          <p:attrName>style.visibility</p:attrName>
                                        </p:attrNameLst>
                                      </p:cBhvr>
                                      <p:to>
                                        <p:strVal val="visible"/>
                                      </p:to>
                                    </p:set>
                                    <p:animEffect transition="in" filter="fade">
                                      <p:cBhvr>
                                        <p:cTn id="8" dur="500"/>
                                        <p:tgtEl>
                                          <p:spTgt spid="37"/>
                                        </p:tgtEl>
                                      </p:cBhvr>
                                    </p:animEffect>
                                  </p:childTnLst>
                                </p:cTn>
                              </p:par>
                              <p:par>
                                <p:cTn id="12" presetID="10" presetClass="entr" presetSubtype="0" fill="hold" grpId="0" nodeType="with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500"/>
                                        <p:tgtEl>
                                          <p:spTgt spid="38"/>
                                        </p:tgtEl>
                                      </p:cBhvr>
                                    </p:animEffect>
                                  </p:childTnLst>
                                </p:cTn>
                              </p:par>
                              <p:par>
                                <p:cTn id="16" presetID="22" presetClass="entr" presetSubtype="1" fill="hold" grpId="0" nodeType="withEffect">
                                  <p:stCondLst>
                                    <p:cond delay="100"/>
                                  </p:stCondLst>
                                  <p:childTnLst>
                                    <p:set>
                                      <p:cBhvr>
                                        <p:cTn id="13" dur="1" fill="hold">
                                          <p:stCondLst>
                                            <p:cond delay="0"/>
                                          </p:stCondLst>
                                        </p:cTn>
                                        <p:tgtEl>
                                          <p:spTgt spid="4"/>
                                        </p:tgtEl>
                                        <p:attrNameLst>
                                          <p:attrName>style.visibility</p:attrName>
                                        </p:attrNameLst>
                                      </p:cBhvr>
                                      <p:to>
                                        <p:strVal val="visible"/>
                                      </p:to>
                                    </p:set>
                                    <p:animEffect transition="in" filter="wipe(down)">
                                      <p:cBhvr>
                                        <p:cTn id="14" dur="600"/>
                                        <p:tgtEl>
                                          <p:spTgt spid="4"/>
                                        </p:tgtEl>
                                      </p:cBhvr>
                                    </p:animEffect>
                                    <p:animEffect transition="in" filter="fade">
                                      <p:cBhvr>
                                        <p:cTn id="15" dur="600"/>
                                        <p:tgtEl>
                                          <p:spTgt spid="4"/>
                                        </p:tgtEl>
                                      </p:cBhvr>
                                    </p:animEffect>
                                  </p:childTnLst>
                                </p:cTn>
                              </p:par>
                              <p:par>
                                <p:cTn id="18" presetID="0" presetClass="path" presetSubtype="0" fill="hold" grpId="0" nodeType="withEffect" repeatCount="indefinite">
                                  <p:stCondLst>
                                    <p:cond delay="300"/>
                                  </p:stCondLst>
                                  <p:childTnLst>
                                    <p:animMotion origin="layout" path="M 0 0 L 0 1 E" pathEditMode="relative" ptsTypes="AA">
                                      <p:cBhvr>
                                        <p:cTn id="17" dur="5200" fill="hold"/>
                                        <p:tgtEl>
                                          <p:spTgt spid="39"/>
                                        </p:tgtEl>
                                        <p:attrNameLst>
                                          <p:attrName>ppt_x</p:attrName>
                                          <p:attrName>ppt_y</p:attrName>
                                        </p:attrNameLst>
                                      </p:cBhvr>
                                    </p:animMotion>
                                  </p:childTnLst>
                                </p:cTn>
                              </p:par>
                              <p:par>
                                <p:cTn id="21" presetID="10" presetClass="entr" presetSubtype="0" fill="hold" grpId="0" nodeType="withEffect">
                                  <p:stCondLst>
                                    <p:cond delay="50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400"/>
                                        <p:tgtEl>
                                          <p:spTgt spid="5"/>
                                        </p:tgtEl>
                                      </p:cBhvr>
                                    </p:animEffect>
                                  </p:childTnLst>
                                </p:cTn>
                              </p:par>
                              <p:par>
                                <p:cTn id="23" presetID="8" presetClass="emph" presetSubtype="0" fill="hold" grpId="1" nodeType="withEffect" repeatCount="indefinite">
                                  <p:stCondLst>
                                    <p:cond delay="500"/>
                                  </p:stCondLst>
                                  <p:childTnLst>
                                    <p:animRot by="21600000">
                                      <p:cBhvr>
                                        <p:cTn id="22" dur="16000" fill="hold"/>
                                        <p:tgtEl>
                                          <p:spTgt spid="38"/>
                                        </p:tgtEl>
                                        <p:attrNameLst>
                                          <p:attrName>r</p:attrName>
                                        </p:attrNameLst>
                                      </p:cBhvr>
                                    </p:animRot>
                                  </p:childTnLst>
                                </p:cTn>
                              </p:par>
                              <p:par>
                                <p:cTn id="26" presetID="21" presetClass="entr" presetSubtype="1" fill="hold" grpId="0" nodeType="withEffect">
                                  <p:stCondLst>
                                    <p:cond delay="600"/>
                                  </p:stCondLst>
                                  <p:childTnLst>
                                    <p:set>
                                      <p:cBhvr>
                                        <p:cTn id="24" dur="1" fill="hold">
                                          <p:stCondLst>
                                            <p:cond delay="0"/>
                                          </p:stCondLst>
                                        </p:cTn>
                                        <p:tgtEl>
                                          <p:spTgt spid="6"/>
                                        </p:tgtEl>
                                        <p:attrNameLst>
                                          <p:attrName>style.visibility</p:attrName>
                                        </p:attrNameLst>
                                      </p:cBhvr>
                                      <p:to>
                                        <p:strVal val="visible"/>
                                      </p:to>
                                    </p:set>
                                    <p:animEffect transition="in" filter="wheel(1)">
                                      <p:cBhvr>
                                        <p:cTn id="25" dur="1300"/>
                                        <p:tgtEl>
                                          <p:spTgt spid="6"/>
                                        </p:tgtEl>
                                      </p:cBhvr>
                                    </p:animEffect>
                                  </p:childTnLst>
                                </p:cTn>
                              </p:par>
                              <p:par>
                                <p:cTn id="28" presetID="0" presetClass="path" presetSubtype="0" fill="hold" grpId="1" nodeType="withEffect" autoRev="1" repeatCount="3000">
                                  <p:stCondLst>
                                    <p:cond delay="750"/>
                                  </p:stCondLst>
                                  <p:childTnLst>
                                    <p:animMotion origin="layout" path="M 0 0 L 0.008 0 E" pathEditMode="relative" ptsTypes="AA">
                                      <p:cBhvr>
                                        <p:cTn id="27" dur="45" fill="hold"/>
                                        <p:tgtEl>
                                          <p:spTgt spid="4"/>
                                        </p:tgtEl>
                                        <p:attrNameLst>
                                          <p:attrName>ppt_x</p:attrName>
                                          <p:attrName>ppt_y</p:attrName>
                                        </p:attrNameLst>
                                      </p:cBhvr>
                                    </p:animMotion>
                                  </p:childTnLst>
                                </p:cTn>
                              </p:par>
                              <p:par>
                                <p:cTn id="31" presetID="10" presetClass="entr" presetSubtype="0" fill="hold" grpId="0" nodeType="withEffect">
                                  <p:stCondLst>
                                    <p:cond delay="90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400"/>
                                        <p:tgtEl>
                                          <p:spTgt spid="9"/>
                                        </p:tgtEl>
                                      </p:cBhvr>
                                    </p:animEffect>
                                  </p:childTnLst>
                                </p:cTn>
                              </p:par>
                              <p:par>
                                <p:cTn id="36" presetID="53" presetClass="entr" presetSubtype="16" fill="hold" grpId="0" nodeType="withEffect">
                                  <p:stCondLst>
                                    <p:cond delay="1000"/>
                                  </p:stCondLst>
                                  <p:childTnLst>
                                    <p:set>
                                      <p:cBhvr>
                                        <p:cTn id="32" dur="1" fill="hold">
                                          <p:stCondLst>
                                            <p:cond delay="0"/>
                                          </p:stCondLst>
                                        </p:cTn>
                                        <p:tgtEl>
                                          <p:spTgt spid="7"/>
                                        </p:tgtEl>
                                        <p:attrNameLst>
                                          <p:attrName>style.visibility</p:attrName>
                                        </p:attrNameLst>
                                      </p:cBhvr>
                                      <p:to>
                                        <p:strVal val="visible"/>
                                      </p:to>
                                    </p:set>
                                    <p:anim calcmode="lin" valueType="num">
                                      <p:cBhvr additive="base">
                                        <p:cTn id="33" dur="500" fill="hold"/>
                                        <p:tgtEl>
                                          <p:spTgt spid="7"/>
                                        </p:tgtEl>
                                        <p:attrNameLst>
                                          <p:attrName>ppt_w</p:attrName>
                                        </p:attrNameLst>
                                      </p:cBhvr>
                                      <p:tavLst>
                                        <p:tav tm="0">
                                          <p:val>
                                            <p:strVal val="0"/>
                                          </p:val>
                                        </p:tav>
                                        <p:tav tm="100000">
                                          <p:val>
                                            <p:strVal val="#ppt_w"/>
                                          </p:val>
                                        </p:tav>
                                      </p:tavLst>
                                    </p:anim>
                                    <p:anim calcmode="lin" valueType="num">
                                      <p:cBhvr additive="base">
                                        <p:cTn id="34" dur="500" fill="hold"/>
                                        <p:tgtEl>
                                          <p:spTgt spid="7"/>
                                        </p:tgtEl>
                                        <p:attrNameLst>
                                          <p:attrName>ppt_h</p:attrName>
                                        </p:attrNameLst>
                                      </p:cBhvr>
                                      <p:tavLst>
                                        <p:tav tm="0">
                                          <p:val>
                                            <p:strVal val="0"/>
                                          </p:val>
                                        </p:tav>
                                        <p:tav tm="100000">
                                          <p:val>
                                            <p:strVal val="#ppt_h"/>
                                          </p:val>
                                        </p:tav>
                                      </p:tavLst>
                                    </p:anim>
                                    <p:animEffect transition="in" filter="fade">
                                      <p:cBhvr>
                                        <p:cTn id="35" dur="500"/>
                                        <p:tgtEl>
                                          <p:spTgt spid="7"/>
                                        </p:tgtEl>
                                      </p:cBhvr>
                                    </p:animEffect>
                                  </p:childTnLst>
                                </p:cTn>
                              </p:par>
                              <p:par>
                                <p:cTn id="39" presetID="21" presetClass="entr" presetSubtype="1" fill="hold" grpId="0" nodeType="withEffect">
                                  <p:stCondLst>
                                    <p:cond delay="1000"/>
                                  </p:stCondLst>
                                  <p:childTnLst>
                                    <p:set>
                                      <p:cBhvr>
                                        <p:cTn id="37" dur="1" fill="hold">
                                          <p:stCondLst>
                                            <p:cond delay="0"/>
                                          </p:stCondLst>
                                        </p:cTn>
                                        <p:tgtEl>
                                          <p:spTgt spid="10"/>
                                        </p:tgtEl>
                                        <p:attrNameLst>
                                          <p:attrName>style.visibility</p:attrName>
                                        </p:attrNameLst>
                                      </p:cBhvr>
                                      <p:to>
                                        <p:strVal val="visible"/>
                                      </p:to>
                                    </p:set>
                                    <p:animEffect transition="in" filter="wheel(1)">
                                      <p:cBhvr>
                                        <p:cTn id="38" dur="1300"/>
                                        <p:tgtEl>
                                          <p:spTgt spid="10"/>
                                        </p:tgtEl>
                                      </p:cBhvr>
                                    </p:animEffect>
                                  </p:childTnLst>
                                </p:cTn>
                              </p:par>
                              <p:par>
                                <p:cTn id="43" presetID="22" presetClass="entr" presetSubtype="1" fill="hold" grpId="0" nodeType="withEffect">
                                  <p:stCondLst>
                                    <p:cond delay="1200"/>
                                  </p:stCondLst>
                                  <p:childTnLst>
                                    <p:set>
                                      <p:cBhvr>
                                        <p:cTn id="40" dur="1" fill="hold">
                                          <p:stCondLst>
                                            <p:cond delay="0"/>
                                          </p:stCondLst>
                                        </p:cTn>
                                        <p:tgtEl>
                                          <p:spTgt spid="8"/>
                                        </p:tgtEl>
                                        <p:attrNameLst>
                                          <p:attrName>style.visibility</p:attrName>
                                        </p:attrNameLst>
                                      </p:cBhvr>
                                      <p:to>
                                        <p:strVal val="visible"/>
                                      </p:to>
                                    </p:set>
                                    <p:animEffect transition="in" filter="wipe(down)">
                                      <p:cBhvr>
                                        <p:cTn id="41" dur="500"/>
                                        <p:tgtEl>
                                          <p:spTgt spid="8"/>
                                        </p:tgtEl>
                                      </p:cBhvr>
                                    </p:animEffect>
                                    <p:animEffect transition="in" filter="fade">
                                      <p:cBhvr>
                                        <p:cTn id="42" dur="500"/>
                                        <p:tgtEl>
                                          <p:spTgt spid="8"/>
                                        </p:tgtEl>
                                      </p:cBhvr>
                                    </p:animEffect>
                                  </p:childTnLst>
                                </p:cTn>
                              </p:par>
                              <p:par>
                                <p:cTn id="46" presetID="10" presetClass="entr" presetSubtype="0" fill="hold" grpId="0" nodeType="withEffect">
                                  <p:stCondLst>
                                    <p:cond delay="130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400"/>
                                        <p:tgtEl>
                                          <p:spTgt spid="13"/>
                                        </p:tgtEl>
                                      </p:cBhvr>
                                    </p:animEffect>
                                  </p:childTnLst>
                                </p:cTn>
                              </p:par>
                              <p:par>
                                <p:cTn id="51" presetID="53" presetClass="entr" presetSubtype="16" fill="hold" grpId="0" nodeType="withEffect">
                                  <p:stCondLst>
                                    <p:cond delay="1400"/>
                                  </p:stCondLst>
                                  <p:childTnLst>
                                    <p:set>
                                      <p:cBhvr>
                                        <p:cTn id="47" dur="1" fill="hold">
                                          <p:stCondLst>
                                            <p:cond delay="0"/>
                                          </p:stCondLst>
                                        </p:cTn>
                                        <p:tgtEl>
                                          <p:spTgt spid="11"/>
                                        </p:tgtEl>
                                        <p:attrNameLst>
                                          <p:attrName>style.visibility</p:attrName>
                                        </p:attrNameLst>
                                      </p:cBhvr>
                                      <p:to>
                                        <p:strVal val="visible"/>
                                      </p:to>
                                    </p:set>
                                    <p:anim calcmode="lin" valueType="num">
                                      <p:cBhvr additive="base">
                                        <p:cTn id="48" dur="500" fill="hold"/>
                                        <p:tgtEl>
                                          <p:spTgt spid="11"/>
                                        </p:tgtEl>
                                        <p:attrNameLst>
                                          <p:attrName>ppt_w</p:attrName>
                                        </p:attrNameLst>
                                      </p:cBhvr>
                                      <p:tavLst>
                                        <p:tav tm="0">
                                          <p:val>
                                            <p:strVal val="0"/>
                                          </p:val>
                                        </p:tav>
                                        <p:tav tm="100000">
                                          <p:val>
                                            <p:strVal val="#ppt_w"/>
                                          </p:val>
                                        </p:tav>
                                      </p:tavLst>
                                    </p:anim>
                                    <p:anim calcmode="lin" valueType="num">
                                      <p:cBhvr additive="base">
                                        <p:cTn id="49" dur="500" fill="hold"/>
                                        <p:tgtEl>
                                          <p:spTgt spid="11"/>
                                        </p:tgtEl>
                                        <p:attrNameLst>
                                          <p:attrName>ppt_h</p:attrName>
                                        </p:attrNameLst>
                                      </p:cBhvr>
                                      <p:tavLst>
                                        <p:tav tm="0">
                                          <p:val>
                                            <p:strVal val="0"/>
                                          </p:val>
                                        </p:tav>
                                        <p:tav tm="100000">
                                          <p:val>
                                            <p:strVal val="#ppt_h"/>
                                          </p:val>
                                        </p:tav>
                                      </p:tavLst>
                                    </p:anim>
                                    <p:animEffect transition="in" filter="fade">
                                      <p:cBhvr>
                                        <p:cTn id="50" dur="500"/>
                                        <p:tgtEl>
                                          <p:spTgt spid="11"/>
                                        </p:tgtEl>
                                      </p:cBhvr>
                                    </p:animEffect>
                                  </p:childTnLst>
                                </p:cTn>
                              </p:par>
                              <p:par>
                                <p:cTn id="54" presetID="21" presetClass="entr" presetSubtype="1" fill="hold" grpId="0" nodeType="withEffect">
                                  <p:stCondLst>
                                    <p:cond delay="1400"/>
                                  </p:stCondLst>
                                  <p:childTnLst>
                                    <p:set>
                                      <p:cBhvr>
                                        <p:cTn id="52" dur="1" fill="hold">
                                          <p:stCondLst>
                                            <p:cond delay="0"/>
                                          </p:stCondLst>
                                        </p:cTn>
                                        <p:tgtEl>
                                          <p:spTgt spid="14"/>
                                        </p:tgtEl>
                                        <p:attrNameLst>
                                          <p:attrName>style.visibility</p:attrName>
                                        </p:attrNameLst>
                                      </p:cBhvr>
                                      <p:to>
                                        <p:strVal val="visible"/>
                                      </p:to>
                                    </p:set>
                                    <p:animEffect transition="in" filter="wheel(1)">
                                      <p:cBhvr>
                                        <p:cTn id="53" dur="1300"/>
                                        <p:tgtEl>
                                          <p:spTgt spid="14"/>
                                        </p:tgtEl>
                                      </p:cBhvr>
                                    </p:animEffect>
                                  </p:childTnLst>
                                </p:cTn>
                              </p:par>
                              <p:par>
                                <p:cTn id="58" presetID="22" presetClass="entr" presetSubtype="1" fill="hold" grpId="0" nodeType="withEffect">
                                  <p:stCondLst>
                                    <p:cond delay="1600"/>
                                  </p:stCondLst>
                                  <p:childTnLst>
                                    <p:set>
                                      <p:cBhvr>
                                        <p:cTn id="55" dur="1" fill="hold">
                                          <p:stCondLst>
                                            <p:cond delay="0"/>
                                          </p:stCondLst>
                                        </p:cTn>
                                        <p:tgtEl>
                                          <p:spTgt spid="12"/>
                                        </p:tgtEl>
                                        <p:attrNameLst>
                                          <p:attrName>style.visibility</p:attrName>
                                        </p:attrNameLst>
                                      </p:cBhvr>
                                      <p:to>
                                        <p:strVal val="visible"/>
                                      </p:to>
                                    </p:set>
                                    <p:animEffect transition="in" filter="wipe(down)">
                                      <p:cBhvr>
                                        <p:cTn id="56" dur="500"/>
                                        <p:tgtEl>
                                          <p:spTgt spid="12"/>
                                        </p:tgtEl>
                                      </p:cBhvr>
                                    </p:animEffect>
                                    <p:animEffect transition="in" filter="fade">
                                      <p:cBhvr>
                                        <p:cTn id="57" dur="500"/>
                                        <p:tgtEl>
                                          <p:spTgt spid="12"/>
                                        </p:tgtEl>
                                      </p:cBhvr>
                                    </p:animEffect>
                                  </p:childTnLst>
                                </p:cTn>
                              </p:par>
                              <p:par>
                                <p:cTn id="61" presetID="10" presetClass="entr" presetSubtype="0" fill="hold" grpId="0" nodeType="withEffect">
                                  <p:stCondLst>
                                    <p:cond delay="1700"/>
                                  </p:stCondLst>
                                  <p:childTnLst>
                                    <p:set>
                                      <p:cBhvr>
                                        <p:cTn id="59" dur="1" fill="hold">
                                          <p:stCondLst>
                                            <p:cond delay="0"/>
                                          </p:stCondLst>
                                        </p:cTn>
                                        <p:tgtEl>
                                          <p:spTgt spid="17"/>
                                        </p:tgtEl>
                                        <p:attrNameLst>
                                          <p:attrName>style.visibility</p:attrName>
                                        </p:attrNameLst>
                                      </p:cBhvr>
                                      <p:to>
                                        <p:strVal val="visible"/>
                                      </p:to>
                                    </p:set>
                                    <p:animEffect transition="in" filter="fade">
                                      <p:cBhvr>
                                        <p:cTn id="60" dur="400"/>
                                        <p:tgtEl>
                                          <p:spTgt spid="17"/>
                                        </p:tgtEl>
                                      </p:cBhvr>
                                    </p:animEffect>
                                  </p:childTnLst>
                                </p:cTn>
                              </p:par>
                              <p:par>
                                <p:cTn id="66" presetID="53" presetClass="entr" presetSubtype="16" fill="hold" grpId="0" nodeType="withEffect">
                                  <p:stCondLst>
                                    <p:cond delay="1800"/>
                                  </p:stCondLst>
                                  <p:childTnLst>
                                    <p:set>
                                      <p:cBhvr>
                                        <p:cTn id="62" dur="1" fill="hold">
                                          <p:stCondLst>
                                            <p:cond delay="0"/>
                                          </p:stCondLst>
                                        </p:cTn>
                                        <p:tgtEl>
                                          <p:spTgt spid="15"/>
                                        </p:tgtEl>
                                        <p:attrNameLst>
                                          <p:attrName>style.visibility</p:attrName>
                                        </p:attrNameLst>
                                      </p:cBhvr>
                                      <p:to>
                                        <p:strVal val="visible"/>
                                      </p:to>
                                    </p:set>
                                    <p:anim calcmode="lin" valueType="num">
                                      <p:cBhvr additive="base">
                                        <p:cTn id="63" dur="500" fill="hold"/>
                                        <p:tgtEl>
                                          <p:spTgt spid="15"/>
                                        </p:tgtEl>
                                        <p:attrNameLst>
                                          <p:attrName>ppt_w</p:attrName>
                                        </p:attrNameLst>
                                      </p:cBhvr>
                                      <p:tavLst>
                                        <p:tav tm="0">
                                          <p:val>
                                            <p:strVal val="0"/>
                                          </p:val>
                                        </p:tav>
                                        <p:tav tm="100000">
                                          <p:val>
                                            <p:strVal val="#ppt_w"/>
                                          </p:val>
                                        </p:tav>
                                      </p:tavLst>
                                    </p:anim>
                                    <p:anim calcmode="lin" valueType="num">
                                      <p:cBhvr additive="base">
                                        <p:cTn id="64" dur="500" fill="hold"/>
                                        <p:tgtEl>
                                          <p:spTgt spid="15"/>
                                        </p:tgtEl>
                                        <p:attrNameLst>
                                          <p:attrName>ppt_h</p:attrName>
                                        </p:attrNameLst>
                                      </p:cBhvr>
                                      <p:tavLst>
                                        <p:tav tm="0">
                                          <p:val>
                                            <p:strVal val="0"/>
                                          </p:val>
                                        </p:tav>
                                        <p:tav tm="100000">
                                          <p:val>
                                            <p:strVal val="#ppt_h"/>
                                          </p:val>
                                        </p:tav>
                                      </p:tavLst>
                                    </p:anim>
                                    <p:animEffect transition="in" filter="fade">
                                      <p:cBhvr>
                                        <p:cTn id="65" dur="500"/>
                                        <p:tgtEl>
                                          <p:spTgt spid="15"/>
                                        </p:tgtEl>
                                      </p:cBhvr>
                                    </p:animEffect>
                                  </p:childTnLst>
                                </p:cTn>
                              </p:par>
                              <p:par>
                                <p:cTn id="69" presetID="21" presetClass="entr" presetSubtype="1" fill="hold" grpId="0" nodeType="withEffect">
                                  <p:stCondLst>
                                    <p:cond delay="1800"/>
                                  </p:stCondLst>
                                  <p:childTnLst>
                                    <p:set>
                                      <p:cBhvr>
                                        <p:cTn id="67" dur="1" fill="hold">
                                          <p:stCondLst>
                                            <p:cond delay="0"/>
                                          </p:stCondLst>
                                        </p:cTn>
                                        <p:tgtEl>
                                          <p:spTgt spid="18"/>
                                        </p:tgtEl>
                                        <p:attrNameLst>
                                          <p:attrName>style.visibility</p:attrName>
                                        </p:attrNameLst>
                                      </p:cBhvr>
                                      <p:to>
                                        <p:strVal val="visible"/>
                                      </p:to>
                                    </p:set>
                                    <p:animEffect transition="in" filter="wheel(1)">
                                      <p:cBhvr>
                                        <p:cTn id="68" dur="1300"/>
                                        <p:tgtEl>
                                          <p:spTgt spid="18"/>
                                        </p:tgtEl>
                                      </p:cBhvr>
                                    </p:animEffect>
                                  </p:childTnLst>
                                </p:cTn>
                              </p:par>
                              <p:par>
                                <p:cTn id="73" presetID="22" presetClass="entr" presetSubtype="1" fill="hold" grpId="0" nodeType="withEffect">
                                  <p:stCondLst>
                                    <p:cond delay="2000"/>
                                  </p:stCondLst>
                                  <p:childTnLst>
                                    <p:set>
                                      <p:cBhvr>
                                        <p:cTn id="70" dur="1" fill="hold">
                                          <p:stCondLst>
                                            <p:cond delay="0"/>
                                          </p:stCondLst>
                                        </p:cTn>
                                        <p:tgtEl>
                                          <p:spTgt spid="16"/>
                                        </p:tgtEl>
                                        <p:attrNameLst>
                                          <p:attrName>style.visibility</p:attrName>
                                        </p:attrNameLst>
                                      </p:cBhvr>
                                      <p:to>
                                        <p:strVal val="visible"/>
                                      </p:to>
                                    </p:set>
                                    <p:animEffect transition="in" filter="wipe(down)">
                                      <p:cBhvr>
                                        <p:cTn id="71" dur="500"/>
                                        <p:tgtEl>
                                          <p:spTgt spid="16"/>
                                        </p:tgtEl>
                                      </p:cBhvr>
                                    </p:animEffect>
                                    <p:animEffect transition="in" filter="fade">
                                      <p:cBhvr>
                                        <p:cTn id="72" dur="500"/>
                                        <p:tgtEl>
                                          <p:spTgt spid="16"/>
                                        </p:tgtEl>
                                      </p:cBhvr>
                                    </p:animEffect>
                                  </p:childTnLst>
                                </p:cTn>
                              </p:par>
                              <p:par>
                                <p:cTn id="76" presetID="10" presetClass="entr" presetSubtype="0" fill="hold" grpId="0" nodeType="withEffect">
                                  <p:stCondLst>
                                    <p:cond delay="2100"/>
                                  </p:stCondLst>
                                  <p:childTnLst>
                                    <p:set>
                                      <p:cBhvr>
                                        <p:cTn id="74" dur="1" fill="hold">
                                          <p:stCondLst>
                                            <p:cond delay="0"/>
                                          </p:stCondLst>
                                        </p:cTn>
                                        <p:tgtEl>
                                          <p:spTgt spid="21"/>
                                        </p:tgtEl>
                                        <p:attrNameLst>
                                          <p:attrName>style.visibility</p:attrName>
                                        </p:attrNameLst>
                                      </p:cBhvr>
                                      <p:to>
                                        <p:strVal val="visible"/>
                                      </p:to>
                                    </p:set>
                                    <p:animEffect transition="in" filter="fade">
                                      <p:cBhvr>
                                        <p:cTn id="75" dur="400"/>
                                        <p:tgtEl>
                                          <p:spTgt spid="21"/>
                                        </p:tgtEl>
                                      </p:cBhvr>
                                    </p:animEffect>
                                  </p:childTnLst>
                                </p:cTn>
                              </p:par>
                              <p:par>
                                <p:cTn id="81" presetID="53" presetClass="entr" presetSubtype="16" fill="hold" grpId="0" nodeType="withEffect">
                                  <p:stCondLst>
                                    <p:cond delay="2200"/>
                                  </p:stCondLst>
                                  <p:childTnLst>
                                    <p:set>
                                      <p:cBhvr>
                                        <p:cTn id="77" dur="1" fill="hold">
                                          <p:stCondLst>
                                            <p:cond delay="0"/>
                                          </p:stCondLst>
                                        </p:cTn>
                                        <p:tgtEl>
                                          <p:spTgt spid="19"/>
                                        </p:tgtEl>
                                        <p:attrNameLst>
                                          <p:attrName>style.visibility</p:attrName>
                                        </p:attrNameLst>
                                      </p:cBhvr>
                                      <p:to>
                                        <p:strVal val="visible"/>
                                      </p:to>
                                    </p:set>
                                    <p:anim calcmode="lin" valueType="num">
                                      <p:cBhvr additive="base">
                                        <p:cTn id="78" dur="500" fill="hold"/>
                                        <p:tgtEl>
                                          <p:spTgt spid="19"/>
                                        </p:tgtEl>
                                        <p:attrNameLst>
                                          <p:attrName>ppt_w</p:attrName>
                                        </p:attrNameLst>
                                      </p:cBhvr>
                                      <p:tavLst>
                                        <p:tav tm="0">
                                          <p:val>
                                            <p:strVal val="0"/>
                                          </p:val>
                                        </p:tav>
                                        <p:tav tm="100000">
                                          <p:val>
                                            <p:strVal val="#ppt_w"/>
                                          </p:val>
                                        </p:tav>
                                      </p:tavLst>
                                    </p:anim>
                                    <p:anim calcmode="lin" valueType="num">
                                      <p:cBhvr additive="base">
                                        <p:cTn id="79" dur="500" fill="hold"/>
                                        <p:tgtEl>
                                          <p:spTgt spid="19"/>
                                        </p:tgtEl>
                                        <p:attrNameLst>
                                          <p:attrName>ppt_h</p:attrName>
                                        </p:attrNameLst>
                                      </p:cBhvr>
                                      <p:tavLst>
                                        <p:tav tm="0">
                                          <p:val>
                                            <p:strVal val="0"/>
                                          </p:val>
                                        </p:tav>
                                        <p:tav tm="100000">
                                          <p:val>
                                            <p:strVal val="#ppt_h"/>
                                          </p:val>
                                        </p:tav>
                                      </p:tavLst>
                                    </p:anim>
                                    <p:animEffect transition="in" filter="fade">
                                      <p:cBhvr>
                                        <p:cTn id="80" dur="500"/>
                                        <p:tgtEl>
                                          <p:spTgt spid="19"/>
                                        </p:tgtEl>
                                      </p:cBhvr>
                                    </p:animEffect>
                                  </p:childTnLst>
                                </p:cTn>
                              </p:par>
                              <p:par>
                                <p:cTn id="84" presetID="21" presetClass="entr" presetSubtype="1" fill="hold" grpId="0" nodeType="withEffect">
                                  <p:stCondLst>
                                    <p:cond delay="2200"/>
                                  </p:stCondLst>
                                  <p:childTnLst>
                                    <p:set>
                                      <p:cBhvr>
                                        <p:cTn id="82" dur="1" fill="hold">
                                          <p:stCondLst>
                                            <p:cond delay="0"/>
                                          </p:stCondLst>
                                        </p:cTn>
                                        <p:tgtEl>
                                          <p:spTgt spid="22"/>
                                        </p:tgtEl>
                                        <p:attrNameLst>
                                          <p:attrName>style.visibility</p:attrName>
                                        </p:attrNameLst>
                                      </p:cBhvr>
                                      <p:to>
                                        <p:strVal val="visible"/>
                                      </p:to>
                                    </p:set>
                                    <p:animEffect transition="in" filter="wheel(1)">
                                      <p:cBhvr>
                                        <p:cTn id="83" dur="1300"/>
                                        <p:tgtEl>
                                          <p:spTgt spid="22"/>
                                        </p:tgtEl>
                                      </p:cBhvr>
                                    </p:animEffect>
                                  </p:childTnLst>
                                </p:cTn>
                              </p:par>
                              <p:par>
                                <p:cTn id="88" presetID="22" presetClass="entr" presetSubtype="1" fill="hold" grpId="0" nodeType="withEffect">
                                  <p:stCondLst>
                                    <p:cond delay="2400"/>
                                  </p:stCondLst>
                                  <p:childTnLst>
                                    <p:set>
                                      <p:cBhvr>
                                        <p:cTn id="85" dur="1" fill="hold">
                                          <p:stCondLst>
                                            <p:cond delay="0"/>
                                          </p:stCondLst>
                                        </p:cTn>
                                        <p:tgtEl>
                                          <p:spTgt spid="20"/>
                                        </p:tgtEl>
                                        <p:attrNameLst>
                                          <p:attrName>style.visibility</p:attrName>
                                        </p:attrNameLst>
                                      </p:cBhvr>
                                      <p:to>
                                        <p:strVal val="visible"/>
                                      </p:to>
                                    </p:set>
                                    <p:animEffect transition="in" filter="wipe(down)">
                                      <p:cBhvr>
                                        <p:cTn id="86" dur="500"/>
                                        <p:tgtEl>
                                          <p:spTgt spid="20"/>
                                        </p:tgtEl>
                                      </p:cBhvr>
                                    </p:animEffect>
                                    <p:animEffect transition="in" filter="fade">
                                      <p:cBhvr>
                                        <p:cTn id="87" dur="500"/>
                                        <p:tgtEl>
                                          <p:spTgt spid="20"/>
                                        </p:tgtEl>
                                      </p:cBhvr>
                                    </p:animEffect>
                                  </p:childTnLst>
                                </p:cTn>
                              </p:par>
                              <p:par>
                                <p:cTn id="93" presetID="53" presetClass="entr" presetSubtype="16" fill="hold" grpId="0" nodeType="withEffect">
                                  <p:stCondLst>
                                    <p:cond delay="2600"/>
                                  </p:stCondLst>
                                  <p:childTnLst>
                                    <p:set>
                                      <p:cBhvr>
                                        <p:cTn id="89" dur="1" fill="hold">
                                          <p:stCondLst>
                                            <p:cond delay="0"/>
                                          </p:stCondLst>
                                        </p:cTn>
                                        <p:tgtEl>
                                          <p:spTgt spid="23"/>
                                        </p:tgtEl>
                                        <p:attrNameLst>
                                          <p:attrName>style.visibility</p:attrName>
                                        </p:attrNameLst>
                                      </p:cBhvr>
                                      <p:to>
                                        <p:strVal val="visible"/>
                                      </p:to>
                                    </p:set>
                                    <p:anim calcmode="lin" valueType="num">
                                      <p:cBhvr additive="base">
                                        <p:cTn id="90" dur="500" fill="hold"/>
                                        <p:tgtEl>
                                          <p:spTgt spid="23"/>
                                        </p:tgtEl>
                                        <p:attrNameLst>
                                          <p:attrName>ppt_w</p:attrName>
                                        </p:attrNameLst>
                                      </p:cBhvr>
                                      <p:tavLst>
                                        <p:tav tm="0">
                                          <p:val>
                                            <p:strVal val="0"/>
                                          </p:val>
                                        </p:tav>
                                        <p:tav tm="100000">
                                          <p:val>
                                            <p:strVal val="#ppt_w"/>
                                          </p:val>
                                        </p:tav>
                                      </p:tavLst>
                                    </p:anim>
                                    <p:anim calcmode="lin" valueType="num">
                                      <p:cBhvr additive="base">
                                        <p:cTn id="91" dur="500" fill="hold"/>
                                        <p:tgtEl>
                                          <p:spTgt spid="23"/>
                                        </p:tgtEl>
                                        <p:attrNameLst>
                                          <p:attrName>ppt_h</p:attrName>
                                        </p:attrNameLst>
                                      </p:cBhvr>
                                      <p:tavLst>
                                        <p:tav tm="0">
                                          <p:val>
                                            <p:strVal val="0"/>
                                          </p:val>
                                        </p:tav>
                                        <p:tav tm="100000">
                                          <p:val>
                                            <p:strVal val="#ppt_h"/>
                                          </p:val>
                                        </p:tav>
                                      </p:tavLst>
                                    </p:anim>
                                    <p:animEffect transition="in" filter="fade">
                                      <p:cBhvr>
                                        <p:cTn id="92" dur="500"/>
                                        <p:tgtEl>
                                          <p:spTgt spid="23"/>
                                        </p:tgtEl>
                                      </p:cBhvr>
                                    </p:animEffect>
                                  </p:childTnLst>
                                </p:cTn>
                              </p:par>
                              <p:par>
                                <p:cTn id="97" presetID="22" presetClass="entr" presetSubtype="1" fill="hold" grpId="0" nodeType="withEffect">
                                  <p:stCondLst>
                                    <p:cond delay="2600"/>
                                  </p:stCondLst>
                                  <p:childTnLst>
                                    <p:set>
                                      <p:cBhvr>
                                        <p:cTn id="94" dur="1" fill="hold">
                                          <p:stCondLst>
                                            <p:cond delay="0"/>
                                          </p:stCondLst>
                                        </p:cTn>
                                        <p:tgtEl>
                                          <p:spTgt spid="25"/>
                                        </p:tgtEl>
                                        <p:attrNameLst>
                                          <p:attrName>style.visibility</p:attrName>
                                        </p:attrNameLst>
                                      </p:cBhvr>
                                      <p:to>
                                        <p:strVal val="visible"/>
                                      </p:to>
                                    </p:set>
                                    <p:animEffect transition="in" filter="wipe(down)">
                                      <p:cBhvr>
                                        <p:cTn id="95" dur="450"/>
                                        <p:tgtEl>
                                          <p:spTgt spid="25"/>
                                        </p:tgtEl>
                                      </p:cBhvr>
                                    </p:animEffect>
                                    <p:animEffect transition="in" filter="fade">
                                      <p:cBhvr>
                                        <p:cTn id="96" dur="450"/>
                                        <p:tgtEl>
                                          <p:spTgt spid="25"/>
                                        </p:tgtEl>
                                      </p:cBhvr>
                                    </p:animEffect>
                                  </p:childTnLst>
                                </p:cTn>
                              </p:par>
                              <p:par>
                                <p:cTn id="101" presetID="22" presetClass="entr" presetSubtype="1" fill="hold" grpId="0" nodeType="withEffect">
                                  <p:stCondLst>
                                    <p:cond delay="2700"/>
                                  </p:stCondLst>
                                  <p:childTnLst>
                                    <p:set>
                                      <p:cBhvr>
                                        <p:cTn id="98" dur="1" fill="hold">
                                          <p:stCondLst>
                                            <p:cond delay="0"/>
                                          </p:stCondLst>
                                        </p:cTn>
                                        <p:tgtEl>
                                          <p:spTgt spid="26"/>
                                        </p:tgtEl>
                                        <p:attrNameLst>
                                          <p:attrName>style.visibility</p:attrName>
                                        </p:attrNameLst>
                                      </p:cBhvr>
                                      <p:to>
                                        <p:strVal val="visible"/>
                                      </p:to>
                                    </p:set>
                                    <p:animEffect transition="in" filter="wipe(down)">
                                      <p:cBhvr>
                                        <p:cTn id="99" dur="600"/>
                                        <p:tgtEl>
                                          <p:spTgt spid="26"/>
                                        </p:tgtEl>
                                      </p:cBhvr>
                                    </p:animEffect>
                                    <p:animEffect transition="in" filter="fade">
                                      <p:cBhvr>
                                        <p:cTn id="100" dur="600"/>
                                        <p:tgtEl>
                                          <p:spTgt spid="26"/>
                                        </p:tgtEl>
                                      </p:cBhvr>
                                    </p:animEffect>
                                  </p:childTnLst>
                                </p:cTn>
                              </p:par>
                              <p:par>
                                <p:cTn id="105" presetID="22" presetClass="entr" presetSubtype="1" fill="hold" grpId="0" nodeType="withEffect">
                                  <p:stCondLst>
                                    <p:cond delay="2800"/>
                                  </p:stCondLst>
                                  <p:childTnLst>
                                    <p:set>
                                      <p:cBhvr>
                                        <p:cTn id="102" dur="1" fill="hold">
                                          <p:stCondLst>
                                            <p:cond delay="0"/>
                                          </p:stCondLst>
                                        </p:cTn>
                                        <p:tgtEl>
                                          <p:spTgt spid="24"/>
                                        </p:tgtEl>
                                        <p:attrNameLst>
                                          <p:attrName>style.visibility</p:attrName>
                                        </p:attrNameLst>
                                      </p:cBhvr>
                                      <p:to>
                                        <p:strVal val="visible"/>
                                      </p:to>
                                    </p:set>
                                    <p:animEffect transition="in" filter="wipe(down)">
                                      <p:cBhvr>
                                        <p:cTn id="103" dur="500"/>
                                        <p:tgtEl>
                                          <p:spTgt spid="24"/>
                                        </p:tgtEl>
                                      </p:cBhvr>
                                    </p:animEffect>
                                    <p:animEffect transition="in" filter="fade">
                                      <p:cBhvr>
                                        <p:cTn id="104" dur="500"/>
                                        <p:tgtEl>
                                          <p:spTgt spid="24"/>
                                        </p:tgtEl>
                                      </p:cBhvr>
                                    </p:animEffect>
                                  </p:childTnLst>
                                </p:cTn>
                              </p:par>
                              <p:par>
                                <p:cTn id="110" presetID="53" presetClass="entr" presetSubtype="16" fill="hold" grpId="0" nodeType="withEffect">
                                  <p:stCondLst>
                                    <p:cond delay="3200"/>
                                  </p:stCondLst>
                                  <p:childTnLst>
                                    <p:set>
                                      <p:cBhvr>
                                        <p:cTn id="106" dur="1" fill="hold">
                                          <p:stCondLst>
                                            <p:cond delay="0"/>
                                          </p:stCondLst>
                                        </p:cTn>
                                        <p:tgtEl>
                                          <p:spTgt spid="27"/>
                                        </p:tgtEl>
                                        <p:attrNameLst>
                                          <p:attrName>style.visibility</p:attrName>
                                        </p:attrNameLst>
                                      </p:cBhvr>
                                      <p:to>
                                        <p:strVal val="visible"/>
                                      </p:to>
                                    </p:set>
                                    <p:anim calcmode="lin" valueType="num">
                                      <p:cBhvr additive="base">
                                        <p:cTn id="107" dur="800" fill="hold"/>
                                        <p:tgtEl>
                                          <p:spTgt spid="27"/>
                                        </p:tgtEl>
                                        <p:attrNameLst>
                                          <p:attrName>ppt_w</p:attrName>
                                        </p:attrNameLst>
                                      </p:cBhvr>
                                      <p:tavLst>
                                        <p:tav tm="0">
                                          <p:val>
                                            <p:strVal val="0"/>
                                          </p:val>
                                        </p:tav>
                                        <p:tav tm="100000">
                                          <p:val>
                                            <p:strVal val="#ppt_w"/>
                                          </p:val>
                                        </p:tav>
                                      </p:tavLst>
                                    </p:anim>
                                    <p:anim calcmode="lin" valueType="num">
                                      <p:cBhvr additive="base">
                                        <p:cTn id="108" dur="800" fill="hold"/>
                                        <p:tgtEl>
                                          <p:spTgt spid="27"/>
                                        </p:tgtEl>
                                        <p:attrNameLst>
                                          <p:attrName>ppt_h</p:attrName>
                                        </p:attrNameLst>
                                      </p:cBhvr>
                                      <p:tavLst>
                                        <p:tav tm="0">
                                          <p:val>
                                            <p:strVal val="0"/>
                                          </p:val>
                                        </p:tav>
                                        <p:tav tm="100000">
                                          <p:val>
                                            <p:strVal val="#ppt_h"/>
                                          </p:val>
                                        </p:tav>
                                      </p:tavLst>
                                    </p:anim>
                                    <p:animEffect transition="in" filter="fade">
                                      <p:cBhvr>
                                        <p:cTn id="109" dur="800"/>
                                        <p:tgtEl>
                                          <p:spTgt spid="27"/>
                                        </p:tgtEl>
                                      </p:cBhvr>
                                    </p:animEffect>
                                  </p:childTnLst>
                                </p:cTn>
                              </p:par>
                              <p:par>
                                <p:cTn id="115" presetID="53" presetClass="entr" presetSubtype="16" fill="hold" grpId="0" nodeType="withEffect">
                                  <p:stCondLst>
                                    <p:cond delay="3700"/>
                                  </p:stCondLst>
                                  <p:childTnLst>
                                    <p:set>
                                      <p:cBhvr>
                                        <p:cTn id="111" dur="1" fill="hold">
                                          <p:stCondLst>
                                            <p:cond delay="0"/>
                                          </p:stCondLst>
                                        </p:cTn>
                                        <p:tgtEl>
                                          <p:spTgt spid="28"/>
                                        </p:tgtEl>
                                        <p:attrNameLst>
                                          <p:attrName>style.visibility</p:attrName>
                                        </p:attrNameLst>
                                      </p:cBhvr>
                                      <p:to>
                                        <p:strVal val="visible"/>
                                      </p:to>
                                    </p:set>
                                    <p:anim calcmode="lin" valueType="num">
                                      <p:cBhvr additive="base">
                                        <p:cTn id="112" dur="800" fill="hold"/>
                                        <p:tgtEl>
                                          <p:spTgt spid="28"/>
                                        </p:tgtEl>
                                        <p:attrNameLst>
                                          <p:attrName>ppt_w</p:attrName>
                                        </p:attrNameLst>
                                      </p:cBhvr>
                                      <p:tavLst>
                                        <p:tav tm="0">
                                          <p:val>
                                            <p:strVal val="0"/>
                                          </p:val>
                                        </p:tav>
                                        <p:tav tm="100000">
                                          <p:val>
                                            <p:strVal val="#ppt_w"/>
                                          </p:val>
                                        </p:tav>
                                      </p:tavLst>
                                    </p:anim>
                                    <p:anim calcmode="lin" valueType="num">
                                      <p:cBhvr additive="base">
                                        <p:cTn id="113" dur="800" fill="hold"/>
                                        <p:tgtEl>
                                          <p:spTgt spid="28"/>
                                        </p:tgtEl>
                                        <p:attrNameLst>
                                          <p:attrName>ppt_h</p:attrName>
                                        </p:attrNameLst>
                                      </p:cBhvr>
                                      <p:tavLst>
                                        <p:tav tm="0">
                                          <p:val>
                                            <p:strVal val="0"/>
                                          </p:val>
                                        </p:tav>
                                        <p:tav tm="100000">
                                          <p:val>
                                            <p:strVal val="#ppt_h"/>
                                          </p:val>
                                        </p:tav>
                                      </p:tavLst>
                                    </p:anim>
                                    <p:animEffect transition="in" filter="fade">
                                      <p:cBhvr>
                                        <p:cTn id="114" dur="800"/>
                                        <p:tgtEl>
                                          <p:spTgt spid="28"/>
                                        </p:tgtEl>
                                      </p:cBhvr>
                                    </p:animEffect>
                                  </p:childTnLst>
                                </p:cTn>
                              </p:par>
                              <p:par>
                                <p:cTn id="120" presetID="53" presetClass="entr" presetSubtype="16" fill="hold" grpId="0" nodeType="withEffect">
                                  <p:stCondLst>
                                    <p:cond delay="4200"/>
                                  </p:stCondLst>
                                  <p:childTnLst>
                                    <p:set>
                                      <p:cBhvr>
                                        <p:cTn id="116" dur="1" fill="hold">
                                          <p:stCondLst>
                                            <p:cond delay="0"/>
                                          </p:stCondLst>
                                        </p:cTn>
                                        <p:tgtEl>
                                          <p:spTgt spid="29"/>
                                        </p:tgtEl>
                                        <p:attrNameLst>
                                          <p:attrName>style.visibility</p:attrName>
                                        </p:attrNameLst>
                                      </p:cBhvr>
                                      <p:to>
                                        <p:strVal val="visible"/>
                                      </p:to>
                                    </p:set>
                                    <p:anim calcmode="lin" valueType="num">
                                      <p:cBhvr additive="base">
                                        <p:cTn id="117" dur="800" fill="hold"/>
                                        <p:tgtEl>
                                          <p:spTgt spid="29"/>
                                        </p:tgtEl>
                                        <p:attrNameLst>
                                          <p:attrName>ppt_w</p:attrName>
                                        </p:attrNameLst>
                                      </p:cBhvr>
                                      <p:tavLst>
                                        <p:tav tm="0">
                                          <p:val>
                                            <p:strVal val="0"/>
                                          </p:val>
                                        </p:tav>
                                        <p:tav tm="100000">
                                          <p:val>
                                            <p:strVal val="#ppt_w"/>
                                          </p:val>
                                        </p:tav>
                                      </p:tavLst>
                                    </p:anim>
                                    <p:anim calcmode="lin" valueType="num">
                                      <p:cBhvr additive="base">
                                        <p:cTn id="118" dur="800" fill="hold"/>
                                        <p:tgtEl>
                                          <p:spTgt spid="29"/>
                                        </p:tgtEl>
                                        <p:attrNameLst>
                                          <p:attrName>ppt_h</p:attrName>
                                        </p:attrNameLst>
                                      </p:cBhvr>
                                      <p:tavLst>
                                        <p:tav tm="0">
                                          <p:val>
                                            <p:strVal val="0"/>
                                          </p:val>
                                        </p:tav>
                                        <p:tav tm="100000">
                                          <p:val>
                                            <p:strVal val="#ppt_h"/>
                                          </p:val>
                                        </p:tav>
                                      </p:tavLst>
                                    </p:anim>
                                    <p:animEffect transition="in" filter="fade">
                                      <p:cBhvr>
                                        <p:cTn id="119" dur="800"/>
                                        <p:tgtEl>
                                          <p:spTgt spid="29"/>
                                        </p:tgtEl>
                                      </p:cBhvr>
                                    </p:animEffect>
                                  </p:childTnLst>
                                </p:cTn>
                              </p:par>
                              <p:par>
                                <p:cTn id="123" presetID="10" presetClass="entr" presetSubtype="0" fill="hold" grpId="0" nodeType="withEffect">
                                  <p:stCondLst>
                                    <p:cond delay="4600"/>
                                  </p:stCondLst>
                                  <p:childTnLst>
                                    <p:set>
                                      <p:cBhvr>
                                        <p:cTn id="121" dur="1" fill="hold">
                                          <p:stCondLst>
                                            <p:cond delay="0"/>
                                          </p:stCondLst>
                                        </p:cTn>
                                        <p:tgtEl>
                                          <p:spTgt spid="30"/>
                                        </p:tgtEl>
                                        <p:attrNameLst>
                                          <p:attrName>style.visibility</p:attrName>
                                        </p:attrNameLst>
                                      </p:cBhvr>
                                      <p:to>
                                        <p:strVal val="visible"/>
                                      </p:to>
                                    </p:set>
                                    <p:animEffect transition="in" filter="fade">
                                      <p:cBhvr>
                                        <p:cTn id="122" dur="500"/>
                                        <p:tgtEl>
                                          <p:spTgt spid="30"/>
                                        </p:tgtEl>
                                      </p:cBhvr>
                                    </p:animEffect>
                                  </p:childTnLst>
                                </p:cTn>
                              </p:par>
                              <p:par>
                                <p:cTn id="127" presetID="22" presetClass="entr" presetSubtype="1" fill="hold" grpId="0" nodeType="withEffect">
                                  <p:stCondLst>
                                    <p:cond delay="5000"/>
                                  </p:stCondLst>
                                  <p:childTnLst>
                                    <p:set>
                                      <p:cBhvr>
                                        <p:cTn id="124" dur="1" fill="hold">
                                          <p:stCondLst>
                                            <p:cond delay="0"/>
                                          </p:stCondLst>
                                        </p:cTn>
                                        <p:tgtEl>
                                          <p:spTgt spid="31"/>
                                        </p:tgtEl>
                                        <p:attrNameLst>
                                          <p:attrName>style.visibility</p:attrName>
                                        </p:attrNameLst>
                                      </p:cBhvr>
                                      <p:to>
                                        <p:strVal val="visible"/>
                                      </p:to>
                                    </p:set>
                                    <p:animEffect transition="in" filter="wipe(down)">
                                      <p:cBhvr>
                                        <p:cTn id="125" dur="500"/>
                                        <p:tgtEl>
                                          <p:spTgt spid="31"/>
                                        </p:tgtEl>
                                      </p:cBhvr>
                                    </p:animEffect>
                                    <p:animEffect transition="in" filter="fade">
                                      <p:cBhvr>
                                        <p:cTn id="126" dur="500"/>
                                        <p:tgtEl>
                                          <p:spTgt spid="31"/>
                                        </p:tgtEl>
                                      </p:cBhvr>
                                    </p:animEffect>
                                  </p:childTnLst>
                                </p:cTn>
                              </p:par>
                              <p:par>
                                <p:cTn id="131" presetID="22" presetClass="entr" presetSubtype="1" fill="hold" grpId="0" nodeType="withEffect">
                                  <p:stCondLst>
                                    <p:cond delay="5100"/>
                                  </p:stCondLst>
                                  <p:childTnLst>
                                    <p:set>
                                      <p:cBhvr>
                                        <p:cTn id="128" dur="1" fill="hold">
                                          <p:stCondLst>
                                            <p:cond delay="0"/>
                                          </p:stCondLst>
                                        </p:cTn>
                                        <p:tgtEl>
                                          <p:spTgt spid="32"/>
                                        </p:tgtEl>
                                        <p:attrNameLst>
                                          <p:attrName>style.visibility</p:attrName>
                                        </p:attrNameLst>
                                      </p:cBhvr>
                                      <p:to>
                                        <p:strVal val="visible"/>
                                      </p:to>
                                    </p:set>
                                    <p:animEffect transition="in" filter="wipe(down)">
                                      <p:cBhvr>
                                        <p:cTn id="129" dur="500"/>
                                        <p:tgtEl>
                                          <p:spTgt spid="32"/>
                                        </p:tgtEl>
                                      </p:cBhvr>
                                    </p:animEffect>
                                    <p:animEffect transition="in" filter="fade">
                                      <p:cBhvr>
                                        <p:cTn id="130" dur="500"/>
                                        <p:tgtEl>
                                          <p:spTgt spid="32"/>
                                        </p:tgtEl>
                                      </p:cBhvr>
                                    </p:animEffect>
                                  </p:childTnLst>
                                </p:cTn>
                              </p:par>
                              <p:par>
                                <p:cTn id="135" presetID="22" presetClass="entr" presetSubtype="1" fill="hold" grpId="0" nodeType="withEffect">
                                  <p:stCondLst>
                                    <p:cond delay="5600"/>
                                  </p:stCondLst>
                                  <p:childTnLst>
                                    <p:set>
                                      <p:cBhvr>
                                        <p:cTn id="132" dur="1" fill="hold">
                                          <p:stCondLst>
                                            <p:cond delay="0"/>
                                          </p:stCondLst>
                                        </p:cTn>
                                        <p:tgtEl>
                                          <p:spTgt spid="33"/>
                                        </p:tgtEl>
                                        <p:attrNameLst>
                                          <p:attrName>style.visibility</p:attrName>
                                        </p:attrNameLst>
                                      </p:cBhvr>
                                      <p:to>
                                        <p:strVal val="visible"/>
                                      </p:to>
                                    </p:set>
                                    <p:animEffect transition="in" filter="wipe(down)">
                                      <p:cBhvr>
                                        <p:cTn id="133" dur="500"/>
                                        <p:tgtEl>
                                          <p:spTgt spid="33"/>
                                        </p:tgtEl>
                                      </p:cBhvr>
                                    </p:animEffect>
                                    <p:animEffect transition="in" filter="fade">
                                      <p:cBhvr>
                                        <p:cTn id="134" dur="500"/>
                                        <p:tgtEl>
                                          <p:spTgt spid="33"/>
                                        </p:tgtEl>
                                      </p:cBhvr>
                                    </p:animEffect>
                                  </p:childTnLst>
                                </p:cTn>
                              </p:par>
                              <p:par>
                                <p:cTn id="139" presetID="22" presetClass="entr" presetSubtype="1" fill="hold" grpId="0" nodeType="withEffect">
                                  <p:stCondLst>
                                    <p:cond delay="5700"/>
                                  </p:stCondLst>
                                  <p:childTnLst>
                                    <p:set>
                                      <p:cBhvr>
                                        <p:cTn id="136" dur="1" fill="hold">
                                          <p:stCondLst>
                                            <p:cond delay="0"/>
                                          </p:stCondLst>
                                        </p:cTn>
                                        <p:tgtEl>
                                          <p:spTgt spid="34"/>
                                        </p:tgtEl>
                                        <p:attrNameLst>
                                          <p:attrName>style.visibility</p:attrName>
                                        </p:attrNameLst>
                                      </p:cBhvr>
                                      <p:to>
                                        <p:strVal val="visible"/>
                                      </p:to>
                                    </p:set>
                                    <p:animEffect transition="in" filter="wipe(down)">
                                      <p:cBhvr>
                                        <p:cTn id="137" dur="500"/>
                                        <p:tgtEl>
                                          <p:spTgt spid="34"/>
                                        </p:tgtEl>
                                      </p:cBhvr>
                                    </p:animEffect>
                                    <p:animEffect transition="in" filter="fade">
                                      <p:cBhvr>
                                        <p:cTn id="138" dur="500"/>
                                        <p:tgtEl>
                                          <p:spTgt spid="34"/>
                                        </p:tgtEl>
                                      </p:cBhvr>
                                    </p:animEffect>
                                  </p:childTnLst>
                                </p:cTn>
                              </p:par>
                              <p:par>
                                <p:cTn id="143" presetID="22" presetClass="entr" presetSubtype="1" fill="hold" grpId="0" nodeType="withEffect">
                                  <p:stCondLst>
                                    <p:cond delay="6200"/>
                                  </p:stCondLst>
                                  <p:childTnLst>
                                    <p:set>
                                      <p:cBhvr>
                                        <p:cTn id="140" dur="1" fill="hold">
                                          <p:stCondLst>
                                            <p:cond delay="0"/>
                                          </p:stCondLst>
                                        </p:cTn>
                                        <p:tgtEl>
                                          <p:spTgt spid="35"/>
                                        </p:tgtEl>
                                        <p:attrNameLst>
                                          <p:attrName>style.visibility</p:attrName>
                                        </p:attrNameLst>
                                      </p:cBhvr>
                                      <p:to>
                                        <p:strVal val="visible"/>
                                      </p:to>
                                    </p:set>
                                    <p:animEffect transition="in" filter="wipe(down)">
                                      <p:cBhvr>
                                        <p:cTn id="141" dur="500"/>
                                        <p:tgtEl>
                                          <p:spTgt spid="35"/>
                                        </p:tgtEl>
                                      </p:cBhvr>
                                    </p:animEffect>
                                    <p:animEffect transition="in" filter="fade">
                                      <p:cBhvr>
                                        <p:cTn id="142" dur="500"/>
                                        <p:tgtEl>
                                          <p:spTgt spid="35"/>
                                        </p:tgtEl>
                                      </p:cBhvr>
                                    </p:animEffect>
                                  </p:childTnLst>
                                </p:cTn>
                              </p:par>
                              <p:par>
                                <p:cTn id="147" presetID="22" presetClass="entr" presetSubtype="1" fill="hold" grpId="0" nodeType="withEffect">
                                  <p:stCondLst>
                                    <p:cond delay="6300"/>
                                  </p:stCondLst>
                                  <p:childTnLst>
                                    <p:set>
                                      <p:cBhvr>
                                        <p:cTn id="144" dur="1" fill="hold">
                                          <p:stCondLst>
                                            <p:cond delay="0"/>
                                          </p:stCondLst>
                                        </p:cTn>
                                        <p:tgtEl>
                                          <p:spTgt spid="36"/>
                                        </p:tgtEl>
                                        <p:attrNameLst>
                                          <p:attrName>style.visibility</p:attrName>
                                        </p:attrNameLst>
                                      </p:cBhvr>
                                      <p:to>
                                        <p:strVal val="visible"/>
                                      </p:to>
                                    </p:set>
                                    <p:animEffect transition="in" filter="wipe(down)">
                                      <p:cBhvr>
                                        <p:cTn id="145" dur="500"/>
                                        <p:tgtEl>
                                          <p:spTgt spid="36"/>
                                        </p:tgtEl>
                                      </p:cBhvr>
                                    </p:animEffect>
                                    <p:animEffect transition="in" filter="fade">
                                      <p:cBhvr>
                                        <p:cTn id="146"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7" grpId="0" animBg="1"/>
      <p:bldP spid="38" grpId="0" animBg="1"/>
      <p:bldP spid="4" grpId="0" animBg="1"/>
      <p:bldP spid="39" grpId="0" animBg="1"/>
      <p:bldP spid="5" grpId="0" animBg="1"/>
      <p:bldP spid="38" grpId="1" animBg="1"/>
      <p:bldP spid="6" grpId="0" animBg="1"/>
      <p:bldP spid="4" grpId="1" animBg="1"/>
      <p:bldP spid="9" grpId="0" animBg="1"/>
      <p:bldP spid="7" grpId="0" animBg="1"/>
      <p:bldP spid="10" grpId="0" animBg="1"/>
      <p:bldP spid="8" grpId="0" animBg="1"/>
      <p:bldP spid="13" grpId="0" animBg="1"/>
      <p:bldP spid="11" grpId="0" animBg="1"/>
      <p:bldP spid="14" grpId="0" animBg="1"/>
      <p:bldP spid="12" grpId="0" animBg="1"/>
      <p:bldP spid="17" grpId="0" animBg="1"/>
      <p:bldP spid="15" grpId="0" animBg="1"/>
      <p:bldP spid="18" grpId="0" animBg="1"/>
      <p:bldP spid="16" grpId="0" animBg="1"/>
      <p:bldP spid="21" grpId="0" animBg="1"/>
      <p:bldP spid="19" grpId="0" animBg="1"/>
      <p:bldP spid="22" grpId="0" animBg="1"/>
      <p:bldP spid="20" grpId="0" animBg="1"/>
      <p:bldP spid="23" grpId="0" animBg="1"/>
      <p:bldP spid="25" grpId="0" animBg="1"/>
      <p:bldP spid="26" grpId="0" animBg="1"/>
      <p:bldP spid="24"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eyebrow"/>
          <p:cNvSpPr txBox="1"/>
          <p:nvPr/>
        </p:nvSpPr>
        <p:spPr>
          <a:xfrm>
            <a:off x="812800" y="520700"/>
            <a:ext cx="9525000" cy="190500"/>
          </a:xfrm>
          <a:prstGeom prst="rect">
            <a:avLst/>
          </a:prstGeom>
          <a:noFill/>
          <a:ln/>
        </p:spPr>
        <p:txBody>
          <a:bodyPr wrap="square" lIns="0" tIns="0" rIns="0" bIns="0" rtlCol="0" anchor="t"/>
          <a:lstStyle/>
          <a:p>
            <a:pPr indent="0" marL="0">
              <a:buNone/>
            </a:pPr>
            <a:r>
              <a:rPr lang="en-US" sz="1100" b="1" spc="300" kern="0" dirty="0">
                <a:solidFill>
                  <a:srgbClr val="FFC94D"/>
                </a:solidFill>
                <a:latin typeface="Consolas" pitchFamily="34" charset="0"/>
                <a:ea typeface="Consolas" pitchFamily="34" charset="-122"/>
                <a:cs typeface="Consolas" pitchFamily="34" charset="-120"/>
              </a:rPr>
              <a:t>ORDERS OF THE COURT · EFFECTIVE TONIGHT</a:t>
            </a:r>
            <a:endParaRPr lang="en-US" sz="1100" dirty="0"/>
          </a:p>
        </p:txBody>
      </p:sp>
      <p:sp>
        <p:nvSpPr>
          <p:cNvPr id="4" name="heading"/>
          <p:cNvSpPr txBox="1"/>
          <p:nvPr/>
        </p:nvSpPr>
        <p:spPr>
          <a:xfrm>
            <a:off x="812800" y="749300"/>
            <a:ext cx="10096500" cy="1016000"/>
          </a:xfrm>
          <a:prstGeom prst="rect">
            <a:avLst/>
          </a:prstGeom>
          <a:noFill/>
          <a:ln/>
        </p:spPr>
        <p:txBody>
          <a:bodyPr wrap="square" lIns="0" tIns="0" rIns="0" bIns="0" rtlCol="0" anchor="t"/>
          <a:lstStyle/>
          <a:p>
            <a:pPr indent="0" marL="0">
              <a:lnSpc>
                <a:spcPct val="95000"/>
              </a:lnSpc>
              <a:buNone/>
            </a:pPr>
            <a:r>
              <a:rPr lang="en-US" sz="3000" b="1" dirty="0">
                <a:solidFill>
                  <a:srgbClr val="E8FBFF"/>
                </a:solidFill>
                <a:effectLst>
                  <a:glow rad="101600">
                    <a:srgbClr val="FFC94D">
                      <a:alpha val="35000"/>
                    </a:srgbClr>
                  </a:glow>
                </a:effectLst>
                <a:latin typeface="Bahnschrift" pitchFamily="34" charset="0"/>
                <a:ea typeface="Bahnschrift" pitchFamily="34" charset="-122"/>
                <a:cs typeface="Bahnschrift" pitchFamily="34" charset="-120"/>
              </a:rPr>
              <a:t>The most secure app is the one you set up</a:t>
            </a:r>
            <a:endParaRPr lang="en-US" sz="3000" dirty="0"/>
          </a:p>
        </p:txBody>
      </p:sp>
      <p:sp>
        <p:nvSpPr>
          <p:cNvPr id="5" name="segtrk"/>
          <p:cNvSpPr/>
          <p:nvPr/>
        </p:nvSpPr>
        <p:spPr>
          <a:xfrm>
            <a:off x="8616950" y="2203450"/>
            <a:ext cx="2451100" cy="2451100"/>
          </a:xfrm>
          <a:prstGeom prst="ellipse">
            <a:avLst/>
          </a:prstGeom>
          <a:ln w="215900">
            <a:solidFill>
              <a:srgbClr val="12233D"/>
            </a:solidFill>
            <a:prstDash val="solid"/>
          </a:ln>
        </p:spPr>
      </p:sp>
      <p:sp>
        <p:nvSpPr>
          <p:cNvPr id="6" name="ord0"/>
          <p:cNvSpPr/>
          <p:nvPr/>
        </p:nvSpPr>
        <p:spPr>
          <a:xfrm>
            <a:off x="812800" y="1905000"/>
            <a:ext cx="6985000" cy="609600"/>
          </a:xfrm>
          <a:prstGeom prst="roundRect">
            <a:avLst>
              <a:gd name="adj" fmla="val 18000"/>
            </a:avLst>
          </a:prstGeom>
          <a:solidFill>
            <a:srgbClr val="0A1A2E">
              <a:alpha val="70000"/>
            </a:srgbClr>
          </a:solidFill>
          <a:ln w="9525">
            <a:solidFill>
              <a:srgbClr val="FFC94D"/>
            </a:solidFill>
            <a:prstDash val="solid"/>
          </a:ln>
          <a:effectLst>
            <a:outerShdw sx="100000" sy="100000" kx="0" ky="0" algn="bl" rotWithShape="0" blurRad="114300" dist="50800" dir="5400000">
              <a:srgbClr val="FFC94D">
                <a:alpha val="55000"/>
              </a:srgbClr>
            </a:outerShdw>
          </a:effectLst>
        </p:spPr>
      </p:sp>
      <p:sp>
        <p:nvSpPr>
          <p:cNvPr id="7" name="ordn0"/>
          <p:cNvSpPr/>
          <p:nvPr/>
        </p:nvSpPr>
        <p:spPr>
          <a:xfrm>
            <a:off x="939800" y="2019300"/>
            <a:ext cx="381000" cy="381000"/>
          </a:xfrm>
          <a:prstGeom prst="roundRect">
            <a:avLst>
              <a:gd name="adj" fmla="val 120000"/>
            </a:avLst>
          </a:prstGeom>
          <a:solidFill>
            <a:srgbClr val="FFC94D"/>
          </a:solidFill>
          <a:ln/>
          <a:effectLst>
            <a:outerShdw sx="100000" sy="100000" kx="0" ky="0" algn="bl" rotWithShape="0" blurRad="114300" dist="50800" dir="5400000">
              <a:srgbClr val="FFC94D">
                <a:alpha val="45000"/>
              </a:srgbClr>
            </a:outerShdw>
          </a:effectLst>
        </p:spPr>
        <p:txBody>
          <a:bodyPr wrap="square" lIns="0" tIns="0" rIns="0" bIns="0" rtlCol="0" anchor="ctr"/>
          <a:lstStyle/>
          <a:p>
            <a:pPr algn="ctr" indent="0" marL="0">
              <a:buNone/>
            </a:pPr>
            <a:r>
              <a:rPr lang="en-US" sz="1500" b="1" dirty="0">
                <a:solidFill>
                  <a:srgbClr val="06101E"/>
                </a:solidFill>
                <a:latin typeface="Consolas" pitchFamily="34" charset="0"/>
                <a:ea typeface="Consolas" pitchFamily="34" charset="-122"/>
                <a:cs typeface="Consolas" pitchFamily="34" charset="-120"/>
              </a:rPr>
              <a:t>1</a:t>
            </a:r>
            <a:endParaRPr lang="en-US" sz="1500" dirty="0"/>
          </a:p>
        </p:txBody>
      </p:sp>
      <p:sp>
        <p:nvSpPr>
          <p:cNvPr id="8" name="ordt0"/>
          <p:cNvSpPr txBox="1"/>
          <p:nvPr/>
        </p:nvSpPr>
        <p:spPr>
          <a:xfrm>
            <a:off x="1498600" y="1993900"/>
            <a:ext cx="6159500" cy="444500"/>
          </a:xfrm>
          <a:prstGeom prst="rect">
            <a:avLst/>
          </a:prstGeom>
          <a:noFill/>
          <a:ln/>
        </p:spPr>
        <p:txBody>
          <a:bodyPr wrap="square" lIns="0" tIns="0" rIns="0" bIns="0" rtlCol="0" anchor="ctr"/>
          <a:lstStyle/>
          <a:p>
            <a:pPr indent="0" marL="0">
              <a:buNone/>
            </a:pPr>
            <a:r>
              <a:rPr lang="en-US" sz="1350" b="1" dirty="0">
                <a:solidFill>
                  <a:srgbClr val="FFC94D"/>
                </a:solidFill>
                <a:latin typeface="Consolas" pitchFamily="34" charset="0"/>
                <a:ea typeface="Consolas" pitchFamily="34" charset="-122"/>
                <a:cs typeface="Consolas" pitchFamily="34" charset="-120"/>
              </a:rPr>
              <a:t>COURT ORDER 1 · </a:t>
            </a:r>
            <a:pPr indent="0" marL="0">
              <a:buNone/>
            </a:pPr>
            <a:r>
              <a:rPr lang="en-US" sz="1350" dirty="0">
                <a:solidFill>
                  <a:srgbClr val="E8FBFF"/>
                </a:solidFill>
                <a:latin typeface="Segoe UI" pitchFamily="34" charset="0"/>
                <a:ea typeface="Segoe UI" pitchFamily="34" charset="-122"/>
                <a:cs typeface="Segoe UI" pitchFamily="34" charset="-120"/>
              </a:rPr>
              <a:t>Turn on two-factor authentication or a passkey on every account</a:t>
            </a:r>
            <a:endParaRPr lang="en-US" sz="1350" dirty="0"/>
          </a:p>
        </p:txBody>
      </p:sp>
      <p:sp>
        <p:nvSpPr>
          <p:cNvPr id="9" name="seg0"/>
          <p:cNvSpPr/>
          <p:nvPr/>
        </p:nvSpPr>
        <p:spPr>
          <a:xfrm>
            <a:off x="8509000" y="2095500"/>
            <a:ext cx="2667000" cy="2667000"/>
          </a:xfrm>
          <a:prstGeom prst="blockArc">
            <a:avLst>
              <a:gd name="adj1" fmla="val 16200000"/>
              <a:gd name="adj2" fmla="val 20280000"/>
              <a:gd name="adj3" fmla="val 8000"/>
            </a:avLst>
          </a:prstGeom>
          <a:solidFill>
            <a:srgbClr val="3FF0FF"/>
          </a:solidFill>
          <a:ln/>
          <a:effectLst>
            <a:outerShdw sx="100000" sy="100000" kx="0" ky="0" algn="bl" rotWithShape="0" blurRad="114300" dist="50800" dir="5400000">
              <a:srgbClr val="3FF0FF">
                <a:alpha val="70000"/>
              </a:srgbClr>
            </a:outerShdw>
          </a:effectLst>
        </p:spPr>
      </p:sp>
      <p:sp>
        <p:nvSpPr>
          <p:cNvPr id="10" name="ord1"/>
          <p:cNvSpPr/>
          <p:nvPr/>
        </p:nvSpPr>
        <p:spPr>
          <a:xfrm>
            <a:off x="812800" y="2616200"/>
            <a:ext cx="6985000" cy="609600"/>
          </a:xfrm>
          <a:prstGeom prst="roundRect">
            <a:avLst>
              <a:gd name="adj" fmla="val 18000"/>
            </a:avLst>
          </a:prstGeom>
          <a:solidFill>
            <a:srgbClr val="0A1A2E">
              <a:alpha val="70000"/>
            </a:srgbClr>
          </a:solidFill>
          <a:ln w="9525">
            <a:solidFill>
              <a:srgbClr val="FFC94D"/>
            </a:solidFill>
            <a:prstDash val="solid"/>
          </a:ln>
          <a:effectLst>
            <a:outerShdw sx="100000" sy="100000" kx="0" ky="0" algn="bl" rotWithShape="0" blurRad="114300" dist="50800" dir="5400000">
              <a:srgbClr val="FFC94D">
                <a:alpha val="55000"/>
              </a:srgbClr>
            </a:outerShdw>
          </a:effectLst>
        </p:spPr>
      </p:sp>
      <p:sp>
        <p:nvSpPr>
          <p:cNvPr id="11" name="ordn1"/>
          <p:cNvSpPr/>
          <p:nvPr/>
        </p:nvSpPr>
        <p:spPr>
          <a:xfrm>
            <a:off x="939800" y="2730500"/>
            <a:ext cx="381000" cy="381000"/>
          </a:xfrm>
          <a:prstGeom prst="roundRect">
            <a:avLst>
              <a:gd name="adj" fmla="val 120000"/>
            </a:avLst>
          </a:prstGeom>
          <a:solidFill>
            <a:srgbClr val="FFC94D"/>
          </a:solidFill>
          <a:ln/>
          <a:effectLst>
            <a:outerShdw sx="100000" sy="100000" kx="0" ky="0" algn="bl" rotWithShape="0" blurRad="114300" dist="50800" dir="5400000">
              <a:srgbClr val="FFC94D">
                <a:alpha val="45000"/>
              </a:srgbClr>
            </a:outerShdw>
          </a:effectLst>
        </p:spPr>
        <p:txBody>
          <a:bodyPr wrap="square" lIns="0" tIns="0" rIns="0" bIns="0" rtlCol="0" anchor="ctr"/>
          <a:lstStyle/>
          <a:p>
            <a:pPr algn="ctr" indent="0" marL="0">
              <a:buNone/>
            </a:pPr>
            <a:r>
              <a:rPr lang="en-US" sz="1500" b="1" dirty="0">
                <a:solidFill>
                  <a:srgbClr val="06101E"/>
                </a:solidFill>
                <a:latin typeface="Consolas" pitchFamily="34" charset="0"/>
                <a:ea typeface="Consolas" pitchFamily="34" charset="-122"/>
                <a:cs typeface="Consolas" pitchFamily="34" charset="-120"/>
              </a:rPr>
              <a:t>2</a:t>
            </a:r>
            <a:endParaRPr lang="en-US" sz="1500" dirty="0"/>
          </a:p>
        </p:txBody>
      </p:sp>
      <p:sp>
        <p:nvSpPr>
          <p:cNvPr id="12" name="ordt1"/>
          <p:cNvSpPr txBox="1"/>
          <p:nvPr/>
        </p:nvSpPr>
        <p:spPr>
          <a:xfrm>
            <a:off x="1498600" y="2705100"/>
            <a:ext cx="6159500" cy="444500"/>
          </a:xfrm>
          <a:prstGeom prst="rect">
            <a:avLst/>
          </a:prstGeom>
          <a:noFill/>
          <a:ln/>
        </p:spPr>
        <p:txBody>
          <a:bodyPr wrap="square" lIns="0" tIns="0" rIns="0" bIns="0" rtlCol="0" anchor="ctr"/>
          <a:lstStyle/>
          <a:p>
            <a:pPr indent="0" marL="0">
              <a:buNone/>
            </a:pPr>
            <a:r>
              <a:rPr lang="en-US" sz="1350" b="1" dirty="0">
                <a:solidFill>
                  <a:srgbClr val="FFC94D"/>
                </a:solidFill>
                <a:latin typeface="Consolas" pitchFamily="34" charset="0"/>
                <a:ea typeface="Consolas" pitchFamily="34" charset="-122"/>
                <a:cs typeface="Consolas" pitchFamily="34" charset="-120"/>
              </a:rPr>
              <a:t>COURT ORDER 2 · </a:t>
            </a:r>
            <a:pPr indent="0" marL="0">
              <a:buNone/>
            </a:pPr>
            <a:r>
              <a:rPr lang="en-US" sz="1350" dirty="0">
                <a:solidFill>
                  <a:srgbClr val="E8FBFF"/>
                </a:solidFill>
                <a:latin typeface="Segoe UI" pitchFamily="34" charset="0"/>
                <a:ea typeface="Segoe UI" pitchFamily="34" charset="-122"/>
                <a:cs typeface="Segoe UI" pitchFamily="34" charset="-120"/>
              </a:rPr>
              <a:t>Set a two-step verification PIN on WhatsApp</a:t>
            </a:r>
            <a:endParaRPr lang="en-US" sz="1350" dirty="0"/>
          </a:p>
        </p:txBody>
      </p:sp>
      <p:sp>
        <p:nvSpPr>
          <p:cNvPr id="13" name="seg1"/>
          <p:cNvSpPr/>
          <p:nvPr/>
        </p:nvSpPr>
        <p:spPr>
          <a:xfrm>
            <a:off x="8509000" y="2095500"/>
            <a:ext cx="2667000" cy="2667000"/>
          </a:xfrm>
          <a:prstGeom prst="blockArc">
            <a:avLst>
              <a:gd name="adj1" fmla="val 20520000"/>
              <a:gd name="adj2" fmla="val 3000000"/>
              <a:gd name="adj3" fmla="val 8000"/>
            </a:avLst>
          </a:prstGeom>
          <a:solidFill>
            <a:srgbClr val="3FF0FF"/>
          </a:solidFill>
          <a:ln/>
          <a:effectLst>
            <a:outerShdw sx="100000" sy="100000" kx="0" ky="0" algn="bl" rotWithShape="0" blurRad="114300" dist="50800" dir="5400000">
              <a:srgbClr val="3FF0FF">
                <a:alpha val="70000"/>
              </a:srgbClr>
            </a:outerShdw>
          </a:effectLst>
        </p:spPr>
      </p:sp>
      <p:sp>
        <p:nvSpPr>
          <p:cNvPr id="14" name="ord2"/>
          <p:cNvSpPr/>
          <p:nvPr/>
        </p:nvSpPr>
        <p:spPr>
          <a:xfrm>
            <a:off x="812800" y="3327400"/>
            <a:ext cx="6985000" cy="609600"/>
          </a:xfrm>
          <a:prstGeom prst="roundRect">
            <a:avLst>
              <a:gd name="adj" fmla="val 18000"/>
            </a:avLst>
          </a:prstGeom>
          <a:solidFill>
            <a:srgbClr val="0A1A2E">
              <a:alpha val="70000"/>
            </a:srgbClr>
          </a:solidFill>
          <a:ln w="9525">
            <a:solidFill>
              <a:srgbClr val="FFC94D"/>
            </a:solidFill>
            <a:prstDash val="solid"/>
          </a:ln>
          <a:effectLst>
            <a:outerShdw sx="100000" sy="100000" kx="0" ky="0" algn="bl" rotWithShape="0" blurRad="114300" dist="50800" dir="5400000">
              <a:srgbClr val="FFC94D">
                <a:alpha val="55000"/>
              </a:srgbClr>
            </a:outerShdw>
          </a:effectLst>
        </p:spPr>
      </p:sp>
      <p:sp>
        <p:nvSpPr>
          <p:cNvPr id="15" name="ordn2"/>
          <p:cNvSpPr/>
          <p:nvPr/>
        </p:nvSpPr>
        <p:spPr>
          <a:xfrm>
            <a:off x="939800" y="3441700"/>
            <a:ext cx="381000" cy="381000"/>
          </a:xfrm>
          <a:prstGeom prst="roundRect">
            <a:avLst>
              <a:gd name="adj" fmla="val 120000"/>
            </a:avLst>
          </a:prstGeom>
          <a:solidFill>
            <a:srgbClr val="FFC94D"/>
          </a:solidFill>
          <a:ln/>
          <a:effectLst>
            <a:outerShdw sx="100000" sy="100000" kx="0" ky="0" algn="bl" rotWithShape="0" blurRad="114300" dist="50800" dir="5400000">
              <a:srgbClr val="FFC94D">
                <a:alpha val="45000"/>
              </a:srgbClr>
            </a:outerShdw>
          </a:effectLst>
        </p:spPr>
        <p:txBody>
          <a:bodyPr wrap="square" lIns="0" tIns="0" rIns="0" bIns="0" rtlCol="0" anchor="ctr"/>
          <a:lstStyle/>
          <a:p>
            <a:pPr algn="ctr" indent="0" marL="0">
              <a:buNone/>
            </a:pPr>
            <a:r>
              <a:rPr lang="en-US" sz="1500" b="1" dirty="0">
                <a:solidFill>
                  <a:srgbClr val="06101E"/>
                </a:solidFill>
                <a:latin typeface="Consolas" pitchFamily="34" charset="0"/>
                <a:ea typeface="Consolas" pitchFamily="34" charset="-122"/>
                <a:cs typeface="Consolas" pitchFamily="34" charset="-120"/>
              </a:rPr>
              <a:t>3</a:t>
            </a:r>
            <a:endParaRPr lang="en-US" sz="1500" dirty="0"/>
          </a:p>
        </p:txBody>
      </p:sp>
      <p:sp>
        <p:nvSpPr>
          <p:cNvPr id="16" name="ordt2"/>
          <p:cNvSpPr txBox="1"/>
          <p:nvPr/>
        </p:nvSpPr>
        <p:spPr>
          <a:xfrm>
            <a:off x="1498600" y="3416300"/>
            <a:ext cx="6159500" cy="444500"/>
          </a:xfrm>
          <a:prstGeom prst="rect">
            <a:avLst/>
          </a:prstGeom>
          <a:noFill/>
          <a:ln/>
        </p:spPr>
        <p:txBody>
          <a:bodyPr wrap="square" lIns="0" tIns="0" rIns="0" bIns="0" rtlCol="0" anchor="ctr"/>
          <a:lstStyle/>
          <a:p>
            <a:pPr indent="0" marL="0">
              <a:buNone/>
            </a:pPr>
            <a:r>
              <a:rPr lang="en-US" sz="1350" b="1" dirty="0">
                <a:solidFill>
                  <a:srgbClr val="FFC94D"/>
                </a:solidFill>
                <a:latin typeface="Consolas" pitchFamily="34" charset="0"/>
                <a:ea typeface="Consolas" pitchFamily="34" charset="-122"/>
                <a:cs typeface="Consolas" pitchFamily="34" charset="-120"/>
              </a:rPr>
              <a:t>COURT ORDER 3 · </a:t>
            </a:r>
            <a:pPr indent="0" marL="0">
              <a:buNone/>
            </a:pPr>
            <a:r>
              <a:rPr lang="en-US" sz="1350" dirty="0">
                <a:solidFill>
                  <a:srgbClr val="E8FBFF"/>
                </a:solidFill>
                <a:latin typeface="Segoe UI" pitchFamily="34" charset="0"/>
                <a:ea typeface="Segoe UI" pitchFamily="34" charset="-122"/>
                <a:cs typeface="Segoe UI" pitchFamily="34" charset="-120"/>
              </a:rPr>
              <a:t>Never share an OTP or a six-digit code, with anyone</a:t>
            </a:r>
            <a:endParaRPr lang="en-US" sz="1350" dirty="0"/>
          </a:p>
        </p:txBody>
      </p:sp>
      <p:sp>
        <p:nvSpPr>
          <p:cNvPr id="17" name="seg2"/>
          <p:cNvSpPr/>
          <p:nvPr/>
        </p:nvSpPr>
        <p:spPr>
          <a:xfrm>
            <a:off x="8509000" y="2095500"/>
            <a:ext cx="2667000" cy="2667000"/>
          </a:xfrm>
          <a:prstGeom prst="blockArc">
            <a:avLst>
              <a:gd name="adj1" fmla="val 3240000"/>
              <a:gd name="adj2" fmla="val 7320000"/>
              <a:gd name="adj3" fmla="val 8000"/>
            </a:avLst>
          </a:prstGeom>
          <a:solidFill>
            <a:srgbClr val="3FF0FF"/>
          </a:solidFill>
          <a:ln/>
          <a:effectLst>
            <a:outerShdw sx="100000" sy="100000" kx="0" ky="0" algn="bl" rotWithShape="0" blurRad="114300" dist="50800" dir="5400000">
              <a:srgbClr val="3FF0FF">
                <a:alpha val="70000"/>
              </a:srgbClr>
            </a:outerShdw>
          </a:effectLst>
        </p:spPr>
      </p:sp>
      <p:sp>
        <p:nvSpPr>
          <p:cNvPr id="18" name="ord3"/>
          <p:cNvSpPr/>
          <p:nvPr/>
        </p:nvSpPr>
        <p:spPr>
          <a:xfrm>
            <a:off x="812800" y="4038600"/>
            <a:ext cx="6985000" cy="609600"/>
          </a:xfrm>
          <a:prstGeom prst="roundRect">
            <a:avLst>
              <a:gd name="adj" fmla="val 18000"/>
            </a:avLst>
          </a:prstGeom>
          <a:solidFill>
            <a:srgbClr val="0A1A2E">
              <a:alpha val="70000"/>
            </a:srgbClr>
          </a:solidFill>
          <a:ln w="9525">
            <a:solidFill>
              <a:srgbClr val="FFC94D"/>
            </a:solidFill>
            <a:prstDash val="solid"/>
          </a:ln>
          <a:effectLst>
            <a:outerShdw sx="100000" sy="100000" kx="0" ky="0" algn="bl" rotWithShape="0" blurRad="114300" dist="50800" dir="5400000">
              <a:srgbClr val="FFC94D">
                <a:alpha val="55000"/>
              </a:srgbClr>
            </a:outerShdw>
          </a:effectLst>
        </p:spPr>
      </p:sp>
      <p:sp>
        <p:nvSpPr>
          <p:cNvPr id="19" name="ordn3"/>
          <p:cNvSpPr/>
          <p:nvPr/>
        </p:nvSpPr>
        <p:spPr>
          <a:xfrm>
            <a:off x="939800" y="4152900"/>
            <a:ext cx="381000" cy="381000"/>
          </a:xfrm>
          <a:prstGeom prst="roundRect">
            <a:avLst>
              <a:gd name="adj" fmla="val 120000"/>
            </a:avLst>
          </a:prstGeom>
          <a:solidFill>
            <a:srgbClr val="FFC94D"/>
          </a:solidFill>
          <a:ln/>
          <a:effectLst>
            <a:outerShdw sx="100000" sy="100000" kx="0" ky="0" algn="bl" rotWithShape="0" blurRad="114300" dist="50800" dir="5400000">
              <a:srgbClr val="FFC94D">
                <a:alpha val="45000"/>
              </a:srgbClr>
            </a:outerShdw>
          </a:effectLst>
        </p:spPr>
        <p:txBody>
          <a:bodyPr wrap="square" lIns="0" tIns="0" rIns="0" bIns="0" rtlCol="0" anchor="ctr"/>
          <a:lstStyle/>
          <a:p>
            <a:pPr algn="ctr" indent="0" marL="0">
              <a:buNone/>
            </a:pPr>
            <a:r>
              <a:rPr lang="en-US" sz="1500" b="1" dirty="0">
                <a:solidFill>
                  <a:srgbClr val="06101E"/>
                </a:solidFill>
                <a:latin typeface="Consolas" pitchFamily="34" charset="0"/>
                <a:ea typeface="Consolas" pitchFamily="34" charset="-122"/>
                <a:cs typeface="Consolas" pitchFamily="34" charset="-120"/>
              </a:rPr>
              <a:t>4</a:t>
            </a:r>
            <a:endParaRPr lang="en-US" sz="1500" dirty="0"/>
          </a:p>
        </p:txBody>
      </p:sp>
      <p:sp>
        <p:nvSpPr>
          <p:cNvPr id="20" name="ordt3"/>
          <p:cNvSpPr txBox="1"/>
          <p:nvPr/>
        </p:nvSpPr>
        <p:spPr>
          <a:xfrm>
            <a:off x="1498600" y="4127500"/>
            <a:ext cx="6159500" cy="444500"/>
          </a:xfrm>
          <a:prstGeom prst="rect">
            <a:avLst/>
          </a:prstGeom>
          <a:noFill/>
          <a:ln/>
        </p:spPr>
        <p:txBody>
          <a:bodyPr wrap="square" lIns="0" tIns="0" rIns="0" bIns="0" rtlCol="0" anchor="ctr"/>
          <a:lstStyle/>
          <a:p>
            <a:pPr indent="0" marL="0">
              <a:buNone/>
            </a:pPr>
            <a:r>
              <a:rPr lang="en-US" sz="1350" b="1" dirty="0">
                <a:solidFill>
                  <a:srgbClr val="FFC94D"/>
                </a:solidFill>
                <a:latin typeface="Consolas" pitchFamily="34" charset="0"/>
                <a:ea typeface="Consolas" pitchFamily="34" charset="-122"/>
                <a:cs typeface="Consolas" pitchFamily="34" charset="-120"/>
              </a:rPr>
              <a:t>COURT ORDER 4 · </a:t>
            </a:r>
            <a:pPr indent="0" marL="0">
              <a:buNone/>
            </a:pPr>
            <a:r>
              <a:rPr lang="en-US" sz="1350" dirty="0">
                <a:solidFill>
                  <a:srgbClr val="E8FBFF"/>
                </a:solidFill>
                <a:latin typeface="Segoe UI" pitchFamily="34" charset="0"/>
                <a:ea typeface="Segoe UI" pitchFamily="34" charset="-122"/>
                <a:cs typeface="Segoe UI" pitchFamily="34" charset="-120"/>
              </a:rPr>
              <a:t>Confirm your recovery email and phone number</a:t>
            </a:r>
            <a:endParaRPr lang="en-US" sz="1350" dirty="0"/>
          </a:p>
        </p:txBody>
      </p:sp>
      <p:sp>
        <p:nvSpPr>
          <p:cNvPr id="21" name="seg3"/>
          <p:cNvSpPr/>
          <p:nvPr/>
        </p:nvSpPr>
        <p:spPr>
          <a:xfrm>
            <a:off x="8509000" y="2095500"/>
            <a:ext cx="2667000" cy="2667000"/>
          </a:xfrm>
          <a:prstGeom prst="blockArc">
            <a:avLst>
              <a:gd name="adj1" fmla="val 7560000"/>
              <a:gd name="adj2" fmla="val 11640000"/>
              <a:gd name="adj3" fmla="val 8000"/>
            </a:avLst>
          </a:prstGeom>
          <a:solidFill>
            <a:srgbClr val="3FF0FF"/>
          </a:solidFill>
          <a:ln/>
          <a:effectLst>
            <a:outerShdw sx="100000" sy="100000" kx="0" ky="0" algn="bl" rotWithShape="0" blurRad="114300" dist="50800" dir="5400000">
              <a:srgbClr val="3FF0FF">
                <a:alpha val="70000"/>
              </a:srgbClr>
            </a:outerShdw>
          </a:effectLst>
        </p:spPr>
      </p:sp>
      <p:sp>
        <p:nvSpPr>
          <p:cNvPr id="22" name="ord4"/>
          <p:cNvSpPr/>
          <p:nvPr/>
        </p:nvSpPr>
        <p:spPr>
          <a:xfrm>
            <a:off x="812800" y="4749800"/>
            <a:ext cx="6985000" cy="609600"/>
          </a:xfrm>
          <a:prstGeom prst="roundRect">
            <a:avLst>
              <a:gd name="adj" fmla="val 18000"/>
            </a:avLst>
          </a:prstGeom>
          <a:solidFill>
            <a:srgbClr val="0A1A2E">
              <a:alpha val="70000"/>
            </a:srgbClr>
          </a:solidFill>
          <a:ln w="9525">
            <a:solidFill>
              <a:srgbClr val="FFC94D"/>
            </a:solidFill>
            <a:prstDash val="solid"/>
          </a:ln>
          <a:effectLst>
            <a:outerShdw sx="100000" sy="100000" kx="0" ky="0" algn="bl" rotWithShape="0" blurRad="114300" dist="50800" dir="5400000">
              <a:srgbClr val="FFC94D">
                <a:alpha val="55000"/>
              </a:srgbClr>
            </a:outerShdw>
          </a:effectLst>
        </p:spPr>
      </p:sp>
      <p:sp>
        <p:nvSpPr>
          <p:cNvPr id="23" name="ordn4"/>
          <p:cNvSpPr/>
          <p:nvPr/>
        </p:nvSpPr>
        <p:spPr>
          <a:xfrm>
            <a:off x="939800" y="4864100"/>
            <a:ext cx="381000" cy="381000"/>
          </a:xfrm>
          <a:prstGeom prst="roundRect">
            <a:avLst>
              <a:gd name="adj" fmla="val 120000"/>
            </a:avLst>
          </a:prstGeom>
          <a:solidFill>
            <a:srgbClr val="FFC94D"/>
          </a:solidFill>
          <a:ln/>
          <a:effectLst>
            <a:outerShdw sx="100000" sy="100000" kx="0" ky="0" algn="bl" rotWithShape="0" blurRad="114300" dist="50800" dir="5400000">
              <a:srgbClr val="FFC94D">
                <a:alpha val="45000"/>
              </a:srgbClr>
            </a:outerShdw>
          </a:effectLst>
        </p:spPr>
        <p:txBody>
          <a:bodyPr wrap="square" lIns="0" tIns="0" rIns="0" bIns="0" rtlCol="0" anchor="ctr"/>
          <a:lstStyle/>
          <a:p>
            <a:pPr algn="ctr" indent="0" marL="0">
              <a:buNone/>
            </a:pPr>
            <a:r>
              <a:rPr lang="en-US" sz="1500" b="1" dirty="0">
                <a:solidFill>
                  <a:srgbClr val="06101E"/>
                </a:solidFill>
                <a:latin typeface="Consolas" pitchFamily="34" charset="0"/>
                <a:ea typeface="Consolas" pitchFamily="34" charset="-122"/>
                <a:cs typeface="Consolas" pitchFamily="34" charset="-120"/>
              </a:rPr>
              <a:t>5</a:t>
            </a:r>
            <a:endParaRPr lang="en-US" sz="1500" dirty="0"/>
          </a:p>
        </p:txBody>
      </p:sp>
      <p:sp>
        <p:nvSpPr>
          <p:cNvPr id="24" name="ordt4"/>
          <p:cNvSpPr txBox="1"/>
          <p:nvPr/>
        </p:nvSpPr>
        <p:spPr>
          <a:xfrm>
            <a:off x="1498600" y="4838700"/>
            <a:ext cx="6159500" cy="444500"/>
          </a:xfrm>
          <a:prstGeom prst="rect">
            <a:avLst/>
          </a:prstGeom>
          <a:noFill/>
          <a:ln/>
        </p:spPr>
        <p:txBody>
          <a:bodyPr wrap="square" lIns="0" tIns="0" rIns="0" bIns="0" rtlCol="0" anchor="ctr"/>
          <a:lstStyle/>
          <a:p>
            <a:pPr indent="0" marL="0">
              <a:buNone/>
            </a:pPr>
            <a:r>
              <a:rPr lang="en-US" sz="1350" b="1" dirty="0">
                <a:solidFill>
                  <a:srgbClr val="FFC94D"/>
                </a:solidFill>
                <a:latin typeface="Consolas" pitchFamily="34" charset="0"/>
                <a:ea typeface="Consolas" pitchFamily="34" charset="-122"/>
                <a:cs typeface="Consolas" pitchFamily="34" charset="-120"/>
              </a:rPr>
              <a:t>COURT ORDER 5 · </a:t>
            </a:r>
            <a:pPr indent="0" marL="0">
              <a:buNone/>
            </a:pPr>
            <a:r>
              <a:rPr lang="en-US" sz="1350" dirty="0">
                <a:solidFill>
                  <a:srgbClr val="E8FBFF"/>
                </a:solidFill>
                <a:latin typeface="Segoe UI" pitchFamily="34" charset="0"/>
                <a:ea typeface="Segoe UI" pitchFamily="34" charset="-122"/>
                <a:cs typeface="Segoe UI" pitchFamily="34" charset="-120"/>
              </a:rPr>
              <a:t>Log out of any device you do not recognise</a:t>
            </a:r>
            <a:endParaRPr lang="en-US" sz="1350" dirty="0"/>
          </a:p>
        </p:txBody>
      </p:sp>
      <p:sp>
        <p:nvSpPr>
          <p:cNvPr id="25" name="seg4"/>
          <p:cNvSpPr/>
          <p:nvPr/>
        </p:nvSpPr>
        <p:spPr>
          <a:xfrm>
            <a:off x="8509000" y="2095500"/>
            <a:ext cx="2667000" cy="2667000"/>
          </a:xfrm>
          <a:prstGeom prst="blockArc">
            <a:avLst>
              <a:gd name="adj1" fmla="val 11880000"/>
              <a:gd name="adj2" fmla="val 15960000"/>
              <a:gd name="adj3" fmla="val 8000"/>
            </a:avLst>
          </a:prstGeom>
          <a:solidFill>
            <a:srgbClr val="3FF0FF"/>
          </a:solidFill>
          <a:ln/>
          <a:effectLst>
            <a:outerShdw sx="100000" sy="100000" kx="0" ky="0" algn="bl" rotWithShape="0" blurRad="114300" dist="50800" dir="5400000">
              <a:srgbClr val="3FF0FF">
                <a:alpha val="70000"/>
              </a:srgbClr>
            </a:outerShdw>
          </a:effectLst>
        </p:spPr>
      </p:sp>
      <p:pic>
        <p:nvPicPr>
          <p:cNvPr id="26" name="shield" descr="Shield">    </p:cNvPr>
          <p:cNvPicPr>
            <a:picLocks noChangeAspect="1"/>
          </p:cNvPicPr>
          <p:nvPr/>
        </p:nvPicPr>
        <p:blipFill>
          <a:blip r:embed="rId2"/>
          <a:stretch>
            <a:fillRect/>
          </a:stretch>
        </p:blipFill>
        <p:spPr>
          <a:xfrm>
            <a:off x="9207500" y="2794000"/>
            <a:ext cx="1270000" cy="1270000"/>
          </a:xfrm>
          <a:prstGeom prst="rect">
            <a:avLst/>
          </a:prstGeom>
        </p:spPr>
      </p:pic>
      <p:sp>
        <p:nvSpPr>
          <p:cNvPr id="27" name="pct"/>
          <p:cNvSpPr txBox="1"/>
          <p:nvPr/>
        </p:nvSpPr>
        <p:spPr>
          <a:xfrm>
            <a:off x="8255000" y="4953000"/>
            <a:ext cx="3175000" cy="317500"/>
          </a:xfrm>
          <a:prstGeom prst="rect">
            <a:avLst/>
          </a:prstGeom>
          <a:noFill/>
          <a:ln/>
        </p:spPr>
        <p:txBody>
          <a:bodyPr wrap="square" lIns="0" tIns="0" rIns="0" bIns="0" rtlCol="0" anchor="t"/>
          <a:lstStyle/>
          <a:p>
            <a:pPr algn="ctr" indent="0" marL="0">
              <a:buNone/>
            </a:pPr>
            <a:r>
              <a:rPr lang="en-US" sz="1700" b="1" dirty="0">
                <a:solidFill>
                  <a:srgbClr val="3FF0FF"/>
                </a:solidFill>
                <a:latin typeface="Segoe UI" pitchFamily="34" charset="0"/>
                <a:ea typeface="Segoe UI" pitchFamily="34" charset="-122"/>
                <a:cs typeface="Segoe UI" pitchFamily="34" charset="-120"/>
              </a:rPr>
              <a:t>PROTECTION 100%</a:t>
            </a:r>
            <a:endParaRPr lang="en-US" sz="1700" dirty="0"/>
          </a:p>
        </p:txBody>
      </p:sp>
      <p:sp>
        <p:nvSpPr>
          <p:cNvPr id="28" name="adj"/>
          <p:cNvSpPr txBox="1"/>
          <p:nvPr/>
        </p:nvSpPr>
        <p:spPr>
          <a:xfrm>
            <a:off x="812800" y="5588000"/>
            <a:ext cx="10566400" cy="381000"/>
          </a:xfrm>
          <a:prstGeom prst="rect">
            <a:avLst/>
          </a:prstGeom>
          <a:noFill/>
          <a:ln/>
        </p:spPr>
        <p:txBody>
          <a:bodyPr wrap="square" lIns="0" tIns="0" rIns="0" bIns="0" rtlCol="0" anchor="t"/>
          <a:lstStyle/>
          <a:p>
            <a:pPr indent="0" marL="0">
              <a:buNone/>
            </a:pPr>
            <a:r>
              <a:rPr lang="en-US" sz="1800" b="1" dirty="0">
                <a:solidFill>
                  <a:srgbClr val="E8FBFF"/>
                </a:solidFill>
                <a:latin typeface="Segoe UI" pitchFamily="34" charset="0"/>
                <a:ea typeface="Segoe UI" pitchFamily="34" charset="-122"/>
                <a:cs typeface="Segoe UI" pitchFamily="34" charset="-120"/>
              </a:rPr>
              <a:t>Court is adjourned. </a:t>
            </a:r>
            <a:pPr indent="0" marL="0">
              <a:buNone/>
            </a:pPr>
            <a:r>
              <a:rPr lang="en-US" sz="1800" i="1" dirty="0">
                <a:solidFill>
                  <a:srgbClr val="FFC94D"/>
                </a:solidFill>
                <a:latin typeface="Segoe UI" pitchFamily="34" charset="0"/>
                <a:ea typeface="Segoe UI" pitchFamily="34" charset="-122"/>
                <a:cs typeface="Segoe UI" pitchFamily="34" charset="-120"/>
              </a:rPr>
              <a:t>Thank you. Questions from the gallery?</a:t>
            </a:r>
            <a:endParaRPr lang="en-US" sz="1800" dirty="0"/>
          </a:p>
        </p:txBody>
      </p:sp>
      <p:pic>
        <p:nvPicPr>
          <p:cNvPr id="29" name="hud" descr="/tmp/claude-0/-home-user-bangladesh-crime-monitor/cb82e52d-05bf-5acf-9e17-5b7416beecee/scratchpad/animppt/holo/court/hud.png">    </p:cNvPr>
          <p:cNvPicPr>
            <a:picLocks noChangeAspect="1"/>
          </p:cNvPicPr>
          <p:nvPr/>
        </p:nvPicPr>
        <p:blipFill>
          <a:blip r:embed="rId3"/>
          <a:stretch>
            <a:fillRect/>
          </a:stretch>
        </p:blipFill>
        <p:spPr>
          <a:xfrm>
            <a:off x="0" y="0"/>
            <a:ext cx="12191695" cy="6858000"/>
          </a:xfrm>
          <a:prstGeom prst="rect">
            <a:avLst/>
          </a:prstGeom>
        </p:spPr>
      </p:pic>
      <p:pic>
        <p:nvPicPr>
          <p:cNvPr id="30" name="hudring" descr="/tmp/claude-0/-home-user-bangladesh-crime-monitor/cb82e52d-05bf-5acf-9e17-5b7416beecee/scratchpad/animppt/holo/court/ring.png">    </p:cNvPr>
          <p:cNvPicPr>
            <a:picLocks noChangeAspect="1"/>
          </p:cNvPicPr>
          <p:nvPr/>
        </p:nvPicPr>
        <p:blipFill>
          <a:blip r:embed="rId4"/>
          <a:stretch>
            <a:fillRect/>
          </a:stretch>
        </p:blipFill>
        <p:spPr>
          <a:xfrm>
            <a:off x="11125200" y="152400"/>
            <a:ext cx="952500" cy="952500"/>
          </a:xfrm>
          <a:prstGeom prst="rect">
            <a:avLst/>
          </a:prstGeom>
        </p:spPr>
      </p:pic>
      <p:pic>
        <p:nvPicPr>
          <p:cNvPr id="31" name="scanbar" descr="/tmp/claude-0/-home-user-bangladesh-crime-monitor/cb82e52d-05bf-5acf-9e17-5b7416beecee/scratchpad/animppt/holo/court/scan.png">    </p:cNvPr>
          <p:cNvPicPr>
            <a:picLocks noChangeAspect="1"/>
          </p:cNvPicPr>
          <p:nvPr/>
        </p:nvPicPr>
        <p:blipFill>
          <a:blip r:embed="rId5"/>
          <a:stretch>
            <a:fillRect/>
          </a:stretch>
        </p:blipFill>
        <p:spPr>
          <a:xfrm>
            <a:off x="0" y="0"/>
            <a:ext cx="12191695" cy="381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121" fill="hold">
                      <p:stCondLst>
                        <p:cond delay="indefinite"/>
                        <p:cond evt="onBegin" delay="0">
                          <p:tn val="2"/>
                        </p:cond>
                      </p:stCondLst>
                      <p:childTnLst>
                        <p:par>
                          <p:cTn id="122" fill="hold">
                            <p:stCondLst>
                              <p:cond delay="0"/>
                            </p:stCondLst>
                            <p:childTnLst>
                              <p:par>
                                <p:cTn id="6" presetID="22" presetClass="entr" presetSubtype="1"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wipe(down)">
                                      <p:cBhvr>
                                        <p:cTn id="4" dur="400"/>
                                        <p:tgtEl>
                                          <p:spTgt spid="3"/>
                                        </p:tgtEl>
                                      </p:cBhvr>
                                    </p:animEffect>
                                    <p:animEffect transition="in" filter="fade">
                                      <p:cBhvr>
                                        <p:cTn id="5" dur="400"/>
                                        <p:tgtEl>
                                          <p:spTgt spid="3"/>
                                        </p:tgtEl>
                                      </p:cBhvr>
                                    </p:animEffect>
                                  </p:childTnLst>
                                </p:cTn>
                              </p:par>
                              <p:par>
                                <p:cTn id="9" presetID="10" presetClass="entr" presetSubtype="0" fill="hold" grpId="0" nodeType="withEffect">
                                  <p:stCondLst>
                                    <p:cond delay="0"/>
                                  </p:stCondLst>
                                  <p:childTnLst>
                                    <p:set>
                                      <p:cBhvr>
                                        <p:cTn id="7" dur="1" fill="hold">
                                          <p:stCondLst>
                                            <p:cond delay="0"/>
                                          </p:stCondLst>
                                        </p:cTn>
                                        <p:tgtEl>
                                          <p:spTgt spid="29"/>
                                        </p:tgtEl>
                                        <p:attrNameLst>
                                          <p:attrName>style.visibility</p:attrName>
                                        </p:attrNameLst>
                                      </p:cBhvr>
                                      <p:to>
                                        <p:strVal val="visible"/>
                                      </p:to>
                                    </p:set>
                                    <p:animEffect transition="in" filter="fade">
                                      <p:cBhvr>
                                        <p:cTn id="8" dur="500"/>
                                        <p:tgtEl>
                                          <p:spTgt spid="29"/>
                                        </p:tgtEl>
                                      </p:cBhvr>
                                    </p:animEffect>
                                  </p:childTnLst>
                                </p:cTn>
                              </p:par>
                              <p:par>
                                <p:cTn id="12" presetID="10"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500"/>
                                        <p:tgtEl>
                                          <p:spTgt spid="30"/>
                                        </p:tgtEl>
                                      </p:cBhvr>
                                    </p:animEffect>
                                  </p:childTnLst>
                                </p:cTn>
                              </p:par>
                              <p:par>
                                <p:cTn id="16" presetID="22" presetClass="entr" presetSubtype="1" fill="hold" grpId="0" nodeType="withEffect">
                                  <p:stCondLst>
                                    <p:cond delay="100"/>
                                  </p:stCondLst>
                                  <p:childTnLst>
                                    <p:set>
                                      <p:cBhvr>
                                        <p:cTn id="13" dur="1" fill="hold">
                                          <p:stCondLst>
                                            <p:cond delay="0"/>
                                          </p:stCondLst>
                                        </p:cTn>
                                        <p:tgtEl>
                                          <p:spTgt spid="4"/>
                                        </p:tgtEl>
                                        <p:attrNameLst>
                                          <p:attrName>style.visibility</p:attrName>
                                        </p:attrNameLst>
                                      </p:cBhvr>
                                      <p:to>
                                        <p:strVal val="visible"/>
                                      </p:to>
                                    </p:set>
                                    <p:animEffect transition="in" filter="wipe(down)">
                                      <p:cBhvr>
                                        <p:cTn id="14" dur="600"/>
                                        <p:tgtEl>
                                          <p:spTgt spid="4"/>
                                        </p:tgtEl>
                                      </p:cBhvr>
                                    </p:animEffect>
                                    <p:animEffect transition="in" filter="fade">
                                      <p:cBhvr>
                                        <p:cTn id="15" dur="600"/>
                                        <p:tgtEl>
                                          <p:spTgt spid="4"/>
                                        </p:tgtEl>
                                      </p:cBhvr>
                                    </p:animEffect>
                                  </p:childTnLst>
                                </p:cTn>
                              </p:par>
                              <p:par>
                                <p:cTn id="18" presetID="0" presetClass="path" presetSubtype="0" fill="hold" grpId="0" nodeType="withEffect" repeatCount="indefinite">
                                  <p:stCondLst>
                                    <p:cond delay="300"/>
                                  </p:stCondLst>
                                  <p:childTnLst>
                                    <p:animMotion origin="layout" path="M 0 0 L 0 1 E" pathEditMode="relative" ptsTypes="AA">
                                      <p:cBhvr>
                                        <p:cTn id="17" dur="5200" fill="hold"/>
                                        <p:tgtEl>
                                          <p:spTgt spid="31"/>
                                        </p:tgtEl>
                                        <p:attrNameLst>
                                          <p:attrName>ppt_x</p:attrName>
                                          <p:attrName>ppt_y</p:attrName>
                                        </p:attrNameLst>
                                      </p:cBhvr>
                                    </p:animMotion>
                                  </p:childTnLst>
                                </p:cTn>
                              </p:par>
                              <p:par>
                                <p:cTn id="21" presetID="10" presetClass="entr" presetSubtype="0" fill="hold" grpId="0" nodeType="withEffect">
                                  <p:stCondLst>
                                    <p:cond delay="40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par>
                                <p:cTn id="25" presetID="22" presetClass="entr" presetSubtype="1" fill="hold" grpId="0" nodeType="withEffect">
                                  <p:stCondLst>
                                    <p:cond delay="500"/>
                                  </p:stCondLst>
                                  <p:childTnLst>
                                    <p:set>
                                      <p:cBhvr>
                                        <p:cTn id="22" dur="1" fill="hold">
                                          <p:stCondLst>
                                            <p:cond delay="0"/>
                                          </p:stCondLst>
                                        </p:cTn>
                                        <p:tgtEl>
                                          <p:spTgt spid="26"/>
                                        </p:tgtEl>
                                        <p:attrNameLst>
                                          <p:attrName>style.visibility</p:attrName>
                                        </p:attrNameLst>
                                      </p:cBhvr>
                                      <p:to>
                                        <p:strVal val="visible"/>
                                      </p:to>
                                    </p:set>
                                    <p:animEffect transition="in" filter="wipe(down)">
                                      <p:cBhvr>
                                        <p:cTn id="23" dur="600"/>
                                        <p:tgtEl>
                                          <p:spTgt spid="26"/>
                                        </p:tgtEl>
                                      </p:cBhvr>
                                    </p:animEffect>
                                    <p:animEffect transition="in" filter="fade">
                                      <p:cBhvr>
                                        <p:cTn id="24" dur="600"/>
                                        <p:tgtEl>
                                          <p:spTgt spid="26"/>
                                        </p:tgtEl>
                                      </p:cBhvr>
                                    </p:animEffect>
                                  </p:childTnLst>
                                </p:cTn>
                              </p:par>
                              <p:par>
                                <p:cTn id="27" presetID="8" presetClass="emph" presetSubtype="0" fill="hold" grpId="1" nodeType="withEffect" repeatCount="indefinite">
                                  <p:stCondLst>
                                    <p:cond delay="500"/>
                                  </p:stCondLst>
                                  <p:childTnLst>
                                    <p:animRot by="21600000">
                                      <p:cBhvr>
                                        <p:cTn id="26" dur="16000" fill="hold"/>
                                        <p:tgtEl>
                                          <p:spTgt spid="30"/>
                                        </p:tgtEl>
                                        <p:attrNameLst>
                                          <p:attrName>r</p:attrName>
                                        </p:attrNameLst>
                                      </p:cBhvr>
                                    </p:animRot>
                                  </p:childTnLst>
                                </p:cTn>
                              </p:par>
                              <p:par>
                                <p:cTn id="31" presetID="22" presetClass="entr" presetSubtype="1" fill="hold" grpId="0" nodeType="withEffect">
                                  <p:stCondLst>
                                    <p:cond delay="700"/>
                                  </p:stCondLst>
                                  <p:childTnLst>
                                    <p:set>
                                      <p:cBhvr>
                                        <p:cTn id="28" dur="1" fill="hold">
                                          <p:stCondLst>
                                            <p:cond delay="0"/>
                                          </p:stCondLst>
                                        </p:cTn>
                                        <p:tgtEl>
                                          <p:spTgt spid="6"/>
                                        </p:tgtEl>
                                        <p:attrNameLst>
                                          <p:attrName>style.visibility</p:attrName>
                                        </p:attrNameLst>
                                      </p:cBhvr>
                                      <p:to>
                                        <p:strVal val="visible"/>
                                      </p:to>
                                    </p:set>
                                    <p:animEffect transition="in" filter="wipe(down)">
                                      <p:cBhvr>
                                        <p:cTn id="29" dur="450"/>
                                        <p:tgtEl>
                                          <p:spTgt spid="6"/>
                                        </p:tgtEl>
                                      </p:cBhvr>
                                    </p:animEffect>
                                    <p:animEffect transition="in" filter="fade">
                                      <p:cBhvr>
                                        <p:cTn id="30" dur="450"/>
                                        <p:tgtEl>
                                          <p:spTgt spid="6"/>
                                        </p:tgtEl>
                                      </p:cBhvr>
                                    </p:animEffect>
                                  </p:childTnLst>
                                </p:cTn>
                              </p:par>
                              <p:par>
                                <p:cTn id="33" presetID="0" presetClass="path" presetSubtype="0" fill="hold" grpId="1" nodeType="withEffect" autoRev="1" repeatCount="3000">
                                  <p:stCondLst>
                                    <p:cond delay="750"/>
                                  </p:stCondLst>
                                  <p:childTnLst>
                                    <p:animMotion origin="layout" path="M 0 0 L 0.008 0 E" pathEditMode="relative" ptsTypes="AA">
                                      <p:cBhvr>
                                        <p:cTn id="32" dur="45" fill="hold"/>
                                        <p:tgtEl>
                                          <p:spTgt spid="4"/>
                                        </p:tgtEl>
                                        <p:attrNameLst>
                                          <p:attrName>ppt_x</p:attrName>
                                          <p:attrName>ppt_y</p:attrName>
                                        </p:attrNameLst>
                                      </p:cBhvr>
                                    </p:animMotion>
                                  </p:childTnLst>
                                </p:cTn>
                              </p:par>
                              <p:par>
                                <p:cTn id="38" presetID="53" presetClass="entr" presetSubtype="16" fill="hold" grpId="0" nodeType="withEffect">
                                  <p:stCondLst>
                                    <p:cond delay="850"/>
                                  </p:stCondLst>
                                  <p:childTnLst>
                                    <p:set>
                                      <p:cBhvr>
                                        <p:cTn id="34" dur="1" fill="hold">
                                          <p:stCondLst>
                                            <p:cond delay="0"/>
                                          </p:stCondLst>
                                        </p:cTn>
                                        <p:tgtEl>
                                          <p:spTgt spid="7"/>
                                        </p:tgtEl>
                                        <p:attrNameLst>
                                          <p:attrName>style.visibility</p:attrName>
                                        </p:attrNameLst>
                                      </p:cBhvr>
                                      <p:to>
                                        <p:strVal val="visible"/>
                                      </p:to>
                                    </p:set>
                                    <p:anim calcmode="lin" valueType="num">
                                      <p:cBhvr additive="base">
                                        <p:cTn id="35" dur="350" fill="hold"/>
                                        <p:tgtEl>
                                          <p:spTgt spid="7"/>
                                        </p:tgtEl>
                                        <p:attrNameLst>
                                          <p:attrName>ppt_w</p:attrName>
                                        </p:attrNameLst>
                                      </p:cBhvr>
                                      <p:tavLst>
                                        <p:tav tm="0">
                                          <p:val>
                                            <p:strVal val="0"/>
                                          </p:val>
                                        </p:tav>
                                        <p:tav tm="100000">
                                          <p:val>
                                            <p:strVal val="#ppt_w"/>
                                          </p:val>
                                        </p:tav>
                                      </p:tavLst>
                                    </p:anim>
                                    <p:anim calcmode="lin" valueType="num">
                                      <p:cBhvr additive="base">
                                        <p:cTn id="36" dur="350" fill="hold"/>
                                        <p:tgtEl>
                                          <p:spTgt spid="7"/>
                                        </p:tgtEl>
                                        <p:attrNameLst>
                                          <p:attrName>ppt_h</p:attrName>
                                        </p:attrNameLst>
                                      </p:cBhvr>
                                      <p:tavLst>
                                        <p:tav tm="0">
                                          <p:val>
                                            <p:strVal val="0"/>
                                          </p:val>
                                        </p:tav>
                                        <p:tav tm="100000">
                                          <p:val>
                                            <p:strVal val="#ppt_h"/>
                                          </p:val>
                                        </p:tav>
                                      </p:tavLst>
                                    </p:anim>
                                    <p:animEffect transition="in" filter="fade">
                                      <p:cBhvr>
                                        <p:cTn id="37" dur="350"/>
                                        <p:tgtEl>
                                          <p:spTgt spid="7"/>
                                        </p:tgtEl>
                                      </p:cBhvr>
                                    </p:animEffect>
                                  </p:childTnLst>
                                </p:cTn>
                              </p:par>
                              <p:par>
                                <p:cTn id="42" presetID="22" presetClass="entr" presetSubtype="1" fill="hold" grpId="0" nodeType="withEffect">
                                  <p:stCondLst>
                                    <p:cond delay="850"/>
                                  </p:stCondLst>
                                  <p:childTnLst>
                                    <p:set>
                                      <p:cBhvr>
                                        <p:cTn id="39" dur="1" fill="hold">
                                          <p:stCondLst>
                                            <p:cond delay="0"/>
                                          </p:stCondLst>
                                        </p:cTn>
                                        <p:tgtEl>
                                          <p:spTgt spid="8"/>
                                        </p:tgtEl>
                                        <p:attrNameLst>
                                          <p:attrName>style.visibility</p:attrName>
                                        </p:attrNameLst>
                                      </p:cBhvr>
                                      <p:to>
                                        <p:strVal val="visible"/>
                                      </p:to>
                                    </p:set>
                                    <p:animEffect transition="in" filter="wipe(down)">
                                      <p:cBhvr>
                                        <p:cTn id="40" dur="450"/>
                                        <p:tgtEl>
                                          <p:spTgt spid="8"/>
                                        </p:tgtEl>
                                      </p:cBhvr>
                                    </p:animEffect>
                                    <p:animEffect transition="in" filter="fade">
                                      <p:cBhvr>
                                        <p:cTn id="41" dur="450"/>
                                        <p:tgtEl>
                                          <p:spTgt spid="8"/>
                                        </p:tgtEl>
                                      </p:cBhvr>
                                    </p:animEffect>
                                  </p:childTnLst>
                                </p:cTn>
                              </p:par>
                              <p:par>
                                <p:cTn id="45" presetID="21" presetClass="entr" presetSubtype="1" fill="hold" grpId="0" nodeType="withEffect">
                                  <p:stCondLst>
                                    <p:cond delay="1000"/>
                                  </p:stCondLst>
                                  <p:childTnLst>
                                    <p:set>
                                      <p:cBhvr>
                                        <p:cTn id="43" dur="1" fill="hold">
                                          <p:stCondLst>
                                            <p:cond delay="0"/>
                                          </p:stCondLst>
                                        </p:cTn>
                                        <p:tgtEl>
                                          <p:spTgt spid="9"/>
                                        </p:tgtEl>
                                        <p:attrNameLst>
                                          <p:attrName>style.visibility</p:attrName>
                                        </p:attrNameLst>
                                      </p:cBhvr>
                                      <p:to>
                                        <p:strVal val="visible"/>
                                      </p:to>
                                    </p:set>
                                    <p:animEffect transition="in" filter="wheel(1)">
                                      <p:cBhvr>
                                        <p:cTn id="44" dur="700"/>
                                        <p:tgtEl>
                                          <p:spTgt spid="9"/>
                                        </p:tgtEl>
                                      </p:cBhvr>
                                    </p:animEffect>
                                  </p:childTnLst>
                                </p:cTn>
                              </p:par>
                              <p:par>
                                <p:cTn id="49" presetID="22" presetClass="entr" presetSubtype="1" fill="hold" grpId="0" nodeType="withEffect">
                                  <p:stCondLst>
                                    <p:cond delay="1800"/>
                                  </p:stCondLst>
                                  <p:childTnLst>
                                    <p:set>
                                      <p:cBhvr>
                                        <p:cTn id="46" dur="1" fill="hold">
                                          <p:stCondLst>
                                            <p:cond delay="0"/>
                                          </p:stCondLst>
                                        </p:cTn>
                                        <p:tgtEl>
                                          <p:spTgt spid="10"/>
                                        </p:tgtEl>
                                        <p:attrNameLst>
                                          <p:attrName>style.visibility</p:attrName>
                                        </p:attrNameLst>
                                      </p:cBhvr>
                                      <p:to>
                                        <p:strVal val="visible"/>
                                      </p:to>
                                    </p:set>
                                    <p:animEffect transition="in" filter="wipe(down)">
                                      <p:cBhvr>
                                        <p:cTn id="47" dur="450"/>
                                        <p:tgtEl>
                                          <p:spTgt spid="10"/>
                                        </p:tgtEl>
                                      </p:cBhvr>
                                    </p:animEffect>
                                    <p:animEffect transition="in" filter="fade">
                                      <p:cBhvr>
                                        <p:cTn id="48" dur="450"/>
                                        <p:tgtEl>
                                          <p:spTgt spid="10"/>
                                        </p:tgtEl>
                                      </p:cBhvr>
                                    </p:animEffect>
                                  </p:childTnLst>
                                </p:cTn>
                              </p:par>
                              <p:par>
                                <p:cTn id="54" presetID="53" presetClass="entr" presetSubtype="16" fill="hold" grpId="0" nodeType="withEffect">
                                  <p:stCondLst>
                                    <p:cond delay="1950"/>
                                  </p:stCondLst>
                                  <p:childTnLst>
                                    <p:set>
                                      <p:cBhvr>
                                        <p:cTn id="50" dur="1" fill="hold">
                                          <p:stCondLst>
                                            <p:cond delay="0"/>
                                          </p:stCondLst>
                                        </p:cTn>
                                        <p:tgtEl>
                                          <p:spTgt spid="11"/>
                                        </p:tgtEl>
                                        <p:attrNameLst>
                                          <p:attrName>style.visibility</p:attrName>
                                        </p:attrNameLst>
                                      </p:cBhvr>
                                      <p:to>
                                        <p:strVal val="visible"/>
                                      </p:to>
                                    </p:set>
                                    <p:anim calcmode="lin" valueType="num">
                                      <p:cBhvr additive="base">
                                        <p:cTn id="51" dur="350" fill="hold"/>
                                        <p:tgtEl>
                                          <p:spTgt spid="11"/>
                                        </p:tgtEl>
                                        <p:attrNameLst>
                                          <p:attrName>ppt_w</p:attrName>
                                        </p:attrNameLst>
                                      </p:cBhvr>
                                      <p:tavLst>
                                        <p:tav tm="0">
                                          <p:val>
                                            <p:strVal val="0"/>
                                          </p:val>
                                        </p:tav>
                                        <p:tav tm="100000">
                                          <p:val>
                                            <p:strVal val="#ppt_w"/>
                                          </p:val>
                                        </p:tav>
                                      </p:tavLst>
                                    </p:anim>
                                    <p:anim calcmode="lin" valueType="num">
                                      <p:cBhvr additive="base">
                                        <p:cTn id="52" dur="350" fill="hold"/>
                                        <p:tgtEl>
                                          <p:spTgt spid="11"/>
                                        </p:tgtEl>
                                        <p:attrNameLst>
                                          <p:attrName>ppt_h</p:attrName>
                                        </p:attrNameLst>
                                      </p:cBhvr>
                                      <p:tavLst>
                                        <p:tav tm="0">
                                          <p:val>
                                            <p:strVal val="0"/>
                                          </p:val>
                                        </p:tav>
                                        <p:tav tm="100000">
                                          <p:val>
                                            <p:strVal val="#ppt_h"/>
                                          </p:val>
                                        </p:tav>
                                      </p:tavLst>
                                    </p:anim>
                                    <p:animEffect transition="in" filter="fade">
                                      <p:cBhvr>
                                        <p:cTn id="53" dur="350"/>
                                        <p:tgtEl>
                                          <p:spTgt spid="11"/>
                                        </p:tgtEl>
                                      </p:cBhvr>
                                    </p:animEffect>
                                  </p:childTnLst>
                                </p:cTn>
                              </p:par>
                              <p:par>
                                <p:cTn id="58" presetID="22" presetClass="entr" presetSubtype="1" fill="hold" grpId="0" nodeType="withEffect">
                                  <p:stCondLst>
                                    <p:cond delay="1950"/>
                                  </p:stCondLst>
                                  <p:childTnLst>
                                    <p:set>
                                      <p:cBhvr>
                                        <p:cTn id="55" dur="1" fill="hold">
                                          <p:stCondLst>
                                            <p:cond delay="0"/>
                                          </p:stCondLst>
                                        </p:cTn>
                                        <p:tgtEl>
                                          <p:spTgt spid="12"/>
                                        </p:tgtEl>
                                        <p:attrNameLst>
                                          <p:attrName>style.visibility</p:attrName>
                                        </p:attrNameLst>
                                      </p:cBhvr>
                                      <p:to>
                                        <p:strVal val="visible"/>
                                      </p:to>
                                    </p:set>
                                    <p:animEffect transition="in" filter="wipe(down)">
                                      <p:cBhvr>
                                        <p:cTn id="56" dur="450"/>
                                        <p:tgtEl>
                                          <p:spTgt spid="12"/>
                                        </p:tgtEl>
                                      </p:cBhvr>
                                    </p:animEffect>
                                    <p:animEffect transition="in" filter="fade">
                                      <p:cBhvr>
                                        <p:cTn id="57" dur="450"/>
                                        <p:tgtEl>
                                          <p:spTgt spid="12"/>
                                        </p:tgtEl>
                                      </p:cBhvr>
                                    </p:animEffect>
                                  </p:childTnLst>
                                </p:cTn>
                              </p:par>
                              <p:par>
                                <p:cTn id="61" presetID="21" presetClass="entr" presetSubtype="1" fill="hold" grpId="0" nodeType="withEffect">
                                  <p:stCondLst>
                                    <p:cond delay="2100"/>
                                  </p:stCondLst>
                                  <p:childTnLst>
                                    <p:set>
                                      <p:cBhvr>
                                        <p:cTn id="59" dur="1" fill="hold">
                                          <p:stCondLst>
                                            <p:cond delay="0"/>
                                          </p:stCondLst>
                                        </p:cTn>
                                        <p:tgtEl>
                                          <p:spTgt spid="13"/>
                                        </p:tgtEl>
                                        <p:attrNameLst>
                                          <p:attrName>style.visibility</p:attrName>
                                        </p:attrNameLst>
                                      </p:cBhvr>
                                      <p:to>
                                        <p:strVal val="visible"/>
                                      </p:to>
                                    </p:set>
                                    <p:animEffect transition="in" filter="wheel(1)">
                                      <p:cBhvr>
                                        <p:cTn id="60" dur="700"/>
                                        <p:tgtEl>
                                          <p:spTgt spid="13"/>
                                        </p:tgtEl>
                                      </p:cBhvr>
                                    </p:animEffect>
                                  </p:childTnLst>
                                </p:cTn>
                              </p:par>
                              <p:par>
                                <p:cTn id="65" presetID="22" presetClass="entr" presetSubtype="1" fill="hold" grpId="0" nodeType="withEffect">
                                  <p:stCondLst>
                                    <p:cond delay="2900"/>
                                  </p:stCondLst>
                                  <p:childTnLst>
                                    <p:set>
                                      <p:cBhvr>
                                        <p:cTn id="62" dur="1" fill="hold">
                                          <p:stCondLst>
                                            <p:cond delay="0"/>
                                          </p:stCondLst>
                                        </p:cTn>
                                        <p:tgtEl>
                                          <p:spTgt spid="14"/>
                                        </p:tgtEl>
                                        <p:attrNameLst>
                                          <p:attrName>style.visibility</p:attrName>
                                        </p:attrNameLst>
                                      </p:cBhvr>
                                      <p:to>
                                        <p:strVal val="visible"/>
                                      </p:to>
                                    </p:set>
                                    <p:animEffect transition="in" filter="wipe(down)">
                                      <p:cBhvr>
                                        <p:cTn id="63" dur="450"/>
                                        <p:tgtEl>
                                          <p:spTgt spid="14"/>
                                        </p:tgtEl>
                                      </p:cBhvr>
                                    </p:animEffect>
                                    <p:animEffect transition="in" filter="fade">
                                      <p:cBhvr>
                                        <p:cTn id="64" dur="450"/>
                                        <p:tgtEl>
                                          <p:spTgt spid="14"/>
                                        </p:tgtEl>
                                      </p:cBhvr>
                                    </p:animEffect>
                                  </p:childTnLst>
                                </p:cTn>
                              </p:par>
                              <p:par>
                                <p:cTn id="70" presetID="53" presetClass="entr" presetSubtype="16" fill="hold" grpId="0" nodeType="withEffect">
                                  <p:stCondLst>
                                    <p:cond delay="3050"/>
                                  </p:stCondLst>
                                  <p:childTnLst>
                                    <p:set>
                                      <p:cBhvr>
                                        <p:cTn id="66" dur="1" fill="hold">
                                          <p:stCondLst>
                                            <p:cond delay="0"/>
                                          </p:stCondLst>
                                        </p:cTn>
                                        <p:tgtEl>
                                          <p:spTgt spid="15"/>
                                        </p:tgtEl>
                                        <p:attrNameLst>
                                          <p:attrName>style.visibility</p:attrName>
                                        </p:attrNameLst>
                                      </p:cBhvr>
                                      <p:to>
                                        <p:strVal val="visible"/>
                                      </p:to>
                                    </p:set>
                                    <p:anim calcmode="lin" valueType="num">
                                      <p:cBhvr additive="base">
                                        <p:cTn id="67" dur="350" fill="hold"/>
                                        <p:tgtEl>
                                          <p:spTgt spid="15"/>
                                        </p:tgtEl>
                                        <p:attrNameLst>
                                          <p:attrName>ppt_w</p:attrName>
                                        </p:attrNameLst>
                                      </p:cBhvr>
                                      <p:tavLst>
                                        <p:tav tm="0">
                                          <p:val>
                                            <p:strVal val="0"/>
                                          </p:val>
                                        </p:tav>
                                        <p:tav tm="100000">
                                          <p:val>
                                            <p:strVal val="#ppt_w"/>
                                          </p:val>
                                        </p:tav>
                                      </p:tavLst>
                                    </p:anim>
                                    <p:anim calcmode="lin" valueType="num">
                                      <p:cBhvr additive="base">
                                        <p:cTn id="68" dur="350" fill="hold"/>
                                        <p:tgtEl>
                                          <p:spTgt spid="15"/>
                                        </p:tgtEl>
                                        <p:attrNameLst>
                                          <p:attrName>ppt_h</p:attrName>
                                        </p:attrNameLst>
                                      </p:cBhvr>
                                      <p:tavLst>
                                        <p:tav tm="0">
                                          <p:val>
                                            <p:strVal val="0"/>
                                          </p:val>
                                        </p:tav>
                                        <p:tav tm="100000">
                                          <p:val>
                                            <p:strVal val="#ppt_h"/>
                                          </p:val>
                                        </p:tav>
                                      </p:tavLst>
                                    </p:anim>
                                    <p:animEffect transition="in" filter="fade">
                                      <p:cBhvr>
                                        <p:cTn id="69" dur="350"/>
                                        <p:tgtEl>
                                          <p:spTgt spid="15"/>
                                        </p:tgtEl>
                                      </p:cBhvr>
                                    </p:animEffect>
                                  </p:childTnLst>
                                </p:cTn>
                              </p:par>
                              <p:par>
                                <p:cTn id="74" presetID="22" presetClass="entr" presetSubtype="1" fill="hold" grpId="0" nodeType="withEffect">
                                  <p:stCondLst>
                                    <p:cond delay="3050"/>
                                  </p:stCondLst>
                                  <p:childTnLst>
                                    <p:set>
                                      <p:cBhvr>
                                        <p:cTn id="71" dur="1" fill="hold">
                                          <p:stCondLst>
                                            <p:cond delay="0"/>
                                          </p:stCondLst>
                                        </p:cTn>
                                        <p:tgtEl>
                                          <p:spTgt spid="16"/>
                                        </p:tgtEl>
                                        <p:attrNameLst>
                                          <p:attrName>style.visibility</p:attrName>
                                        </p:attrNameLst>
                                      </p:cBhvr>
                                      <p:to>
                                        <p:strVal val="visible"/>
                                      </p:to>
                                    </p:set>
                                    <p:animEffect transition="in" filter="wipe(down)">
                                      <p:cBhvr>
                                        <p:cTn id="72" dur="450"/>
                                        <p:tgtEl>
                                          <p:spTgt spid="16"/>
                                        </p:tgtEl>
                                      </p:cBhvr>
                                    </p:animEffect>
                                    <p:animEffect transition="in" filter="fade">
                                      <p:cBhvr>
                                        <p:cTn id="73" dur="450"/>
                                        <p:tgtEl>
                                          <p:spTgt spid="16"/>
                                        </p:tgtEl>
                                      </p:cBhvr>
                                    </p:animEffect>
                                  </p:childTnLst>
                                </p:cTn>
                              </p:par>
                              <p:par>
                                <p:cTn id="77" presetID="21" presetClass="entr" presetSubtype="1" fill="hold" grpId="0" nodeType="withEffect">
                                  <p:stCondLst>
                                    <p:cond delay="3200"/>
                                  </p:stCondLst>
                                  <p:childTnLst>
                                    <p:set>
                                      <p:cBhvr>
                                        <p:cTn id="75" dur="1" fill="hold">
                                          <p:stCondLst>
                                            <p:cond delay="0"/>
                                          </p:stCondLst>
                                        </p:cTn>
                                        <p:tgtEl>
                                          <p:spTgt spid="17"/>
                                        </p:tgtEl>
                                        <p:attrNameLst>
                                          <p:attrName>style.visibility</p:attrName>
                                        </p:attrNameLst>
                                      </p:cBhvr>
                                      <p:to>
                                        <p:strVal val="visible"/>
                                      </p:to>
                                    </p:set>
                                    <p:animEffect transition="in" filter="wheel(1)">
                                      <p:cBhvr>
                                        <p:cTn id="76" dur="700"/>
                                        <p:tgtEl>
                                          <p:spTgt spid="17"/>
                                        </p:tgtEl>
                                      </p:cBhvr>
                                    </p:animEffect>
                                  </p:childTnLst>
                                </p:cTn>
                              </p:par>
                              <p:par>
                                <p:cTn id="81" presetID="22" presetClass="entr" presetSubtype="1" fill="hold" grpId="0" nodeType="withEffect">
                                  <p:stCondLst>
                                    <p:cond delay="4000"/>
                                  </p:stCondLst>
                                  <p:childTnLst>
                                    <p:set>
                                      <p:cBhvr>
                                        <p:cTn id="78" dur="1" fill="hold">
                                          <p:stCondLst>
                                            <p:cond delay="0"/>
                                          </p:stCondLst>
                                        </p:cTn>
                                        <p:tgtEl>
                                          <p:spTgt spid="18"/>
                                        </p:tgtEl>
                                        <p:attrNameLst>
                                          <p:attrName>style.visibility</p:attrName>
                                        </p:attrNameLst>
                                      </p:cBhvr>
                                      <p:to>
                                        <p:strVal val="visible"/>
                                      </p:to>
                                    </p:set>
                                    <p:animEffect transition="in" filter="wipe(down)">
                                      <p:cBhvr>
                                        <p:cTn id="79" dur="450"/>
                                        <p:tgtEl>
                                          <p:spTgt spid="18"/>
                                        </p:tgtEl>
                                      </p:cBhvr>
                                    </p:animEffect>
                                    <p:animEffect transition="in" filter="fade">
                                      <p:cBhvr>
                                        <p:cTn id="80" dur="450"/>
                                        <p:tgtEl>
                                          <p:spTgt spid="18"/>
                                        </p:tgtEl>
                                      </p:cBhvr>
                                    </p:animEffect>
                                  </p:childTnLst>
                                </p:cTn>
                              </p:par>
                              <p:par>
                                <p:cTn id="86" presetID="53" presetClass="entr" presetSubtype="16" fill="hold" grpId="0" nodeType="withEffect">
                                  <p:stCondLst>
                                    <p:cond delay="4150"/>
                                  </p:stCondLst>
                                  <p:childTnLst>
                                    <p:set>
                                      <p:cBhvr>
                                        <p:cTn id="82" dur="1" fill="hold">
                                          <p:stCondLst>
                                            <p:cond delay="0"/>
                                          </p:stCondLst>
                                        </p:cTn>
                                        <p:tgtEl>
                                          <p:spTgt spid="19"/>
                                        </p:tgtEl>
                                        <p:attrNameLst>
                                          <p:attrName>style.visibility</p:attrName>
                                        </p:attrNameLst>
                                      </p:cBhvr>
                                      <p:to>
                                        <p:strVal val="visible"/>
                                      </p:to>
                                    </p:set>
                                    <p:anim calcmode="lin" valueType="num">
                                      <p:cBhvr additive="base">
                                        <p:cTn id="83" dur="350" fill="hold"/>
                                        <p:tgtEl>
                                          <p:spTgt spid="19"/>
                                        </p:tgtEl>
                                        <p:attrNameLst>
                                          <p:attrName>ppt_w</p:attrName>
                                        </p:attrNameLst>
                                      </p:cBhvr>
                                      <p:tavLst>
                                        <p:tav tm="0">
                                          <p:val>
                                            <p:strVal val="0"/>
                                          </p:val>
                                        </p:tav>
                                        <p:tav tm="100000">
                                          <p:val>
                                            <p:strVal val="#ppt_w"/>
                                          </p:val>
                                        </p:tav>
                                      </p:tavLst>
                                    </p:anim>
                                    <p:anim calcmode="lin" valueType="num">
                                      <p:cBhvr additive="base">
                                        <p:cTn id="84" dur="350" fill="hold"/>
                                        <p:tgtEl>
                                          <p:spTgt spid="19"/>
                                        </p:tgtEl>
                                        <p:attrNameLst>
                                          <p:attrName>ppt_h</p:attrName>
                                        </p:attrNameLst>
                                      </p:cBhvr>
                                      <p:tavLst>
                                        <p:tav tm="0">
                                          <p:val>
                                            <p:strVal val="0"/>
                                          </p:val>
                                        </p:tav>
                                        <p:tav tm="100000">
                                          <p:val>
                                            <p:strVal val="#ppt_h"/>
                                          </p:val>
                                        </p:tav>
                                      </p:tavLst>
                                    </p:anim>
                                    <p:animEffect transition="in" filter="fade">
                                      <p:cBhvr>
                                        <p:cTn id="85" dur="350"/>
                                        <p:tgtEl>
                                          <p:spTgt spid="19"/>
                                        </p:tgtEl>
                                      </p:cBhvr>
                                    </p:animEffect>
                                  </p:childTnLst>
                                </p:cTn>
                              </p:par>
                              <p:par>
                                <p:cTn id="90" presetID="22" presetClass="entr" presetSubtype="1" fill="hold" grpId="0" nodeType="withEffect">
                                  <p:stCondLst>
                                    <p:cond delay="4150"/>
                                  </p:stCondLst>
                                  <p:childTnLst>
                                    <p:set>
                                      <p:cBhvr>
                                        <p:cTn id="87" dur="1" fill="hold">
                                          <p:stCondLst>
                                            <p:cond delay="0"/>
                                          </p:stCondLst>
                                        </p:cTn>
                                        <p:tgtEl>
                                          <p:spTgt spid="20"/>
                                        </p:tgtEl>
                                        <p:attrNameLst>
                                          <p:attrName>style.visibility</p:attrName>
                                        </p:attrNameLst>
                                      </p:cBhvr>
                                      <p:to>
                                        <p:strVal val="visible"/>
                                      </p:to>
                                    </p:set>
                                    <p:animEffect transition="in" filter="wipe(down)">
                                      <p:cBhvr>
                                        <p:cTn id="88" dur="450"/>
                                        <p:tgtEl>
                                          <p:spTgt spid="20"/>
                                        </p:tgtEl>
                                      </p:cBhvr>
                                    </p:animEffect>
                                    <p:animEffect transition="in" filter="fade">
                                      <p:cBhvr>
                                        <p:cTn id="89" dur="450"/>
                                        <p:tgtEl>
                                          <p:spTgt spid="20"/>
                                        </p:tgtEl>
                                      </p:cBhvr>
                                    </p:animEffect>
                                  </p:childTnLst>
                                </p:cTn>
                              </p:par>
                              <p:par>
                                <p:cTn id="93" presetID="21" presetClass="entr" presetSubtype="1" fill="hold" grpId="0" nodeType="withEffect">
                                  <p:stCondLst>
                                    <p:cond delay="4300"/>
                                  </p:stCondLst>
                                  <p:childTnLst>
                                    <p:set>
                                      <p:cBhvr>
                                        <p:cTn id="91" dur="1" fill="hold">
                                          <p:stCondLst>
                                            <p:cond delay="0"/>
                                          </p:stCondLst>
                                        </p:cTn>
                                        <p:tgtEl>
                                          <p:spTgt spid="21"/>
                                        </p:tgtEl>
                                        <p:attrNameLst>
                                          <p:attrName>style.visibility</p:attrName>
                                        </p:attrNameLst>
                                      </p:cBhvr>
                                      <p:to>
                                        <p:strVal val="visible"/>
                                      </p:to>
                                    </p:set>
                                    <p:animEffect transition="in" filter="wheel(1)">
                                      <p:cBhvr>
                                        <p:cTn id="92" dur="700"/>
                                        <p:tgtEl>
                                          <p:spTgt spid="21"/>
                                        </p:tgtEl>
                                      </p:cBhvr>
                                    </p:animEffect>
                                  </p:childTnLst>
                                </p:cTn>
                              </p:par>
                              <p:par>
                                <p:cTn id="97" presetID="22" presetClass="entr" presetSubtype="1" fill="hold" grpId="0" nodeType="withEffect">
                                  <p:stCondLst>
                                    <p:cond delay="5100"/>
                                  </p:stCondLst>
                                  <p:childTnLst>
                                    <p:set>
                                      <p:cBhvr>
                                        <p:cTn id="94" dur="1" fill="hold">
                                          <p:stCondLst>
                                            <p:cond delay="0"/>
                                          </p:stCondLst>
                                        </p:cTn>
                                        <p:tgtEl>
                                          <p:spTgt spid="22"/>
                                        </p:tgtEl>
                                        <p:attrNameLst>
                                          <p:attrName>style.visibility</p:attrName>
                                        </p:attrNameLst>
                                      </p:cBhvr>
                                      <p:to>
                                        <p:strVal val="visible"/>
                                      </p:to>
                                    </p:set>
                                    <p:animEffect transition="in" filter="wipe(down)">
                                      <p:cBhvr>
                                        <p:cTn id="95" dur="450"/>
                                        <p:tgtEl>
                                          <p:spTgt spid="22"/>
                                        </p:tgtEl>
                                      </p:cBhvr>
                                    </p:animEffect>
                                    <p:animEffect transition="in" filter="fade">
                                      <p:cBhvr>
                                        <p:cTn id="96" dur="450"/>
                                        <p:tgtEl>
                                          <p:spTgt spid="22"/>
                                        </p:tgtEl>
                                      </p:cBhvr>
                                    </p:animEffect>
                                  </p:childTnLst>
                                </p:cTn>
                              </p:par>
                              <p:par>
                                <p:cTn id="102" presetID="53" presetClass="entr" presetSubtype="16" fill="hold" grpId="0" nodeType="withEffect">
                                  <p:stCondLst>
                                    <p:cond delay="5250"/>
                                  </p:stCondLst>
                                  <p:childTnLst>
                                    <p:set>
                                      <p:cBhvr>
                                        <p:cTn id="98" dur="1" fill="hold">
                                          <p:stCondLst>
                                            <p:cond delay="0"/>
                                          </p:stCondLst>
                                        </p:cTn>
                                        <p:tgtEl>
                                          <p:spTgt spid="23"/>
                                        </p:tgtEl>
                                        <p:attrNameLst>
                                          <p:attrName>style.visibility</p:attrName>
                                        </p:attrNameLst>
                                      </p:cBhvr>
                                      <p:to>
                                        <p:strVal val="visible"/>
                                      </p:to>
                                    </p:set>
                                    <p:anim calcmode="lin" valueType="num">
                                      <p:cBhvr additive="base">
                                        <p:cTn id="99" dur="350" fill="hold"/>
                                        <p:tgtEl>
                                          <p:spTgt spid="23"/>
                                        </p:tgtEl>
                                        <p:attrNameLst>
                                          <p:attrName>ppt_w</p:attrName>
                                        </p:attrNameLst>
                                      </p:cBhvr>
                                      <p:tavLst>
                                        <p:tav tm="0">
                                          <p:val>
                                            <p:strVal val="0"/>
                                          </p:val>
                                        </p:tav>
                                        <p:tav tm="100000">
                                          <p:val>
                                            <p:strVal val="#ppt_w"/>
                                          </p:val>
                                        </p:tav>
                                      </p:tavLst>
                                    </p:anim>
                                    <p:anim calcmode="lin" valueType="num">
                                      <p:cBhvr additive="base">
                                        <p:cTn id="100" dur="350" fill="hold"/>
                                        <p:tgtEl>
                                          <p:spTgt spid="23"/>
                                        </p:tgtEl>
                                        <p:attrNameLst>
                                          <p:attrName>ppt_h</p:attrName>
                                        </p:attrNameLst>
                                      </p:cBhvr>
                                      <p:tavLst>
                                        <p:tav tm="0">
                                          <p:val>
                                            <p:strVal val="0"/>
                                          </p:val>
                                        </p:tav>
                                        <p:tav tm="100000">
                                          <p:val>
                                            <p:strVal val="#ppt_h"/>
                                          </p:val>
                                        </p:tav>
                                      </p:tavLst>
                                    </p:anim>
                                    <p:animEffect transition="in" filter="fade">
                                      <p:cBhvr>
                                        <p:cTn id="101" dur="350"/>
                                        <p:tgtEl>
                                          <p:spTgt spid="23"/>
                                        </p:tgtEl>
                                      </p:cBhvr>
                                    </p:animEffect>
                                  </p:childTnLst>
                                </p:cTn>
                              </p:par>
                              <p:par>
                                <p:cTn id="106" presetID="22" presetClass="entr" presetSubtype="1" fill="hold" grpId="0" nodeType="withEffect">
                                  <p:stCondLst>
                                    <p:cond delay="5250"/>
                                  </p:stCondLst>
                                  <p:childTnLst>
                                    <p:set>
                                      <p:cBhvr>
                                        <p:cTn id="103" dur="1" fill="hold">
                                          <p:stCondLst>
                                            <p:cond delay="0"/>
                                          </p:stCondLst>
                                        </p:cTn>
                                        <p:tgtEl>
                                          <p:spTgt spid="24"/>
                                        </p:tgtEl>
                                        <p:attrNameLst>
                                          <p:attrName>style.visibility</p:attrName>
                                        </p:attrNameLst>
                                      </p:cBhvr>
                                      <p:to>
                                        <p:strVal val="visible"/>
                                      </p:to>
                                    </p:set>
                                    <p:animEffect transition="in" filter="wipe(down)">
                                      <p:cBhvr>
                                        <p:cTn id="104" dur="450"/>
                                        <p:tgtEl>
                                          <p:spTgt spid="24"/>
                                        </p:tgtEl>
                                      </p:cBhvr>
                                    </p:animEffect>
                                    <p:animEffect transition="in" filter="fade">
                                      <p:cBhvr>
                                        <p:cTn id="105" dur="450"/>
                                        <p:tgtEl>
                                          <p:spTgt spid="24"/>
                                        </p:tgtEl>
                                      </p:cBhvr>
                                    </p:animEffect>
                                  </p:childTnLst>
                                </p:cTn>
                              </p:par>
                              <p:par>
                                <p:cTn id="109" presetID="21" presetClass="entr" presetSubtype="1" fill="hold" grpId="0" nodeType="withEffect">
                                  <p:stCondLst>
                                    <p:cond delay="5400"/>
                                  </p:stCondLst>
                                  <p:childTnLst>
                                    <p:set>
                                      <p:cBhvr>
                                        <p:cTn id="107" dur="1" fill="hold">
                                          <p:stCondLst>
                                            <p:cond delay="0"/>
                                          </p:stCondLst>
                                        </p:cTn>
                                        <p:tgtEl>
                                          <p:spTgt spid="25"/>
                                        </p:tgtEl>
                                        <p:attrNameLst>
                                          <p:attrName>style.visibility</p:attrName>
                                        </p:attrNameLst>
                                      </p:cBhvr>
                                      <p:to>
                                        <p:strVal val="visible"/>
                                      </p:to>
                                    </p:set>
                                    <p:animEffect transition="in" filter="wheel(1)">
                                      <p:cBhvr>
                                        <p:cTn id="108" dur="700"/>
                                        <p:tgtEl>
                                          <p:spTgt spid="25"/>
                                        </p:tgtEl>
                                      </p:cBhvr>
                                    </p:animEffect>
                                  </p:childTnLst>
                                </p:cTn>
                              </p:par>
                              <p:par>
                                <p:cTn id="114" presetID="53" presetClass="entr" presetSubtype="32" fill="hold" grpId="0" nodeType="withEffect">
                                  <p:stCondLst>
                                    <p:cond delay="6200"/>
                                  </p:stCondLst>
                                  <p:childTnLst>
                                    <p:set>
                                      <p:cBhvr>
                                        <p:cTn id="110" dur="1" fill="hold">
                                          <p:stCondLst>
                                            <p:cond delay="0"/>
                                          </p:stCondLst>
                                        </p:cTn>
                                        <p:tgtEl>
                                          <p:spTgt spid="27"/>
                                        </p:tgtEl>
                                        <p:attrNameLst>
                                          <p:attrName>style.visibility</p:attrName>
                                        </p:attrNameLst>
                                      </p:cBhvr>
                                      <p:to>
                                        <p:strVal val="visible"/>
                                      </p:to>
                                    </p:set>
                                    <p:anim calcmode="lin" valueType="num">
                                      <p:cBhvr additive="base">
                                        <p:cTn id="111" dur="450" fill="hold"/>
                                        <p:tgtEl>
                                          <p:spTgt spid="27"/>
                                        </p:tgtEl>
                                        <p:attrNameLst>
                                          <p:attrName>ppt_w</p:attrName>
                                        </p:attrNameLst>
                                      </p:cBhvr>
                                      <p:tavLst>
                                        <p:tav tm="0">
                                          <p:val>
                                            <p:strVal val="#ppt_w*2.4"/>
                                          </p:val>
                                        </p:tav>
                                        <p:tav tm="100000">
                                          <p:val>
                                            <p:strVal val="#ppt_w"/>
                                          </p:val>
                                        </p:tav>
                                      </p:tavLst>
                                    </p:anim>
                                    <p:anim calcmode="lin" valueType="num">
                                      <p:cBhvr additive="base">
                                        <p:cTn id="112" dur="450" fill="hold"/>
                                        <p:tgtEl>
                                          <p:spTgt spid="27"/>
                                        </p:tgtEl>
                                        <p:attrNameLst>
                                          <p:attrName>ppt_h</p:attrName>
                                        </p:attrNameLst>
                                      </p:cBhvr>
                                      <p:tavLst>
                                        <p:tav tm="0">
                                          <p:val>
                                            <p:strVal val="#ppt_h*2.4"/>
                                          </p:val>
                                        </p:tav>
                                        <p:tav tm="100000">
                                          <p:val>
                                            <p:strVal val="#ppt_h"/>
                                          </p:val>
                                        </p:tav>
                                      </p:tavLst>
                                    </p:anim>
                                    <p:animEffect transition="in" filter="fade">
                                      <p:cBhvr>
                                        <p:cTn id="113" dur="450"/>
                                        <p:tgtEl>
                                          <p:spTgt spid="27"/>
                                        </p:tgtEl>
                                      </p:cBhvr>
                                    </p:animEffect>
                                  </p:childTnLst>
                                </p:cTn>
                              </p:par>
                              <p:par>
                                <p:cTn id="116" presetID="6" presetClass="emph" presetSubtype="0" fill="hold" grpId="1" nodeType="withEffect" autoRev="1" repeatCount="indefinite">
                                  <p:stCondLst>
                                    <p:cond delay="6600"/>
                                  </p:stCondLst>
                                  <p:childTnLst>
                                    <p:animScale>
                                      <p:cBhvr>
                                        <p:cTn id="115" dur="900" fill="hold"/>
                                        <p:tgtEl>
                                          <p:spTgt spid="26"/>
                                        </p:tgtEl>
                                      </p:cBhvr>
                                      <p:by x="106000" y="106000"/>
                                    </p:animScale>
                                  </p:childTnLst>
                                </p:cTn>
                              </p:par>
                              <p:par>
                                <p:cTn id="120" presetID="22" presetClass="entr" presetSubtype="1" fill="hold" grpId="0" nodeType="withEffect">
                                  <p:stCondLst>
                                    <p:cond delay="6800"/>
                                  </p:stCondLst>
                                  <p:childTnLst>
                                    <p:set>
                                      <p:cBhvr>
                                        <p:cTn id="117" dur="1" fill="hold">
                                          <p:stCondLst>
                                            <p:cond delay="0"/>
                                          </p:stCondLst>
                                        </p:cTn>
                                        <p:tgtEl>
                                          <p:spTgt spid="28"/>
                                        </p:tgtEl>
                                        <p:attrNameLst>
                                          <p:attrName>style.visibility</p:attrName>
                                        </p:attrNameLst>
                                      </p:cBhvr>
                                      <p:to>
                                        <p:strVal val="visible"/>
                                      </p:to>
                                    </p:set>
                                    <p:animEffect transition="in" filter="wipe(down)">
                                      <p:cBhvr>
                                        <p:cTn id="118" dur="700"/>
                                        <p:tgtEl>
                                          <p:spTgt spid="28"/>
                                        </p:tgtEl>
                                      </p:cBhvr>
                                    </p:animEffect>
                                    <p:animEffect transition="in" filter="fade">
                                      <p:cBhvr>
                                        <p:cTn id="119" dur="7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9" grpId="0" animBg="1"/>
      <p:bldP spid="30" grpId="0" animBg="1"/>
      <p:bldP spid="4" grpId="0" animBg="1"/>
      <p:bldP spid="31" grpId="0" animBg="1"/>
      <p:bldP spid="5" grpId="0" animBg="1"/>
      <p:bldP spid="26" grpId="0" animBg="1"/>
      <p:bldP spid="30" grpId="1" animBg="1"/>
      <p:bldP spid="6" grpId="0" animBg="1"/>
      <p:bldP spid="4" grpId="1"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7" grpId="0" animBg="1"/>
      <p:bldP spid="26" grpId="1" animBg="1"/>
      <p:bldP spid="28"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ahnschrif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People v. Your Apps – Holographic Trial</dc:title>
  <dc:subject>PptxGenJS Presentation</dc:subject>
  <dc:creator>Ahnaf Akif</dc:creator>
  <cp:lastModifiedBy>Ahnaf Akif</cp:lastModifiedBy>
  <cp:revision>1</cp:revision>
  <dcterms:created xsi:type="dcterms:W3CDTF">2026-10-30T23:05:38Z</dcterms:created>
  <dcterms:modified xsi:type="dcterms:W3CDTF">2026-10-30T23:05:38Z</dcterms:modified>
</cp:coreProperties>
</file>