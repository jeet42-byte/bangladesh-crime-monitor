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lock on the right keeps moving: it opens (amber, leaked) and snaps shut (cyan, locked). Introduce yourself and the title: Locked or Leaked? Assessing the security features of five online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slowly. Let the phone do the work.] It is 11:47 on a normal weeknight in Dhaka. Nusrat, a 21-year-old university student, is scrolling in bed when a message arrives from her friend Rafi: “I sent a six-digit code to your number by mistake. Can you send it to me? It’s urgent.” It looks harmless. It is her friend. She types the code and hits send. Two minutes later, her WhatsApp is no longer hers. [Pause.] Nusrat is not a real person, but everything that happens to her tonight happens to real students in Bangladesh every week. Over the next few minutes, we follow the attacker through five doors into her life: WhatsApp, Gmail, Facebook, Instagram and bKash. At each door I ask one question: was the lock strong, or did it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Nusrat’s night unfolded. [Follow the timeline left to right.] 11:49: she shares the code. She never set a two-step PIN, so the attacker takes her WhatsApp. 11:58: her friends start receiving messages from “Nusrat” asking them to send bKash money urgently. 12:20: the attacker sends her a fake “Facebook copyright violation” link. She logs in on the fake page, and she uses the same password for Gmail. 12:35: from her Gmail, the attacker resets her Facebook password and replaces her recovery email and phone number. 1:10: Instagram falls next, and her private messages are used to blackmail her. 81 minutes. Four accounts. [Point to the bottom row.] And this is not just a story. In the Cyber Crime Awareness Foundation’s 2024 study, hacking was the most common cybercrime. 59 percent of victims were women, 78.78 percent were aged 18 to 30, and only 12 percent went to the police.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became an investigator. I retraced the attacker’s path through Nusrat’s five accounts, the five doors you see at the top. Four were breached that night. The fifth, bKash, was put at risk: the attacker used her hacked WhatsApp to ask her friends for bKash money. For each platform, I opened the security settings on my own phone and checked them against official help pages and recent news. Then I tested each door with the same five lock tests. [Point to the bottom row.] Can a stolen password alone get in? Can the company read my messages? Will it warn me about an attack? Can a hacker lock me out permanently? And can strangers find and contact me? Each test is scored from 1 to 5, so a perfect door scores 25. Let us start where the attack started: WhatsApp, at 11:49.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one: WhatsApp, 11:49 PM. Score: 20 out of 25, joint highest. [Story banner.] Here is the irony. WhatsApp has the strongest lock of all five. Every personal chat and call is end-to-end encrypted by default; not even WhatsApp can read them. That encryption never broke. Nusrat opened the door from the inside by handing over the code. [List.] And WhatsApp offered more locks she never used: a six-digit two-step PIN, which would have stopped this attack completely; passkeys; passkey-protected backups since October 2025; and since January 2026, Strict Account Settings, a one-tap lockdown. [Fix card.] My recommendation: when someone requests a registration code, show a clear warning in Bangla, and make the two-step PIN mandatory for new accounts. With WhatsApp gone, the attacker moved to the master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two: Gmail, 12:20 AM. Score: 20 out of 25, tied for first. [Story banner.] The attacker sent Nusrat a fake “copyright violation” page. She typed in her password, the same password she used for Gmail. She had never switched on 2-Step Verification. [List.] That is painful, because Gmail has the best login protection I tested. Passkeys have been the default sign-in since October 2023. There is 2-Step Verification, an Advanced Protection Program, and Google says Gmail blocks more than 99.9 percent of phishing and malware. Why does Gmail matter so much? Because every “forgot password” link, for Facebook, Instagram, even bKash, goes to your email. Gmail is the master key. [Fix card.] I recommend warnings for emails imitating bKash, Nagad or local banks. And with the master key, the next door opened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three: Facebook, 12:35 AM. Score: 16 out of 25. [Story banner.] With Gmail in hand, the attacker clicked “forgot password” on Facebook, received the reset link, and then did what every attacker does first: replaced Nusrat’s recovery email and phone number. By morning, Facebook believed he was Nusrat. [List.] Facebook actually has good locks: two-factor authentication through SMS, an app or a security key; login alerts; “Where you’re logged in”; Security Checkup; and passkeys. But a lock only helps if it is switched on. [Score bars.] Its weakest score is recovery safety, just 2 out of 5, shown in red. Changing recovery details takes minutes; getting your account back can take weeks. [Fix card.] I propose a 48-hour wait before a new email, phone number or 2FA change takes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four: Instagram, 1:10 AM. Score: 16 out of 25. [Story banner.] Nusrat’s Instagram was linked to her Facebook through Meta’s Accounts Center, so it fell next. The attacker scrolled through her private messages, and those messages became blackmail material. This is how sextortion usually begins. [Score bars.] Look at encryption: 1 out of 5, in red. On 8 May 2026 Meta removed even the optional encrypted chats, so Meta can access the content of private messages. [List.] To be fair, Instagram has useful tools. My favourite is “Emails from Instagram”: it lists the real security emails Instagram sent in the last 14 days. Remember the fake “copyright” email at 12:20? This feature would have exposed it. [Fix card.] My recommendation: end-to-end encrypted DMs by default, and blurred explicit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 five: bKash. Score: 15 out of 25, the lowest. [Story banner.] At 11:58, while Nusrat was still locked out, her friends started getting “urgent” messages from her WhatsApp asking them to send bKash money. Then a call came “from bKash”, asking her to read out an OTP. [List.] bKash itself has a solid lock: an OTP on first login, a PIN for every login and transaction, and Face ID and fingerprint login since December 2023. Its biggest weakness is the user: scammers pretend to be an agent or a bKash official and trick people into reading out the OTP code. Police have arrested gangs running exactly these scams. [Fix card.] I recommend a separate warning when a PIN-reset code is requested, and a short hold on transfers after a reset code is sent, so scammers cannot empty the account in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rewind the night and put all five doors side by side. [Chart.] WhatsApp and Gmail tie at the top with 20. Facebook and Instagram score 16, and bKash is last with 15. So which platform is the most secure for an ordinary person? I chose WhatsApp. Its strongest lock, end-to-end encryption, is switched on from the moment you install it, with no setup. In Nusrat’s story, it was never broken; she opened it herself. [Second card.] Gmail deserves the most protection, because it is the master key. Once it fell at 12:20, Facebook and Instagram followed within an hour. [Third card.] And bKash reminds us that scammers target the user, not the app. [Banner.] Here is the most important finding: in Nusrat’s story, not a single lock was broken. Every door was opened because a lock was switched off, or a code was handed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 us replay the night, with five small changes. [The red stamps flip one by one.] 11:49: if Nusrat had a two-step PIN on WhatsApp, the code alone would be useless. Hijack blocked. 11:49: if she knew never to share a code, not even with a friend, the door stays shut. 12:20: with a unique password and a passkey on Gmail, the fake page steals nothing. The master key is safe. 12:35: with up-to-date recovery details and login alerts on, the takeover is spotted immediately. 1:10: by logging out of devices she does not recognise, she removes the attacker. Each of these takes less than five minutes, and all of them already exist in the apps on your phone. [Pause. Let the line type itself out.] 11:47 PM. The message arrives. This time, Nusrat says no. The most secure app is the one you set up.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sp>
        <p:nvSpPr>
          <p:cNvPr id="3" name="ring0"/>
          <p:cNvSpPr/>
          <p:nvPr/>
        </p:nvSpPr>
        <p:spPr>
          <a:xfrm>
            <a:off x="8191500" y="2476500"/>
            <a:ext cx="1905000" cy="1905000"/>
          </a:xfrm>
          <a:prstGeom prst="ellipse">
            <a:avLst/>
          </a:prstGeom>
          <a:ln w="19050">
            <a:solidFill>
              <a:srgbClr val="3FD0C9"/>
            </a:solidFill>
            <a:prstDash val="solid"/>
          </a:ln>
        </p:spPr>
      </p:sp>
      <p:sp>
        <p:nvSpPr>
          <p:cNvPr id="4" name="ring1"/>
          <p:cNvSpPr/>
          <p:nvPr/>
        </p:nvSpPr>
        <p:spPr>
          <a:xfrm>
            <a:off x="7937500" y="2222500"/>
            <a:ext cx="2413000" cy="2413000"/>
          </a:xfrm>
          <a:prstGeom prst="ellipse">
            <a:avLst/>
          </a:prstGeom>
          <a:ln w="19050">
            <a:solidFill>
              <a:srgbClr val="3FD0C9"/>
            </a:solidFill>
            <a:prstDash val="solid"/>
          </a:ln>
        </p:spPr>
      </p:sp>
      <p:sp>
        <p:nvSpPr>
          <p:cNvPr id="5" name="ring2"/>
          <p:cNvSpPr/>
          <p:nvPr/>
        </p:nvSpPr>
        <p:spPr>
          <a:xfrm>
            <a:off x="7683500" y="1968500"/>
            <a:ext cx="2921000" cy="2921000"/>
          </a:xfrm>
          <a:prstGeom prst="ellipse">
            <a:avLst/>
          </a:prstGeom>
          <a:ln w="19050">
            <a:solidFill>
              <a:srgbClr val="3FD0C9"/>
            </a:solidFill>
            <a:prstDash val="solid"/>
          </a:ln>
        </p:spPr>
      </p:sp>
      <p:sp>
        <p:nvSpPr>
          <p:cNvPr id="6" name="dashring"/>
          <p:cNvSpPr/>
          <p:nvPr/>
        </p:nvSpPr>
        <p:spPr>
          <a:xfrm>
            <a:off x="7683500" y="1968500"/>
            <a:ext cx="2921000" cy="2921000"/>
          </a:xfrm>
          <a:prstGeom prst="ellipse">
            <a:avLst/>
          </a:prstGeom>
          <a:ln w="25400">
            <a:solidFill>
              <a:srgbClr val="3A5A80"/>
            </a:solidFill>
            <a:prstDash val="sysDash"/>
          </a:ln>
        </p:spPr>
      </p:sp>
      <p:sp>
        <p:nvSpPr>
          <p:cNvPr id="7" name="shackle"/>
          <p:cNvSpPr/>
          <p:nvPr/>
        </p:nvSpPr>
        <p:spPr>
          <a:xfrm>
            <a:off x="8731250" y="2508250"/>
            <a:ext cx="825500" cy="825500"/>
          </a:xfrm>
          <a:prstGeom prst="arc">
            <a:avLst>
              <a:gd name="adj1" fmla="val 10800000"/>
              <a:gd name="adj2" fmla="val 0"/>
            </a:avLst>
          </a:prstGeom>
          <a:ln w="177800">
            <a:solidFill>
              <a:srgbClr val="F3F5F2"/>
            </a:solidFill>
            <a:prstDash val="solid"/>
          </a:ln>
        </p:spPr>
      </p:sp>
      <p:sp>
        <p:nvSpPr>
          <p:cNvPr id="8" name="legL"/>
          <p:cNvSpPr/>
          <p:nvPr/>
        </p:nvSpPr>
        <p:spPr>
          <a:xfrm>
            <a:off x="8731250" y="2908300"/>
            <a:ext cx="0" cy="393700"/>
          </a:xfrm>
          <a:prstGeom prst="line">
            <a:avLst/>
          </a:prstGeom>
          <a:noFill/>
          <a:ln w="177800">
            <a:solidFill>
              <a:srgbClr val="F3F5F2"/>
            </a:solidFill>
            <a:prstDash val="solid"/>
          </a:ln>
        </p:spPr>
      </p:sp>
      <p:sp>
        <p:nvSpPr>
          <p:cNvPr id="9" name="legR"/>
          <p:cNvSpPr/>
          <p:nvPr/>
        </p:nvSpPr>
        <p:spPr>
          <a:xfrm>
            <a:off x="9556750" y="2908300"/>
            <a:ext cx="0" cy="393700"/>
          </a:xfrm>
          <a:prstGeom prst="line">
            <a:avLst/>
          </a:prstGeom>
          <a:noFill/>
          <a:ln w="177800">
            <a:solidFill>
              <a:srgbClr val="F3F5F2"/>
            </a:solidFill>
            <a:prstDash val="solid"/>
          </a:ln>
        </p:spPr>
      </p:sp>
      <p:sp>
        <p:nvSpPr>
          <p:cNvPr id="10" name="lockbody"/>
          <p:cNvSpPr/>
          <p:nvPr/>
        </p:nvSpPr>
        <p:spPr>
          <a:xfrm>
            <a:off x="8509000" y="3238500"/>
            <a:ext cx="1270000" cy="1079500"/>
          </a:xfrm>
          <a:prstGeom prst="roundRect">
            <a:avLst>
              <a:gd name="adj" fmla="val 16941"/>
            </a:avLst>
          </a:prstGeom>
          <a:solidFill>
            <a:srgbClr val="3FD0C9"/>
          </a:solidFill>
          <a:ln/>
        </p:spPr>
      </p:sp>
      <p:sp>
        <p:nvSpPr>
          <p:cNvPr id="11" name="keyhole"/>
          <p:cNvSpPr/>
          <p:nvPr/>
        </p:nvSpPr>
        <p:spPr>
          <a:xfrm>
            <a:off x="9029700" y="3568700"/>
            <a:ext cx="228600" cy="228600"/>
          </a:xfrm>
          <a:prstGeom prst="ellipse">
            <a:avLst/>
          </a:prstGeom>
          <a:solidFill>
            <a:srgbClr val="0E1726"/>
          </a:solidFill>
          <a:ln/>
        </p:spPr>
      </p:sp>
      <p:sp>
        <p:nvSpPr>
          <p:cNvPr id="12" name="keyslot"/>
          <p:cNvSpPr/>
          <p:nvPr/>
        </p:nvSpPr>
        <p:spPr>
          <a:xfrm>
            <a:off x="9086850" y="3714750"/>
            <a:ext cx="114300" cy="279400"/>
          </a:xfrm>
          <a:prstGeom prst="roundRect">
            <a:avLst>
              <a:gd name="adj" fmla="val 40000"/>
            </a:avLst>
          </a:prstGeom>
          <a:solidFill>
            <a:srgbClr val="0E1726"/>
          </a:solidFill>
          <a:ln/>
        </p:spPr>
      </p:sp>
      <p:sp>
        <p:nvSpPr>
          <p:cNvPr id="13" name="scan"/>
          <p:cNvSpPr/>
          <p:nvPr/>
        </p:nvSpPr>
        <p:spPr>
          <a:xfrm>
            <a:off x="8318500" y="3759200"/>
            <a:ext cx="1651000" cy="31750"/>
          </a:xfrm>
          <a:prstGeom prst="rect">
            <a:avLst/>
          </a:prstGeom>
          <a:solidFill>
            <a:srgbClr val="3FD0C9"/>
          </a:solidFill>
          <a:ln/>
        </p:spPr>
      </p:sp>
      <p:sp>
        <p:nvSpPr>
          <p:cNvPr id="14" name="eyebrow"/>
          <p:cNvSpPr txBox="1"/>
          <p:nvPr/>
        </p:nvSpPr>
        <p:spPr>
          <a:xfrm>
            <a:off x="812800" y="1905000"/>
            <a:ext cx="6096000" cy="254000"/>
          </a:xfrm>
          <a:prstGeom prst="rect">
            <a:avLst/>
          </a:prstGeom>
          <a:noFill/>
          <a:ln/>
        </p:spPr>
        <p:txBody>
          <a:bodyPr wrap="square" lIns="0" tIns="0" rIns="0" bIns="0" rtlCol="0" anchor="t"/>
          <a:lstStyle/>
          <a:p>
            <a:pPr indent="0" marL="0">
              <a:buNone/>
            </a:pPr>
            <a:r>
              <a:rPr lang="en-US" sz="1400" b="1" spc="300" kern="0" dirty="0">
                <a:solidFill>
                  <a:srgbClr val="3FD0C9"/>
                </a:solidFill>
                <a:latin typeface="Segoe UI" pitchFamily="34" charset="0"/>
                <a:ea typeface="Segoe UI" pitchFamily="34" charset="-122"/>
                <a:cs typeface="Segoe UI" pitchFamily="34" charset="-120"/>
              </a:rPr>
              <a:t>MCCJ 525 · CYBERCRIMES AND SECURITY</a:t>
            </a:r>
            <a:endParaRPr lang="en-US" sz="1400" dirty="0"/>
          </a:p>
        </p:txBody>
      </p:sp>
      <p:sp>
        <p:nvSpPr>
          <p:cNvPr id="15" name="title"/>
          <p:cNvSpPr txBox="1"/>
          <p:nvPr/>
        </p:nvSpPr>
        <p:spPr>
          <a:xfrm>
            <a:off x="812800" y="2286000"/>
            <a:ext cx="6096000" cy="1778000"/>
          </a:xfrm>
          <a:prstGeom prst="rect">
            <a:avLst/>
          </a:prstGeom>
          <a:noFill/>
          <a:ln/>
        </p:spPr>
        <p:txBody>
          <a:bodyPr wrap="square" lIns="0" tIns="0" rIns="0" bIns="0" rtlCol="0" anchor="t"/>
          <a:lstStyle/>
          <a:p>
            <a:pPr indent="0" marL="0">
              <a:lnSpc>
                <a:spcPct val="90000"/>
              </a:lnSpc>
              <a:buNone/>
            </a:pPr>
            <a:r>
              <a:rPr lang="en-US" sz="6000" b="1" dirty="0">
                <a:solidFill>
                  <a:srgbClr val="F3F5F2"/>
                </a:solidFill>
                <a:latin typeface="Segoe UI" pitchFamily="34" charset="0"/>
                <a:ea typeface="Segoe UI" pitchFamily="34" charset="-122"/>
                <a:cs typeface="Segoe UI" pitchFamily="34" charset="-120"/>
              </a:rPr>
              <a:t>Locked or Leaked?</a:t>
            </a:r>
            <a:endParaRPr lang="en-US" sz="6000" dirty="0"/>
          </a:p>
        </p:txBody>
      </p:sp>
      <p:sp>
        <p:nvSpPr>
          <p:cNvPr id="16" name="subtitle"/>
          <p:cNvSpPr txBox="1"/>
          <p:nvPr/>
        </p:nvSpPr>
        <p:spPr>
          <a:xfrm>
            <a:off x="812800" y="4191000"/>
            <a:ext cx="5715000" cy="825500"/>
          </a:xfrm>
          <a:prstGeom prst="rect">
            <a:avLst/>
          </a:prstGeom>
          <a:noFill/>
          <a:ln/>
        </p:spPr>
        <p:txBody>
          <a:bodyPr wrap="square" lIns="0" tIns="0" rIns="0" bIns="0" rtlCol="0" anchor="t"/>
          <a:lstStyle/>
          <a:p>
            <a:pPr indent="0" marL="0">
              <a:buNone/>
            </a:pPr>
            <a:r>
              <a:rPr lang="en-US" sz="2200" dirty="0">
                <a:solidFill>
                  <a:srgbClr val="BFD0DF"/>
                </a:solidFill>
                <a:latin typeface="Segoe UI" pitchFamily="34" charset="0"/>
                <a:ea typeface="Segoe UI" pitchFamily="34" charset="-122"/>
                <a:cs typeface="Segoe UI" pitchFamily="34" charset="-120"/>
              </a:rPr>
              <a:t>Assessing the security features of five online platforms</a:t>
            </a:r>
            <a:endParaRPr lang="en-US" sz="2200" dirty="0"/>
          </a:p>
        </p:txBody>
      </p:sp>
      <p:sp>
        <p:nvSpPr>
          <p:cNvPr id="17" name="name"/>
          <p:cNvSpPr txBox="1"/>
          <p:nvPr/>
        </p:nvSpPr>
        <p:spPr>
          <a:xfrm>
            <a:off x="812800" y="5334000"/>
            <a:ext cx="5715000" cy="317500"/>
          </a:xfrm>
          <a:prstGeom prst="rect">
            <a:avLst/>
          </a:prstGeom>
          <a:noFill/>
          <a:ln/>
        </p:spPr>
        <p:txBody>
          <a:bodyPr wrap="square" lIns="0" tIns="0" rIns="0" bIns="0" rtlCol="0" anchor="t"/>
          <a:lstStyle/>
          <a:p>
            <a:pPr indent="0" marL="0">
              <a:buNone/>
            </a:pPr>
            <a:r>
              <a:rPr lang="en-US" sz="1600" b="1" dirty="0">
                <a:solidFill>
                  <a:srgbClr val="F3F5F2"/>
                </a:solidFill>
                <a:latin typeface="Segoe UI" pitchFamily="34" charset="0"/>
                <a:ea typeface="Segoe UI" pitchFamily="34" charset="-122"/>
                <a:cs typeface="Segoe UI" pitchFamily="34" charset="-120"/>
              </a:rPr>
              <a:t>Ahnaf Akif</a:t>
            </a:r>
            <a:pPr indent="0" marL="0">
              <a:buNone/>
            </a:pPr>
            <a:r>
              <a:rPr lang="en-US" sz="1600" dirty="0">
                <a:solidFill>
                  <a:srgbClr val="F3F5F2"/>
                </a:solidFill>
                <a:latin typeface="Segoe UI" pitchFamily="34" charset="0"/>
                <a:ea typeface="Segoe UI" pitchFamily="34" charset="-122"/>
                <a:cs typeface="Segoe UI" pitchFamily="34" charset="-120"/>
              </a:rPr>
              <a:t> · Roll 24</a:t>
            </a:r>
            <a:endParaRPr lang="en-US" sz="16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88" fill="hold">
                      <p:stCondLst>
                        <p:cond delay="indefinite"/>
                        <p:cond evt="onBegin" delay="0">
                          <p:tn val="2"/>
                        </p:cond>
                      </p:stCondLst>
                      <p:childTnLst>
                        <p:par>
                          <p:cTn id="89"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4"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9" presetID="53"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700" fill="hold"/>
                                        <p:tgtEl>
                                          <p:spTgt spid="7"/>
                                        </p:tgtEl>
                                        <p:attrNameLst>
                                          <p:attrName>ppt_w</p:attrName>
                                        </p:attrNameLst>
                                      </p:cBhvr>
                                      <p:tavLst>
                                        <p:tav tm="0">
                                          <p:val>
                                            <p:strVal val="0"/>
                                          </p:val>
                                        </p:tav>
                                        <p:tav tm="100000">
                                          <p:val>
                                            <p:strVal val="#ppt_w"/>
                                          </p:val>
                                        </p:tav>
                                      </p:tavLst>
                                    </p:anim>
                                    <p:anim calcmode="lin" valueType="num">
                                      <p:cBhvr additive="base">
                                        <p:cTn id="17" dur="700" fill="hold"/>
                                        <p:tgtEl>
                                          <p:spTgt spid="7"/>
                                        </p:tgtEl>
                                        <p:attrNameLst>
                                          <p:attrName>ppt_h</p:attrName>
                                        </p:attrNameLst>
                                      </p:cBhvr>
                                      <p:tavLst>
                                        <p:tav tm="0">
                                          <p:val>
                                            <p:strVal val="0"/>
                                          </p:val>
                                        </p:tav>
                                        <p:tav tm="100000">
                                          <p:val>
                                            <p:strVal val="#ppt_h"/>
                                          </p:val>
                                        </p:tav>
                                      </p:tavLst>
                                    </p:anim>
                                    <p:animEffect transition="in" filter="fade">
                                      <p:cBhvr>
                                        <p:cTn id="18" dur="700"/>
                                        <p:tgtEl>
                                          <p:spTgt spid="7"/>
                                        </p:tgtEl>
                                      </p:cBhvr>
                                    </p:animEffect>
                                  </p:childTnLst>
                                </p:cTn>
                              </p:par>
                              <p:par>
                                <p:cTn id="24"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700" fill="hold"/>
                                        <p:tgtEl>
                                          <p:spTgt spid="8"/>
                                        </p:tgtEl>
                                        <p:attrNameLst>
                                          <p:attrName>ppt_w</p:attrName>
                                        </p:attrNameLst>
                                      </p:cBhvr>
                                      <p:tavLst>
                                        <p:tav tm="0">
                                          <p:val>
                                            <p:strVal val="0"/>
                                          </p:val>
                                        </p:tav>
                                        <p:tav tm="100000">
                                          <p:val>
                                            <p:strVal val="#ppt_w"/>
                                          </p:val>
                                        </p:tav>
                                      </p:tavLst>
                                    </p:anim>
                                    <p:anim calcmode="lin" valueType="num">
                                      <p:cBhvr additive="base">
                                        <p:cTn id="22" dur="700" fill="hold"/>
                                        <p:tgtEl>
                                          <p:spTgt spid="8"/>
                                        </p:tgtEl>
                                        <p:attrNameLst>
                                          <p:attrName>ppt_h</p:attrName>
                                        </p:attrNameLst>
                                      </p:cBhvr>
                                      <p:tavLst>
                                        <p:tav tm="0">
                                          <p:val>
                                            <p:strVal val="0"/>
                                          </p:val>
                                        </p:tav>
                                        <p:tav tm="100000">
                                          <p:val>
                                            <p:strVal val="#ppt_h"/>
                                          </p:val>
                                        </p:tav>
                                      </p:tavLst>
                                    </p:anim>
                                    <p:animEffect transition="in" filter="fade">
                                      <p:cBhvr>
                                        <p:cTn id="23" dur="700"/>
                                        <p:tgtEl>
                                          <p:spTgt spid="8"/>
                                        </p:tgtEl>
                                      </p:cBhvr>
                                    </p:animEffect>
                                  </p:childTnLst>
                                </p:cTn>
                              </p:par>
                              <p:par>
                                <p:cTn id="29" presetID="53" presetClass="entr" presetSubtype="16"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700" fill="hold"/>
                                        <p:tgtEl>
                                          <p:spTgt spid="9"/>
                                        </p:tgtEl>
                                        <p:attrNameLst>
                                          <p:attrName>ppt_w</p:attrName>
                                        </p:attrNameLst>
                                      </p:cBhvr>
                                      <p:tavLst>
                                        <p:tav tm="0">
                                          <p:val>
                                            <p:strVal val="0"/>
                                          </p:val>
                                        </p:tav>
                                        <p:tav tm="100000">
                                          <p:val>
                                            <p:strVal val="#ppt_w"/>
                                          </p:val>
                                        </p:tav>
                                      </p:tavLst>
                                    </p:anim>
                                    <p:anim calcmode="lin" valueType="num">
                                      <p:cBhvr additive="base">
                                        <p:cTn id="27" dur="700" fill="hold"/>
                                        <p:tgtEl>
                                          <p:spTgt spid="9"/>
                                        </p:tgtEl>
                                        <p:attrNameLst>
                                          <p:attrName>ppt_h</p:attrName>
                                        </p:attrNameLst>
                                      </p:cBhvr>
                                      <p:tavLst>
                                        <p:tav tm="0">
                                          <p:val>
                                            <p:strVal val="0"/>
                                          </p:val>
                                        </p:tav>
                                        <p:tav tm="100000">
                                          <p:val>
                                            <p:strVal val="#ppt_h"/>
                                          </p:val>
                                        </p:tav>
                                      </p:tavLst>
                                    </p:anim>
                                    <p:animEffect transition="in" filter="fade">
                                      <p:cBhvr>
                                        <p:cTn id="28" dur="700"/>
                                        <p:tgtEl>
                                          <p:spTgt spid="9"/>
                                        </p:tgtEl>
                                      </p:cBhvr>
                                    </p:animEffect>
                                  </p:childTnLst>
                                </p:cTn>
                              </p:par>
                              <p:par>
                                <p:cTn id="34" presetID="53" presetClass="entr" presetSubtype="16"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700" fill="hold"/>
                                        <p:tgtEl>
                                          <p:spTgt spid="10"/>
                                        </p:tgtEl>
                                        <p:attrNameLst>
                                          <p:attrName>ppt_w</p:attrName>
                                        </p:attrNameLst>
                                      </p:cBhvr>
                                      <p:tavLst>
                                        <p:tav tm="0">
                                          <p:val>
                                            <p:strVal val="0"/>
                                          </p:val>
                                        </p:tav>
                                        <p:tav tm="100000">
                                          <p:val>
                                            <p:strVal val="#ppt_w"/>
                                          </p:val>
                                        </p:tav>
                                      </p:tavLst>
                                    </p:anim>
                                    <p:anim calcmode="lin" valueType="num">
                                      <p:cBhvr additive="base">
                                        <p:cTn id="32" dur="700" fill="hold"/>
                                        <p:tgtEl>
                                          <p:spTgt spid="10"/>
                                        </p:tgtEl>
                                        <p:attrNameLst>
                                          <p:attrName>ppt_h</p:attrName>
                                        </p:attrNameLst>
                                      </p:cBhvr>
                                      <p:tavLst>
                                        <p:tav tm="0">
                                          <p:val>
                                            <p:strVal val="0"/>
                                          </p:val>
                                        </p:tav>
                                        <p:tav tm="100000">
                                          <p:val>
                                            <p:strVal val="#ppt_h"/>
                                          </p:val>
                                        </p:tav>
                                      </p:tavLst>
                                    </p:anim>
                                    <p:animEffect transition="in" filter="fade">
                                      <p:cBhvr>
                                        <p:cTn id="33" dur="700"/>
                                        <p:tgtEl>
                                          <p:spTgt spid="10"/>
                                        </p:tgtEl>
                                      </p:cBhvr>
                                    </p:animEffect>
                                  </p:childTnLst>
                                </p:cTn>
                              </p:par>
                              <p:par>
                                <p:cTn id="39" presetID="53" presetClass="entr" presetSubtype="16"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700" fill="hold"/>
                                        <p:tgtEl>
                                          <p:spTgt spid="11"/>
                                        </p:tgtEl>
                                        <p:attrNameLst>
                                          <p:attrName>ppt_w</p:attrName>
                                        </p:attrNameLst>
                                      </p:cBhvr>
                                      <p:tavLst>
                                        <p:tav tm="0">
                                          <p:val>
                                            <p:strVal val="0"/>
                                          </p:val>
                                        </p:tav>
                                        <p:tav tm="100000">
                                          <p:val>
                                            <p:strVal val="#ppt_w"/>
                                          </p:val>
                                        </p:tav>
                                      </p:tavLst>
                                    </p:anim>
                                    <p:anim calcmode="lin" valueType="num">
                                      <p:cBhvr additive="base">
                                        <p:cTn id="37" dur="700" fill="hold"/>
                                        <p:tgtEl>
                                          <p:spTgt spid="11"/>
                                        </p:tgtEl>
                                        <p:attrNameLst>
                                          <p:attrName>ppt_h</p:attrName>
                                        </p:attrNameLst>
                                      </p:cBhvr>
                                      <p:tavLst>
                                        <p:tav tm="0">
                                          <p:val>
                                            <p:strVal val="0"/>
                                          </p:val>
                                        </p:tav>
                                        <p:tav tm="100000">
                                          <p:val>
                                            <p:strVal val="#ppt_h"/>
                                          </p:val>
                                        </p:tav>
                                      </p:tavLst>
                                    </p:anim>
                                    <p:animEffect transition="in" filter="fade">
                                      <p:cBhvr>
                                        <p:cTn id="38" dur="700"/>
                                        <p:tgtEl>
                                          <p:spTgt spid="11"/>
                                        </p:tgtEl>
                                      </p:cBhvr>
                                    </p:animEffect>
                                  </p:childTnLst>
                                </p:cTn>
                              </p:par>
                              <p:par>
                                <p:cTn id="44" presetID="53" presetClass="entr" presetSubtype="16"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700" fill="hold"/>
                                        <p:tgtEl>
                                          <p:spTgt spid="12"/>
                                        </p:tgtEl>
                                        <p:attrNameLst>
                                          <p:attrName>ppt_w</p:attrName>
                                        </p:attrNameLst>
                                      </p:cBhvr>
                                      <p:tavLst>
                                        <p:tav tm="0">
                                          <p:val>
                                            <p:strVal val="0"/>
                                          </p:val>
                                        </p:tav>
                                        <p:tav tm="100000">
                                          <p:val>
                                            <p:strVal val="#ppt_w"/>
                                          </p:val>
                                        </p:tav>
                                      </p:tavLst>
                                    </p:anim>
                                    <p:anim calcmode="lin" valueType="num">
                                      <p:cBhvr additive="base">
                                        <p:cTn id="42" dur="700" fill="hold"/>
                                        <p:tgtEl>
                                          <p:spTgt spid="12"/>
                                        </p:tgtEl>
                                        <p:attrNameLst>
                                          <p:attrName>ppt_h</p:attrName>
                                        </p:attrNameLst>
                                      </p:cBhvr>
                                      <p:tavLst>
                                        <p:tav tm="0">
                                          <p:val>
                                            <p:strVal val="0"/>
                                          </p:val>
                                        </p:tav>
                                        <p:tav tm="100000">
                                          <p:val>
                                            <p:strVal val="#ppt_h"/>
                                          </p:val>
                                        </p:tav>
                                      </p:tavLst>
                                    </p:anim>
                                    <p:animEffect transition="in" filter="fade">
                                      <p:cBhvr>
                                        <p:cTn id="43" dur="700"/>
                                        <p:tgtEl>
                                          <p:spTgt spid="12"/>
                                        </p:tgtEl>
                                      </p:cBhvr>
                                    </p:animEffect>
                                  </p:childTnLst>
                                </p:cTn>
                              </p:par>
                              <p:par>
                                <p:cTn id="47" presetID="10" presetClass="entr" presetSubtype="0" fill="hold" grpId="0" nodeType="withEffect">
                                  <p:stCondLst>
                                    <p:cond delay="3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600"/>
                                        <p:tgtEl>
                                          <p:spTgt spid="14"/>
                                        </p:tgtEl>
                                      </p:cBhvr>
                                    </p:animEffect>
                                  </p:childTnLst>
                                </p:cTn>
                              </p:par>
                              <p:par>
                                <p:cTn id="50" presetID="10" presetClass="entr" presetSubtype="0" fill="hold" grpId="0" nodeType="withEffect">
                                  <p:stCondLst>
                                    <p:cond delay="60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400"/>
                                        <p:tgtEl>
                                          <p:spTgt spid="13"/>
                                        </p:tgtEl>
                                      </p:cBhvr>
                                    </p:animEffect>
                                  </p:childTnLst>
                                </p:cTn>
                              </p:par>
                              <p:par>
                                <p:cTn id="55" presetID="42" presetClass="entr" presetSubtype="0" fill="hold" grpId="0" nodeType="withEffect">
                                  <p:stCondLst>
                                    <p:cond delay="60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800"/>
                                        <p:tgtEl>
                                          <p:spTgt spid="15"/>
                                        </p:tgtEl>
                                      </p:cBhvr>
                                    </p:animEffect>
                                    <p:anim calcmode="lin" valueType="num">
                                      <p:cBhvr additive="base">
                                        <p:cTn id="53" dur="800" fill="hold"/>
                                        <p:tgtEl>
                                          <p:spTgt spid="15"/>
                                        </p:tgtEl>
                                        <p:attrNameLst>
                                          <p:attrName>ppt_x</p:attrName>
                                        </p:attrNameLst>
                                      </p:cBhvr>
                                      <p:tavLst>
                                        <p:tav tm="0">
                                          <p:val>
                                            <p:strVal val="#ppt_x"/>
                                          </p:val>
                                        </p:tav>
                                        <p:tav tm="100000">
                                          <p:val>
                                            <p:strVal val="#ppt_x"/>
                                          </p:val>
                                        </p:tav>
                                      </p:tavLst>
                                    </p:anim>
                                    <p:anim calcmode="lin" valueType="num">
                                      <p:cBhvr additive="base">
                                        <p:cTn id="54" dur="800" fill="hold"/>
                                        <p:tgtEl>
                                          <p:spTgt spid="15"/>
                                        </p:tgtEl>
                                        <p:attrNameLst>
                                          <p:attrName>ppt_y</p:attrName>
                                        </p:attrNameLst>
                                      </p:cBhvr>
                                      <p:tavLst>
                                        <p:tav tm="0">
                                          <p:val>
                                            <p:strVal val="#ppt_y+.06"/>
                                          </p:val>
                                        </p:tav>
                                        <p:tav tm="100000">
                                          <p:val>
                                            <p:strVal val="#ppt_y"/>
                                          </p:val>
                                        </p:tav>
                                      </p:tavLst>
                                    </p:anim>
                                  </p:childTnLst>
                                </p:cTn>
                              </p:par>
                              <p:par>
                                <p:cTn id="57" presetID="6" presetClass="emph" presetSubtype="0" fill="hold" grpId="1" nodeType="withEffect" autoRev="1" repeatCount="indefinite">
                                  <p:stCondLst>
                                    <p:cond delay="800"/>
                                  </p:stCondLst>
                                  <p:childTnLst>
                                    <p:animScale>
                                      <p:cBhvr>
                                        <p:cTn id="56" dur="1500" fill="hold"/>
                                        <p:tgtEl>
                                          <p:spTgt spid="3"/>
                                        </p:tgtEl>
                                      </p:cBhvr>
                                      <p:by x="112000" y="112000"/>
                                    </p:animScale>
                                  </p:childTnLst>
                                </p:cTn>
                              </p:par>
                              <p:par>
                                <p:cTn id="59" presetID="8" presetClass="emph" presetSubtype="0" fill="hold" grpId="1" nodeType="withEffect" repeatCount="indefinite">
                                  <p:stCondLst>
                                    <p:cond delay="800"/>
                                  </p:stCondLst>
                                  <p:childTnLst>
                                    <p:animRot by="21600000">
                                      <p:cBhvr>
                                        <p:cTn id="58" dur="12000" fill="hold"/>
                                        <p:tgtEl>
                                          <p:spTgt spid="6"/>
                                        </p:tgtEl>
                                        <p:attrNameLst>
                                          <p:attrName>r</p:attrName>
                                        </p:attrNameLst>
                                      </p:cBhvr>
                                    </p:animRot>
                                  </p:childTnLst>
                                </p:cTn>
                              </p:par>
                              <p:par>
                                <p:cTn id="61" presetID="0" presetClass="path" presetSubtype="0" fill="hold" grpId="1" nodeType="withEffect" autoRev="1" repeatCount="indefinite">
                                  <p:stCondLst>
                                    <p:cond delay="1000"/>
                                  </p:stCondLst>
                                  <p:childTnLst>
                                    <p:animMotion origin="layout" path="M 0 -0.13 L 0 0.13 E" pathEditMode="relative" ptsTypes="AA">
                                      <p:cBhvr>
                                        <p:cTn id="60" dur="1300" fill="hold"/>
                                        <p:tgtEl>
                                          <p:spTgt spid="13"/>
                                        </p:tgtEl>
                                        <p:attrNameLst>
                                          <p:attrName>ppt_x</p:attrName>
                                          <p:attrName>ppt_y</p:attrName>
                                        </p:attrNameLst>
                                      </p:cBhvr>
                                    </p:animMotion>
                                  </p:childTnLst>
                                </p:cTn>
                              </p:par>
                              <p:par>
                                <p:cTn id="66" presetID="42" presetClass="entr" presetSubtype="0" fill="hold" grpId="0" nodeType="withEffect">
                                  <p:stCondLst>
                                    <p:cond delay="110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700"/>
                                        <p:tgtEl>
                                          <p:spTgt spid="16"/>
                                        </p:tgtEl>
                                      </p:cBhvr>
                                    </p:animEffect>
                                    <p:anim calcmode="lin" valueType="num">
                                      <p:cBhvr additive="base">
                                        <p:cTn id="64" dur="700" fill="hold"/>
                                        <p:tgtEl>
                                          <p:spTgt spid="16"/>
                                        </p:tgtEl>
                                        <p:attrNameLst>
                                          <p:attrName>ppt_x</p:attrName>
                                        </p:attrNameLst>
                                      </p:cBhvr>
                                      <p:tavLst>
                                        <p:tav tm="0">
                                          <p:val>
                                            <p:strVal val="#ppt_x"/>
                                          </p:val>
                                        </p:tav>
                                        <p:tav tm="100000">
                                          <p:val>
                                            <p:strVal val="#ppt_x"/>
                                          </p:val>
                                        </p:tav>
                                      </p:tavLst>
                                    </p:anim>
                                    <p:anim calcmode="lin" valueType="num">
                                      <p:cBhvr additive="base">
                                        <p:cTn id="65" dur="700" fill="hold"/>
                                        <p:tgtEl>
                                          <p:spTgt spid="16"/>
                                        </p:tgtEl>
                                        <p:attrNameLst>
                                          <p:attrName>ppt_y</p:attrName>
                                        </p:attrNameLst>
                                      </p:cBhvr>
                                      <p:tavLst>
                                        <p:tav tm="0">
                                          <p:val>
                                            <p:strVal val="#ppt_y+.06"/>
                                          </p:val>
                                        </p:tav>
                                        <p:tav tm="100000">
                                          <p:val>
                                            <p:strVal val="#ppt_y"/>
                                          </p:val>
                                        </p:tav>
                                      </p:tavLst>
                                    </p:anim>
                                  </p:childTnLst>
                                </p:cTn>
                              </p:par>
                              <p:par>
                                <p:cTn id="68" presetID="0" presetClass="path" presetSubtype="0" fill="hold" grpId="1" nodeType="withEffect" autoRev="1" repeatCount="indefinite">
                                  <p:stCondLst>
                                    <p:cond delay="1200"/>
                                  </p:stCondLst>
                                  <p:childTnLst>
                                    <p:animMotion origin="layout" path="M 0 0 L 0 -0.035 E" pathEditMode="relative" ptsTypes="AA">
                                      <p:cBhvr>
                                        <p:cTn id="67" dur="1100" fill="hold"/>
                                        <p:tgtEl>
                                          <p:spTgt spid="7"/>
                                        </p:tgtEl>
                                        <p:attrNameLst>
                                          <p:attrName>ppt_x</p:attrName>
                                          <p:attrName>ppt_y</p:attrName>
                                        </p:attrNameLst>
                                      </p:cBhvr>
                                    </p:animMotion>
                                  </p:childTnLst>
                                </p:cTn>
                              </p:par>
                              <p:par>
                                <p:cTn id="70" presetID="0" presetClass="path" presetSubtype="0" fill="hold" grpId="1" nodeType="withEffect" autoRev="1" repeatCount="indefinite">
                                  <p:stCondLst>
                                    <p:cond delay="1200"/>
                                  </p:stCondLst>
                                  <p:childTnLst>
                                    <p:animMotion origin="layout" path="M 0 0 L 0 -0.035 E" pathEditMode="relative" ptsTypes="AA">
                                      <p:cBhvr>
                                        <p:cTn id="69" dur="1100" fill="hold"/>
                                        <p:tgtEl>
                                          <p:spTgt spid="8"/>
                                        </p:tgtEl>
                                        <p:attrNameLst>
                                          <p:attrName>ppt_x</p:attrName>
                                          <p:attrName>ppt_y</p:attrName>
                                        </p:attrNameLst>
                                      </p:cBhvr>
                                    </p:animMotion>
                                  </p:childTnLst>
                                </p:cTn>
                              </p:par>
                              <p:par>
                                <p:cTn id="72" presetID="0" presetClass="path" presetSubtype="0" fill="hold" grpId="1" nodeType="withEffect" autoRev="1" repeatCount="indefinite">
                                  <p:stCondLst>
                                    <p:cond delay="1200"/>
                                  </p:stCondLst>
                                  <p:childTnLst>
                                    <p:animMotion origin="layout" path="M 0 0 L 0 -0.035 E" pathEditMode="relative" ptsTypes="AA">
                                      <p:cBhvr>
                                        <p:cTn id="71" dur="1100" fill="hold"/>
                                        <p:tgtEl>
                                          <p:spTgt spid="9"/>
                                        </p:tgtEl>
                                        <p:attrNameLst>
                                          <p:attrName>ppt_x</p:attrName>
                                          <p:attrName>ppt_y</p:attrName>
                                        </p:attrNameLst>
                                      </p:cBhvr>
                                    </p:animMotion>
                                  </p:childTnLst>
                                </p:cTn>
                              </p:par>
                              <p:par>
                                <p:cTn id="74" presetID="0" presetClass="path" presetSubtype="0" fill="hold" grpId="1" nodeType="withEffect" autoRev="1" repeatCount="indefinite">
                                  <p:stCondLst>
                                    <p:cond delay="1200"/>
                                  </p:stCondLst>
                                  <p:childTnLst>
                                    <p:animMotion origin="layout" path="M 0 0 L 0 -0.035 E" pathEditMode="relative" ptsTypes="AA">
                                      <p:cBhvr>
                                        <p:cTn id="73" dur="1100" fill="hold"/>
                                        <p:tgtEl>
                                          <p:spTgt spid="10"/>
                                        </p:tgtEl>
                                        <p:attrNameLst>
                                          <p:attrName>ppt_x</p:attrName>
                                          <p:attrName>ppt_y</p:attrName>
                                        </p:attrNameLst>
                                      </p:cBhvr>
                                    </p:animMotion>
                                  </p:childTnLst>
                                </p:cTn>
                              </p:par>
                              <p:par>
                                <p:cTn id="76" presetID="0" presetClass="path" presetSubtype="0" fill="hold" grpId="1" nodeType="withEffect" autoRev="1" repeatCount="indefinite">
                                  <p:stCondLst>
                                    <p:cond delay="1200"/>
                                  </p:stCondLst>
                                  <p:childTnLst>
                                    <p:animMotion origin="layout" path="M 0 0 L 0 -0.035 E" pathEditMode="relative" ptsTypes="AA">
                                      <p:cBhvr>
                                        <p:cTn id="75" dur="1100" fill="hold"/>
                                        <p:tgtEl>
                                          <p:spTgt spid="11"/>
                                        </p:tgtEl>
                                        <p:attrNameLst>
                                          <p:attrName>ppt_x</p:attrName>
                                          <p:attrName>ppt_y</p:attrName>
                                        </p:attrNameLst>
                                      </p:cBhvr>
                                    </p:animMotion>
                                  </p:childTnLst>
                                </p:cTn>
                              </p:par>
                              <p:par>
                                <p:cTn id="78" presetID="0" presetClass="path" presetSubtype="0" fill="hold" grpId="1" nodeType="withEffect" autoRev="1" repeatCount="indefinite">
                                  <p:stCondLst>
                                    <p:cond delay="1200"/>
                                  </p:stCondLst>
                                  <p:childTnLst>
                                    <p:animMotion origin="layout" path="M 0 0 L 0 -0.035 E" pathEditMode="relative" ptsTypes="AA">
                                      <p:cBhvr>
                                        <p:cTn id="77" dur="1100" fill="hold"/>
                                        <p:tgtEl>
                                          <p:spTgt spid="12"/>
                                        </p:tgtEl>
                                        <p:attrNameLst>
                                          <p:attrName>ppt_x</p:attrName>
                                          <p:attrName>ppt_y</p:attrName>
                                        </p:attrNameLst>
                                      </p:cBhvr>
                                    </p:animMotion>
                                  </p:childTnLst>
                                </p:cTn>
                              </p:par>
                              <p:par>
                                <p:cTn id="80" presetID="19" presetClass="emph" presetSubtype="0" fill="hold" grpId="2" nodeType="withEffect" autoRev="1" repeatCount="indefinite">
                                  <p:stCondLst>
                                    <p:cond delay="1200"/>
                                  </p:stCondLst>
                                  <p:childTnLst>
                                    <p:animClr clrSpc="rgb" dir="cw">
                                      <p:cBhvr>
                                        <p:cTn id="79" dur="1100" fill="hold"/>
                                        <p:tgtEl>
                                          <p:spTgt spid="10"/>
                                        </p:tgtEl>
                                        <p:attrNameLst>
                                          <p:attrName>fillcolor</p:attrName>
                                        </p:attrNameLst>
                                      </p:cBhvr>
                                      <p:to>
                                        <a:srgbClr val="F2A541"/>
                                      </p:to>
                                    </p:animClr>
                                  </p:childTnLst>
                                </p:cTn>
                              </p:par>
                              <p:par>
                                <p:cTn id="82" presetID="6" presetClass="emph" presetSubtype="0" fill="hold" grpId="1" nodeType="withEffect" autoRev="1" repeatCount="indefinite">
                                  <p:stCondLst>
                                    <p:cond delay="1300"/>
                                  </p:stCondLst>
                                  <p:childTnLst>
                                    <p:animScale>
                                      <p:cBhvr>
                                        <p:cTn id="81" dur="1500" fill="hold"/>
                                        <p:tgtEl>
                                          <p:spTgt spid="4"/>
                                        </p:tgtEl>
                                      </p:cBhvr>
                                      <p:by x="112000" y="112000"/>
                                    </p:animScale>
                                  </p:childTnLst>
                                </p:cTn>
                              </p:par>
                              <p:par>
                                <p:cTn id="85" presetID="10" presetClass="entr" presetSubtype="0" fill="hold" grpId="0" nodeType="withEffect">
                                  <p:stCondLst>
                                    <p:cond delay="160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600"/>
                                        <p:tgtEl>
                                          <p:spTgt spid="17"/>
                                        </p:tgtEl>
                                      </p:cBhvr>
                                    </p:animEffect>
                                  </p:childTnLst>
                                </p:cTn>
                              </p:par>
                              <p:par>
                                <p:cTn id="87" presetID="6" presetClass="emph" presetSubtype="0" fill="hold" grpId="1" nodeType="withEffect" autoRev="1" repeatCount="indefinite">
                                  <p:stCondLst>
                                    <p:cond delay="1800"/>
                                  </p:stCondLst>
                                  <p:childTnLst>
                                    <p:animScale>
                                      <p:cBhvr>
                                        <p:cTn id="86" dur="1500" fill="hold"/>
                                        <p:tgtEl>
                                          <p:spTgt spid="5"/>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4" grpId="0" animBg="1"/>
      <p:bldP spid="13" grpId="0" animBg="1"/>
      <p:bldP spid="15" grpId="0" animBg="1"/>
      <p:bldP spid="3" grpId="1" animBg="1"/>
      <p:bldP spid="6" grpId="1" animBg="1"/>
      <p:bldP spid="13" grpId="1" animBg="1"/>
      <p:bldP spid="16" grpId="0" animBg="1"/>
      <p:bldP spid="7" grpId="1" animBg="1"/>
      <p:bldP spid="8" grpId="1" animBg="1"/>
      <p:bldP spid="9" grpId="1" animBg="1"/>
      <p:bldP spid="10" grpId="1" animBg="1"/>
      <p:bldP spid="11" grpId="1" animBg="1"/>
      <p:bldP spid="12" grpId="1" animBg="1"/>
      <p:bldP spid="10" grpId="2" animBg="1"/>
      <p:bldP spid="4" grpId="1" animBg="1"/>
      <p:bldP spid="17" grpId="0" animBg="1"/>
      <p:bldP spid="5"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726"/>
        </a:solidFill>
      </p:bgPr>
    </p:bg>
    <p:spTree>
      <p:nvGrpSpPr>
        <p:cNvPr id="1" name=""/>
        <p:cNvGrpSpPr/>
        <p:nvPr/>
      </p:nvGrpSpPr>
      <p:grpSpPr>
        <a:xfrm>
          <a:off x="0" y="0"/>
          <a:ext cx="0" cy="0"/>
          <a:chOff x="0" y="0"/>
          <a:chExt cx="0" cy="0"/>
        </a:xfrm>
      </p:grpSpPr>
      <p:sp>
        <p:nvSpPr>
          <p:cNvPr id="3" name="eyebrow"/>
          <p:cNvSpPr txBox="1"/>
          <p:nvPr/>
        </p:nvSpPr>
        <p:spPr>
          <a:xfrm>
            <a:off x="812800" y="1587500"/>
            <a:ext cx="6096000" cy="254000"/>
          </a:xfrm>
          <a:prstGeom prst="rect">
            <a:avLst/>
          </a:prstGeom>
          <a:noFill/>
          <a:ln/>
        </p:spPr>
        <p:txBody>
          <a:bodyPr wrap="square" lIns="0" tIns="0" rIns="0" bIns="0" rtlCol="0" anchor="t"/>
          <a:lstStyle/>
          <a:p>
            <a:pPr indent="0" marL="0">
              <a:buNone/>
            </a:pPr>
            <a:r>
              <a:rPr lang="en-US" sz="1400" b="1" spc="300" kern="0" dirty="0">
                <a:solidFill>
                  <a:srgbClr val="3FD0C9"/>
                </a:solidFill>
                <a:latin typeface="Segoe UI" pitchFamily="34" charset="0"/>
                <a:ea typeface="Segoe UI" pitchFamily="34" charset="-122"/>
                <a:cs typeface="Segoe UI" pitchFamily="34" charset="-120"/>
              </a:rPr>
              <a:t>11:47 PM · DHAKA · AN ORDINARY WEEKNIGHT</a:t>
            </a:r>
            <a:endParaRPr lang="en-US" sz="1400" dirty="0"/>
          </a:p>
        </p:txBody>
      </p:sp>
      <p:sp>
        <p:nvSpPr>
          <p:cNvPr id="4" name="title"/>
          <p:cNvSpPr txBox="1"/>
          <p:nvPr/>
        </p:nvSpPr>
        <p:spPr>
          <a:xfrm>
            <a:off x="812800" y="1968500"/>
            <a:ext cx="6096000" cy="2159000"/>
          </a:xfrm>
          <a:prstGeom prst="rect">
            <a:avLst/>
          </a:prstGeom>
          <a:noFill/>
          <a:ln/>
        </p:spPr>
        <p:txBody>
          <a:bodyPr wrap="square" lIns="0" tIns="0" rIns="0" bIns="0" rtlCol="0" anchor="t"/>
          <a:lstStyle/>
          <a:p>
            <a:pPr indent="0" marL="0">
              <a:lnSpc>
                <a:spcPct val="95000"/>
              </a:lnSpc>
              <a:buNone/>
            </a:pPr>
            <a:r>
              <a:rPr lang="en-US" sz="4800" b="1" dirty="0">
                <a:solidFill>
                  <a:srgbClr val="F3F5F2"/>
                </a:solidFill>
                <a:latin typeface="Segoe UI" pitchFamily="34" charset="0"/>
                <a:ea typeface="Segoe UI" pitchFamily="34" charset="-122"/>
                <a:cs typeface="Segoe UI" pitchFamily="34" charset="-120"/>
              </a:rPr>
              <a:t>One message.</a:t>
            </a:r>
            <a:endParaRPr lang="en-US" sz="4800" dirty="0"/>
          </a:p>
          <a:p>
            <a:pPr indent="0" marL="0">
              <a:lnSpc>
                <a:spcPct val="95000"/>
              </a:lnSpc>
              <a:buNone/>
            </a:pPr>
            <a:r>
              <a:rPr lang="en-US" sz="4800" b="1" dirty="0">
                <a:solidFill>
                  <a:srgbClr val="F3F5F2"/>
                </a:solidFill>
                <a:latin typeface="Segoe UI" pitchFamily="34" charset="0"/>
                <a:ea typeface="Segoe UI" pitchFamily="34" charset="-122"/>
                <a:cs typeface="Segoe UI" pitchFamily="34" charset="-120"/>
              </a:rPr>
              <a:t>One night.</a:t>
            </a:r>
            <a:endParaRPr lang="en-US" sz="4800" dirty="0"/>
          </a:p>
          <a:p>
            <a:pPr indent="0" marL="0">
              <a:lnSpc>
                <a:spcPct val="95000"/>
              </a:lnSpc>
              <a:buNone/>
            </a:pPr>
            <a:r>
              <a:rPr lang="en-US" sz="4800" b="1" dirty="0">
                <a:solidFill>
                  <a:srgbClr val="F3F5F2"/>
                </a:solidFill>
                <a:latin typeface="Segoe UI" pitchFamily="34" charset="0"/>
                <a:ea typeface="Segoe UI" pitchFamily="34" charset="-122"/>
                <a:cs typeface="Segoe UI" pitchFamily="34" charset="-120"/>
              </a:rPr>
              <a:t>Five doors.</a:t>
            </a:r>
            <a:endParaRPr lang="en-US" sz="4800" dirty="0"/>
          </a:p>
        </p:txBody>
      </p:sp>
      <p:sp>
        <p:nvSpPr>
          <p:cNvPr id="5" name="p1"/>
          <p:cNvSpPr txBox="1"/>
          <p:nvPr/>
        </p:nvSpPr>
        <p:spPr>
          <a:xfrm>
            <a:off x="812800" y="4381500"/>
            <a:ext cx="5715000" cy="698500"/>
          </a:xfrm>
          <a:prstGeom prst="rect">
            <a:avLst/>
          </a:prstGeom>
          <a:noFill/>
          <a:ln/>
        </p:spPr>
        <p:txBody>
          <a:bodyPr wrap="square" lIns="0" tIns="0" rIns="0" bIns="0" rtlCol="0" anchor="t"/>
          <a:lstStyle/>
          <a:p>
            <a:pPr indent="0" marL="0">
              <a:buNone/>
            </a:pPr>
            <a:r>
              <a:rPr lang="en-US" sz="1600" dirty="0">
                <a:solidFill>
                  <a:srgbClr val="F3F5F2"/>
                </a:solidFill>
                <a:latin typeface="Segoe UI" pitchFamily="34" charset="0"/>
                <a:ea typeface="Segoe UI" pitchFamily="34" charset="-122"/>
                <a:cs typeface="Segoe UI" pitchFamily="34" charset="-120"/>
              </a:rPr>
              <a:t>Nusrat, a 21-year-old university student, gets a message from her friend Rafi. She sends the code.</a:t>
            </a:r>
            <a:endParaRPr lang="en-US" sz="1600" dirty="0"/>
          </a:p>
        </p:txBody>
      </p:sp>
      <p:sp>
        <p:nvSpPr>
          <p:cNvPr id="6" name="p2"/>
          <p:cNvSpPr txBox="1"/>
          <p:nvPr/>
        </p:nvSpPr>
        <p:spPr>
          <a:xfrm>
            <a:off x="812800" y="5270500"/>
            <a:ext cx="5715000" cy="571500"/>
          </a:xfrm>
          <a:prstGeom prst="rect">
            <a:avLst/>
          </a:prstGeom>
          <a:noFill/>
          <a:ln/>
        </p:spPr>
        <p:txBody>
          <a:bodyPr wrap="square" lIns="0" tIns="0" rIns="0" bIns="0" rtlCol="0" anchor="t"/>
          <a:lstStyle/>
          <a:p>
            <a:pPr indent="0" marL="0">
              <a:buNone/>
            </a:pPr>
            <a:r>
              <a:rPr lang="en-US" sz="1300" dirty="0">
                <a:solidFill>
                  <a:srgbClr val="BFD0DF"/>
                </a:solidFill>
                <a:latin typeface="Segoe UI" pitchFamily="34" charset="0"/>
                <a:ea typeface="Segoe UI" pitchFamily="34" charset="-122"/>
                <a:cs typeface="Segoe UI" pitchFamily="34" charset="-120"/>
              </a:rPr>
              <a:t>Nusrat is not a real person, but what happens to her tonight happens to real students in Bangladesh every week.</a:t>
            </a:r>
            <a:endParaRPr lang="en-US" sz="1300" dirty="0"/>
          </a:p>
        </p:txBody>
      </p:sp>
      <p:sp>
        <p:nvSpPr>
          <p:cNvPr id="7" name="phone"/>
          <p:cNvSpPr/>
          <p:nvPr/>
        </p:nvSpPr>
        <p:spPr>
          <a:xfrm>
            <a:off x="7620000" y="762000"/>
            <a:ext cx="3175000" cy="5270500"/>
          </a:xfrm>
          <a:prstGeom prst="roundRect">
            <a:avLst>
              <a:gd name="adj" fmla="val 3456"/>
            </a:avLst>
          </a:prstGeom>
          <a:solidFill>
            <a:srgbClr val="0A111D"/>
          </a:solidFill>
          <a:ln w="63500">
            <a:solidFill>
              <a:srgbClr val="24385A"/>
            </a:solidFill>
            <a:prstDash val="solid"/>
          </a:ln>
        </p:spPr>
      </p:sp>
      <p:sp>
        <p:nvSpPr>
          <p:cNvPr id="8" name="head"/>
          <p:cNvSpPr/>
          <p:nvPr/>
        </p:nvSpPr>
        <p:spPr>
          <a:xfrm>
            <a:off x="7696200" y="838200"/>
            <a:ext cx="3022600" cy="698500"/>
          </a:xfrm>
          <a:prstGeom prst="roundRect">
            <a:avLst>
              <a:gd name="adj" fmla="val 32727"/>
            </a:avLst>
          </a:prstGeom>
          <a:solidFill>
            <a:srgbClr val="16233A"/>
          </a:solidFill>
          <a:ln/>
        </p:spPr>
      </p:sp>
      <p:sp>
        <p:nvSpPr>
          <p:cNvPr id="9" name="avatar"/>
          <p:cNvSpPr/>
          <p:nvPr/>
        </p:nvSpPr>
        <p:spPr>
          <a:xfrm>
            <a:off x="7874000" y="996950"/>
            <a:ext cx="381000" cy="381000"/>
          </a:xfrm>
          <a:prstGeom prst="roundRect">
            <a:avLst>
              <a:gd name="adj" fmla="val 120000"/>
            </a:avLst>
          </a:prstGeom>
          <a:solidFill>
            <a:srgbClr val="3A5A80"/>
          </a:solidFill>
          <a:ln/>
        </p:spPr>
        <p:txBody>
          <a:bodyPr wrap="square" lIns="0" tIns="0" rIns="0" bIns="0" rtlCol="0" anchor="ctr"/>
          <a:lstStyle/>
          <a:p>
            <a:pPr algn="ctr" indent="0" marL="0">
              <a:buNone/>
            </a:pPr>
            <a:r>
              <a:rPr lang="en-US" sz="1400" b="1" dirty="0">
                <a:solidFill>
                  <a:srgbClr val="F3F5F2"/>
                </a:solidFill>
                <a:latin typeface="Segoe UI" pitchFamily="34" charset="0"/>
                <a:ea typeface="Segoe UI" pitchFamily="34" charset="-122"/>
                <a:cs typeface="Segoe UI" pitchFamily="34" charset="-120"/>
              </a:rPr>
              <a:t>R</a:t>
            </a:r>
            <a:endParaRPr lang="en-US" sz="1400" dirty="0"/>
          </a:p>
        </p:txBody>
      </p:sp>
      <p:sp>
        <p:nvSpPr>
          <p:cNvPr id="10" name="rafi"/>
          <p:cNvSpPr txBox="1"/>
          <p:nvPr/>
        </p:nvSpPr>
        <p:spPr>
          <a:xfrm>
            <a:off x="8369300" y="952500"/>
            <a:ext cx="1905000" cy="254000"/>
          </a:xfrm>
          <a:prstGeom prst="rect">
            <a:avLst/>
          </a:prstGeom>
          <a:noFill/>
          <a:ln/>
        </p:spPr>
        <p:txBody>
          <a:bodyPr wrap="square" lIns="0" tIns="0" rIns="0" bIns="0" rtlCol="0" anchor="t"/>
          <a:lstStyle/>
          <a:p>
            <a:pPr indent="0" marL="0">
              <a:buNone/>
            </a:pPr>
            <a:r>
              <a:rPr lang="en-US" sz="1500" b="1" dirty="0">
                <a:solidFill>
                  <a:srgbClr val="F3F5F2"/>
                </a:solidFill>
                <a:latin typeface="Segoe UI" pitchFamily="34" charset="0"/>
                <a:ea typeface="Segoe UI" pitchFamily="34" charset="-122"/>
                <a:cs typeface="Segoe UI" pitchFamily="34" charset="-120"/>
              </a:rPr>
              <a:t>Rafi</a:t>
            </a:r>
            <a:endParaRPr lang="en-US" sz="1500" dirty="0"/>
          </a:p>
        </p:txBody>
      </p:sp>
      <p:sp>
        <p:nvSpPr>
          <p:cNvPr id="11" name="online"/>
          <p:cNvSpPr txBox="1"/>
          <p:nvPr/>
        </p:nvSpPr>
        <p:spPr>
          <a:xfrm>
            <a:off x="8369300" y="1219200"/>
            <a:ext cx="1905000" cy="190500"/>
          </a:xfrm>
          <a:prstGeom prst="rect">
            <a:avLst/>
          </a:prstGeom>
          <a:noFill/>
          <a:ln/>
        </p:spPr>
        <p:txBody>
          <a:bodyPr wrap="square" lIns="0" tIns="0" rIns="0" bIns="0" rtlCol="0" anchor="t"/>
          <a:lstStyle/>
          <a:p>
            <a:pPr indent="0" marL="0">
              <a:buNone/>
            </a:pPr>
            <a:r>
              <a:rPr lang="en-US" sz="1200" dirty="0">
                <a:solidFill>
                  <a:srgbClr val="3FD0C9"/>
                </a:solidFill>
                <a:latin typeface="Segoe UI" pitchFamily="34" charset="0"/>
                <a:ea typeface="Segoe UI" pitchFamily="34" charset="-122"/>
                <a:cs typeface="Segoe UI" pitchFamily="34" charset="-120"/>
              </a:rPr>
              <a:t>online</a:t>
            </a:r>
            <a:endParaRPr lang="en-US" sz="1200" dirty="0"/>
          </a:p>
        </p:txBody>
      </p:sp>
      <p:sp>
        <p:nvSpPr>
          <p:cNvPr id="12" name="clock"/>
          <p:cNvSpPr txBox="1"/>
          <p:nvPr/>
        </p:nvSpPr>
        <p:spPr>
          <a:xfrm>
            <a:off x="7620000" y="1714500"/>
            <a:ext cx="3175000" cy="190500"/>
          </a:xfrm>
          <a:prstGeom prst="rect">
            <a:avLst/>
          </a:prstGeom>
          <a:noFill/>
          <a:ln/>
        </p:spPr>
        <p:txBody>
          <a:bodyPr wrap="square" lIns="0" tIns="0" rIns="0" bIns="0" rtlCol="0" anchor="t"/>
          <a:lstStyle/>
          <a:p>
            <a:pPr algn="ctr" indent="0" marL="0">
              <a:buNone/>
            </a:pPr>
            <a:r>
              <a:rPr lang="en-US" sz="1200" dirty="0">
                <a:solidFill>
                  <a:srgbClr val="BFD0DF"/>
                </a:solidFill>
                <a:latin typeface="Segoe UI" pitchFamily="34" charset="0"/>
                <a:ea typeface="Segoe UI" pitchFamily="34" charset="-122"/>
                <a:cs typeface="Segoe UI" pitchFamily="34" charset="-120"/>
              </a:rPr>
              <a:t>11:47 PM</a:t>
            </a:r>
            <a:endParaRPr lang="en-US" sz="1200" dirty="0"/>
          </a:p>
        </p:txBody>
      </p:sp>
      <p:sp>
        <p:nvSpPr>
          <p:cNvPr id="13" name="typing"/>
          <p:cNvSpPr/>
          <p:nvPr/>
        </p:nvSpPr>
        <p:spPr>
          <a:xfrm>
            <a:off x="7797800" y="2032000"/>
            <a:ext cx="889000" cy="381000"/>
          </a:xfrm>
          <a:prstGeom prst="roundRect">
            <a:avLst>
              <a:gd name="adj" fmla="val 120000"/>
            </a:avLst>
          </a:prstGeom>
          <a:solidFill>
            <a:srgbClr val="24385A"/>
          </a:solidFill>
          <a:ln/>
        </p:spPr>
      </p:sp>
      <p:sp>
        <p:nvSpPr>
          <p:cNvPr id="14" name="dot0"/>
          <p:cNvSpPr/>
          <p:nvPr/>
        </p:nvSpPr>
        <p:spPr>
          <a:xfrm>
            <a:off x="7962900" y="2178050"/>
            <a:ext cx="88900" cy="88900"/>
          </a:xfrm>
          <a:prstGeom prst="ellipse">
            <a:avLst/>
          </a:prstGeom>
          <a:solidFill>
            <a:srgbClr val="BFD0DF"/>
          </a:solidFill>
          <a:ln/>
        </p:spPr>
      </p:sp>
      <p:sp>
        <p:nvSpPr>
          <p:cNvPr id="15" name="dot1"/>
          <p:cNvSpPr/>
          <p:nvPr/>
        </p:nvSpPr>
        <p:spPr>
          <a:xfrm>
            <a:off x="8166100" y="2178050"/>
            <a:ext cx="88900" cy="88900"/>
          </a:xfrm>
          <a:prstGeom prst="ellipse">
            <a:avLst/>
          </a:prstGeom>
          <a:solidFill>
            <a:srgbClr val="BFD0DF"/>
          </a:solidFill>
          <a:ln/>
        </p:spPr>
      </p:sp>
      <p:sp>
        <p:nvSpPr>
          <p:cNvPr id="16" name="dot2"/>
          <p:cNvSpPr/>
          <p:nvPr/>
        </p:nvSpPr>
        <p:spPr>
          <a:xfrm>
            <a:off x="8369300" y="2178050"/>
            <a:ext cx="88900" cy="88900"/>
          </a:xfrm>
          <a:prstGeom prst="ellipse">
            <a:avLst/>
          </a:prstGeom>
          <a:solidFill>
            <a:srgbClr val="BFD0DF"/>
          </a:solidFill>
          <a:ln/>
        </p:spPr>
      </p:sp>
      <p:sp>
        <p:nvSpPr>
          <p:cNvPr id="17" name="msg"/>
          <p:cNvSpPr/>
          <p:nvPr/>
        </p:nvSpPr>
        <p:spPr>
          <a:xfrm>
            <a:off x="7797800" y="2032000"/>
            <a:ext cx="2476500" cy="1079500"/>
          </a:xfrm>
          <a:prstGeom prst="roundRect">
            <a:avLst>
              <a:gd name="adj" fmla="val 10165"/>
            </a:avLst>
          </a:prstGeom>
          <a:solidFill>
            <a:srgbClr val="24385A"/>
          </a:solidFill>
          <a:ln/>
        </p:spPr>
        <p:txBody>
          <a:bodyPr wrap="square" lIns="139700" tIns="139700" rIns="139700" bIns="139700" rtlCol="0" anchor="ctr"/>
          <a:lstStyle/>
          <a:p>
            <a:pPr algn="l" indent="0" marL="0">
              <a:buNone/>
            </a:pPr>
            <a:r>
              <a:rPr lang="en-US" sz="1350" dirty="0">
                <a:solidFill>
                  <a:srgbClr val="F3F5F2"/>
                </a:solidFill>
                <a:latin typeface="Segoe UI" pitchFamily="34" charset="0"/>
                <a:ea typeface="Segoe UI" pitchFamily="34" charset="-122"/>
                <a:cs typeface="Segoe UI" pitchFamily="34" charset="-120"/>
              </a:rPr>
              <a:t>I sent a 6-digit code to your number by mistake. Can you send it to me? It’s urgent!</a:t>
            </a:r>
            <a:endParaRPr lang="en-US" sz="1350" dirty="0"/>
          </a:p>
        </p:txBody>
      </p:sp>
      <p:sp>
        <p:nvSpPr>
          <p:cNvPr id="18" name="reply"/>
          <p:cNvSpPr/>
          <p:nvPr/>
        </p:nvSpPr>
        <p:spPr>
          <a:xfrm>
            <a:off x="8763000" y="3302000"/>
            <a:ext cx="1905000" cy="482600"/>
          </a:xfrm>
          <a:prstGeom prst="roundRect">
            <a:avLst>
              <a:gd name="adj" fmla="val 56842"/>
            </a:avLst>
          </a:prstGeom>
          <a:solidFill>
            <a:srgbClr val="0F7C78"/>
          </a:solidFill>
          <a:ln/>
        </p:spPr>
        <p:txBody>
          <a:bodyPr wrap="square" lIns="0" tIns="0" rIns="0" bIns="0" rtlCol="0" anchor="ctr"/>
          <a:lstStyle/>
          <a:p>
            <a:pPr algn="ctr" indent="0" marL="0">
              <a:buNone/>
            </a:pPr>
            <a:r>
              <a:rPr lang="en-US" sz="1700" b="1" spc="200" kern="0" dirty="0">
                <a:solidFill>
                  <a:srgbClr val="F3F5F2"/>
                </a:solidFill>
                <a:latin typeface="Segoe UI" pitchFamily="34" charset="0"/>
                <a:ea typeface="Segoe UI" pitchFamily="34" charset="-122"/>
                <a:cs typeface="Segoe UI" pitchFamily="34" charset="-120"/>
              </a:rPr>
              <a:t>482 915</a:t>
            </a:r>
            <a:pPr algn="ctr" indent="0" marL="0">
              <a:buNone/>
            </a:pPr>
            <a:r>
              <a:rPr lang="en-US" sz="1200" dirty="0">
                <a:solidFill>
                  <a:srgbClr val="BFF3EF"/>
                </a:solidFill>
                <a:latin typeface="Segoe UI" pitchFamily="34" charset="0"/>
                <a:ea typeface="Segoe UI" pitchFamily="34" charset="-122"/>
                <a:cs typeface="Segoe UI" pitchFamily="34" charset="-120"/>
              </a:rPr>
              <a:t>   11:49 ✓✓</a:t>
            </a:r>
            <a:endParaRPr lang="en-US" sz="1300" dirty="0"/>
          </a:p>
        </p:txBody>
      </p:sp>
      <p:sp>
        <p:nvSpPr>
          <p:cNvPr id="19" name="alert"/>
          <p:cNvSpPr/>
          <p:nvPr/>
        </p:nvSpPr>
        <p:spPr>
          <a:xfrm>
            <a:off x="7759700" y="4889500"/>
            <a:ext cx="2895600" cy="1016000"/>
          </a:xfrm>
          <a:prstGeom prst="roundRect">
            <a:avLst>
              <a:gd name="adj" fmla="val 13500"/>
            </a:avLst>
          </a:prstGeom>
          <a:solidFill>
            <a:srgbClr val="FF6B5E"/>
          </a:solidFill>
          <a:ln/>
        </p:spPr>
        <p:txBody>
          <a:bodyPr wrap="square" lIns="152400" tIns="152400" rIns="152400" bIns="152400" rtlCol="0" anchor="ctr"/>
          <a:lstStyle/>
          <a:p>
            <a:pPr algn="l" indent="0" marL="0">
              <a:buNone/>
            </a:pPr>
            <a:r>
              <a:rPr lang="en-US" sz="1350" b="1" dirty="0">
                <a:solidFill>
                  <a:srgbClr val="0E1726"/>
                </a:solidFill>
                <a:latin typeface="Segoe UI" pitchFamily="34" charset="0"/>
                <a:ea typeface="Segoe UI" pitchFamily="34" charset="-122"/>
                <a:cs typeface="Segoe UI" pitchFamily="34" charset="-120"/>
              </a:rPr>
              <a:t>Your WhatsApp account is now registered on another phone.</a:t>
            </a:r>
            <a:endParaRPr lang="en-US" sz="1350" dirty="0"/>
          </a:p>
          <a:p>
            <a:pPr algn="l" indent="0" marL="0">
              <a:buNone/>
            </a:pPr>
            <a:r>
              <a:rPr lang="en-US" sz="1200" dirty="0">
                <a:solidFill>
                  <a:srgbClr val="0E1726"/>
                </a:solidFill>
                <a:latin typeface="Segoe UI" pitchFamily="34" charset="0"/>
                <a:ea typeface="Segoe UI" pitchFamily="34" charset="-122"/>
                <a:cs typeface="Segoe UI" pitchFamily="34" charset="-120"/>
              </a:rPr>
              <a:t>Nusrat has been logged out.</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4" fill="hold">
                      <p:stCondLst>
                        <p:cond delay="indefinite"/>
                        <p:cond evt="onBegin" delay="0">
                          <p:tn val="2"/>
                        </p:cond>
                      </p:stCondLst>
                      <p:childTnLst>
                        <p:par>
                          <p:cTn id="85"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700"/>
                                        <p:tgtEl>
                                          <p:spTgt spid="7"/>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700"/>
                                        <p:tgtEl>
                                          <p:spTgt spid="9"/>
                                        </p:tgtEl>
                                      </p:cBhvr>
                                    </p:animEffect>
                                  </p:childTnLst>
                                </p:cTn>
                              </p:par>
                              <p:par>
                                <p:cTn id="14"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700"/>
                                        <p:tgtEl>
                                          <p:spTgt spid="10"/>
                                        </p:tgtEl>
                                      </p:cBhvr>
                                    </p:animEffect>
                                  </p:childTnLst>
                                </p:cTn>
                              </p:par>
                              <p:par>
                                <p:cTn id="17"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700"/>
                                        <p:tgtEl>
                                          <p:spTgt spid="11"/>
                                        </p:tgtEl>
                                      </p:cBhvr>
                                    </p:animEffect>
                                  </p:childTnLst>
                                </p:cTn>
                              </p:par>
                              <p:par>
                                <p:cTn id="20"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700"/>
                                        <p:tgtEl>
                                          <p:spTgt spid="12"/>
                                        </p:tgtEl>
                                      </p:cBhvr>
                                    </p:animEffect>
                                  </p:childTnLst>
                                </p:cTn>
                              </p:par>
                              <p:par>
                                <p:cTn id="23" presetID="10" presetClass="entr" presetSubtype="0" fill="hold" grpId="0" nodeType="withEffect">
                                  <p:stCondLst>
                                    <p:cond delay="2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600"/>
                                        <p:tgtEl>
                                          <p:spTgt spid="3"/>
                                        </p:tgtEl>
                                      </p:cBhvr>
                                    </p:animEffect>
                                  </p:childTnLst>
                                </p:cTn>
                              </p:par>
                              <p:par>
                                <p:cTn id="28" presetID="42" presetClass="entr" presetSubtype="0" fill="hold" grpId="0" nodeType="withEffect">
                                  <p:stCondLst>
                                    <p:cond delay="50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00"/>
                                        <p:tgtEl>
                                          <p:spTgt spid="4"/>
                                        </p:tgtEl>
                                      </p:cBhvr>
                                    </p:animEffect>
                                    <p:anim calcmode="lin" valueType="num">
                                      <p:cBhvr additive="base">
                                        <p:cTn id="26" dur="800" fill="hold"/>
                                        <p:tgtEl>
                                          <p:spTgt spid="4"/>
                                        </p:tgtEl>
                                        <p:attrNameLst>
                                          <p:attrName>ppt_x</p:attrName>
                                        </p:attrNameLst>
                                      </p:cBhvr>
                                      <p:tavLst>
                                        <p:tav tm="0">
                                          <p:val>
                                            <p:strVal val="#ppt_x"/>
                                          </p:val>
                                        </p:tav>
                                        <p:tav tm="100000">
                                          <p:val>
                                            <p:strVal val="#ppt_x"/>
                                          </p:val>
                                        </p:tav>
                                      </p:tavLst>
                                    </p:anim>
                                    <p:anim calcmode="lin" valueType="num">
                                      <p:cBhvr additive="base">
                                        <p:cTn id="27" dur="800" fill="hold"/>
                                        <p:tgtEl>
                                          <p:spTgt spid="4"/>
                                        </p:tgtEl>
                                        <p:attrNameLst>
                                          <p:attrName>ppt_y</p:attrName>
                                        </p:attrNameLst>
                                      </p:cBhvr>
                                      <p:tavLst>
                                        <p:tav tm="0">
                                          <p:val>
                                            <p:strVal val="#ppt_y+.06"/>
                                          </p:val>
                                        </p:tav>
                                        <p:tav tm="100000">
                                          <p:val>
                                            <p:strVal val="#ppt_y"/>
                                          </p:val>
                                        </p:tav>
                                      </p:tavLst>
                                    </p:anim>
                                  </p:childTnLst>
                                </p:cTn>
                              </p:par>
                              <p:par>
                                <p:cTn id="31" presetID="10" presetClass="entr" presetSubtype="0" fill="hold" grpId="0" nodeType="withEffect">
                                  <p:stCondLst>
                                    <p:cond delay="60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300"/>
                                        <p:tgtEl>
                                          <p:spTgt spid="13"/>
                                        </p:tgtEl>
                                      </p:cBhvr>
                                    </p:animEffect>
                                  </p:childTnLst>
                                </p:cTn>
                              </p:par>
                              <p:par>
                                <p:cTn id="34" presetID="10" presetClass="entr" presetSubtype="0" fill="hold" grpId="0" nodeType="withEffect">
                                  <p:stCondLst>
                                    <p:cond delay="60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300"/>
                                        <p:tgtEl>
                                          <p:spTgt spid="14"/>
                                        </p:tgtEl>
                                      </p:cBhvr>
                                    </p:animEffect>
                                  </p:childTnLst>
                                </p:cTn>
                              </p:par>
                              <p:par>
                                <p:cTn id="37" presetID="10" presetClass="entr" presetSubtype="0" fill="hold" grpId="0" nodeType="withEffect">
                                  <p:stCondLst>
                                    <p:cond delay="60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00"/>
                                        <p:tgtEl>
                                          <p:spTgt spid="15"/>
                                        </p:tgtEl>
                                      </p:cBhvr>
                                    </p:animEffect>
                                  </p:childTnLst>
                                </p:cTn>
                              </p:par>
                              <p:par>
                                <p:cTn id="40" presetID="10" presetClass="entr" presetSubtype="0" fill="hold" grpId="0" nodeType="withEffect">
                                  <p:stCondLst>
                                    <p:cond delay="60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00"/>
                                        <p:tgtEl>
                                          <p:spTgt spid="16"/>
                                        </p:tgtEl>
                                      </p:cBhvr>
                                    </p:animEffect>
                                  </p:childTnLst>
                                </p:cTn>
                              </p:par>
                              <p:par>
                                <p:cTn id="42" presetID="0" presetClass="path" presetSubtype="0" fill="hold" grpId="1" nodeType="withEffect" autoRev="1" repeatCount="2000">
                                  <p:stCondLst>
                                    <p:cond delay="700"/>
                                  </p:stCondLst>
                                  <p:childTnLst>
                                    <p:animMotion origin="layout" path="M 0 0 L 0 -0.012 E" pathEditMode="relative" ptsTypes="AA">
                                      <p:cBhvr>
                                        <p:cTn id="41" dur="350" fill="hold"/>
                                        <p:tgtEl>
                                          <p:spTgt spid="14"/>
                                        </p:tgtEl>
                                        <p:attrNameLst>
                                          <p:attrName>ppt_x</p:attrName>
                                          <p:attrName>ppt_y</p:attrName>
                                        </p:attrNameLst>
                                      </p:cBhvr>
                                    </p:animMotion>
                                  </p:childTnLst>
                                </p:cTn>
                              </p:par>
                              <p:par>
                                <p:cTn id="44" presetID="0" presetClass="path" presetSubtype="0" fill="hold" grpId="1" nodeType="withEffect" autoRev="1" repeatCount="2000">
                                  <p:stCondLst>
                                    <p:cond delay="850"/>
                                  </p:stCondLst>
                                  <p:childTnLst>
                                    <p:animMotion origin="layout" path="M 0 0 L 0 -0.012 E" pathEditMode="relative" ptsTypes="AA">
                                      <p:cBhvr>
                                        <p:cTn id="43" dur="350" fill="hold"/>
                                        <p:tgtEl>
                                          <p:spTgt spid="15"/>
                                        </p:tgtEl>
                                        <p:attrNameLst>
                                          <p:attrName>ppt_x</p:attrName>
                                          <p:attrName>ppt_y</p:attrName>
                                        </p:attrNameLst>
                                      </p:cBhvr>
                                    </p:animMotion>
                                  </p:childTnLst>
                                </p:cTn>
                              </p:par>
                              <p:par>
                                <p:cTn id="49" presetID="42" presetClass="entr" presetSubtype="0" fill="hold" grpId="0" nodeType="withEffect">
                                  <p:stCondLst>
                                    <p:cond delay="1000"/>
                                  </p:stCondLst>
                                  <p:childTnLst>
                                    <p:set>
                                      <p:cBhvr>
                                        <p:cTn id="45" dur="1" fill="hold">
                                          <p:stCondLst>
                                            <p:cond delay="0"/>
                                          </p:stCondLst>
                                        </p:cTn>
                                        <p:tgtEl>
                                          <p:spTgt spid="5"/>
                                        </p:tgtEl>
                                        <p:attrNameLst>
                                          <p:attrName>style.visibility</p:attrName>
                                        </p:attrNameLst>
                                      </p:cBhvr>
                                      <p:to>
                                        <p:strVal val="visible"/>
                                      </p:to>
                                    </p:set>
                                    <p:animEffect transition="in" filter="fade">
                                      <p:cBhvr>
                                        <p:cTn id="46" dur="700"/>
                                        <p:tgtEl>
                                          <p:spTgt spid="5"/>
                                        </p:tgtEl>
                                      </p:cBhvr>
                                    </p:animEffect>
                                    <p:anim calcmode="lin" valueType="num">
                                      <p:cBhvr additive="base">
                                        <p:cTn id="47" dur="700" fill="hold"/>
                                        <p:tgtEl>
                                          <p:spTgt spid="5"/>
                                        </p:tgtEl>
                                        <p:attrNameLst>
                                          <p:attrName>ppt_x</p:attrName>
                                        </p:attrNameLst>
                                      </p:cBhvr>
                                      <p:tavLst>
                                        <p:tav tm="0">
                                          <p:val>
                                            <p:strVal val="#ppt_x"/>
                                          </p:val>
                                        </p:tav>
                                        <p:tav tm="100000">
                                          <p:val>
                                            <p:strVal val="#ppt_x"/>
                                          </p:val>
                                        </p:tav>
                                      </p:tavLst>
                                    </p:anim>
                                    <p:anim calcmode="lin" valueType="num">
                                      <p:cBhvr additive="base">
                                        <p:cTn id="48" dur="700" fill="hold"/>
                                        <p:tgtEl>
                                          <p:spTgt spid="5"/>
                                        </p:tgtEl>
                                        <p:attrNameLst>
                                          <p:attrName>ppt_y</p:attrName>
                                        </p:attrNameLst>
                                      </p:cBhvr>
                                      <p:tavLst>
                                        <p:tav tm="0">
                                          <p:val>
                                            <p:strVal val="#ppt_y+.06"/>
                                          </p:val>
                                        </p:tav>
                                        <p:tav tm="100000">
                                          <p:val>
                                            <p:strVal val="#ppt_y"/>
                                          </p:val>
                                        </p:tav>
                                      </p:tavLst>
                                    </p:anim>
                                  </p:childTnLst>
                                </p:cTn>
                              </p:par>
                              <p:par>
                                <p:cTn id="51" presetID="0" presetClass="path" presetSubtype="0" fill="hold" grpId="1" nodeType="withEffect" autoRev="1" repeatCount="2000">
                                  <p:stCondLst>
                                    <p:cond delay="1000"/>
                                  </p:stCondLst>
                                  <p:childTnLst>
                                    <p:animMotion origin="layout" path="M 0 0 L 0 -0.012 E" pathEditMode="relative" ptsTypes="AA">
                                      <p:cBhvr>
                                        <p:cTn id="50" dur="350" fill="hold"/>
                                        <p:tgtEl>
                                          <p:spTgt spid="16"/>
                                        </p:tgtEl>
                                        <p:attrNameLst>
                                          <p:attrName>ppt_x</p:attrName>
                                          <p:attrName>ppt_y</p:attrName>
                                        </p:attrNameLst>
                                      </p:cBhvr>
                                    </p:animMotion>
                                  </p:childTnLst>
                                </p:cTn>
                              </p:par>
                              <p:par>
                                <p:cTn id="54" presetID="10" presetClass="entr" presetSubtype="0" fill="hold" grpId="0" nodeType="withEffect">
                                  <p:stCondLst>
                                    <p:cond delay="1500"/>
                                  </p:stCondLst>
                                  <p:childTnLst>
                                    <p:set>
                                      <p:cBhvr>
                                        <p:cTn id="52" dur="1" fill="hold">
                                          <p:stCondLst>
                                            <p:cond delay="0"/>
                                          </p:stCondLst>
                                        </p:cTn>
                                        <p:tgtEl>
                                          <p:spTgt spid="6"/>
                                        </p:tgtEl>
                                        <p:attrNameLst>
                                          <p:attrName>style.visibility</p:attrName>
                                        </p:attrNameLst>
                                      </p:cBhvr>
                                      <p:to>
                                        <p:strVal val="visible"/>
                                      </p:to>
                                    </p:set>
                                    <p:animEffect transition="in" filter="fade">
                                      <p:cBhvr>
                                        <p:cTn id="53" dur="700"/>
                                        <p:tgtEl>
                                          <p:spTgt spid="6"/>
                                        </p:tgtEl>
                                      </p:cBhvr>
                                    </p:animEffect>
                                  </p:childTnLst>
                                </p:cTn>
                              </p:par>
                              <p:par>
                                <p:cTn id="57" presetID="10" presetClass="exit" presetSubtype="0" fill="hold" grpId="1" nodeType="withEffect">
                                  <p:stCondLst>
                                    <p:cond delay="2200"/>
                                  </p:stCondLst>
                                  <p:childTnLst>
                                    <p:animEffect transition="out" filter="fade">
                                      <p:cBhvr>
                                        <p:cTn id="55" dur="300"/>
                                        <p:tgtEl>
                                          <p:spTgt spid="13"/>
                                        </p:tgtEl>
                                      </p:cBhvr>
                                    </p:animEffect>
                                    <p:set>
                                      <p:cBhvr>
                                        <p:cTn id="56" dur="1" fill="hold">
                                          <p:stCondLst>
                                            <p:cond delay="299"/>
                                          </p:stCondLst>
                                        </p:cTn>
                                        <p:tgtEl>
                                          <p:spTgt spid="13"/>
                                        </p:tgtEl>
                                        <p:attrNameLst>
                                          <p:attrName>style.visibility</p:attrName>
                                        </p:attrNameLst>
                                      </p:cBhvr>
                                      <p:to>
                                        <p:strVal val="hidden"/>
                                      </p:to>
                                    </p:set>
                                  </p:childTnLst>
                                </p:cTn>
                              </p:par>
                              <p:par>
                                <p:cTn id="60" presetID="10" presetClass="exit" presetSubtype="0" fill="hold" grpId="2" nodeType="withEffect">
                                  <p:stCondLst>
                                    <p:cond delay="2200"/>
                                  </p:stCondLst>
                                  <p:childTnLst>
                                    <p:animEffect transition="out" filter="fade">
                                      <p:cBhvr>
                                        <p:cTn id="58" dur="300"/>
                                        <p:tgtEl>
                                          <p:spTgt spid="14"/>
                                        </p:tgtEl>
                                      </p:cBhvr>
                                    </p:animEffect>
                                    <p:set>
                                      <p:cBhvr>
                                        <p:cTn id="59" dur="1" fill="hold">
                                          <p:stCondLst>
                                            <p:cond delay="299"/>
                                          </p:stCondLst>
                                        </p:cTn>
                                        <p:tgtEl>
                                          <p:spTgt spid="14"/>
                                        </p:tgtEl>
                                        <p:attrNameLst>
                                          <p:attrName>style.visibility</p:attrName>
                                        </p:attrNameLst>
                                      </p:cBhvr>
                                      <p:to>
                                        <p:strVal val="hidden"/>
                                      </p:to>
                                    </p:set>
                                  </p:childTnLst>
                                </p:cTn>
                              </p:par>
                              <p:par>
                                <p:cTn id="63" presetID="10" presetClass="exit" presetSubtype="0" fill="hold" grpId="2" nodeType="withEffect">
                                  <p:stCondLst>
                                    <p:cond delay="2200"/>
                                  </p:stCondLst>
                                  <p:childTnLst>
                                    <p:animEffect transition="out" filter="fade">
                                      <p:cBhvr>
                                        <p:cTn id="61" dur="300"/>
                                        <p:tgtEl>
                                          <p:spTgt spid="15"/>
                                        </p:tgtEl>
                                      </p:cBhvr>
                                    </p:animEffect>
                                    <p:set>
                                      <p:cBhvr>
                                        <p:cTn id="62" dur="1" fill="hold">
                                          <p:stCondLst>
                                            <p:cond delay="299"/>
                                          </p:stCondLst>
                                        </p:cTn>
                                        <p:tgtEl>
                                          <p:spTgt spid="15"/>
                                        </p:tgtEl>
                                        <p:attrNameLst>
                                          <p:attrName>style.visibility</p:attrName>
                                        </p:attrNameLst>
                                      </p:cBhvr>
                                      <p:to>
                                        <p:strVal val="hidden"/>
                                      </p:to>
                                    </p:set>
                                  </p:childTnLst>
                                </p:cTn>
                              </p:par>
                              <p:par>
                                <p:cTn id="66" presetID="10" presetClass="exit" presetSubtype="0" fill="hold" grpId="2" nodeType="withEffect">
                                  <p:stCondLst>
                                    <p:cond delay="2200"/>
                                  </p:stCondLst>
                                  <p:childTnLst>
                                    <p:animEffect transition="out" filter="fade">
                                      <p:cBhvr>
                                        <p:cTn id="64" dur="300"/>
                                        <p:tgtEl>
                                          <p:spTgt spid="16"/>
                                        </p:tgtEl>
                                      </p:cBhvr>
                                    </p:animEffect>
                                    <p:set>
                                      <p:cBhvr>
                                        <p:cTn id="65" dur="1" fill="hold">
                                          <p:stCondLst>
                                            <p:cond delay="299"/>
                                          </p:stCondLst>
                                        </p:cTn>
                                        <p:tgtEl>
                                          <p:spTgt spid="16"/>
                                        </p:tgtEl>
                                        <p:attrNameLst>
                                          <p:attrName>style.visibility</p:attrName>
                                        </p:attrNameLst>
                                      </p:cBhvr>
                                      <p:to>
                                        <p:strVal val="hidden"/>
                                      </p:to>
                                    </p:set>
                                  </p:childTnLst>
                                </p:cTn>
                              </p:par>
                              <p:par>
                                <p:cTn id="71" presetID="53" presetClass="entr" presetSubtype="16" fill="hold" grpId="0" nodeType="withEffect">
                                  <p:stCondLst>
                                    <p:cond delay="2500"/>
                                  </p:stCondLst>
                                  <p:childTnLst>
                                    <p:set>
                                      <p:cBhvr>
                                        <p:cTn id="67" dur="1" fill="hold">
                                          <p:stCondLst>
                                            <p:cond delay="0"/>
                                          </p:stCondLst>
                                        </p:cTn>
                                        <p:tgtEl>
                                          <p:spTgt spid="17"/>
                                        </p:tgtEl>
                                        <p:attrNameLst>
                                          <p:attrName>style.visibility</p:attrName>
                                        </p:attrNameLst>
                                      </p:cBhvr>
                                      <p:to>
                                        <p:strVal val="visible"/>
                                      </p:to>
                                    </p:set>
                                    <p:anim calcmode="lin" valueType="num">
                                      <p:cBhvr additive="base">
                                        <p:cTn id="68" dur="500" fill="hold"/>
                                        <p:tgtEl>
                                          <p:spTgt spid="17"/>
                                        </p:tgtEl>
                                        <p:attrNameLst>
                                          <p:attrName>ppt_w</p:attrName>
                                        </p:attrNameLst>
                                      </p:cBhvr>
                                      <p:tavLst>
                                        <p:tav tm="0">
                                          <p:val>
                                            <p:strVal val="0"/>
                                          </p:val>
                                        </p:tav>
                                        <p:tav tm="100000">
                                          <p:val>
                                            <p:strVal val="#ppt_w"/>
                                          </p:val>
                                        </p:tav>
                                      </p:tavLst>
                                    </p:anim>
                                    <p:anim calcmode="lin" valueType="num">
                                      <p:cBhvr additive="base">
                                        <p:cTn id="69" dur="500" fill="hold"/>
                                        <p:tgtEl>
                                          <p:spTgt spid="17"/>
                                        </p:tgtEl>
                                        <p:attrNameLst>
                                          <p:attrName>ppt_h</p:attrName>
                                        </p:attrNameLst>
                                      </p:cBhvr>
                                      <p:tavLst>
                                        <p:tav tm="0">
                                          <p:val>
                                            <p:strVal val="0"/>
                                          </p:val>
                                        </p:tav>
                                        <p:tav tm="100000">
                                          <p:val>
                                            <p:strVal val="#ppt_h"/>
                                          </p:val>
                                        </p:tav>
                                      </p:tavLst>
                                    </p:anim>
                                    <p:animEffect transition="in" filter="fade">
                                      <p:cBhvr>
                                        <p:cTn id="70" dur="500"/>
                                        <p:tgtEl>
                                          <p:spTgt spid="17"/>
                                        </p:tgtEl>
                                      </p:cBhvr>
                                    </p:animEffect>
                                  </p:childTnLst>
                                </p:cTn>
                              </p:par>
                              <p:par>
                                <p:cTn id="76" presetID="53" presetClass="entr" presetSubtype="16" fill="hold" grpId="0" nodeType="withEffect">
                                  <p:stCondLst>
                                    <p:cond delay="4400"/>
                                  </p:stCondLst>
                                  <p:childTnLst>
                                    <p:set>
                                      <p:cBhvr>
                                        <p:cTn id="72" dur="1" fill="hold">
                                          <p:stCondLst>
                                            <p:cond delay="0"/>
                                          </p:stCondLst>
                                        </p:cTn>
                                        <p:tgtEl>
                                          <p:spTgt spid="18"/>
                                        </p:tgtEl>
                                        <p:attrNameLst>
                                          <p:attrName>style.visibility</p:attrName>
                                        </p:attrNameLst>
                                      </p:cBhvr>
                                      <p:to>
                                        <p:strVal val="visible"/>
                                      </p:to>
                                    </p:set>
                                    <p:anim calcmode="lin" valueType="num">
                                      <p:cBhvr additive="base">
                                        <p:cTn id="73" dur="500" fill="hold"/>
                                        <p:tgtEl>
                                          <p:spTgt spid="18"/>
                                        </p:tgtEl>
                                        <p:attrNameLst>
                                          <p:attrName>ppt_w</p:attrName>
                                        </p:attrNameLst>
                                      </p:cBhvr>
                                      <p:tavLst>
                                        <p:tav tm="0">
                                          <p:val>
                                            <p:strVal val="0"/>
                                          </p:val>
                                        </p:tav>
                                        <p:tav tm="100000">
                                          <p:val>
                                            <p:strVal val="#ppt_w"/>
                                          </p:val>
                                        </p:tav>
                                      </p:tavLst>
                                    </p:anim>
                                    <p:anim calcmode="lin" valueType="num">
                                      <p:cBhvr additive="base">
                                        <p:cTn id="74" dur="500" fill="hold"/>
                                        <p:tgtEl>
                                          <p:spTgt spid="18"/>
                                        </p:tgtEl>
                                        <p:attrNameLst>
                                          <p:attrName>ppt_h</p:attrName>
                                        </p:attrNameLst>
                                      </p:cBhvr>
                                      <p:tavLst>
                                        <p:tav tm="0">
                                          <p:val>
                                            <p:strVal val="0"/>
                                          </p:val>
                                        </p:tav>
                                        <p:tav tm="100000">
                                          <p:val>
                                            <p:strVal val="#ppt_h"/>
                                          </p:val>
                                        </p:tav>
                                      </p:tavLst>
                                    </p:anim>
                                    <p:animEffect transition="in" filter="fade">
                                      <p:cBhvr>
                                        <p:cTn id="75" dur="500"/>
                                        <p:tgtEl>
                                          <p:spTgt spid="18"/>
                                        </p:tgtEl>
                                      </p:cBhvr>
                                    </p:animEffect>
                                  </p:childTnLst>
                                </p:cTn>
                              </p:par>
                              <p:par>
                                <p:cTn id="81" presetID="42" presetClass="entr" presetSubtype="0" fill="hold" grpId="0" nodeType="withEffect">
                                  <p:stCondLst>
                                    <p:cond delay="640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700"/>
                                        <p:tgtEl>
                                          <p:spTgt spid="19"/>
                                        </p:tgtEl>
                                      </p:cBhvr>
                                    </p:animEffect>
                                    <p:anim calcmode="lin" valueType="num">
                                      <p:cBhvr additive="base">
                                        <p:cTn id="79" dur="700" fill="hold"/>
                                        <p:tgtEl>
                                          <p:spTgt spid="19"/>
                                        </p:tgtEl>
                                        <p:attrNameLst>
                                          <p:attrName>ppt_x</p:attrName>
                                        </p:attrNameLst>
                                      </p:cBhvr>
                                      <p:tavLst>
                                        <p:tav tm="0">
                                          <p:val>
                                            <p:strVal val="#ppt_x"/>
                                          </p:val>
                                        </p:tav>
                                        <p:tav tm="100000">
                                          <p:val>
                                            <p:strVal val="#ppt_x"/>
                                          </p:val>
                                        </p:tav>
                                      </p:tavLst>
                                    </p:anim>
                                    <p:anim calcmode="lin" valueType="num">
                                      <p:cBhvr additive="base">
                                        <p:cTn id="80" dur="700" fill="hold"/>
                                        <p:tgtEl>
                                          <p:spTgt spid="19"/>
                                        </p:tgtEl>
                                        <p:attrNameLst>
                                          <p:attrName>ppt_y</p:attrName>
                                        </p:attrNameLst>
                                      </p:cBhvr>
                                      <p:tavLst>
                                        <p:tav tm="0">
                                          <p:val>
                                            <p:strVal val="#ppt_y+.06"/>
                                          </p:val>
                                        </p:tav>
                                        <p:tav tm="100000">
                                          <p:val>
                                            <p:strVal val="#ppt_y"/>
                                          </p:val>
                                        </p:tav>
                                      </p:tavLst>
                                    </p:anim>
                                  </p:childTnLst>
                                </p:cTn>
                              </p:par>
                              <p:par>
                                <p:cTn id="83" presetID="6" presetClass="emph" presetSubtype="0" fill="hold" grpId="1" nodeType="withEffect" autoRev="1" repeatCount="indefinite">
                                  <p:stCondLst>
                                    <p:cond delay="7300"/>
                                  </p:stCondLst>
                                  <p:childTnLst>
                                    <p:animScale>
                                      <p:cBhvr>
                                        <p:cTn id="82" dur="900" fill="hold"/>
                                        <p:tgtEl>
                                          <p:spTgt spid="19"/>
                                        </p:tgtEl>
                                      </p:cBhvr>
                                      <p:by x="104000" y="104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3" grpId="0" animBg="1"/>
      <p:bldP spid="4" grpId="0" animBg="1"/>
      <p:bldP spid="13" grpId="0" animBg="1"/>
      <p:bldP spid="14" grpId="0" animBg="1"/>
      <p:bldP spid="15" grpId="0" animBg="1"/>
      <p:bldP spid="16" grpId="0" animBg="1"/>
      <p:bldP spid="14" grpId="1" animBg="1"/>
      <p:bldP spid="15" grpId="1" animBg="1"/>
      <p:bldP spid="5" grpId="0" animBg="1"/>
      <p:bldP spid="16" grpId="1" animBg="1"/>
      <p:bldP spid="6" grpId="0" animBg="1"/>
      <p:bldP spid="13" grpId="1" animBg="1"/>
      <p:bldP spid="14" grpId="2" animBg="1"/>
      <p:bldP spid="15" grpId="2" animBg="1"/>
      <p:bldP spid="16" grpId="2" animBg="1"/>
      <p:bldP spid="17" grpId="0" animBg="1"/>
      <p:bldP spid="18" grpId="0" animBg="1"/>
      <p:bldP spid="19" grpId="0" animBg="1"/>
      <p:bldP spid="19"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p:bgPr>
    </p:bg>
    <p:spTree>
      <p:nvGrpSpPr>
        <p:cNvPr id="1" name=""/>
        <p:cNvGrpSpPr/>
        <p:nvPr/>
      </p:nvGrpSpPr>
      <p:grpSpPr>
        <a:xfrm>
          <a:off x="0" y="0"/>
          <a:ext cx="0" cy="0"/>
          <a:chOff x="0" y="0"/>
          <a:chExt cx="0" cy="0"/>
        </a:xfrm>
      </p:grpSpPr>
      <p:sp>
        <p:nvSpPr>
          <p:cNvPr id="3" name="heading"/>
          <p:cNvSpPr txBox="1"/>
          <p:nvPr/>
        </p:nvSpPr>
        <p:spPr>
          <a:xfrm>
            <a:off x="812800" y="749300"/>
            <a:ext cx="10566400" cy="1016000"/>
          </a:xfrm>
          <a:prstGeom prst="rect">
            <a:avLst/>
          </a:prstGeom>
          <a:noFill/>
          <a:ln/>
        </p:spPr>
        <p:txBody>
          <a:bodyPr wrap="square" lIns="0" tIns="0" rIns="0" bIns="0" rtlCol="0" anchor="t"/>
          <a:lstStyle/>
          <a:p>
            <a:pPr indent="0" marL="0">
              <a:lnSpc>
                <a:spcPct val="95000"/>
              </a:lnSpc>
              <a:buNone/>
            </a:pPr>
            <a:r>
              <a:rPr lang="en-US" sz="3200" b="1" dirty="0">
                <a:solidFill>
                  <a:srgbClr val="F3F5F2"/>
                </a:solidFill>
                <a:latin typeface="Segoe UI" pitchFamily="34" charset="0"/>
                <a:ea typeface="Segoe UI" pitchFamily="34" charset="-122"/>
                <a:cs typeface="Segoe UI" pitchFamily="34" charset="-120"/>
              </a:rPr>
              <a:t>In 81 minutes, one shared code cost Nusrat four accounts</a:t>
            </a:r>
            <a:endParaRPr lang="en-US" sz="3200" dirty="0"/>
          </a:p>
        </p:txBody>
      </p:sp>
      <p:sp>
        <p:nvSpPr>
          <p:cNvPr id="4" name="line"/>
          <p:cNvSpPr/>
          <p:nvPr/>
        </p:nvSpPr>
        <p:spPr>
          <a:xfrm>
            <a:off x="1574800" y="2597150"/>
            <a:ext cx="9042400" cy="38100"/>
          </a:xfrm>
          <a:prstGeom prst="rect">
            <a:avLst/>
          </a:prstGeom>
          <a:solidFill>
            <a:srgbClr val="F2A541"/>
          </a:solidFill>
          <a:ln/>
        </p:spPr>
      </p:sp>
      <p:sp>
        <p:nvSpPr>
          <p:cNvPr id="5" name="t0"/>
          <p:cNvSpPr txBox="1"/>
          <p:nvPr/>
        </p:nvSpPr>
        <p:spPr>
          <a:xfrm>
            <a:off x="914400" y="2159000"/>
            <a:ext cx="1905000" cy="254000"/>
          </a:xfrm>
          <a:prstGeom prst="rect">
            <a:avLst/>
          </a:prstGeom>
          <a:noFill/>
          <a:ln/>
        </p:spPr>
        <p:txBody>
          <a:bodyPr wrap="square" lIns="0" tIns="0" rIns="0" bIns="0" rtlCol="0" anchor="t"/>
          <a:lstStyle/>
          <a:p>
            <a:pPr algn="ctr" indent="0" marL="0">
              <a:buNone/>
            </a:pPr>
            <a:r>
              <a:rPr lang="en-US" sz="1400" b="1" dirty="0">
                <a:solidFill>
                  <a:srgbClr val="F2A541"/>
                </a:solidFill>
                <a:latin typeface="Segoe UI" pitchFamily="34" charset="0"/>
                <a:ea typeface="Segoe UI" pitchFamily="34" charset="-122"/>
                <a:cs typeface="Segoe UI" pitchFamily="34" charset="-120"/>
              </a:rPr>
              <a:t>11:49 PM</a:t>
            </a:r>
            <a:endParaRPr lang="en-US" sz="1400" dirty="0"/>
          </a:p>
        </p:txBody>
      </p:sp>
      <p:sp>
        <p:nvSpPr>
          <p:cNvPr id="6" name="dot0"/>
          <p:cNvSpPr/>
          <p:nvPr/>
        </p:nvSpPr>
        <p:spPr>
          <a:xfrm>
            <a:off x="1765300" y="2514600"/>
            <a:ext cx="203200" cy="203200"/>
          </a:xfrm>
          <a:prstGeom prst="ellipse">
            <a:avLst/>
          </a:prstGeom>
          <a:solidFill>
            <a:srgbClr val="FF6B5E"/>
          </a:solidFill>
          <a:ln w="38100">
            <a:solidFill>
              <a:srgbClr val="0E1726"/>
            </a:solidFill>
            <a:prstDash val="solid"/>
          </a:ln>
        </p:spPr>
      </p:sp>
      <p:sp>
        <p:nvSpPr>
          <p:cNvPr id="7" name="card0"/>
          <p:cNvSpPr/>
          <p:nvPr/>
        </p:nvSpPr>
        <p:spPr>
          <a:xfrm>
            <a:off x="914400" y="2921000"/>
            <a:ext cx="1905000" cy="1270000"/>
          </a:xfrm>
          <a:prstGeom prst="roundRect">
            <a:avLst>
              <a:gd name="adj" fmla="val 5760"/>
            </a:avLst>
          </a:prstGeom>
          <a:solidFill>
            <a:srgbClr val="16233A"/>
          </a:solidFill>
          <a:ln w="12700">
            <a:solidFill>
              <a:srgbClr val="24385A"/>
            </a:solidFill>
          </a:ln>
        </p:spPr>
        <p:txBody>
          <a:bodyPr wrap="square" lIns="127000" tIns="127000" rIns="127000" bIns="127000" rtlCol="0" anchor="t"/>
          <a:lstStyle/>
          <a:p>
            <a:pPr algn="l" indent="0" marL="0">
              <a:buNone/>
            </a:pPr>
            <a:r>
              <a:rPr lang="en-US" sz="1500" b="1" dirty="0">
                <a:solidFill>
                  <a:srgbClr val="F3F5F2"/>
                </a:solidFill>
                <a:latin typeface="Segoe UI" pitchFamily="34" charset="0"/>
                <a:ea typeface="Segoe UI" pitchFamily="34" charset="-122"/>
                <a:cs typeface="Segoe UI" pitchFamily="34" charset="-120"/>
              </a:rPr>
              <a:t>WhatsApp</a:t>
            </a:r>
            <a:endParaRPr lang="en-US" sz="1300" dirty="0"/>
          </a:p>
          <a:p>
            <a:pPr algn="l" indent="0" marL="0">
              <a:buNone/>
            </a:pPr>
            <a:r>
              <a:rPr lang="en-US" sz="1200" dirty="0">
                <a:solidFill>
                  <a:srgbClr val="BFD0DF"/>
                </a:solidFill>
                <a:latin typeface="Segoe UI" pitchFamily="34" charset="0"/>
                <a:ea typeface="Segoe UI" pitchFamily="34" charset="-122"/>
                <a:cs typeface="Segoe UI" pitchFamily="34" charset="-120"/>
              </a:rPr>
              <a:t>Shares the code. No two-step PIN, so WhatsApp is hijacked</a:t>
            </a:r>
            <a:endParaRPr lang="en-US" sz="1300" dirty="0"/>
          </a:p>
        </p:txBody>
      </p:sp>
      <p:sp>
        <p:nvSpPr>
          <p:cNvPr id="8" name="t1"/>
          <p:cNvSpPr txBox="1"/>
          <p:nvPr/>
        </p:nvSpPr>
        <p:spPr>
          <a:xfrm>
            <a:off x="3028950" y="2159000"/>
            <a:ext cx="1905000" cy="254000"/>
          </a:xfrm>
          <a:prstGeom prst="rect">
            <a:avLst/>
          </a:prstGeom>
          <a:noFill/>
          <a:ln/>
        </p:spPr>
        <p:txBody>
          <a:bodyPr wrap="square" lIns="0" tIns="0" rIns="0" bIns="0" rtlCol="0" anchor="t"/>
          <a:lstStyle/>
          <a:p>
            <a:pPr algn="ctr" indent="0" marL="0">
              <a:buNone/>
            </a:pPr>
            <a:r>
              <a:rPr lang="en-US" sz="1400" b="1" dirty="0">
                <a:solidFill>
                  <a:srgbClr val="F2A541"/>
                </a:solidFill>
                <a:latin typeface="Segoe UI" pitchFamily="34" charset="0"/>
                <a:ea typeface="Segoe UI" pitchFamily="34" charset="-122"/>
                <a:cs typeface="Segoe UI" pitchFamily="34" charset="-120"/>
              </a:rPr>
              <a:t>11:58 PM</a:t>
            </a:r>
            <a:endParaRPr lang="en-US" sz="1400" dirty="0"/>
          </a:p>
        </p:txBody>
      </p:sp>
      <p:sp>
        <p:nvSpPr>
          <p:cNvPr id="9" name="dot1"/>
          <p:cNvSpPr/>
          <p:nvPr/>
        </p:nvSpPr>
        <p:spPr>
          <a:xfrm>
            <a:off x="3879850" y="2514600"/>
            <a:ext cx="203200" cy="203200"/>
          </a:xfrm>
          <a:prstGeom prst="ellipse">
            <a:avLst/>
          </a:prstGeom>
          <a:solidFill>
            <a:srgbClr val="FF6B5E"/>
          </a:solidFill>
          <a:ln w="38100">
            <a:solidFill>
              <a:srgbClr val="0E1726"/>
            </a:solidFill>
            <a:prstDash val="solid"/>
          </a:ln>
        </p:spPr>
      </p:sp>
      <p:sp>
        <p:nvSpPr>
          <p:cNvPr id="10" name="card1"/>
          <p:cNvSpPr/>
          <p:nvPr/>
        </p:nvSpPr>
        <p:spPr>
          <a:xfrm>
            <a:off x="3028950" y="2921000"/>
            <a:ext cx="1905000" cy="1270000"/>
          </a:xfrm>
          <a:prstGeom prst="roundRect">
            <a:avLst>
              <a:gd name="adj" fmla="val 5760"/>
            </a:avLst>
          </a:prstGeom>
          <a:solidFill>
            <a:srgbClr val="16233A"/>
          </a:solidFill>
          <a:ln w="12700">
            <a:solidFill>
              <a:srgbClr val="24385A"/>
            </a:solidFill>
          </a:ln>
        </p:spPr>
        <p:txBody>
          <a:bodyPr wrap="square" lIns="127000" tIns="127000" rIns="127000" bIns="127000" rtlCol="0" anchor="t"/>
          <a:lstStyle/>
          <a:p>
            <a:pPr algn="l" indent="0" marL="0">
              <a:buNone/>
            </a:pPr>
            <a:r>
              <a:rPr lang="en-US" sz="1500" b="1" dirty="0">
                <a:solidFill>
                  <a:srgbClr val="F3F5F2"/>
                </a:solidFill>
                <a:latin typeface="Segoe UI" pitchFamily="34" charset="0"/>
                <a:ea typeface="Segoe UI" pitchFamily="34" charset="-122"/>
                <a:cs typeface="Segoe UI" pitchFamily="34" charset="-120"/>
              </a:rPr>
              <a:t>bKash</a:t>
            </a:r>
            <a:endParaRPr lang="en-US" sz="1300" dirty="0"/>
          </a:p>
          <a:p>
            <a:pPr algn="l" indent="0" marL="0">
              <a:buNone/>
            </a:pPr>
            <a:r>
              <a:rPr lang="en-US" sz="1200" dirty="0">
                <a:solidFill>
                  <a:srgbClr val="BFD0DF"/>
                </a:solidFill>
                <a:latin typeface="Segoe UI" pitchFamily="34" charset="0"/>
                <a:ea typeface="Segoe UI" pitchFamily="34" charset="-122"/>
                <a:cs typeface="Segoe UI" pitchFamily="34" charset="-120"/>
              </a:rPr>
              <a:t>Friends get “urgent” requests to send bKash money</a:t>
            </a:r>
            <a:endParaRPr lang="en-US" sz="1300" dirty="0"/>
          </a:p>
        </p:txBody>
      </p:sp>
      <p:sp>
        <p:nvSpPr>
          <p:cNvPr id="11" name="t2"/>
          <p:cNvSpPr txBox="1"/>
          <p:nvPr/>
        </p:nvSpPr>
        <p:spPr>
          <a:xfrm>
            <a:off x="5143500" y="2159000"/>
            <a:ext cx="1905000" cy="254000"/>
          </a:xfrm>
          <a:prstGeom prst="rect">
            <a:avLst/>
          </a:prstGeom>
          <a:noFill/>
          <a:ln/>
        </p:spPr>
        <p:txBody>
          <a:bodyPr wrap="square" lIns="0" tIns="0" rIns="0" bIns="0" rtlCol="0" anchor="t"/>
          <a:lstStyle/>
          <a:p>
            <a:pPr algn="ctr" indent="0" marL="0">
              <a:buNone/>
            </a:pPr>
            <a:r>
              <a:rPr lang="en-US" sz="1400" b="1" dirty="0">
                <a:solidFill>
                  <a:srgbClr val="F2A541"/>
                </a:solidFill>
                <a:latin typeface="Segoe UI" pitchFamily="34" charset="0"/>
                <a:ea typeface="Segoe UI" pitchFamily="34" charset="-122"/>
                <a:cs typeface="Segoe UI" pitchFamily="34" charset="-120"/>
              </a:rPr>
              <a:t>12:20 AM</a:t>
            </a:r>
            <a:endParaRPr lang="en-US" sz="1400" dirty="0"/>
          </a:p>
        </p:txBody>
      </p:sp>
      <p:sp>
        <p:nvSpPr>
          <p:cNvPr id="12" name="dot2"/>
          <p:cNvSpPr/>
          <p:nvPr/>
        </p:nvSpPr>
        <p:spPr>
          <a:xfrm>
            <a:off x="5994400" y="2514600"/>
            <a:ext cx="203200" cy="203200"/>
          </a:xfrm>
          <a:prstGeom prst="ellipse">
            <a:avLst/>
          </a:prstGeom>
          <a:solidFill>
            <a:srgbClr val="FF6B5E"/>
          </a:solidFill>
          <a:ln w="38100">
            <a:solidFill>
              <a:srgbClr val="0E1726"/>
            </a:solidFill>
            <a:prstDash val="solid"/>
          </a:ln>
        </p:spPr>
      </p:sp>
      <p:sp>
        <p:nvSpPr>
          <p:cNvPr id="13" name="card2"/>
          <p:cNvSpPr/>
          <p:nvPr/>
        </p:nvSpPr>
        <p:spPr>
          <a:xfrm>
            <a:off x="5143500" y="2921000"/>
            <a:ext cx="1905000" cy="1270000"/>
          </a:xfrm>
          <a:prstGeom prst="roundRect">
            <a:avLst>
              <a:gd name="adj" fmla="val 5760"/>
            </a:avLst>
          </a:prstGeom>
          <a:solidFill>
            <a:srgbClr val="16233A"/>
          </a:solidFill>
          <a:ln w="12700">
            <a:solidFill>
              <a:srgbClr val="24385A"/>
            </a:solidFill>
          </a:ln>
        </p:spPr>
        <p:txBody>
          <a:bodyPr wrap="square" lIns="127000" tIns="127000" rIns="127000" bIns="127000" rtlCol="0" anchor="t"/>
          <a:lstStyle/>
          <a:p>
            <a:pPr algn="l" indent="0" marL="0">
              <a:buNone/>
            </a:pPr>
            <a:r>
              <a:rPr lang="en-US" sz="1500" b="1" dirty="0">
                <a:solidFill>
                  <a:srgbClr val="F3F5F2"/>
                </a:solidFill>
                <a:latin typeface="Segoe UI" pitchFamily="34" charset="0"/>
                <a:ea typeface="Segoe UI" pitchFamily="34" charset="-122"/>
                <a:cs typeface="Segoe UI" pitchFamily="34" charset="-120"/>
              </a:rPr>
              <a:t>Gmail</a:t>
            </a:r>
            <a:endParaRPr lang="en-US" sz="1300" dirty="0"/>
          </a:p>
          <a:p>
            <a:pPr algn="l" indent="0" marL="0">
              <a:buNone/>
            </a:pPr>
            <a:r>
              <a:rPr lang="en-US" sz="1200" dirty="0">
                <a:solidFill>
                  <a:srgbClr val="BFD0DF"/>
                </a:solidFill>
                <a:latin typeface="Segoe UI" pitchFamily="34" charset="0"/>
                <a:ea typeface="Segoe UI" pitchFamily="34" charset="-122"/>
                <a:cs typeface="Segoe UI" pitchFamily="34" charset="-120"/>
              </a:rPr>
              <a:t>A fake “copyright” page steals her reused password</a:t>
            </a:r>
            <a:endParaRPr lang="en-US" sz="1300" dirty="0"/>
          </a:p>
        </p:txBody>
      </p:sp>
      <p:sp>
        <p:nvSpPr>
          <p:cNvPr id="14" name="t3"/>
          <p:cNvSpPr txBox="1"/>
          <p:nvPr/>
        </p:nvSpPr>
        <p:spPr>
          <a:xfrm>
            <a:off x="7258050" y="2159000"/>
            <a:ext cx="1905000" cy="254000"/>
          </a:xfrm>
          <a:prstGeom prst="rect">
            <a:avLst/>
          </a:prstGeom>
          <a:noFill/>
          <a:ln/>
        </p:spPr>
        <p:txBody>
          <a:bodyPr wrap="square" lIns="0" tIns="0" rIns="0" bIns="0" rtlCol="0" anchor="t"/>
          <a:lstStyle/>
          <a:p>
            <a:pPr algn="ctr" indent="0" marL="0">
              <a:buNone/>
            </a:pPr>
            <a:r>
              <a:rPr lang="en-US" sz="1400" b="1" dirty="0">
                <a:solidFill>
                  <a:srgbClr val="F2A541"/>
                </a:solidFill>
                <a:latin typeface="Segoe UI" pitchFamily="34" charset="0"/>
                <a:ea typeface="Segoe UI" pitchFamily="34" charset="-122"/>
                <a:cs typeface="Segoe UI" pitchFamily="34" charset="-120"/>
              </a:rPr>
              <a:t>12:35 AM</a:t>
            </a:r>
            <a:endParaRPr lang="en-US" sz="1400" dirty="0"/>
          </a:p>
        </p:txBody>
      </p:sp>
      <p:sp>
        <p:nvSpPr>
          <p:cNvPr id="15" name="dot3"/>
          <p:cNvSpPr/>
          <p:nvPr/>
        </p:nvSpPr>
        <p:spPr>
          <a:xfrm>
            <a:off x="8108950" y="2514600"/>
            <a:ext cx="203200" cy="203200"/>
          </a:xfrm>
          <a:prstGeom prst="ellipse">
            <a:avLst/>
          </a:prstGeom>
          <a:solidFill>
            <a:srgbClr val="FF6B5E"/>
          </a:solidFill>
          <a:ln w="38100">
            <a:solidFill>
              <a:srgbClr val="0E1726"/>
            </a:solidFill>
            <a:prstDash val="solid"/>
          </a:ln>
        </p:spPr>
      </p:sp>
      <p:sp>
        <p:nvSpPr>
          <p:cNvPr id="16" name="card3"/>
          <p:cNvSpPr/>
          <p:nvPr/>
        </p:nvSpPr>
        <p:spPr>
          <a:xfrm>
            <a:off x="7258050" y="2921000"/>
            <a:ext cx="1905000" cy="1270000"/>
          </a:xfrm>
          <a:prstGeom prst="roundRect">
            <a:avLst>
              <a:gd name="adj" fmla="val 5760"/>
            </a:avLst>
          </a:prstGeom>
          <a:solidFill>
            <a:srgbClr val="16233A"/>
          </a:solidFill>
          <a:ln w="12700">
            <a:solidFill>
              <a:srgbClr val="24385A"/>
            </a:solidFill>
          </a:ln>
        </p:spPr>
        <p:txBody>
          <a:bodyPr wrap="square" lIns="127000" tIns="127000" rIns="127000" bIns="127000" rtlCol="0" anchor="t"/>
          <a:lstStyle/>
          <a:p>
            <a:pPr algn="l" indent="0" marL="0">
              <a:buNone/>
            </a:pPr>
            <a:r>
              <a:rPr lang="en-US" sz="1500" b="1" dirty="0">
                <a:solidFill>
                  <a:srgbClr val="F3F5F2"/>
                </a:solidFill>
                <a:latin typeface="Segoe UI" pitchFamily="34" charset="0"/>
                <a:ea typeface="Segoe UI" pitchFamily="34" charset="-122"/>
                <a:cs typeface="Segoe UI" pitchFamily="34" charset="-120"/>
              </a:rPr>
              <a:t>Facebook</a:t>
            </a:r>
            <a:endParaRPr lang="en-US" sz="1300" dirty="0"/>
          </a:p>
          <a:p>
            <a:pPr algn="l" indent="0" marL="0">
              <a:buNone/>
            </a:pPr>
            <a:r>
              <a:rPr lang="en-US" sz="1200" dirty="0">
                <a:solidFill>
                  <a:srgbClr val="BFD0DF"/>
                </a:solidFill>
                <a:latin typeface="Segoe UI" pitchFamily="34" charset="0"/>
                <a:ea typeface="Segoe UI" pitchFamily="34" charset="-122"/>
                <a:cs typeface="Segoe UI" pitchFamily="34" charset="-120"/>
              </a:rPr>
              <a:t>Password reset through Gmail; recovery details swapped</a:t>
            </a:r>
            <a:endParaRPr lang="en-US" sz="1300" dirty="0"/>
          </a:p>
        </p:txBody>
      </p:sp>
      <p:sp>
        <p:nvSpPr>
          <p:cNvPr id="17" name="t4"/>
          <p:cNvSpPr txBox="1"/>
          <p:nvPr/>
        </p:nvSpPr>
        <p:spPr>
          <a:xfrm>
            <a:off x="9372600" y="2159000"/>
            <a:ext cx="1905000" cy="254000"/>
          </a:xfrm>
          <a:prstGeom prst="rect">
            <a:avLst/>
          </a:prstGeom>
          <a:noFill/>
          <a:ln/>
        </p:spPr>
        <p:txBody>
          <a:bodyPr wrap="square" lIns="0" tIns="0" rIns="0" bIns="0" rtlCol="0" anchor="t"/>
          <a:lstStyle/>
          <a:p>
            <a:pPr algn="ctr" indent="0" marL="0">
              <a:buNone/>
            </a:pPr>
            <a:r>
              <a:rPr lang="en-US" sz="1400" b="1" dirty="0">
                <a:solidFill>
                  <a:srgbClr val="F2A541"/>
                </a:solidFill>
                <a:latin typeface="Segoe UI" pitchFamily="34" charset="0"/>
                <a:ea typeface="Segoe UI" pitchFamily="34" charset="-122"/>
                <a:cs typeface="Segoe UI" pitchFamily="34" charset="-120"/>
              </a:rPr>
              <a:t>1:10 AM</a:t>
            </a:r>
            <a:endParaRPr lang="en-US" sz="1400" dirty="0"/>
          </a:p>
        </p:txBody>
      </p:sp>
      <p:sp>
        <p:nvSpPr>
          <p:cNvPr id="18" name="dot4"/>
          <p:cNvSpPr/>
          <p:nvPr/>
        </p:nvSpPr>
        <p:spPr>
          <a:xfrm>
            <a:off x="10223500" y="2514600"/>
            <a:ext cx="203200" cy="203200"/>
          </a:xfrm>
          <a:prstGeom prst="ellipse">
            <a:avLst/>
          </a:prstGeom>
          <a:solidFill>
            <a:srgbClr val="FF6B5E"/>
          </a:solidFill>
          <a:ln w="38100">
            <a:solidFill>
              <a:srgbClr val="0E1726"/>
            </a:solidFill>
            <a:prstDash val="solid"/>
          </a:ln>
        </p:spPr>
      </p:sp>
      <p:sp>
        <p:nvSpPr>
          <p:cNvPr id="19" name="card4"/>
          <p:cNvSpPr/>
          <p:nvPr/>
        </p:nvSpPr>
        <p:spPr>
          <a:xfrm>
            <a:off x="9372600" y="2921000"/>
            <a:ext cx="1905000" cy="1270000"/>
          </a:xfrm>
          <a:prstGeom prst="roundRect">
            <a:avLst>
              <a:gd name="adj" fmla="val 5760"/>
            </a:avLst>
          </a:prstGeom>
          <a:solidFill>
            <a:srgbClr val="16233A"/>
          </a:solidFill>
          <a:ln w="12700">
            <a:solidFill>
              <a:srgbClr val="24385A"/>
            </a:solidFill>
          </a:ln>
        </p:spPr>
        <p:txBody>
          <a:bodyPr wrap="square" lIns="127000" tIns="127000" rIns="127000" bIns="127000" rtlCol="0" anchor="t"/>
          <a:lstStyle/>
          <a:p>
            <a:pPr algn="l" indent="0" marL="0">
              <a:buNone/>
            </a:pPr>
            <a:r>
              <a:rPr lang="en-US" sz="1500" b="1" dirty="0">
                <a:solidFill>
                  <a:srgbClr val="F3F5F2"/>
                </a:solidFill>
                <a:latin typeface="Segoe UI" pitchFamily="34" charset="0"/>
                <a:ea typeface="Segoe UI" pitchFamily="34" charset="-122"/>
                <a:cs typeface="Segoe UI" pitchFamily="34" charset="-120"/>
              </a:rPr>
              <a:t>Instagram</a:t>
            </a:r>
            <a:endParaRPr lang="en-US" sz="1300" dirty="0"/>
          </a:p>
          <a:p>
            <a:pPr algn="l" indent="0" marL="0">
              <a:buNone/>
            </a:pPr>
            <a:r>
              <a:rPr lang="en-US" sz="1200" dirty="0">
                <a:solidFill>
                  <a:srgbClr val="BFD0DF"/>
                </a:solidFill>
                <a:latin typeface="Segoe UI" pitchFamily="34" charset="0"/>
                <a:ea typeface="Segoe UI" pitchFamily="34" charset="-122"/>
                <a:cs typeface="Segoe UI" pitchFamily="34" charset="-120"/>
              </a:rPr>
              <a:t>Private messages read and used for blackmail</a:t>
            </a:r>
            <a:endParaRPr lang="en-US" sz="1300" dirty="0"/>
          </a:p>
        </p:txBody>
      </p:sp>
      <p:sp>
        <p:nvSpPr>
          <p:cNvPr id="20" name="count"/>
          <p:cNvSpPr txBox="1"/>
          <p:nvPr/>
        </p:nvSpPr>
        <p:spPr>
          <a:xfrm>
            <a:off x="812800" y="4445000"/>
            <a:ext cx="10566400" cy="508000"/>
          </a:xfrm>
          <a:prstGeom prst="rect">
            <a:avLst/>
          </a:prstGeom>
          <a:noFill/>
          <a:ln/>
        </p:spPr>
        <p:txBody>
          <a:bodyPr wrap="square" lIns="0" tIns="0" rIns="0" bIns="0" rtlCol="0" anchor="t"/>
          <a:lstStyle/>
          <a:p>
            <a:pPr algn="ctr" indent="0" marL="0">
              <a:buNone/>
            </a:pPr>
            <a:r>
              <a:rPr lang="en-US" sz="2600" b="1" dirty="0">
                <a:solidFill>
                  <a:srgbClr val="F2A541"/>
                </a:solidFill>
                <a:latin typeface="Segoe UI" pitchFamily="34" charset="0"/>
                <a:ea typeface="Segoe UI" pitchFamily="34" charset="-122"/>
                <a:cs typeface="Segoe UI" pitchFamily="34" charset="-120"/>
              </a:rPr>
              <a:t>81 minutes · 4 accounts</a:t>
            </a:r>
            <a:endParaRPr lang="en-US" sz="2600" dirty="0"/>
          </a:p>
        </p:txBody>
      </p:sp>
      <p:sp>
        <p:nvSpPr>
          <p:cNvPr id="21" name="stat0"/>
          <p:cNvSpPr/>
          <p:nvPr/>
        </p:nvSpPr>
        <p:spPr>
          <a:xfrm>
            <a:off x="812800" y="5080000"/>
            <a:ext cx="3429000" cy="419100"/>
          </a:xfrm>
          <a:prstGeom prst="roundRect">
            <a:avLst>
              <a:gd name="adj" fmla="val 32727"/>
            </a:avLst>
          </a:prstGeom>
          <a:solidFill>
            <a:srgbClr val="16233A"/>
          </a:solidFill>
          <a:ln/>
        </p:spPr>
        <p:txBody>
          <a:bodyPr wrap="square" lIns="127000" tIns="127000" rIns="127000" bIns="127000" rtlCol="0" anchor="ctr"/>
          <a:lstStyle/>
          <a:p>
            <a:pPr algn="l" indent="0" marL="0">
              <a:buNone/>
            </a:pPr>
            <a:r>
              <a:rPr lang="en-US" sz="1400" b="1" dirty="0">
                <a:solidFill>
                  <a:srgbClr val="3FD0C9"/>
                </a:solidFill>
                <a:latin typeface="Segoe UI" pitchFamily="34" charset="0"/>
                <a:ea typeface="Segoe UI" pitchFamily="34" charset="-122"/>
                <a:cs typeface="Segoe UI" pitchFamily="34" charset="-120"/>
              </a:rPr>
              <a:t>59%</a:t>
            </a:r>
            <a:pPr algn="l" indent="0" marL="0">
              <a:buNone/>
            </a:pPr>
            <a:r>
              <a:rPr lang="en-US" sz="1400" dirty="0">
                <a:solidFill>
                  <a:srgbClr val="F3F5F2"/>
                </a:solidFill>
                <a:latin typeface="Segoe UI" pitchFamily="34" charset="0"/>
                <a:ea typeface="Segoe UI" pitchFamily="34" charset="-122"/>
                <a:cs typeface="Segoe UI" pitchFamily="34" charset="-120"/>
              </a:rPr>
              <a:t> of hacking victims were women</a:t>
            </a:r>
            <a:endParaRPr lang="en-US" sz="1400" dirty="0"/>
          </a:p>
        </p:txBody>
      </p:sp>
      <p:sp>
        <p:nvSpPr>
          <p:cNvPr id="22" name="stat1"/>
          <p:cNvSpPr/>
          <p:nvPr/>
        </p:nvSpPr>
        <p:spPr>
          <a:xfrm>
            <a:off x="4381500" y="5080000"/>
            <a:ext cx="3429000" cy="419100"/>
          </a:xfrm>
          <a:prstGeom prst="roundRect">
            <a:avLst>
              <a:gd name="adj" fmla="val 32727"/>
            </a:avLst>
          </a:prstGeom>
          <a:solidFill>
            <a:srgbClr val="16233A"/>
          </a:solidFill>
          <a:ln/>
        </p:spPr>
        <p:txBody>
          <a:bodyPr wrap="square" lIns="127000" tIns="127000" rIns="127000" bIns="127000" rtlCol="0" anchor="ctr"/>
          <a:lstStyle/>
          <a:p>
            <a:pPr algn="l" indent="0" marL="0">
              <a:buNone/>
            </a:pPr>
            <a:r>
              <a:rPr lang="en-US" sz="1400" b="1" dirty="0">
                <a:solidFill>
                  <a:srgbClr val="3FD0C9"/>
                </a:solidFill>
                <a:latin typeface="Segoe UI" pitchFamily="34" charset="0"/>
                <a:ea typeface="Segoe UI" pitchFamily="34" charset="-122"/>
                <a:cs typeface="Segoe UI" pitchFamily="34" charset="-120"/>
              </a:rPr>
              <a:t>78.78%</a:t>
            </a:r>
            <a:pPr algn="l" indent="0" marL="0">
              <a:buNone/>
            </a:pPr>
            <a:r>
              <a:rPr lang="en-US" sz="1400" dirty="0">
                <a:solidFill>
                  <a:srgbClr val="F3F5F2"/>
                </a:solidFill>
                <a:latin typeface="Segoe UI" pitchFamily="34" charset="0"/>
                <a:ea typeface="Segoe UI" pitchFamily="34" charset="-122"/>
                <a:cs typeface="Segoe UI" pitchFamily="34" charset="-120"/>
              </a:rPr>
              <a:t> were aged 18 to 30</a:t>
            </a:r>
            <a:endParaRPr lang="en-US" sz="1400" dirty="0"/>
          </a:p>
        </p:txBody>
      </p:sp>
      <p:sp>
        <p:nvSpPr>
          <p:cNvPr id="23" name="stat2"/>
          <p:cNvSpPr/>
          <p:nvPr/>
        </p:nvSpPr>
        <p:spPr>
          <a:xfrm>
            <a:off x="7950200" y="5080000"/>
            <a:ext cx="3429000" cy="419100"/>
          </a:xfrm>
          <a:prstGeom prst="roundRect">
            <a:avLst>
              <a:gd name="adj" fmla="val 32727"/>
            </a:avLst>
          </a:prstGeom>
          <a:solidFill>
            <a:srgbClr val="16233A"/>
          </a:solidFill>
          <a:ln/>
        </p:spPr>
        <p:txBody>
          <a:bodyPr wrap="square" lIns="127000" tIns="127000" rIns="127000" bIns="127000" rtlCol="0" anchor="ctr"/>
          <a:lstStyle/>
          <a:p>
            <a:pPr algn="l" indent="0" marL="0">
              <a:buNone/>
            </a:pPr>
            <a:r>
              <a:rPr lang="en-US" sz="1400" dirty="0">
                <a:solidFill>
                  <a:srgbClr val="F3F5F2"/>
                </a:solidFill>
                <a:latin typeface="Segoe UI" pitchFamily="34" charset="0"/>
                <a:ea typeface="Segoe UI" pitchFamily="34" charset="-122"/>
                <a:cs typeface="Segoe UI" pitchFamily="34" charset="-120"/>
              </a:rPr>
              <a:t>Only </a:t>
            </a:r>
            <a:pPr algn="l" indent="0" marL="0">
              <a:buNone/>
            </a:pPr>
            <a:r>
              <a:rPr lang="en-US" sz="1400" b="1" dirty="0">
                <a:solidFill>
                  <a:srgbClr val="3FD0C9"/>
                </a:solidFill>
                <a:latin typeface="Segoe UI" pitchFamily="34" charset="0"/>
                <a:ea typeface="Segoe UI" pitchFamily="34" charset="-122"/>
                <a:cs typeface="Segoe UI" pitchFamily="34" charset="-120"/>
              </a:rPr>
              <a:t>12%</a:t>
            </a:r>
            <a:pPr algn="l" indent="0" marL="0">
              <a:buNone/>
            </a:pPr>
            <a:r>
              <a:rPr lang="en-US" sz="1400" dirty="0">
                <a:solidFill>
                  <a:srgbClr val="F3F5F2"/>
                </a:solidFill>
                <a:latin typeface="Segoe UI" pitchFamily="34" charset="0"/>
                <a:ea typeface="Segoe UI" pitchFamily="34" charset="-122"/>
                <a:cs typeface="Segoe UI" pitchFamily="34" charset="-120"/>
              </a:rPr>
              <a:t> went to the police</a:t>
            </a:r>
            <a:endParaRPr lang="en-US" sz="1400" dirty="0"/>
          </a:p>
        </p:txBody>
      </p:sp>
      <p:sp>
        <p:nvSpPr>
          <p:cNvPr id="24" name="src"/>
          <p:cNvSpPr txBox="1"/>
          <p:nvPr/>
        </p:nvSpPr>
        <p:spPr>
          <a:xfrm>
            <a:off x="812800" y="5651500"/>
            <a:ext cx="105664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Cyber Crime Awareness Foundation study, 2024 (Dhaka Tribune, 2024)</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07" fill="hold">
                      <p:stCondLst>
                        <p:cond delay="indefinite"/>
                        <p:cond evt="onBegin" delay="0">
                          <p:tn val="2"/>
                        </p:cond>
                      </p:stCondLst>
                      <p:childTnLst>
                        <p:par>
                          <p:cTn id="108"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childTnLst>
                                </p:cTn>
                              </p:par>
                              <p:par>
                                <p:cTn id="8" presetID="22" presetClass="entr" presetSubtype="8"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2800"/>
                                        <p:tgtEl>
                                          <p:spTgt spid="4"/>
                                        </p:tgtEl>
                                      </p:cBhvr>
                                    </p:animEffect>
                                  </p:childTnLst>
                                </p:cTn>
                              </p:par>
                              <p:par>
                                <p:cTn id="11" presetID="10" presetClass="entr" presetSubtype="0" fill="hold" grpId="0" nodeType="withEffect">
                                  <p:stCondLst>
                                    <p:cond delay="4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6" presetID="53" presetClass="entr" presetSubtype="16"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400" fill="hold"/>
                                        <p:tgtEl>
                                          <p:spTgt spid="6"/>
                                        </p:tgtEl>
                                        <p:attrNameLst>
                                          <p:attrName>ppt_w</p:attrName>
                                        </p:attrNameLst>
                                      </p:cBhvr>
                                      <p:tavLst>
                                        <p:tav tm="0">
                                          <p:val>
                                            <p:strVal val="0"/>
                                          </p:val>
                                        </p:tav>
                                        <p:tav tm="100000">
                                          <p:val>
                                            <p:strVal val="#ppt_w"/>
                                          </p:val>
                                        </p:tav>
                                      </p:tavLst>
                                    </p:anim>
                                    <p:anim calcmode="lin" valueType="num">
                                      <p:cBhvr additive="base">
                                        <p:cTn id="14" dur="400" fill="hold"/>
                                        <p:tgtEl>
                                          <p:spTgt spid="6"/>
                                        </p:tgtEl>
                                        <p:attrNameLst>
                                          <p:attrName>ppt_h</p:attrName>
                                        </p:attrNameLst>
                                      </p:cBhvr>
                                      <p:tavLst>
                                        <p:tav tm="0">
                                          <p:val>
                                            <p:strVal val="0"/>
                                          </p:val>
                                        </p:tav>
                                        <p:tav tm="100000">
                                          <p:val>
                                            <p:strVal val="#ppt_h"/>
                                          </p:val>
                                        </p:tav>
                                      </p:tavLst>
                                    </p:anim>
                                    <p:animEffect transition="in" filter="fade">
                                      <p:cBhvr>
                                        <p:cTn id="15" dur="400"/>
                                        <p:tgtEl>
                                          <p:spTgt spid="6"/>
                                        </p:tgtEl>
                                      </p:cBhvr>
                                    </p:animEffect>
                                  </p:childTnLst>
                                </p:cTn>
                              </p:par>
                              <p:par>
                                <p:cTn id="21" presetID="42" presetClass="entr" presetSubtype="0" fill="hold" grpId="0" nodeType="withEffect">
                                  <p:stCondLst>
                                    <p:cond delay="7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700"/>
                                        <p:tgtEl>
                                          <p:spTgt spid="7"/>
                                        </p:tgtEl>
                                      </p:cBhvr>
                                    </p:animEffect>
                                    <p:anim calcmode="lin" valueType="num">
                                      <p:cBhvr additive="base">
                                        <p:cTn id="19" dur="700" fill="hold"/>
                                        <p:tgtEl>
                                          <p:spTgt spid="7"/>
                                        </p:tgtEl>
                                        <p:attrNameLst>
                                          <p:attrName>ppt_x</p:attrName>
                                        </p:attrNameLst>
                                      </p:cBhvr>
                                      <p:tavLst>
                                        <p:tav tm="0">
                                          <p:val>
                                            <p:strVal val="#ppt_x"/>
                                          </p:val>
                                        </p:tav>
                                        <p:tav tm="100000">
                                          <p:val>
                                            <p:strVal val="#ppt_x"/>
                                          </p:val>
                                        </p:tav>
                                      </p:tavLst>
                                    </p:anim>
                                    <p:anim calcmode="lin" valueType="num">
                                      <p:cBhvr additive="base">
                                        <p:cTn id="20" dur="700" fill="hold"/>
                                        <p:tgtEl>
                                          <p:spTgt spid="7"/>
                                        </p:tgtEl>
                                        <p:attrNameLst>
                                          <p:attrName>ppt_y</p:attrName>
                                        </p:attrNameLst>
                                      </p:cBhvr>
                                      <p:tavLst>
                                        <p:tav tm="0">
                                          <p:val>
                                            <p:strVal val="#ppt_y+.06"/>
                                          </p:val>
                                        </p:tav>
                                        <p:tav tm="100000">
                                          <p:val>
                                            <p:strVal val="#ppt_y"/>
                                          </p:val>
                                        </p:tav>
                                      </p:tavLst>
                                    </p:anim>
                                  </p:childTnLst>
                                </p:cTn>
                              </p:par>
                              <p:par>
                                <p:cTn id="24" presetID="10" presetClass="entr" presetSubtype="0" fill="hold" grpId="0" nodeType="withEffect">
                                  <p:stCondLst>
                                    <p:cond delay="9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childTnLst>
                                </p:cTn>
                              </p:par>
                              <p:par>
                                <p:cTn id="26" presetID="6" presetClass="emph" presetSubtype="0" fill="hold" grpId="1" nodeType="withEffect" autoRev="1" repeatCount="indefinite">
                                  <p:stCondLst>
                                    <p:cond delay="1000"/>
                                  </p:stCondLst>
                                  <p:childTnLst>
                                    <p:animScale>
                                      <p:cBhvr>
                                        <p:cTn id="25" dur="900" fill="hold"/>
                                        <p:tgtEl>
                                          <p:spTgt spid="6"/>
                                        </p:tgtEl>
                                      </p:cBhvr>
                                      <p:by x="125000" y="125000"/>
                                    </p:animScale>
                                  </p:childTnLst>
                                </p:cTn>
                              </p:par>
                              <p:par>
                                <p:cTn id="31" presetID="53" presetClass="entr" presetSubtype="16" fill="hold" grpId="0" nodeType="withEffect">
                                  <p:stCondLst>
                                    <p:cond delay="100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400" fill="hold"/>
                                        <p:tgtEl>
                                          <p:spTgt spid="9"/>
                                        </p:tgtEl>
                                        <p:attrNameLst>
                                          <p:attrName>ppt_w</p:attrName>
                                        </p:attrNameLst>
                                      </p:cBhvr>
                                      <p:tavLst>
                                        <p:tav tm="0">
                                          <p:val>
                                            <p:strVal val="0"/>
                                          </p:val>
                                        </p:tav>
                                        <p:tav tm="100000">
                                          <p:val>
                                            <p:strVal val="#ppt_w"/>
                                          </p:val>
                                        </p:tav>
                                      </p:tavLst>
                                    </p:anim>
                                    <p:anim calcmode="lin" valueType="num">
                                      <p:cBhvr additive="base">
                                        <p:cTn id="29" dur="400" fill="hold"/>
                                        <p:tgtEl>
                                          <p:spTgt spid="9"/>
                                        </p:tgtEl>
                                        <p:attrNameLst>
                                          <p:attrName>ppt_h</p:attrName>
                                        </p:attrNameLst>
                                      </p:cBhvr>
                                      <p:tavLst>
                                        <p:tav tm="0">
                                          <p:val>
                                            <p:strVal val="0"/>
                                          </p:val>
                                        </p:tav>
                                        <p:tav tm="100000">
                                          <p:val>
                                            <p:strVal val="#ppt_h"/>
                                          </p:val>
                                        </p:tav>
                                      </p:tavLst>
                                    </p:anim>
                                    <p:animEffect transition="in" filter="fade">
                                      <p:cBhvr>
                                        <p:cTn id="30" dur="400"/>
                                        <p:tgtEl>
                                          <p:spTgt spid="9"/>
                                        </p:tgtEl>
                                      </p:cBhvr>
                                    </p:animEffect>
                                  </p:childTnLst>
                                </p:cTn>
                              </p:par>
                              <p:par>
                                <p:cTn id="36" presetID="42" presetClass="entr" presetSubtype="0" fill="hold" grpId="0" nodeType="withEffect">
                                  <p:stCondLst>
                                    <p:cond delay="120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700"/>
                                        <p:tgtEl>
                                          <p:spTgt spid="10"/>
                                        </p:tgtEl>
                                      </p:cBhvr>
                                    </p:animEffect>
                                    <p:anim calcmode="lin" valueType="num">
                                      <p:cBhvr additive="base">
                                        <p:cTn id="34" dur="700" fill="hold"/>
                                        <p:tgtEl>
                                          <p:spTgt spid="10"/>
                                        </p:tgtEl>
                                        <p:attrNameLst>
                                          <p:attrName>ppt_x</p:attrName>
                                        </p:attrNameLst>
                                      </p:cBhvr>
                                      <p:tavLst>
                                        <p:tav tm="0">
                                          <p:val>
                                            <p:strVal val="#ppt_x"/>
                                          </p:val>
                                        </p:tav>
                                        <p:tav tm="100000">
                                          <p:val>
                                            <p:strVal val="#ppt_x"/>
                                          </p:val>
                                        </p:tav>
                                      </p:tavLst>
                                    </p:anim>
                                    <p:anim calcmode="lin" valueType="num">
                                      <p:cBhvr additive="base">
                                        <p:cTn id="35" dur="700" fill="hold"/>
                                        <p:tgtEl>
                                          <p:spTgt spid="10"/>
                                        </p:tgtEl>
                                        <p:attrNameLst>
                                          <p:attrName>ppt_y</p:attrName>
                                        </p:attrNameLst>
                                      </p:cBhvr>
                                      <p:tavLst>
                                        <p:tav tm="0">
                                          <p:val>
                                            <p:strVal val="#ppt_y+.06"/>
                                          </p:val>
                                        </p:tav>
                                        <p:tav tm="100000">
                                          <p:val>
                                            <p:strVal val="#ppt_y"/>
                                          </p:val>
                                        </p:tav>
                                      </p:tavLst>
                                    </p:anim>
                                  </p:childTnLst>
                                </p:cTn>
                              </p:par>
                              <p:par>
                                <p:cTn id="39" presetID="10" presetClass="entr" presetSubtype="0" fill="hold" grpId="0" nodeType="withEffect">
                                  <p:stCondLst>
                                    <p:cond delay="140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childTnLst>
                                </p:cTn>
                              </p:par>
                              <p:par>
                                <p:cTn id="41" presetID="6" presetClass="emph" presetSubtype="0" fill="hold" grpId="1" nodeType="withEffect" autoRev="1" repeatCount="indefinite">
                                  <p:stCondLst>
                                    <p:cond delay="1500"/>
                                  </p:stCondLst>
                                  <p:childTnLst>
                                    <p:animScale>
                                      <p:cBhvr>
                                        <p:cTn id="40" dur="900" fill="hold"/>
                                        <p:tgtEl>
                                          <p:spTgt spid="9"/>
                                        </p:tgtEl>
                                      </p:cBhvr>
                                      <p:by x="125000" y="125000"/>
                                    </p:animScale>
                                  </p:childTnLst>
                                </p:cTn>
                              </p:par>
                              <p:par>
                                <p:cTn id="46" presetID="53" presetClass="entr" presetSubtype="16" fill="hold" grpId="0" nodeType="withEffect">
                                  <p:stCondLst>
                                    <p:cond delay="150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400" fill="hold"/>
                                        <p:tgtEl>
                                          <p:spTgt spid="12"/>
                                        </p:tgtEl>
                                        <p:attrNameLst>
                                          <p:attrName>ppt_w</p:attrName>
                                        </p:attrNameLst>
                                      </p:cBhvr>
                                      <p:tavLst>
                                        <p:tav tm="0">
                                          <p:val>
                                            <p:strVal val="0"/>
                                          </p:val>
                                        </p:tav>
                                        <p:tav tm="100000">
                                          <p:val>
                                            <p:strVal val="#ppt_w"/>
                                          </p:val>
                                        </p:tav>
                                      </p:tavLst>
                                    </p:anim>
                                    <p:anim calcmode="lin" valueType="num">
                                      <p:cBhvr additive="base">
                                        <p:cTn id="44" dur="400" fill="hold"/>
                                        <p:tgtEl>
                                          <p:spTgt spid="12"/>
                                        </p:tgtEl>
                                        <p:attrNameLst>
                                          <p:attrName>ppt_h</p:attrName>
                                        </p:attrNameLst>
                                      </p:cBhvr>
                                      <p:tavLst>
                                        <p:tav tm="0">
                                          <p:val>
                                            <p:strVal val="0"/>
                                          </p:val>
                                        </p:tav>
                                        <p:tav tm="100000">
                                          <p:val>
                                            <p:strVal val="#ppt_h"/>
                                          </p:val>
                                        </p:tav>
                                      </p:tavLst>
                                    </p:anim>
                                    <p:animEffect transition="in" filter="fade">
                                      <p:cBhvr>
                                        <p:cTn id="45" dur="400"/>
                                        <p:tgtEl>
                                          <p:spTgt spid="12"/>
                                        </p:tgtEl>
                                      </p:cBhvr>
                                    </p:animEffect>
                                  </p:childTnLst>
                                </p:cTn>
                              </p:par>
                              <p:par>
                                <p:cTn id="51" presetID="42" presetClass="entr" presetSubtype="0" fill="hold" grpId="0" nodeType="withEffect">
                                  <p:stCondLst>
                                    <p:cond delay="170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700"/>
                                        <p:tgtEl>
                                          <p:spTgt spid="13"/>
                                        </p:tgtEl>
                                      </p:cBhvr>
                                    </p:animEffect>
                                    <p:anim calcmode="lin" valueType="num">
                                      <p:cBhvr additive="base">
                                        <p:cTn id="49" dur="700" fill="hold"/>
                                        <p:tgtEl>
                                          <p:spTgt spid="13"/>
                                        </p:tgtEl>
                                        <p:attrNameLst>
                                          <p:attrName>ppt_x</p:attrName>
                                        </p:attrNameLst>
                                      </p:cBhvr>
                                      <p:tavLst>
                                        <p:tav tm="0">
                                          <p:val>
                                            <p:strVal val="#ppt_x"/>
                                          </p:val>
                                        </p:tav>
                                        <p:tav tm="100000">
                                          <p:val>
                                            <p:strVal val="#ppt_x"/>
                                          </p:val>
                                        </p:tav>
                                      </p:tavLst>
                                    </p:anim>
                                    <p:anim calcmode="lin" valueType="num">
                                      <p:cBhvr additive="base">
                                        <p:cTn id="50" dur="700" fill="hold"/>
                                        <p:tgtEl>
                                          <p:spTgt spid="13"/>
                                        </p:tgtEl>
                                        <p:attrNameLst>
                                          <p:attrName>ppt_y</p:attrName>
                                        </p:attrNameLst>
                                      </p:cBhvr>
                                      <p:tavLst>
                                        <p:tav tm="0">
                                          <p:val>
                                            <p:strVal val="#ppt_y+.06"/>
                                          </p:val>
                                        </p:tav>
                                        <p:tav tm="100000">
                                          <p:val>
                                            <p:strVal val="#ppt_y"/>
                                          </p:val>
                                        </p:tav>
                                      </p:tavLst>
                                    </p:anim>
                                  </p:childTnLst>
                                </p:cTn>
                              </p:par>
                              <p:par>
                                <p:cTn id="54" presetID="10" presetClass="entr" presetSubtype="0" fill="hold" grpId="0" nodeType="withEffect">
                                  <p:stCondLst>
                                    <p:cond delay="190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600"/>
                                        <p:tgtEl>
                                          <p:spTgt spid="14"/>
                                        </p:tgtEl>
                                      </p:cBhvr>
                                    </p:animEffect>
                                  </p:childTnLst>
                                </p:cTn>
                              </p:par>
                              <p:par>
                                <p:cTn id="56" presetID="6" presetClass="emph" presetSubtype="0" fill="hold" grpId="1" nodeType="withEffect" autoRev="1" repeatCount="indefinite">
                                  <p:stCondLst>
                                    <p:cond delay="2000"/>
                                  </p:stCondLst>
                                  <p:childTnLst>
                                    <p:animScale>
                                      <p:cBhvr>
                                        <p:cTn id="55" dur="900" fill="hold"/>
                                        <p:tgtEl>
                                          <p:spTgt spid="12"/>
                                        </p:tgtEl>
                                      </p:cBhvr>
                                      <p:by x="125000" y="125000"/>
                                    </p:animScale>
                                  </p:childTnLst>
                                </p:cTn>
                              </p:par>
                              <p:par>
                                <p:cTn id="61" presetID="53" presetClass="entr" presetSubtype="16" fill="hold" grpId="0" nodeType="withEffect">
                                  <p:stCondLst>
                                    <p:cond delay="200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400" fill="hold"/>
                                        <p:tgtEl>
                                          <p:spTgt spid="15"/>
                                        </p:tgtEl>
                                        <p:attrNameLst>
                                          <p:attrName>ppt_w</p:attrName>
                                        </p:attrNameLst>
                                      </p:cBhvr>
                                      <p:tavLst>
                                        <p:tav tm="0">
                                          <p:val>
                                            <p:strVal val="0"/>
                                          </p:val>
                                        </p:tav>
                                        <p:tav tm="100000">
                                          <p:val>
                                            <p:strVal val="#ppt_w"/>
                                          </p:val>
                                        </p:tav>
                                      </p:tavLst>
                                    </p:anim>
                                    <p:anim calcmode="lin" valueType="num">
                                      <p:cBhvr additive="base">
                                        <p:cTn id="59" dur="400" fill="hold"/>
                                        <p:tgtEl>
                                          <p:spTgt spid="15"/>
                                        </p:tgtEl>
                                        <p:attrNameLst>
                                          <p:attrName>ppt_h</p:attrName>
                                        </p:attrNameLst>
                                      </p:cBhvr>
                                      <p:tavLst>
                                        <p:tav tm="0">
                                          <p:val>
                                            <p:strVal val="0"/>
                                          </p:val>
                                        </p:tav>
                                        <p:tav tm="100000">
                                          <p:val>
                                            <p:strVal val="#ppt_h"/>
                                          </p:val>
                                        </p:tav>
                                      </p:tavLst>
                                    </p:anim>
                                    <p:animEffect transition="in" filter="fade">
                                      <p:cBhvr>
                                        <p:cTn id="60" dur="400"/>
                                        <p:tgtEl>
                                          <p:spTgt spid="15"/>
                                        </p:tgtEl>
                                      </p:cBhvr>
                                    </p:animEffect>
                                  </p:childTnLst>
                                </p:cTn>
                              </p:par>
                              <p:par>
                                <p:cTn id="66" presetID="42" presetClass="entr" presetSubtype="0" fill="hold" grpId="0" nodeType="withEffect">
                                  <p:stCondLst>
                                    <p:cond delay="220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700"/>
                                        <p:tgtEl>
                                          <p:spTgt spid="16"/>
                                        </p:tgtEl>
                                      </p:cBhvr>
                                    </p:animEffect>
                                    <p:anim calcmode="lin" valueType="num">
                                      <p:cBhvr additive="base">
                                        <p:cTn id="64" dur="700" fill="hold"/>
                                        <p:tgtEl>
                                          <p:spTgt spid="16"/>
                                        </p:tgtEl>
                                        <p:attrNameLst>
                                          <p:attrName>ppt_x</p:attrName>
                                        </p:attrNameLst>
                                      </p:cBhvr>
                                      <p:tavLst>
                                        <p:tav tm="0">
                                          <p:val>
                                            <p:strVal val="#ppt_x"/>
                                          </p:val>
                                        </p:tav>
                                        <p:tav tm="100000">
                                          <p:val>
                                            <p:strVal val="#ppt_x"/>
                                          </p:val>
                                        </p:tav>
                                      </p:tavLst>
                                    </p:anim>
                                    <p:anim calcmode="lin" valueType="num">
                                      <p:cBhvr additive="base">
                                        <p:cTn id="65" dur="700" fill="hold"/>
                                        <p:tgtEl>
                                          <p:spTgt spid="16"/>
                                        </p:tgtEl>
                                        <p:attrNameLst>
                                          <p:attrName>ppt_y</p:attrName>
                                        </p:attrNameLst>
                                      </p:cBhvr>
                                      <p:tavLst>
                                        <p:tav tm="0">
                                          <p:val>
                                            <p:strVal val="#ppt_y+.06"/>
                                          </p:val>
                                        </p:tav>
                                        <p:tav tm="100000">
                                          <p:val>
                                            <p:strVal val="#ppt_y"/>
                                          </p:val>
                                        </p:tav>
                                      </p:tavLst>
                                    </p:anim>
                                  </p:childTnLst>
                                </p:cTn>
                              </p:par>
                              <p:par>
                                <p:cTn id="69" presetID="10" presetClass="entr" presetSubtype="0" fill="hold" grpId="0" nodeType="withEffect">
                                  <p:stCondLst>
                                    <p:cond delay="240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600"/>
                                        <p:tgtEl>
                                          <p:spTgt spid="17"/>
                                        </p:tgtEl>
                                      </p:cBhvr>
                                    </p:animEffect>
                                  </p:childTnLst>
                                </p:cTn>
                              </p:par>
                              <p:par>
                                <p:cTn id="71" presetID="6" presetClass="emph" presetSubtype="0" fill="hold" grpId="1" nodeType="withEffect" autoRev="1" repeatCount="indefinite">
                                  <p:stCondLst>
                                    <p:cond delay="2500"/>
                                  </p:stCondLst>
                                  <p:childTnLst>
                                    <p:animScale>
                                      <p:cBhvr>
                                        <p:cTn id="70" dur="900" fill="hold"/>
                                        <p:tgtEl>
                                          <p:spTgt spid="15"/>
                                        </p:tgtEl>
                                      </p:cBhvr>
                                      <p:by x="125000" y="125000"/>
                                    </p:animScale>
                                  </p:childTnLst>
                                </p:cTn>
                              </p:par>
                              <p:par>
                                <p:cTn id="76" presetID="53" presetClass="entr" presetSubtype="16" fill="hold" grpId="0" nodeType="withEffect">
                                  <p:stCondLst>
                                    <p:cond delay="2500"/>
                                  </p:stCondLst>
                                  <p:childTnLst>
                                    <p:set>
                                      <p:cBhvr>
                                        <p:cTn id="72" dur="1" fill="hold">
                                          <p:stCondLst>
                                            <p:cond delay="0"/>
                                          </p:stCondLst>
                                        </p:cTn>
                                        <p:tgtEl>
                                          <p:spTgt spid="18"/>
                                        </p:tgtEl>
                                        <p:attrNameLst>
                                          <p:attrName>style.visibility</p:attrName>
                                        </p:attrNameLst>
                                      </p:cBhvr>
                                      <p:to>
                                        <p:strVal val="visible"/>
                                      </p:to>
                                    </p:set>
                                    <p:anim calcmode="lin" valueType="num">
                                      <p:cBhvr additive="base">
                                        <p:cTn id="73" dur="400" fill="hold"/>
                                        <p:tgtEl>
                                          <p:spTgt spid="18"/>
                                        </p:tgtEl>
                                        <p:attrNameLst>
                                          <p:attrName>ppt_w</p:attrName>
                                        </p:attrNameLst>
                                      </p:cBhvr>
                                      <p:tavLst>
                                        <p:tav tm="0">
                                          <p:val>
                                            <p:strVal val="0"/>
                                          </p:val>
                                        </p:tav>
                                        <p:tav tm="100000">
                                          <p:val>
                                            <p:strVal val="#ppt_w"/>
                                          </p:val>
                                        </p:tav>
                                      </p:tavLst>
                                    </p:anim>
                                    <p:anim calcmode="lin" valueType="num">
                                      <p:cBhvr additive="base">
                                        <p:cTn id="74" dur="400" fill="hold"/>
                                        <p:tgtEl>
                                          <p:spTgt spid="18"/>
                                        </p:tgtEl>
                                        <p:attrNameLst>
                                          <p:attrName>ppt_h</p:attrName>
                                        </p:attrNameLst>
                                      </p:cBhvr>
                                      <p:tavLst>
                                        <p:tav tm="0">
                                          <p:val>
                                            <p:strVal val="0"/>
                                          </p:val>
                                        </p:tav>
                                        <p:tav tm="100000">
                                          <p:val>
                                            <p:strVal val="#ppt_h"/>
                                          </p:val>
                                        </p:tav>
                                      </p:tavLst>
                                    </p:anim>
                                    <p:animEffect transition="in" filter="fade">
                                      <p:cBhvr>
                                        <p:cTn id="75" dur="400"/>
                                        <p:tgtEl>
                                          <p:spTgt spid="18"/>
                                        </p:tgtEl>
                                      </p:cBhvr>
                                    </p:animEffect>
                                  </p:childTnLst>
                                </p:cTn>
                              </p:par>
                              <p:par>
                                <p:cTn id="81" presetID="42" presetClass="entr" presetSubtype="0" fill="hold" grpId="0" nodeType="withEffect">
                                  <p:stCondLst>
                                    <p:cond delay="270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700"/>
                                        <p:tgtEl>
                                          <p:spTgt spid="19"/>
                                        </p:tgtEl>
                                      </p:cBhvr>
                                    </p:animEffect>
                                    <p:anim calcmode="lin" valueType="num">
                                      <p:cBhvr additive="base">
                                        <p:cTn id="79" dur="700" fill="hold"/>
                                        <p:tgtEl>
                                          <p:spTgt spid="19"/>
                                        </p:tgtEl>
                                        <p:attrNameLst>
                                          <p:attrName>ppt_x</p:attrName>
                                        </p:attrNameLst>
                                      </p:cBhvr>
                                      <p:tavLst>
                                        <p:tav tm="0">
                                          <p:val>
                                            <p:strVal val="#ppt_x"/>
                                          </p:val>
                                        </p:tav>
                                        <p:tav tm="100000">
                                          <p:val>
                                            <p:strVal val="#ppt_x"/>
                                          </p:val>
                                        </p:tav>
                                      </p:tavLst>
                                    </p:anim>
                                    <p:anim calcmode="lin" valueType="num">
                                      <p:cBhvr additive="base">
                                        <p:cTn id="80" dur="700" fill="hold"/>
                                        <p:tgtEl>
                                          <p:spTgt spid="19"/>
                                        </p:tgtEl>
                                        <p:attrNameLst>
                                          <p:attrName>ppt_y</p:attrName>
                                        </p:attrNameLst>
                                      </p:cBhvr>
                                      <p:tavLst>
                                        <p:tav tm="0">
                                          <p:val>
                                            <p:strVal val="#ppt_y+.06"/>
                                          </p:val>
                                        </p:tav>
                                        <p:tav tm="100000">
                                          <p:val>
                                            <p:strVal val="#ppt_y"/>
                                          </p:val>
                                        </p:tav>
                                      </p:tavLst>
                                    </p:anim>
                                  </p:childTnLst>
                                </p:cTn>
                              </p:par>
                              <p:par>
                                <p:cTn id="83" presetID="6" presetClass="emph" presetSubtype="0" fill="hold" grpId="1" nodeType="withEffect" autoRev="1" repeatCount="indefinite">
                                  <p:stCondLst>
                                    <p:cond delay="3000"/>
                                  </p:stCondLst>
                                  <p:childTnLst>
                                    <p:animScale>
                                      <p:cBhvr>
                                        <p:cTn id="82" dur="900" fill="hold"/>
                                        <p:tgtEl>
                                          <p:spTgt spid="18"/>
                                        </p:tgtEl>
                                      </p:cBhvr>
                                      <p:by x="125000" y="125000"/>
                                    </p:animScale>
                                  </p:childTnLst>
                                </p:cTn>
                              </p:par>
                              <p:par>
                                <p:cTn id="88" presetID="53" presetClass="entr" presetSubtype="16" fill="hold" grpId="0" nodeType="withEffect">
                                  <p:stCondLst>
                                    <p:cond delay="3200"/>
                                  </p:stCondLst>
                                  <p:childTnLst>
                                    <p:set>
                                      <p:cBhvr>
                                        <p:cTn id="84" dur="1" fill="hold">
                                          <p:stCondLst>
                                            <p:cond delay="0"/>
                                          </p:stCondLst>
                                        </p:cTn>
                                        <p:tgtEl>
                                          <p:spTgt spid="20"/>
                                        </p:tgtEl>
                                        <p:attrNameLst>
                                          <p:attrName>style.visibility</p:attrName>
                                        </p:attrNameLst>
                                      </p:cBhvr>
                                      <p:to>
                                        <p:strVal val="visible"/>
                                      </p:to>
                                    </p:set>
                                    <p:anim calcmode="lin" valueType="num">
                                      <p:cBhvr additive="base">
                                        <p:cTn id="85" dur="700" fill="hold"/>
                                        <p:tgtEl>
                                          <p:spTgt spid="20"/>
                                        </p:tgtEl>
                                        <p:attrNameLst>
                                          <p:attrName>ppt_w</p:attrName>
                                        </p:attrNameLst>
                                      </p:cBhvr>
                                      <p:tavLst>
                                        <p:tav tm="0">
                                          <p:val>
                                            <p:strVal val="0"/>
                                          </p:val>
                                        </p:tav>
                                        <p:tav tm="100000">
                                          <p:val>
                                            <p:strVal val="#ppt_w"/>
                                          </p:val>
                                        </p:tav>
                                      </p:tavLst>
                                    </p:anim>
                                    <p:anim calcmode="lin" valueType="num">
                                      <p:cBhvr additive="base">
                                        <p:cTn id="86" dur="700" fill="hold"/>
                                        <p:tgtEl>
                                          <p:spTgt spid="20"/>
                                        </p:tgtEl>
                                        <p:attrNameLst>
                                          <p:attrName>ppt_h</p:attrName>
                                        </p:attrNameLst>
                                      </p:cBhvr>
                                      <p:tavLst>
                                        <p:tav tm="0">
                                          <p:val>
                                            <p:strVal val="0"/>
                                          </p:val>
                                        </p:tav>
                                        <p:tav tm="100000">
                                          <p:val>
                                            <p:strVal val="#ppt_h"/>
                                          </p:val>
                                        </p:tav>
                                      </p:tavLst>
                                    </p:anim>
                                    <p:animEffect transition="in" filter="fade">
                                      <p:cBhvr>
                                        <p:cTn id="87" dur="700"/>
                                        <p:tgtEl>
                                          <p:spTgt spid="20"/>
                                        </p:tgtEl>
                                      </p:cBhvr>
                                    </p:animEffect>
                                  </p:childTnLst>
                                </p:cTn>
                              </p:par>
                              <p:par>
                                <p:cTn id="93" presetID="42" presetClass="entr" presetSubtype="0" fill="hold" grpId="0" nodeType="withEffect">
                                  <p:stCondLst>
                                    <p:cond delay="420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700"/>
                                        <p:tgtEl>
                                          <p:spTgt spid="21"/>
                                        </p:tgtEl>
                                      </p:cBhvr>
                                    </p:animEffect>
                                    <p:anim calcmode="lin" valueType="num">
                                      <p:cBhvr additive="base">
                                        <p:cTn id="91" dur="700" fill="hold"/>
                                        <p:tgtEl>
                                          <p:spTgt spid="21"/>
                                        </p:tgtEl>
                                        <p:attrNameLst>
                                          <p:attrName>ppt_x</p:attrName>
                                        </p:attrNameLst>
                                      </p:cBhvr>
                                      <p:tavLst>
                                        <p:tav tm="0">
                                          <p:val>
                                            <p:strVal val="#ppt_x"/>
                                          </p:val>
                                        </p:tav>
                                        <p:tav tm="100000">
                                          <p:val>
                                            <p:strVal val="#ppt_x"/>
                                          </p:val>
                                        </p:tav>
                                      </p:tavLst>
                                    </p:anim>
                                    <p:anim calcmode="lin" valueType="num">
                                      <p:cBhvr additive="base">
                                        <p:cTn id="92" dur="700" fill="hold"/>
                                        <p:tgtEl>
                                          <p:spTgt spid="21"/>
                                        </p:tgtEl>
                                        <p:attrNameLst>
                                          <p:attrName>ppt_y</p:attrName>
                                        </p:attrNameLst>
                                      </p:cBhvr>
                                      <p:tavLst>
                                        <p:tav tm="0">
                                          <p:val>
                                            <p:strVal val="#ppt_y+.06"/>
                                          </p:val>
                                        </p:tav>
                                        <p:tav tm="100000">
                                          <p:val>
                                            <p:strVal val="#ppt_y"/>
                                          </p:val>
                                        </p:tav>
                                      </p:tavLst>
                                    </p:anim>
                                  </p:childTnLst>
                                </p:cTn>
                              </p:par>
                              <p:par>
                                <p:cTn id="98" presetID="42" presetClass="entr" presetSubtype="0" fill="hold" grpId="0" nodeType="withEffect">
                                  <p:stCondLst>
                                    <p:cond delay="450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700"/>
                                        <p:tgtEl>
                                          <p:spTgt spid="22"/>
                                        </p:tgtEl>
                                      </p:cBhvr>
                                    </p:animEffect>
                                    <p:anim calcmode="lin" valueType="num">
                                      <p:cBhvr additive="base">
                                        <p:cTn id="96" dur="700" fill="hold"/>
                                        <p:tgtEl>
                                          <p:spTgt spid="22"/>
                                        </p:tgtEl>
                                        <p:attrNameLst>
                                          <p:attrName>ppt_x</p:attrName>
                                        </p:attrNameLst>
                                      </p:cBhvr>
                                      <p:tavLst>
                                        <p:tav tm="0">
                                          <p:val>
                                            <p:strVal val="#ppt_x"/>
                                          </p:val>
                                        </p:tav>
                                        <p:tav tm="100000">
                                          <p:val>
                                            <p:strVal val="#ppt_x"/>
                                          </p:val>
                                        </p:tav>
                                      </p:tavLst>
                                    </p:anim>
                                    <p:anim calcmode="lin" valueType="num">
                                      <p:cBhvr additive="base">
                                        <p:cTn id="97" dur="700" fill="hold"/>
                                        <p:tgtEl>
                                          <p:spTgt spid="22"/>
                                        </p:tgtEl>
                                        <p:attrNameLst>
                                          <p:attrName>ppt_y</p:attrName>
                                        </p:attrNameLst>
                                      </p:cBhvr>
                                      <p:tavLst>
                                        <p:tav tm="0">
                                          <p:val>
                                            <p:strVal val="#ppt_y+.06"/>
                                          </p:val>
                                        </p:tav>
                                        <p:tav tm="100000">
                                          <p:val>
                                            <p:strVal val="#ppt_y"/>
                                          </p:val>
                                        </p:tav>
                                      </p:tavLst>
                                    </p:anim>
                                  </p:childTnLst>
                                </p:cTn>
                              </p:par>
                              <p:par>
                                <p:cTn id="103" presetID="42" presetClass="entr" presetSubtype="0" fill="hold" grpId="0" nodeType="withEffect">
                                  <p:stCondLst>
                                    <p:cond delay="480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700"/>
                                        <p:tgtEl>
                                          <p:spTgt spid="23"/>
                                        </p:tgtEl>
                                      </p:cBhvr>
                                    </p:animEffect>
                                    <p:anim calcmode="lin" valueType="num">
                                      <p:cBhvr additive="base">
                                        <p:cTn id="101" dur="700" fill="hold"/>
                                        <p:tgtEl>
                                          <p:spTgt spid="23"/>
                                        </p:tgtEl>
                                        <p:attrNameLst>
                                          <p:attrName>ppt_x</p:attrName>
                                        </p:attrNameLst>
                                      </p:cBhvr>
                                      <p:tavLst>
                                        <p:tav tm="0">
                                          <p:val>
                                            <p:strVal val="#ppt_x"/>
                                          </p:val>
                                        </p:tav>
                                        <p:tav tm="100000">
                                          <p:val>
                                            <p:strVal val="#ppt_x"/>
                                          </p:val>
                                        </p:tav>
                                      </p:tavLst>
                                    </p:anim>
                                    <p:anim calcmode="lin" valueType="num">
                                      <p:cBhvr additive="base">
                                        <p:cTn id="102" dur="700" fill="hold"/>
                                        <p:tgtEl>
                                          <p:spTgt spid="23"/>
                                        </p:tgtEl>
                                        <p:attrNameLst>
                                          <p:attrName>ppt_y</p:attrName>
                                        </p:attrNameLst>
                                      </p:cBhvr>
                                      <p:tavLst>
                                        <p:tav tm="0">
                                          <p:val>
                                            <p:strVal val="#ppt_y+.06"/>
                                          </p:val>
                                        </p:tav>
                                        <p:tav tm="100000">
                                          <p:val>
                                            <p:strVal val="#ppt_y"/>
                                          </p:val>
                                        </p:tav>
                                      </p:tavLst>
                                    </p:anim>
                                  </p:childTnLst>
                                </p:cTn>
                              </p:par>
                              <p:par>
                                <p:cTn id="106" presetID="10" presetClass="entr" presetSubtype="0" fill="hold" grpId="0" nodeType="withEffect">
                                  <p:stCondLst>
                                    <p:cond delay="520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6" grpId="1" animBg="1"/>
      <p:bldP spid="9" grpId="0" animBg="1"/>
      <p:bldP spid="10" grpId="0" animBg="1"/>
      <p:bldP spid="11" grpId="0" animBg="1"/>
      <p:bldP spid="9" grpId="1" animBg="1"/>
      <p:bldP spid="12" grpId="0" animBg="1"/>
      <p:bldP spid="13" grpId="0" animBg="1"/>
      <p:bldP spid="14" grpId="0" animBg="1"/>
      <p:bldP spid="12" grpId="1" animBg="1"/>
      <p:bldP spid="15" grpId="0" animBg="1"/>
      <p:bldP spid="16" grpId="0" animBg="1"/>
      <p:bldP spid="17" grpId="0" animBg="1"/>
      <p:bldP spid="15" grpId="1" animBg="1"/>
      <p:bldP spid="18" grpId="0" animBg="1"/>
      <p:bldP spid="19" grpId="0" animBg="1"/>
      <p:bldP spid="18" grpId="1" animBg="1"/>
      <p:bldP spid="20" grpId="0" animBg="1"/>
      <p:bldP spid="21" grpId="0" animBg="1"/>
      <p:bldP spid="22" grpId="0" animBg="1"/>
      <p:bldP spid="23"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3" name="heading"/>
          <p:cNvSpPr txBox="1"/>
          <p:nvPr/>
        </p:nvSpPr>
        <p:spPr>
          <a:xfrm>
            <a:off x="812800" y="749300"/>
            <a:ext cx="10566400" cy="1016000"/>
          </a:xfrm>
          <a:prstGeom prst="rect">
            <a:avLst/>
          </a:prstGeom>
          <a:noFill/>
          <a:ln/>
        </p:spPr>
        <p:txBody>
          <a:bodyPr wrap="square" lIns="0" tIns="0" rIns="0" bIns="0" rtlCol="0" anchor="t"/>
          <a:lstStyle/>
          <a:p>
            <a:pPr indent="0" marL="0">
              <a:lnSpc>
                <a:spcPct val="95000"/>
              </a:lnSpc>
              <a:buNone/>
            </a:pPr>
            <a:r>
              <a:rPr lang="en-US" sz="3200" b="1" dirty="0">
                <a:solidFill>
                  <a:srgbClr val="F3F5F2"/>
                </a:solidFill>
                <a:latin typeface="Segoe UI" pitchFamily="34" charset="0"/>
                <a:ea typeface="Segoe UI" pitchFamily="34" charset="-122"/>
                <a:cs typeface="Segoe UI" pitchFamily="34" charset="-120"/>
              </a:rPr>
              <a:t>I retraced the attacker’s path and tested every lock</a:t>
            </a:r>
            <a:endParaRPr lang="en-US" sz="3200" dirty="0"/>
          </a:p>
        </p:txBody>
      </p:sp>
      <p:sp>
        <p:nvSpPr>
          <p:cNvPr id="4" name="frame0"/>
          <p:cNvSpPr/>
          <p:nvPr/>
        </p:nvSpPr>
        <p:spPr>
          <a:xfrm>
            <a:off x="1327150" y="1905000"/>
            <a:ext cx="1079500" cy="1524000"/>
          </a:xfrm>
          <a:prstGeom prst="rect">
            <a:avLst/>
          </a:prstGeom>
          <a:solidFill>
            <a:srgbClr val="F2A541"/>
          </a:solidFill>
          <a:ln w="38100">
            <a:solidFill>
              <a:srgbClr val="3A5A80"/>
            </a:solidFill>
            <a:prstDash val="solid"/>
          </a:ln>
        </p:spPr>
      </p:sp>
      <p:sp>
        <p:nvSpPr>
          <p:cNvPr id="5" name="panel0"/>
          <p:cNvSpPr/>
          <p:nvPr/>
        </p:nvSpPr>
        <p:spPr>
          <a:xfrm>
            <a:off x="1365250" y="1943100"/>
            <a:ext cx="1003300" cy="1485900"/>
          </a:xfrm>
          <a:prstGeom prst="rect">
            <a:avLst/>
          </a:prstGeom>
          <a:solidFill>
            <a:srgbClr val="24385A"/>
          </a:solidFill>
          <a:ln/>
        </p:spPr>
      </p:sp>
      <p:sp>
        <p:nvSpPr>
          <p:cNvPr id="6" name="knob0"/>
          <p:cNvSpPr/>
          <p:nvPr/>
        </p:nvSpPr>
        <p:spPr>
          <a:xfrm>
            <a:off x="2139950" y="2616200"/>
            <a:ext cx="101600" cy="101600"/>
          </a:xfrm>
          <a:prstGeom prst="ellipse">
            <a:avLst/>
          </a:prstGeom>
          <a:solidFill>
            <a:srgbClr val="3FD0C9"/>
          </a:solidFill>
          <a:ln/>
        </p:spPr>
      </p:sp>
      <p:sp>
        <p:nvSpPr>
          <p:cNvPr id="7" name="n0"/>
          <p:cNvSpPr txBox="1"/>
          <p:nvPr/>
        </p:nvSpPr>
        <p:spPr>
          <a:xfrm>
            <a:off x="914400" y="3530600"/>
            <a:ext cx="1905000" cy="254000"/>
          </a:xfrm>
          <a:prstGeom prst="rect">
            <a:avLst/>
          </a:prstGeom>
          <a:noFill/>
          <a:ln/>
        </p:spPr>
        <p:txBody>
          <a:bodyPr wrap="square" lIns="0" tIns="0" rIns="0" bIns="0" rtlCol="0" anchor="t"/>
          <a:lstStyle/>
          <a:p>
            <a:pPr algn="ctr" indent="0" marL="0">
              <a:buNone/>
            </a:pPr>
            <a:r>
              <a:rPr lang="en-US" sz="1500" b="1" dirty="0">
                <a:solidFill>
                  <a:srgbClr val="F3F5F2"/>
                </a:solidFill>
                <a:latin typeface="Segoe UI" pitchFamily="34" charset="0"/>
                <a:ea typeface="Segoe UI" pitchFamily="34" charset="-122"/>
                <a:cs typeface="Segoe UI" pitchFamily="34" charset="-120"/>
              </a:rPr>
              <a:t>WhatsApp</a:t>
            </a:r>
            <a:endParaRPr lang="en-US" sz="1500" dirty="0"/>
          </a:p>
        </p:txBody>
      </p:sp>
      <p:sp>
        <p:nvSpPr>
          <p:cNvPr id="8" name="tm0"/>
          <p:cNvSpPr txBox="1"/>
          <p:nvPr/>
        </p:nvSpPr>
        <p:spPr>
          <a:xfrm>
            <a:off x="914400" y="3784600"/>
            <a:ext cx="1905000" cy="203200"/>
          </a:xfrm>
          <a:prstGeom prst="rect">
            <a:avLst/>
          </a:prstGeom>
          <a:noFill/>
          <a:ln/>
        </p:spPr>
        <p:txBody>
          <a:bodyPr wrap="square" lIns="0" tIns="0" rIns="0" bIns="0" rtlCol="0" anchor="t"/>
          <a:lstStyle/>
          <a:p>
            <a:pPr algn="ctr" indent="0" marL="0">
              <a:buNone/>
            </a:pPr>
            <a:r>
              <a:rPr lang="en-US" sz="1200" dirty="0">
                <a:solidFill>
                  <a:srgbClr val="BFD0DF"/>
                </a:solidFill>
                <a:latin typeface="Segoe UI" pitchFamily="34" charset="0"/>
                <a:ea typeface="Segoe UI" pitchFamily="34" charset="-122"/>
                <a:cs typeface="Segoe UI" pitchFamily="34" charset="-120"/>
              </a:rPr>
              <a:t>11:49 PM</a:t>
            </a:r>
            <a:endParaRPr lang="en-US" sz="1200" dirty="0"/>
          </a:p>
        </p:txBody>
      </p:sp>
      <p:sp>
        <p:nvSpPr>
          <p:cNvPr id="9" name="stamp0"/>
          <p:cNvSpPr/>
          <p:nvPr/>
        </p:nvSpPr>
        <p:spPr>
          <a:xfrm rot="-600000">
            <a:off x="1168400" y="2438400"/>
            <a:ext cx="1397000" cy="317500"/>
          </a:xfrm>
          <a:prstGeom prst="roundRect">
            <a:avLst>
              <a:gd name="adj" fmla="val 43200"/>
            </a:avLst>
          </a:prstGeom>
          <a:solidFill>
            <a:srgbClr val="0E1726"/>
          </a:solidFill>
          <a:ln w="31750">
            <a:solidFill>
              <a:srgbClr val="FF6B5E"/>
            </a:solidFill>
          </a:ln>
        </p:spPr>
        <p:txBody>
          <a:bodyPr wrap="square" lIns="0" tIns="0" rIns="0" bIns="0" rtlCol="0" anchor="ctr"/>
          <a:lstStyle/>
          <a:p>
            <a:pPr algn="ctr" indent="0" marL="0">
              <a:buNone/>
            </a:pPr>
            <a:r>
              <a:rPr lang="en-US" sz="1300" b="1" spc="200" kern="0" dirty="0">
                <a:solidFill>
                  <a:srgbClr val="FF6B5E"/>
                </a:solidFill>
                <a:latin typeface="Segoe UI" pitchFamily="34" charset="0"/>
                <a:ea typeface="Segoe UI" pitchFamily="34" charset="-122"/>
                <a:cs typeface="Segoe UI" pitchFamily="34" charset="-120"/>
              </a:rPr>
              <a:t>BREACHED</a:t>
            </a:r>
            <a:endParaRPr lang="en-US" sz="1300" dirty="0"/>
          </a:p>
        </p:txBody>
      </p:sp>
      <p:sp>
        <p:nvSpPr>
          <p:cNvPr id="10" name="frame1"/>
          <p:cNvSpPr/>
          <p:nvPr/>
        </p:nvSpPr>
        <p:spPr>
          <a:xfrm>
            <a:off x="3441700" y="1905000"/>
            <a:ext cx="1079500" cy="1524000"/>
          </a:xfrm>
          <a:prstGeom prst="rect">
            <a:avLst/>
          </a:prstGeom>
          <a:solidFill>
            <a:srgbClr val="F2A541"/>
          </a:solidFill>
          <a:ln w="38100">
            <a:solidFill>
              <a:srgbClr val="3A5A80"/>
            </a:solidFill>
            <a:prstDash val="solid"/>
          </a:ln>
        </p:spPr>
      </p:sp>
      <p:sp>
        <p:nvSpPr>
          <p:cNvPr id="11" name="panel1"/>
          <p:cNvSpPr/>
          <p:nvPr/>
        </p:nvSpPr>
        <p:spPr>
          <a:xfrm>
            <a:off x="3479800" y="1943100"/>
            <a:ext cx="1003300" cy="1485900"/>
          </a:xfrm>
          <a:prstGeom prst="rect">
            <a:avLst/>
          </a:prstGeom>
          <a:solidFill>
            <a:srgbClr val="24385A"/>
          </a:solidFill>
          <a:ln/>
        </p:spPr>
      </p:sp>
      <p:sp>
        <p:nvSpPr>
          <p:cNvPr id="12" name="knob1"/>
          <p:cNvSpPr/>
          <p:nvPr/>
        </p:nvSpPr>
        <p:spPr>
          <a:xfrm>
            <a:off x="4254500" y="2616200"/>
            <a:ext cx="101600" cy="101600"/>
          </a:xfrm>
          <a:prstGeom prst="ellipse">
            <a:avLst/>
          </a:prstGeom>
          <a:solidFill>
            <a:srgbClr val="3FD0C9"/>
          </a:solidFill>
          <a:ln/>
        </p:spPr>
      </p:sp>
      <p:sp>
        <p:nvSpPr>
          <p:cNvPr id="13" name="n1"/>
          <p:cNvSpPr txBox="1"/>
          <p:nvPr/>
        </p:nvSpPr>
        <p:spPr>
          <a:xfrm>
            <a:off x="3028950" y="3530600"/>
            <a:ext cx="1905000" cy="254000"/>
          </a:xfrm>
          <a:prstGeom prst="rect">
            <a:avLst/>
          </a:prstGeom>
          <a:noFill/>
          <a:ln/>
        </p:spPr>
        <p:txBody>
          <a:bodyPr wrap="square" lIns="0" tIns="0" rIns="0" bIns="0" rtlCol="0" anchor="t"/>
          <a:lstStyle/>
          <a:p>
            <a:pPr algn="ctr" indent="0" marL="0">
              <a:buNone/>
            </a:pPr>
            <a:r>
              <a:rPr lang="en-US" sz="1500" b="1" dirty="0">
                <a:solidFill>
                  <a:srgbClr val="F3F5F2"/>
                </a:solidFill>
                <a:latin typeface="Segoe UI" pitchFamily="34" charset="0"/>
                <a:ea typeface="Segoe UI" pitchFamily="34" charset="-122"/>
                <a:cs typeface="Segoe UI" pitchFamily="34" charset="-120"/>
              </a:rPr>
              <a:t>Gmail</a:t>
            </a:r>
            <a:endParaRPr lang="en-US" sz="1500" dirty="0"/>
          </a:p>
        </p:txBody>
      </p:sp>
      <p:sp>
        <p:nvSpPr>
          <p:cNvPr id="14" name="tm1"/>
          <p:cNvSpPr txBox="1"/>
          <p:nvPr/>
        </p:nvSpPr>
        <p:spPr>
          <a:xfrm>
            <a:off x="3028950" y="3784600"/>
            <a:ext cx="1905000" cy="203200"/>
          </a:xfrm>
          <a:prstGeom prst="rect">
            <a:avLst/>
          </a:prstGeom>
          <a:noFill/>
          <a:ln/>
        </p:spPr>
        <p:txBody>
          <a:bodyPr wrap="square" lIns="0" tIns="0" rIns="0" bIns="0" rtlCol="0" anchor="t"/>
          <a:lstStyle/>
          <a:p>
            <a:pPr algn="ctr" indent="0" marL="0">
              <a:buNone/>
            </a:pPr>
            <a:r>
              <a:rPr lang="en-US" sz="1200" dirty="0">
                <a:solidFill>
                  <a:srgbClr val="BFD0DF"/>
                </a:solidFill>
                <a:latin typeface="Segoe UI" pitchFamily="34" charset="0"/>
                <a:ea typeface="Segoe UI" pitchFamily="34" charset="-122"/>
                <a:cs typeface="Segoe UI" pitchFamily="34" charset="-120"/>
              </a:rPr>
              <a:t>12:20 AM</a:t>
            </a:r>
            <a:endParaRPr lang="en-US" sz="1200" dirty="0"/>
          </a:p>
        </p:txBody>
      </p:sp>
      <p:sp>
        <p:nvSpPr>
          <p:cNvPr id="15" name="stamp1"/>
          <p:cNvSpPr/>
          <p:nvPr/>
        </p:nvSpPr>
        <p:spPr>
          <a:xfrm rot="-600000">
            <a:off x="3282950" y="2438400"/>
            <a:ext cx="1397000" cy="317500"/>
          </a:xfrm>
          <a:prstGeom prst="roundRect">
            <a:avLst>
              <a:gd name="adj" fmla="val 43200"/>
            </a:avLst>
          </a:prstGeom>
          <a:solidFill>
            <a:srgbClr val="0E1726"/>
          </a:solidFill>
          <a:ln w="31750">
            <a:solidFill>
              <a:srgbClr val="FF6B5E"/>
            </a:solidFill>
          </a:ln>
        </p:spPr>
        <p:txBody>
          <a:bodyPr wrap="square" lIns="0" tIns="0" rIns="0" bIns="0" rtlCol="0" anchor="ctr"/>
          <a:lstStyle/>
          <a:p>
            <a:pPr algn="ctr" indent="0" marL="0">
              <a:buNone/>
            </a:pPr>
            <a:r>
              <a:rPr lang="en-US" sz="1300" b="1" spc="200" kern="0" dirty="0">
                <a:solidFill>
                  <a:srgbClr val="FF6B5E"/>
                </a:solidFill>
                <a:latin typeface="Segoe UI" pitchFamily="34" charset="0"/>
                <a:ea typeface="Segoe UI" pitchFamily="34" charset="-122"/>
                <a:cs typeface="Segoe UI" pitchFamily="34" charset="-120"/>
              </a:rPr>
              <a:t>BREACHED</a:t>
            </a:r>
            <a:endParaRPr lang="en-US" sz="1300" dirty="0"/>
          </a:p>
        </p:txBody>
      </p:sp>
      <p:sp>
        <p:nvSpPr>
          <p:cNvPr id="16" name="frame2"/>
          <p:cNvSpPr/>
          <p:nvPr/>
        </p:nvSpPr>
        <p:spPr>
          <a:xfrm>
            <a:off x="5556250" y="1905000"/>
            <a:ext cx="1079500" cy="1524000"/>
          </a:xfrm>
          <a:prstGeom prst="rect">
            <a:avLst/>
          </a:prstGeom>
          <a:solidFill>
            <a:srgbClr val="F2A541"/>
          </a:solidFill>
          <a:ln w="38100">
            <a:solidFill>
              <a:srgbClr val="3A5A80"/>
            </a:solidFill>
            <a:prstDash val="solid"/>
          </a:ln>
        </p:spPr>
      </p:sp>
      <p:sp>
        <p:nvSpPr>
          <p:cNvPr id="17" name="panel2"/>
          <p:cNvSpPr/>
          <p:nvPr/>
        </p:nvSpPr>
        <p:spPr>
          <a:xfrm>
            <a:off x="5594350" y="1943100"/>
            <a:ext cx="1003300" cy="1485900"/>
          </a:xfrm>
          <a:prstGeom prst="rect">
            <a:avLst/>
          </a:prstGeom>
          <a:solidFill>
            <a:srgbClr val="24385A"/>
          </a:solidFill>
          <a:ln/>
        </p:spPr>
      </p:sp>
      <p:sp>
        <p:nvSpPr>
          <p:cNvPr id="18" name="knob2"/>
          <p:cNvSpPr/>
          <p:nvPr/>
        </p:nvSpPr>
        <p:spPr>
          <a:xfrm>
            <a:off x="6369050" y="2616200"/>
            <a:ext cx="101600" cy="101600"/>
          </a:xfrm>
          <a:prstGeom prst="ellipse">
            <a:avLst/>
          </a:prstGeom>
          <a:solidFill>
            <a:srgbClr val="3FD0C9"/>
          </a:solidFill>
          <a:ln/>
        </p:spPr>
      </p:sp>
      <p:sp>
        <p:nvSpPr>
          <p:cNvPr id="19" name="n2"/>
          <p:cNvSpPr txBox="1"/>
          <p:nvPr/>
        </p:nvSpPr>
        <p:spPr>
          <a:xfrm>
            <a:off x="5143500" y="3530600"/>
            <a:ext cx="1905000" cy="254000"/>
          </a:xfrm>
          <a:prstGeom prst="rect">
            <a:avLst/>
          </a:prstGeom>
          <a:noFill/>
          <a:ln/>
        </p:spPr>
        <p:txBody>
          <a:bodyPr wrap="square" lIns="0" tIns="0" rIns="0" bIns="0" rtlCol="0" anchor="t"/>
          <a:lstStyle/>
          <a:p>
            <a:pPr algn="ctr" indent="0" marL="0">
              <a:buNone/>
            </a:pPr>
            <a:r>
              <a:rPr lang="en-US" sz="1500" b="1" dirty="0">
                <a:solidFill>
                  <a:srgbClr val="F3F5F2"/>
                </a:solidFill>
                <a:latin typeface="Segoe UI" pitchFamily="34" charset="0"/>
                <a:ea typeface="Segoe UI" pitchFamily="34" charset="-122"/>
                <a:cs typeface="Segoe UI" pitchFamily="34" charset="-120"/>
              </a:rPr>
              <a:t>Facebook</a:t>
            </a:r>
            <a:endParaRPr lang="en-US" sz="1500" dirty="0"/>
          </a:p>
        </p:txBody>
      </p:sp>
      <p:sp>
        <p:nvSpPr>
          <p:cNvPr id="20" name="tm2"/>
          <p:cNvSpPr txBox="1"/>
          <p:nvPr/>
        </p:nvSpPr>
        <p:spPr>
          <a:xfrm>
            <a:off x="5143500" y="3784600"/>
            <a:ext cx="1905000" cy="203200"/>
          </a:xfrm>
          <a:prstGeom prst="rect">
            <a:avLst/>
          </a:prstGeom>
          <a:noFill/>
          <a:ln/>
        </p:spPr>
        <p:txBody>
          <a:bodyPr wrap="square" lIns="0" tIns="0" rIns="0" bIns="0" rtlCol="0" anchor="t"/>
          <a:lstStyle/>
          <a:p>
            <a:pPr algn="ctr" indent="0" marL="0">
              <a:buNone/>
            </a:pPr>
            <a:r>
              <a:rPr lang="en-US" sz="1200" dirty="0">
                <a:solidFill>
                  <a:srgbClr val="BFD0DF"/>
                </a:solidFill>
                <a:latin typeface="Segoe UI" pitchFamily="34" charset="0"/>
                <a:ea typeface="Segoe UI" pitchFamily="34" charset="-122"/>
                <a:cs typeface="Segoe UI" pitchFamily="34" charset="-120"/>
              </a:rPr>
              <a:t>12:35 AM</a:t>
            </a:r>
            <a:endParaRPr lang="en-US" sz="1200" dirty="0"/>
          </a:p>
        </p:txBody>
      </p:sp>
      <p:sp>
        <p:nvSpPr>
          <p:cNvPr id="21" name="stamp2"/>
          <p:cNvSpPr/>
          <p:nvPr/>
        </p:nvSpPr>
        <p:spPr>
          <a:xfrm rot="-600000">
            <a:off x="5397500" y="2438400"/>
            <a:ext cx="1397000" cy="317500"/>
          </a:xfrm>
          <a:prstGeom prst="roundRect">
            <a:avLst>
              <a:gd name="adj" fmla="val 43200"/>
            </a:avLst>
          </a:prstGeom>
          <a:solidFill>
            <a:srgbClr val="0E1726"/>
          </a:solidFill>
          <a:ln w="31750">
            <a:solidFill>
              <a:srgbClr val="FF6B5E"/>
            </a:solidFill>
          </a:ln>
        </p:spPr>
        <p:txBody>
          <a:bodyPr wrap="square" lIns="0" tIns="0" rIns="0" bIns="0" rtlCol="0" anchor="ctr"/>
          <a:lstStyle/>
          <a:p>
            <a:pPr algn="ctr" indent="0" marL="0">
              <a:buNone/>
            </a:pPr>
            <a:r>
              <a:rPr lang="en-US" sz="1300" b="1" spc="200" kern="0" dirty="0">
                <a:solidFill>
                  <a:srgbClr val="FF6B5E"/>
                </a:solidFill>
                <a:latin typeface="Segoe UI" pitchFamily="34" charset="0"/>
                <a:ea typeface="Segoe UI" pitchFamily="34" charset="-122"/>
                <a:cs typeface="Segoe UI" pitchFamily="34" charset="-120"/>
              </a:rPr>
              <a:t>BREACHED</a:t>
            </a:r>
            <a:endParaRPr lang="en-US" sz="1300" dirty="0"/>
          </a:p>
        </p:txBody>
      </p:sp>
      <p:sp>
        <p:nvSpPr>
          <p:cNvPr id="22" name="frame3"/>
          <p:cNvSpPr/>
          <p:nvPr/>
        </p:nvSpPr>
        <p:spPr>
          <a:xfrm>
            <a:off x="7670800" y="1905000"/>
            <a:ext cx="1079500" cy="1524000"/>
          </a:xfrm>
          <a:prstGeom prst="rect">
            <a:avLst/>
          </a:prstGeom>
          <a:solidFill>
            <a:srgbClr val="F2A541"/>
          </a:solidFill>
          <a:ln w="38100">
            <a:solidFill>
              <a:srgbClr val="3A5A80"/>
            </a:solidFill>
            <a:prstDash val="solid"/>
          </a:ln>
        </p:spPr>
      </p:sp>
      <p:sp>
        <p:nvSpPr>
          <p:cNvPr id="23" name="panel3"/>
          <p:cNvSpPr/>
          <p:nvPr/>
        </p:nvSpPr>
        <p:spPr>
          <a:xfrm>
            <a:off x="7708900" y="1943100"/>
            <a:ext cx="1003300" cy="1485900"/>
          </a:xfrm>
          <a:prstGeom prst="rect">
            <a:avLst/>
          </a:prstGeom>
          <a:solidFill>
            <a:srgbClr val="24385A"/>
          </a:solidFill>
          <a:ln/>
        </p:spPr>
      </p:sp>
      <p:sp>
        <p:nvSpPr>
          <p:cNvPr id="24" name="knob3"/>
          <p:cNvSpPr/>
          <p:nvPr/>
        </p:nvSpPr>
        <p:spPr>
          <a:xfrm>
            <a:off x="8483600" y="2616200"/>
            <a:ext cx="101600" cy="101600"/>
          </a:xfrm>
          <a:prstGeom prst="ellipse">
            <a:avLst/>
          </a:prstGeom>
          <a:solidFill>
            <a:srgbClr val="3FD0C9"/>
          </a:solidFill>
          <a:ln/>
        </p:spPr>
      </p:sp>
      <p:sp>
        <p:nvSpPr>
          <p:cNvPr id="25" name="n3"/>
          <p:cNvSpPr txBox="1"/>
          <p:nvPr/>
        </p:nvSpPr>
        <p:spPr>
          <a:xfrm>
            <a:off x="7258050" y="3530600"/>
            <a:ext cx="1905000" cy="254000"/>
          </a:xfrm>
          <a:prstGeom prst="rect">
            <a:avLst/>
          </a:prstGeom>
          <a:noFill/>
          <a:ln/>
        </p:spPr>
        <p:txBody>
          <a:bodyPr wrap="square" lIns="0" tIns="0" rIns="0" bIns="0" rtlCol="0" anchor="t"/>
          <a:lstStyle/>
          <a:p>
            <a:pPr algn="ctr" indent="0" marL="0">
              <a:buNone/>
            </a:pPr>
            <a:r>
              <a:rPr lang="en-US" sz="1500" b="1" dirty="0">
                <a:solidFill>
                  <a:srgbClr val="F3F5F2"/>
                </a:solidFill>
                <a:latin typeface="Segoe UI" pitchFamily="34" charset="0"/>
                <a:ea typeface="Segoe UI" pitchFamily="34" charset="-122"/>
                <a:cs typeface="Segoe UI" pitchFamily="34" charset="-120"/>
              </a:rPr>
              <a:t>Instagram</a:t>
            </a:r>
            <a:endParaRPr lang="en-US" sz="1500" dirty="0"/>
          </a:p>
        </p:txBody>
      </p:sp>
      <p:sp>
        <p:nvSpPr>
          <p:cNvPr id="26" name="tm3"/>
          <p:cNvSpPr txBox="1"/>
          <p:nvPr/>
        </p:nvSpPr>
        <p:spPr>
          <a:xfrm>
            <a:off x="7258050" y="3784600"/>
            <a:ext cx="1905000" cy="203200"/>
          </a:xfrm>
          <a:prstGeom prst="rect">
            <a:avLst/>
          </a:prstGeom>
          <a:noFill/>
          <a:ln/>
        </p:spPr>
        <p:txBody>
          <a:bodyPr wrap="square" lIns="0" tIns="0" rIns="0" bIns="0" rtlCol="0" anchor="t"/>
          <a:lstStyle/>
          <a:p>
            <a:pPr algn="ctr" indent="0" marL="0">
              <a:buNone/>
            </a:pPr>
            <a:r>
              <a:rPr lang="en-US" sz="1200" dirty="0">
                <a:solidFill>
                  <a:srgbClr val="BFD0DF"/>
                </a:solidFill>
                <a:latin typeface="Segoe UI" pitchFamily="34" charset="0"/>
                <a:ea typeface="Segoe UI" pitchFamily="34" charset="-122"/>
                <a:cs typeface="Segoe UI" pitchFamily="34" charset="-120"/>
              </a:rPr>
              <a:t>1:10 AM</a:t>
            </a:r>
            <a:endParaRPr lang="en-US" sz="1200" dirty="0"/>
          </a:p>
        </p:txBody>
      </p:sp>
      <p:sp>
        <p:nvSpPr>
          <p:cNvPr id="27" name="stamp3"/>
          <p:cNvSpPr/>
          <p:nvPr/>
        </p:nvSpPr>
        <p:spPr>
          <a:xfrm rot="-600000">
            <a:off x="7512050" y="2438400"/>
            <a:ext cx="1397000" cy="317500"/>
          </a:xfrm>
          <a:prstGeom prst="roundRect">
            <a:avLst>
              <a:gd name="adj" fmla="val 43200"/>
            </a:avLst>
          </a:prstGeom>
          <a:solidFill>
            <a:srgbClr val="0E1726"/>
          </a:solidFill>
          <a:ln w="31750">
            <a:solidFill>
              <a:srgbClr val="FF6B5E"/>
            </a:solidFill>
          </a:ln>
        </p:spPr>
        <p:txBody>
          <a:bodyPr wrap="square" lIns="0" tIns="0" rIns="0" bIns="0" rtlCol="0" anchor="ctr"/>
          <a:lstStyle/>
          <a:p>
            <a:pPr algn="ctr" indent="0" marL="0">
              <a:buNone/>
            </a:pPr>
            <a:r>
              <a:rPr lang="en-US" sz="1300" b="1" spc="200" kern="0" dirty="0">
                <a:solidFill>
                  <a:srgbClr val="FF6B5E"/>
                </a:solidFill>
                <a:latin typeface="Segoe UI" pitchFamily="34" charset="0"/>
                <a:ea typeface="Segoe UI" pitchFamily="34" charset="-122"/>
                <a:cs typeface="Segoe UI" pitchFamily="34" charset="-120"/>
              </a:rPr>
              <a:t>BREACHED</a:t>
            </a:r>
            <a:endParaRPr lang="en-US" sz="1300" dirty="0"/>
          </a:p>
        </p:txBody>
      </p:sp>
      <p:sp>
        <p:nvSpPr>
          <p:cNvPr id="28" name="frame4"/>
          <p:cNvSpPr/>
          <p:nvPr/>
        </p:nvSpPr>
        <p:spPr>
          <a:xfrm>
            <a:off x="9785350" y="1905000"/>
            <a:ext cx="1079500" cy="1524000"/>
          </a:xfrm>
          <a:prstGeom prst="rect">
            <a:avLst/>
          </a:prstGeom>
          <a:solidFill>
            <a:srgbClr val="F2A541"/>
          </a:solidFill>
          <a:ln w="38100">
            <a:solidFill>
              <a:srgbClr val="3A5A80"/>
            </a:solidFill>
            <a:prstDash val="solid"/>
          </a:ln>
        </p:spPr>
      </p:sp>
      <p:sp>
        <p:nvSpPr>
          <p:cNvPr id="29" name="panel4"/>
          <p:cNvSpPr/>
          <p:nvPr/>
        </p:nvSpPr>
        <p:spPr>
          <a:xfrm>
            <a:off x="9823450" y="1943100"/>
            <a:ext cx="1003300" cy="1485900"/>
          </a:xfrm>
          <a:prstGeom prst="rect">
            <a:avLst/>
          </a:prstGeom>
          <a:solidFill>
            <a:srgbClr val="24385A"/>
          </a:solidFill>
          <a:ln/>
        </p:spPr>
      </p:sp>
      <p:sp>
        <p:nvSpPr>
          <p:cNvPr id="30" name="knob4"/>
          <p:cNvSpPr/>
          <p:nvPr/>
        </p:nvSpPr>
        <p:spPr>
          <a:xfrm>
            <a:off x="10598150" y="2616200"/>
            <a:ext cx="101600" cy="101600"/>
          </a:xfrm>
          <a:prstGeom prst="ellipse">
            <a:avLst/>
          </a:prstGeom>
          <a:solidFill>
            <a:srgbClr val="3FD0C9"/>
          </a:solidFill>
          <a:ln/>
        </p:spPr>
      </p:sp>
      <p:sp>
        <p:nvSpPr>
          <p:cNvPr id="31" name="n4"/>
          <p:cNvSpPr txBox="1"/>
          <p:nvPr/>
        </p:nvSpPr>
        <p:spPr>
          <a:xfrm>
            <a:off x="9372600" y="3530600"/>
            <a:ext cx="1905000" cy="254000"/>
          </a:xfrm>
          <a:prstGeom prst="rect">
            <a:avLst/>
          </a:prstGeom>
          <a:noFill/>
          <a:ln/>
        </p:spPr>
        <p:txBody>
          <a:bodyPr wrap="square" lIns="0" tIns="0" rIns="0" bIns="0" rtlCol="0" anchor="t"/>
          <a:lstStyle/>
          <a:p>
            <a:pPr algn="ctr" indent="0" marL="0">
              <a:buNone/>
            </a:pPr>
            <a:r>
              <a:rPr lang="en-US" sz="1500" b="1" dirty="0">
                <a:solidFill>
                  <a:srgbClr val="F3F5F2"/>
                </a:solidFill>
                <a:latin typeface="Segoe UI" pitchFamily="34" charset="0"/>
                <a:ea typeface="Segoe UI" pitchFamily="34" charset="-122"/>
                <a:cs typeface="Segoe UI" pitchFamily="34" charset="-120"/>
              </a:rPr>
              <a:t>bKash</a:t>
            </a:r>
            <a:endParaRPr lang="en-US" sz="1500" dirty="0"/>
          </a:p>
        </p:txBody>
      </p:sp>
      <p:sp>
        <p:nvSpPr>
          <p:cNvPr id="32" name="tm4"/>
          <p:cNvSpPr txBox="1"/>
          <p:nvPr/>
        </p:nvSpPr>
        <p:spPr>
          <a:xfrm>
            <a:off x="9372600" y="3784600"/>
            <a:ext cx="1905000" cy="203200"/>
          </a:xfrm>
          <a:prstGeom prst="rect">
            <a:avLst/>
          </a:prstGeom>
          <a:noFill/>
          <a:ln/>
        </p:spPr>
        <p:txBody>
          <a:bodyPr wrap="square" lIns="0" tIns="0" rIns="0" bIns="0" rtlCol="0" anchor="t"/>
          <a:lstStyle/>
          <a:p>
            <a:pPr algn="ctr" indent="0" marL="0">
              <a:buNone/>
            </a:pPr>
            <a:r>
              <a:rPr lang="en-US" sz="1200" dirty="0">
                <a:solidFill>
                  <a:srgbClr val="BFD0DF"/>
                </a:solidFill>
                <a:latin typeface="Segoe UI" pitchFamily="34" charset="0"/>
                <a:ea typeface="Segoe UI" pitchFamily="34" charset="-122"/>
                <a:cs typeface="Segoe UI" pitchFamily="34" charset="-120"/>
              </a:rPr>
              <a:t>11:58 PM</a:t>
            </a:r>
            <a:endParaRPr lang="en-US" sz="1200" dirty="0"/>
          </a:p>
        </p:txBody>
      </p:sp>
      <p:sp>
        <p:nvSpPr>
          <p:cNvPr id="33" name="stamp4"/>
          <p:cNvSpPr/>
          <p:nvPr/>
        </p:nvSpPr>
        <p:spPr>
          <a:xfrm rot="-600000">
            <a:off x="9626600" y="2438400"/>
            <a:ext cx="1397000" cy="317500"/>
          </a:xfrm>
          <a:prstGeom prst="roundRect">
            <a:avLst>
              <a:gd name="adj" fmla="val 43200"/>
            </a:avLst>
          </a:prstGeom>
          <a:solidFill>
            <a:srgbClr val="0E1726"/>
          </a:solidFill>
          <a:ln w="31750">
            <a:solidFill>
              <a:srgbClr val="F2A541"/>
            </a:solidFill>
          </a:ln>
        </p:spPr>
        <p:txBody>
          <a:bodyPr wrap="square" lIns="0" tIns="0" rIns="0" bIns="0" rtlCol="0" anchor="ctr"/>
          <a:lstStyle/>
          <a:p>
            <a:pPr algn="ctr" indent="0" marL="0">
              <a:buNone/>
            </a:pPr>
            <a:r>
              <a:rPr lang="en-US" sz="1300" b="1" spc="200" kern="0" dirty="0">
                <a:solidFill>
                  <a:srgbClr val="F2A541"/>
                </a:solidFill>
                <a:latin typeface="Segoe UI" pitchFamily="34" charset="0"/>
                <a:ea typeface="Segoe UI" pitchFamily="34" charset="-122"/>
                <a:cs typeface="Segoe UI" pitchFamily="34" charset="-120"/>
              </a:rPr>
              <a:t>AT RISK</a:t>
            </a:r>
            <a:endParaRPr lang="en-US" sz="1300" dirty="0"/>
          </a:p>
        </p:txBody>
      </p:sp>
      <p:sp>
        <p:nvSpPr>
          <p:cNvPr id="34" name="cap"/>
          <p:cNvSpPr txBox="1"/>
          <p:nvPr/>
        </p:nvSpPr>
        <p:spPr>
          <a:xfrm>
            <a:off x="812800" y="4292600"/>
            <a:ext cx="10566400" cy="215900"/>
          </a:xfrm>
          <a:prstGeom prst="rect">
            <a:avLst/>
          </a:prstGeom>
          <a:noFill/>
          <a:ln/>
        </p:spPr>
        <p:txBody>
          <a:bodyPr wrap="square" lIns="0" tIns="0" rIns="0" bIns="0" rtlCol="0" anchor="t"/>
          <a:lstStyle/>
          <a:p>
            <a:pPr indent="0" marL="0">
              <a:buNone/>
            </a:pPr>
            <a:r>
              <a:rPr lang="en-US" sz="1200" b="1" spc="300" kern="0" dirty="0">
                <a:solidFill>
                  <a:srgbClr val="3FD0C9"/>
                </a:solidFill>
                <a:latin typeface="Segoe UI" pitchFamily="34" charset="0"/>
                <a:ea typeface="Segoe UI" pitchFamily="34" charset="-122"/>
                <a:cs typeface="Segoe UI" pitchFamily="34" charset="-120"/>
              </a:rPr>
              <a:t>FIVE LOCK TESTS · EACH SCORED 1 TO 5 · A PERFECT DOOR SCORES 25</a:t>
            </a:r>
            <a:endParaRPr lang="en-US" sz="1200" dirty="0"/>
          </a:p>
        </p:txBody>
      </p:sp>
      <p:sp>
        <p:nvSpPr>
          <p:cNvPr id="35" name="test0"/>
          <p:cNvSpPr/>
          <p:nvPr/>
        </p:nvSpPr>
        <p:spPr>
          <a:xfrm>
            <a:off x="812800" y="4584700"/>
            <a:ext cx="2000250" cy="1270000"/>
          </a:xfrm>
          <a:prstGeom prst="roundRect">
            <a:avLst>
              <a:gd name="adj" fmla="val 7200"/>
            </a:avLst>
          </a:prstGeom>
          <a:solidFill>
            <a:srgbClr val="16233A"/>
          </a:solidFill>
          <a:ln w="12700">
            <a:solidFill>
              <a:srgbClr val="24385A"/>
            </a:solidFill>
            <a:prstDash val="solid"/>
          </a:ln>
        </p:spPr>
      </p:sp>
      <p:sp>
        <p:nvSpPr>
          <p:cNvPr id="36" name="tt0"/>
          <p:cNvSpPr txBox="1"/>
          <p:nvPr/>
        </p:nvSpPr>
        <p:spPr>
          <a:xfrm>
            <a:off x="927100" y="5016500"/>
            <a:ext cx="1809750" cy="800100"/>
          </a:xfrm>
          <a:prstGeom prst="rect">
            <a:avLst/>
          </a:prstGeom>
          <a:noFill/>
          <a:ln/>
        </p:spPr>
        <p:txBody>
          <a:bodyPr wrap="square" lIns="0" tIns="0" rIns="0" bIns="0" rtlCol="0" anchor="t"/>
          <a:lstStyle/>
          <a:p>
            <a:pPr indent="0" marL="0">
              <a:buNone/>
            </a:pPr>
            <a:r>
              <a:rPr lang="en-US" sz="1300" b="1" dirty="0">
                <a:solidFill>
                  <a:srgbClr val="F3F5F2"/>
                </a:solidFill>
                <a:latin typeface="Segoe UI" pitchFamily="34" charset="0"/>
                <a:ea typeface="Segoe UI" pitchFamily="34" charset="-122"/>
                <a:cs typeface="Segoe UI" pitchFamily="34" charset="-120"/>
              </a:rPr>
              <a:t>Login protection</a:t>
            </a:r>
            <a:endParaRPr lang="en-US" sz="1600" dirty="0"/>
          </a:p>
          <a:p>
            <a:pPr indent="0" marL="0">
              <a:buNone/>
            </a:pPr>
            <a:r>
              <a:rPr lang="en-US" sz="1200" dirty="0">
                <a:solidFill>
                  <a:srgbClr val="BFD0DF"/>
                </a:solidFill>
                <a:latin typeface="Segoe UI" pitchFamily="34" charset="0"/>
                <a:ea typeface="Segoe UI" pitchFamily="34" charset="-122"/>
                <a:cs typeface="Segoe UI" pitchFamily="34" charset="-120"/>
              </a:rPr>
              <a:t>Is a stolen password enough?</a:t>
            </a:r>
            <a:endParaRPr lang="en-US" sz="1600" dirty="0"/>
          </a:p>
        </p:txBody>
      </p:sp>
      <p:sp>
        <p:nvSpPr>
          <p:cNvPr id="37" name="num0"/>
          <p:cNvSpPr/>
          <p:nvPr/>
        </p:nvSpPr>
        <p:spPr>
          <a:xfrm>
            <a:off x="927100" y="4686300"/>
            <a:ext cx="266700" cy="266700"/>
          </a:xfrm>
          <a:prstGeom prst="roundRect">
            <a:avLst>
              <a:gd name="adj" fmla="val 171429"/>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1</a:t>
            </a:r>
            <a:endParaRPr lang="en-US" sz="1200" dirty="0"/>
          </a:p>
        </p:txBody>
      </p:sp>
      <p:sp>
        <p:nvSpPr>
          <p:cNvPr id="38" name="test1"/>
          <p:cNvSpPr/>
          <p:nvPr/>
        </p:nvSpPr>
        <p:spPr>
          <a:xfrm>
            <a:off x="2952750" y="4584700"/>
            <a:ext cx="2000250" cy="1270000"/>
          </a:xfrm>
          <a:prstGeom prst="roundRect">
            <a:avLst>
              <a:gd name="adj" fmla="val 7200"/>
            </a:avLst>
          </a:prstGeom>
          <a:solidFill>
            <a:srgbClr val="16233A"/>
          </a:solidFill>
          <a:ln w="12700">
            <a:solidFill>
              <a:srgbClr val="24385A"/>
            </a:solidFill>
            <a:prstDash val="solid"/>
          </a:ln>
        </p:spPr>
      </p:sp>
      <p:sp>
        <p:nvSpPr>
          <p:cNvPr id="39" name="tt1"/>
          <p:cNvSpPr txBox="1"/>
          <p:nvPr/>
        </p:nvSpPr>
        <p:spPr>
          <a:xfrm>
            <a:off x="3067050" y="5016500"/>
            <a:ext cx="1809750" cy="800100"/>
          </a:xfrm>
          <a:prstGeom prst="rect">
            <a:avLst/>
          </a:prstGeom>
          <a:noFill/>
          <a:ln/>
        </p:spPr>
        <p:txBody>
          <a:bodyPr wrap="square" lIns="0" tIns="0" rIns="0" bIns="0" rtlCol="0" anchor="t"/>
          <a:lstStyle/>
          <a:p>
            <a:pPr indent="0" marL="0">
              <a:buNone/>
            </a:pPr>
            <a:r>
              <a:rPr lang="en-US" sz="1300" b="1" dirty="0">
                <a:solidFill>
                  <a:srgbClr val="F3F5F2"/>
                </a:solidFill>
                <a:latin typeface="Segoe UI" pitchFamily="34" charset="0"/>
                <a:ea typeface="Segoe UI" pitchFamily="34" charset="-122"/>
                <a:cs typeface="Segoe UI" pitchFamily="34" charset="-120"/>
              </a:rPr>
              <a:t>Encryption by default</a:t>
            </a:r>
            <a:endParaRPr lang="en-US" sz="1600" dirty="0"/>
          </a:p>
          <a:p>
            <a:pPr indent="0" marL="0">
              <a:buNone/>
            </a:pPr>
            <a:r>
              <a:rPr lang="en-US" sz="1200" dirty="0">
                <a:solidFill>
                  <a:srgbClr val="BFD0DF"/>
                </a:solidFill>
                <a:latin typeface="Segoe UI" pitchFamily="34" charset="0"/>
                <a:ea typeface="Segoe UI" pitchFamily="34" charset="-122"/>
                <a:cs typeface="Segoe UI" pitchFamily="34" charset="-120"/>
              </a:rPr>
              <a:t>Can the company read it?</a:t>
            </a:r>
            <a:endParaRPr lang="en-US" sz="1600" dirty="0"/>
          </a:p>
        </p:txBody>
      </p:sp>
      <p:sp>
        <p:nvSpPr>
          <p:cNvPr id="40" name="num1"/>
          <p:cNvSpPr/>
          <p:nvPr/>
        </p:nvSpPr>
        <p:spPr>
          <a:xfrm>
            <a:off x="3067050" y="4686300"/>
            <a:ext cx="266700" cy="266700"/>
          </a:xfrm>
          <a:prstGeom prst="roundRect">
            <a:avLst>
              <a:gd name="adj" fmla="val 171429"/>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2</a:t>
            </a:r>
            <a:endParaRPr lang="en-US" sz="1200" dirty="0"/>
          </a:p>
        </p:txBody>
      </p:sp>
      <p:sp>
        <p:nvSpPr>
          <p:cNvPr id="41" name="test2"/>
          <p:cNvSpPr/>
          <p:nvPr/>
        </p:nvSpPr>
        <p:spPr>
          <a:xfrm>
            <a:off x="5092700" y="4584700"/>
            <a:ext cx="2000250" cy="1270000"/>
          </a:xfrm>
          <a:prstGeom prst="roundRect">
            <a:avLst>
              <a:gd name="adj" fmla="val 7200"/>
            </a:avLst>
          </a:prstGeom>
          <a:solidFill>
            <a:srgbClr val="16233A"/>
          </a:solidFill>
          <a:ln w="12700">
            <a:solidFill>
              <a:srgbClr val="24385A"/>
            </a:solidFill>
            <a:prstDash val="solid"/>
          </a:ln>
        </p:spPr>
      </p:sp>
      <p:sp>
        <p:nvSpPr>
          <p:cNvPr id="42" name="tt2"/>
          <p:cNvSpPr txBox="1"/>
          <p:nvPr/>
        </p:nvSpPr>
        <p:spPr>
          <a:xfrm>
            <a:off x="5207000" y="5016500"/>
            <a:ext cx="1809750" cy="800100"/>
          </a:xfrm>
          <a:prstGeom prst="rect">
            <a:avLst/>
          </a:prstGeom>
          <a:noFill/>
          <a:ln/>
        </p:spPr>
        <p:txBody>
          <a:bodyPr wrap="square" lIns="0" tIns="0" rIns="0" bIns="0" rtlCol="0" anchor="t"/>
          <a:lstStyle/>
          <a:p>
            <a:pPr indent="0" marL="0">
              <a:buNone/>
            </a:pPr>
            <a:r>
              <a:rPr lang="en-US" sz="1300" b="1" dirty="0">
                <a:solidFill>
                  <a:srgbClr val="F3F5F2"/>
                </a:solidFill>
                <a:latin typeface="Segoe UI" pitchFamily="34" charset="0"/>
                <a:ea typeface="Segoe UI" pitchFamily="34" charset="-122"/>
                <a:cs typeface="Segoe UI" pitchFamily="34" charset="-120"/>
              </a:rPr>
              <a:t>Threat alerts</a:t>
            </a:r>
            <a:endParaRPr lang="en-US" sz="1600" dirty="0"/>
          </a:p>
          <a:p>
            <a:pPr indent="0" marL="0">
              <a:buNone/>
            </a:pPr>
            <a:r>
              <a:rPr lang="en-US" sz="1200" dirty="0">
                <a:solidFill>
                  <a:srgbClr val="BFD0DF"/>
                </a:solidFill>
                <a:latin typeface="Segoe UI" pitchFamily="34" charset="0"/>
                <a:ea typeface="Segoe UI" pitchFamily="34" charset="-122"/>
                <a:cs typeface="Segoe UI" pitchFamily="34" charset="-120"/>
              </a:rPr>
              <a:t>Will it warn me?</a:t>
            </a:r>
            <a:endParaRPr lang="en-US" sz="1600" dirty="0"/>
          </a:p>
        </p:txBody>
      </p:sp>
      <p:sp>
        <p:nvSpPr>
          <p:cNvPr id="43" name="num2"/>
          <p:cNvSpPr/>
          <p:nvPr/>
        </p:nvSpPr>
        <p:spPr>
          <a:xfrm>
            <a:off x="5207000" y="4686300"/>
            <a:ext cx="266700" cy="266700"/>
          </a:xfrm>
          <a:prstGeom prst="roundRect">
            <a:avLst>
              <a:gd name="adj" fmla="val 171429"/>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3</a:t>
            </a:r>
            <a:endParaRPr lang="en-US" sz="1200" dirty="0"/>
          </a:p>
        </p:txBody>
      </p:sp>
      <p:sp>
        <p:nvSpPr>
          <p:cNvPr id="44" name="test3"/>
          <p:cNvSpPr/>
          <p:nvPr/>
        </p:nvSpPr>
        <p:spPr>
          <a:xfrm>
            <a:off x="7232650" y="4584700"/>
            <a:ext cx="2000250" cy="1270000"/>
          </a:xfrm>
          <a:prstGeom prst="roundRect">
            <a:avLst>
              <a:gd name="adj" fmla="val 7200"/>
            </a:avLst>
          </a:prstGeom>
          <a:solidFill>
            <a:srgbClr val="16233A"/>
          </a:solidFill>
          <a:ln w="12700">
            <a:solidFill>
              <a:srgbClr val="24385A"/>
            </a:solidFill>
            <a:prstDash val="solid"/>
          </a:ln>
        </p:spPr>
      </p:sp>
      <p:sp>
        <p:nvSpPr>
          <p:cNvPr id="45" name="tt3"/>
          <p:cNvSpPr txBox="1"/>
          <p:nvPr/>
        </p:nvSpPr>
        <p:spPr>
          <a:xfrm>
            <a:off x="7346950" y="5016500"/>
            <a:ext cx="1809750" cy="800100"/>
          </a:xfrm>
          <a:prstGeom prst="rect">
            <a:avLst/>
          </a:prstGeom>
          <a:noFill/>
          <a:ln/>
        </p:spPr>
        <p:txBody>
          <a:bodyPr wrap="square" lIns="0" tIns="0" rIns="0" bIns="0" rtlCol="0" anchor="t"/>
          <a:lstStyle/>
          <a:p>
            <a:pPr indent="0" marL="0">
              <a:buNone/>
            </a:pPr>
            <a:r>
              <a:rPr lang="en-US" sz="1300" b="1" dirty="0">
                <a:solidFill>
                  <a:srgbClr val="F3F5F2"/>
                </a:solidFill>
                <a:latin typeface="Segoe UI" pitchFamily="34" charset="0"/>
                <a:ea typeface="Segoe UI" pitchFamily="34" charset="-122"/>
                <a:cs typeface="Segoe UI" pitchFamily="34" charset="-120"/>
              </a:rPr>
              <a:t>Recovery safety</a:t>
            </a:r>
            <a:endParaRPr lang="en-US" sz="1600" dirty="0"/>
          </a:p>
          <a:p>
            <a:pPr indent="0" marL="0">
              <a:buNone/>
            </a:pPr>
            <a:r>
              <a:rPr lang="en-US" sz="1200" dirty="0">
                <a:solidFill>
                  <a:srgbClr val="BFD0DF"/>
                </a:solidFill>
                <a:latin typeface="Segoe UI" pitchFamily="34" charset="0"/>
                <a:ea typeface="Segoe UI" pitchFamily="34" charset="-122"/>
                <a:cs typeface="Segoe UI" pitchFamily="34" charset="-120"/>
              </a:rPr>
              <a:t>Can I be locked out for good?</a:t>
            </a:r>
            <a:endParaRPr lang="en-US" sz="1600" dirty="0"/>
          </a:p>
        </p:txBody>
      </p:sp>
      <p:sp>
        <p:nvSpPr>
          <p:cNvPr id="46" name="num3"/>
          <p:cNvSpPr/>
          <p:nvPr/>
        </p:nvSpPr>
        <p:spPr>
          <a:xfrm>
            <a:off x="7346950" y="4686300"/>
            <a:ext cx="266700" cy="266700"/>
          </a:xfrm>
          <a:prstGeom prst="roundRect">
            <a:avLst>
              <a:gd name="adj" fmla="val 171429"/>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4</a:t>
            </a:r>
            <a:endParaRPr lang="en-US" sz="1200" dirty="0"/>
          </a:p>
        </p:txBody>
      </p:sp>
      <p:sp>
        <p:nvSpPr>
          <p:cNvPr id="47" name="test4"/>
          <p:cNvSpPr/>
          <p:nvPr/>
        </p:nvSpPr>
        <p:spPr>
          <a:xfrm>
            <a:off x="9372600" y="4584700"/>
            <a:ext cx="2000250" cy="1270000"/>
          </a:xfrm>
          <a:prstGeom prst="roundRect">
            <a:avLst>
              <a:gd name="adj" fmla="val 7200"/>
            </a:avLst>
          </a:prstGeom>
          <a:solidFill>
            <a:srgbClr val="16233A"/>
          </a:solidFill>
          <a:ln w="12700">
            <a:solidFill>
              <a:srgbClr val="24385A"/>
            </a:solidFill>
            <a:prstDash val="solid"/>
          </a:ln>
        </p:spPr>
      </p:sp>
      <p:sp>
        <p:nvSpPr>
          <p:cNvPr id="48" name="tt4"/>
          <p:cNvSpPr txBox="1"/>
          <p:nvPr/>
        </p:nvSpPr>
        <p:spPr>
          <a:xfrm>
            <a:off x="9486900" y="5016500"/>
            <a:ext cx="1809750" cy="800100"/>
          </a:xfrm>
          <a:prstGeom prst="rect">
            <a:avLst/>
          </a:prstGeom>
          <a:noFill/>
          <a:ln/>
        </p:spPr>
        <p:txBody>
          <a:bodyPr wrap="square" lIns="0" tIns="0" rIns="0" bIns="0" rtlCol="0" anchor="t"/>
          <a:lstStyle/>
          <a:p>
            <a:pPr indent="0" marL="0">
              <a:buNone/>
            </a:pPr>
            <a:r>
              <a:rPr lang="en-US" sz="1300" b="1" dirty="0">
                <a:solidFill>
                  <a:srgbClr val="F3F5F2"/>
                </a:solidFill>
                <a:latin typeface="Segoe UI" pitchFamily="34" charset="0"/>
                <a:ea typeface="Segoe UI" pitchFamily="34" charset="-122"/>
                <a:cs typeface="Segoe UI" pitchFamily="34" charset="-120"/>
              </a:rPr>
              <a:t>Privacy controls</a:t>
            </a:r>
            <a:endParaRPr lang="en-US" sz="1600" dirty="0"/>
          </a:p>
          <a:p>
            <a:pPr indent="0" marL="0">
              <a:buNone/>
            </a:pPr>
            <a:r>
              <a:rPr lang="en-US" sz="1200" dirty="0">
                <a:solidFill>
                  <a:srgbClr val="BFD0DF"/>
                </a:solidFill>
                <a:latin typeface="Segoe UI" pitchFamily="34" charset="0"/>
                <a:ea typeface="Segoe UI" pitchFamily="34" charset="-122"/>
                <a:cs typeface="Segoe UI" pitchFamily="34" charset="-120"/>
              </a:rPr>
              <a:t>Can strangers reach me?</a:t>
            </a:r>
            <a:endParaRPr lang="en-US" sz="1600" dirty="0"/>
          </a:p>
        </p:txBody>
      </p:sp>
      <p:sp>
        <p:nvSpPr>
          <p:cNvPr id="49" name="num4"/>
          <p:cNvSpPr/>
          <p:nvPr/>
        </p:nvSpPr>
        <p:spPr>
          <a:xfrm>
            <a:off x="9486900" y="4686300"/>
            <a:ext cx="266700" cy="266700"/>
          </a:xfrm>
          <a:prstGeom prst="roundRect">
            <a:avLst>
              <a:gd name="adj" fmla="val 171429"/>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5</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62" fill="hold">
                      <p:stCondLst>
                        <p:cond delay="indefinite"/>
                        <p:cond evt="onBegin" delay="0">
                          <p:tn val="2"/>
                        </p:cond>
                      </p:stCondLst>
                      <p:childTnLst>
                        <p:par>
                          <p:cTn id="263"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childTnLst>
                                </p:cTn>
                              </p:par>
                              <p:par>
                                <p:cTn id="10" presetID="42"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anim calcmode="lin" valueType="num">
                                      <p:cBhvr additive="base">
                                        <p:cTn id="8" dur="700" fill="hold"/>
                                        <p:tgtEl>
                                          <p:spTgt spid="4"/>
                                        </p:tgtEl>
                                        <p:attrNameLst>
                                          <p:attrName>ppt_x</p:attrName>
                                        </p:attrNameLst>
                                      </p:cBhvr>
                                      <p:tavLst>
                                        <p:tav tm="0">
                                          <p:val>
                                            <p:strVal val="#ppt_x"/>
                                          </p:val>
                                        </p:tav>
                                        <p:tav tm="100000">
                                          <p:val>
                                            <p:strVal val="#ppt_x"/>
                                          </p:val>
                                        </p:tav>
                                      </p:tavLst>
                                    </p:anim>
                                    <p:anim calcmode="lin" valueType="num">
                                      <p:cBhvr additive="base">
                                        <p:cTn id="9" dur="700" fill="hold"/>
                                        <p:tgtEl>
                                          <p:spTgt spid="4"/>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2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700"/>
                                        <p:tgtEl>
                                          <p:spTgt spid="5"/>
                                        </p:tgtEl>
                                      </p:cBhvr>
                                    </p:animEffect>
                                    <p:anim calcmode="lin" valueType="num">
                                      <p:cBhvr additive="base">
                                        <p:cTn id="13" dur="700" fill="hold"/>
                                        <p:tgtEl>
                                          <p:spTgt spid="5"/>
                                        </p:tgtEl>
                                        <p:attrNameLst>
                                          <p:attrName>ppt_x</p:attrName>
                                        </p:attrNameLst>
                                      </p:cBhvr>
                                      <p:tavLst>
                                        <p:tav tm="0">
                                          <p:val>
                                            <p:strVal val="#ppt_x"/>
                                          </p:val>
                                        </p:tav>
                                        <p:tav tm="100000">
                                          <p:val>
                                            <p:strVal val="#ppt_x"/>
                                          </p:val>
                                        </p:tav>
                                      </p:tavLst>
                                    </p:anim>
                                    <p:anim calcmode="lin" valueType="num">
                                      <p:cBhvr additive="base">
                                        <p:cTn id="14" dur="700" fill="hold"/>
                                        <p:tgtEl>
                                          <p:spTgt spid="5"/>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2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700"/>
                                        <p:tgtEl>
                                          <p:spTgt spid="6"/>
                                        </p:tgtEl>
                                      </p:cBhvr>
                                    </p:animEffect>
                                    <p:anim calcmode="lin" valueType="num">
                                      <p:cBhvr additive="base">
                                        <p:cTn id="18" dur="700" fill="hold"/>
                                        <p:tgtEl>
                                          <p:spTgt spid="6"/>
                                        </p:tgtEl>
                                        <p:attrNameLst>
                                          <p:attrName>ppt_x</p:attrName>
                                        </p:attrNameLst>
                                      </p:cBhvr>
                                      <p:tavLst>
                                        <p:tav tm="0">
                                          <p:val>
                                            <p:strVal val="#ppt_x"/>
                                          </p:val>
                                        </p:tav>
                                        <p:tav tm="100000">
                                          <p:val>
                                            <p:strVal val="#ppt_x"/>
                                          </p:val>
                                        </p:tav>
                                      </p:tavLst>
                                    </p:anim>
                                    <p:anim calcmode="lin" valueType="num">
                                      <p:cBhvr additive="base">
                                        <p:cTn id="19" dur="700" fill="hold"/>
                                        <p:tgtEl>
                                          <p:spTgt spid="6"/>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700"/>
                                        <p:tgtEl>
                                          <p:spTgt spid="7"/>
                                        </p:tgtEl>
                                      </p:cBhvr>
                                    </p:animEffect>
                                    <p:anim calcmode="lin" valueType="num">
                                      <p:cBhvr additive="base">
                                        <p:cTn id="23" dur="700" fill="hold"/>
                                        <p:tgtEl>
                                          <p:spTgt spid="7"/>
                                        </p:tgtEl>
                                        <p:attrNameLst>
                                          <p:attrName>ppt_x</p:attrName>
                                        </p:attrNameLst>
                                      </p:cBhvr>
                                      <p:tavLst>
                                        <p:tav tm="0">
                                          <p:val>
                                            <p:strVal val="#ppt_x"/>
                                          </p:val>
                                        </p:tav>
                                        <p:tav tm="100000">
                                          <p:val>
                                            <p:strVal val="#ppt_x"/>
                                          </p:val>
                                        </p:tav>
                                      </p:tavLst>
                                    </p:anim>
                                    <p:anim calcmode="lin" valueType="num">
                                      <p:cBhvr additive="base">
                                        <p:cTn id="24" dur="700" fill="hold"/>
                                        <p:tgtEl>
                                          <p:spTgt spid="7"/>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2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700"/>
                                        <p:tgtEl>
                                          <p:spTgt spid="8"/>
                                        </p:tgtEl>
                                      </p:cBhvr>
                                    </p:animEffect>
                                    <p:anim calcmode="lin" valueType="num">
                                      <p:cBhvr additive="base">
                                        <p:cTn id="28" dur="700" fill="hold"/>
                                        <p:tgtEl>
                                          <p:spTgt spid="8"/>
                                        </p:tgtEl>
                                        <p:attrNameLst>
                                          <p:attrName>ppt_x</p:attrName>
                                        </p:attrNameLst>
                                      </p:cBhvr>
                                      <p:tavLst>
                                        <p:tav tm="0">
                                          <p:val>
                                            <p:strVal val="#ppt_x"/>
                                          </p:val>
                                        </p:tav>
                                        <p:tav tm="100000">
                                          <p:val>
                                            <p:strVal val="#ppt_x"/>
                                          </p:val>
                                        </p:tav>
                                      </p:tavLst>
                                    </p:anim>
                                    <p:anim calcmode="lin" valueType="num">
                                      <p:cBhvr additive="base">
                                        <p:cTn id="29" dur="700" fill="hold"/>
                                        <p:tgtEl>
                                          <p:spTgt spid="8"/>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35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700"/>
                                        <p:tgtEl>
                                          <p:spTgt spid="10"/>
                                        </p:tgtEl>
                                      </p:cBhvr>
                                    </p:animEffect>
                                    <p:anim calcmode="lin" valueType="num">
                                      <p:cBhvr additive="base">
                                        <p:cTn id="33" dur="700" fill="hold"/>
                                        <p:tgtEl>
                                          <p:spTgt spid="10"/>
                                        </p:tgtEl>
                                        <p:attrNameLst>
                                          <p:attrName>ppt_x</p:attrName>
                                        </p:attrNameLst>
                                      </p:cBhvr>
                                      <p:tavLst>
                                        <p:tav tm="0">
                                          <p:val>
                                            <p:strVal val="#ppt_x"/>
                                          </p:val>
                                        </p:tav>
                                        <p:tav tm="100000">
                                          <p:val>
                                            <p:strVal val="#ppt_x"/>
                                          </p:val>
                                        </p:tav>
                                      </p:tavLst>
                                    </p:anim>
                                    <p:anim calcmode="lin" valueType="num">
                                      <p:cBhvr additive="base">
                                        <p:cTn id="34" dur="700" fill="hold"/>
                                        <p:tgtEl>
                                          <p:spTgt spid="10"/>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35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700"/>
                                        <p:tgtEl>
                                          <p:spTgt spid="11"/>
                                        </p:tgtEl>
                                      </p:cBhvr>
                                    </p:animEffect>
                                    <p:anim calcmode="lin" valueType="num">
                                      <p:cBhvr additive="base">
                                        <p:cTn id="38" dur="700" fill="hold"/>
                                        <p:tgtEl>
                                          <p:spTgt spid="11"/>
                                        </p:tgtEl>
                                        <p:attrNameLst>
                                          <p:attrName>ppt_x</p:attrName>
                                        </p:attrNameLst>
                                      </p:cBhvr>
                                      <p:tavLst>
                                        <p:tav tm="0">
                                          <p:val>
                                            <p:strVal val="#ppt_x"/>
                                          </p:val>
                                        </p:tav>
                                        <p:tav tm="100000">
                                          <p:val>
                                            <p:strVal val="#ppt_x"/>
                                          </p:val>
                                        </p:tav>
                                      </p:tavLst>
                                    </p:anim>
                                    <p:anim calcmode="lin" valueType="num">
                                      <p:cBhvr additive="base">
                                        <p:cTn id="39" dur="700" fill="hold"/>
                                        <p:tgtEl>
                                          <p:spTgt spid="11"/>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3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700"/>
                                        <p:tgtEl>
                                          <p:spTgt spid="12"/>
                                        </p:tgtEl>
                                      </p:cBhvr>
                                    </p:animEffect>
                                    <p:anim calcmode="lin" valueType="num">
                                      <p:cBhvr additive="base">
                                        <p:cTn id="43" dur="700" fill="hold"/>
                                        <p:tgtEl>
                                          <p:spTgt spid="12"/>
                                        </p:tgtEl>
                                        <p:attrNameLst>
                                          <p:attrName>ppt_x</p:attrName>
                                        </p:attrNameLst>
                                      </p:cBhvr>
                                      <p:tavLst>
                                        <p:tav tm="0">
                                          <p:val>
                                            <p:strVal val="#ppt_x"/>
                                          </p:val>
                                        </p:tav>
                                        <p:tav tm="100000">
                                          <p:val>
                                            <p:strVal val="#ppt_x"/>
                                          </p:val>
                                        </p:tav>
                                      </p:tavLst>
                                    </p:anim>
                                    <p:anim calcmode="lin" valueType="num">
                                      <p:cBhvr additive="base">
                                        <p:cTn id="44" dur="700" fill="hold"/>
                                        <p:tgtEl>
                                          <p:spTgt spid="12"/>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35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700"/>
                                        <p:tgtEl>
                                          <p:spTgt spid="13"/>
                                        </p:tgtEl>
                                      </p:cBhvr>
                                    </p:animEffect>
                                    <p:anim calcmode="lin" valueType="num">
                                      <p:cBhvr additive="base">
                                        <p:cTn id="48" dur="700" fill="hold"/>
                                        <p:tgtEl>
                                          <p:spTgt spid="13"/>
                                        </p:tgtEl>
                                        <p:attrNameLst>
                                          <p:attrName>ppt_x</p:attrName>
                                        </p:attrNameLst>
                                      </p:cBhvr>
                                      <p:tavLst>
                                        <p:tav tm="0">
                                          <p:val>
                                            <p:strVal val="#ppt_x"/>
                                          </p:val>
                                        </p:tav>
                                        <p:tav tm="100000">
                                          <p:val>
                                            <p:strVal val="#ppt_x"/>
                                          </p:val>
                                        </p:tav>
                                      </p:tavLst>
                                    </p:anim>
                                    <p:anim calcmode="lin" valueType="num">
                                      <p:cBhvr additive="base">
                                        <p:cTn id="49" dur="700" fill="hold"/>
                                        <p:tgtEl>
                                          <p:spTgt spid="13"/>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35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700"/>
                                        <p:tgtEl>
                                          <p:spTgt spid="14"/>
                                        </p:tgtEl>
                                      </p:cBhvr>
                                    </p:animEffect>
                                    <p:anim calcmode="lin" valueType="num">
                                      <p:cBhvr additive="base">
                                        <p:cTn id="53" dur="700" fill="hold"/>
                                        <p:tgtEl>
                                          <p:spTgt spid="14"/>
                                        </p:tgtEl>
                                        <p:attrNameLst>
                                          <p:attrName>ppt_x</p:attrName>
                                        </p:attrNameLst>
                                      </p:cBhvr>
                                      <p:tavLst>
                                        <p:tav tm="0">
                                          <p:val>
                                            <p:strVal val="#ppt_x"/>
                                          </p:val>
                                        </p:tav>
                                        <p:tav tm="100000">
                                          <p:val>
                                            <p:strVal val="#ppt_x"/>
                                          </p:val>
                                        </p:tav>
                                      </p:tavLst>
                                    </p:anim>
                                    <p:anim calcmode="lin" valueType="num">
                                      <p:cBhvr additive="base">
                                        <p:cTn id="54" dur="700" fill="hold"/>
                                        <p:tgtEl>
                                          <p:spTgt spid="14"/>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50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700"/>
                                        <p:tgtEl>
                                          <p:spTgt spid="16"/>
                                        </p:tgtEl>
                                      </p:cBhvr>
                                    </p:animEffect>
                                    <p:anim calcmode="lin" valueType="num">
                                      <p:cBhvr additive="base">
                                        <p:cTn id="58" dur="700" fill="hold"/>
                                        <p:tgtEl>
                                          <p:spTgt spid="16"/>
                                        </p:tgtEl>
                                        <p:attrNameLst>
                                          <p:attrName>ppt_x</p:attrName>
                                        </p:attrNameLst>
                                      </p:cBhvr>
                                      <p:tavLst>
                                        <p:tav tm="0">
                                          <p:val>
                                            <p:strVal val="#ppt_x"/>
                                          </p:val>
                                        </p:tav>
                                        <p:tav tm="100000">
                                          <p:val>
                                            <p:strVal val="#ppt_x"/>
                                          </p:val>
                                        </p:tav>
                                      </p:tavLst>
                                    </p:anim>
                                    <p:anim calcmode="lin" valueType="num">
                                      <p:cBhvr additive="base">
                                        <p:cTn id="59" dur="700" fill="hold"/>
                                        <p:tgtEl>
                                          <p:spTgt spid="16"/>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50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700"/>
                                        <p:tgtEl>
                                          <p:spTgt spid="17"/>
                                        </p:tgtEl>
                                      </p:cBhvr>
                                    </p:animEffect>
                                    <p:anim calcmode="lin" valueType="num">
                                      <p:cBhvr additive="base">
                                        <p:cTn id="63" dur="700" fill="hold"/>
                                        <p:tgtEl>
                                          <p:spTgt spid="17"/>
                                        </p:tgtEl>
                                        <p:attrNameLst>
                                          <p:attrName>ppt_x</p:attrName>
                                        </p:attrNameLst>
                                      </p:cBhvr>
                                      <p:tavLst>
                                        <p:tav tm="0">
                                          <p:val>
                                            <p:strVal val="#ppt_x"/>
                                          </p:val>
                                        </p:tav>
                                        <p:tav tm="100000">
                                          <p:val>
                                            <p:strVal val="#ppt_x"/>
                                          </p:val>
                                        </p:tav>
                                      </p:tavLst>
                                    </p:anim>
                                    <p:anim calcmode="lin" valueType="num">
                                      <p:cBhvr additive="base">
                                        <p:cTn id="64" dur="700" fill="hold"/>
                                        <p:tgtEl>
                                          <p:spTgt spid="17"/>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50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700"/>
                                        <p:tgtEl>
                                          <p:spTgt spid="18"/>
                                        </p:tgtEl>
                                      </p:cBhvr>
                                    </p:animEffect>
                                    <p:anim calcmode="lin" valueType="num">
                                      <p:cBhvr additive="base">
                                        <p:cTn id="68" dur="700" fill="hold"/>
                                        <p:tgtEl>
                                          <p:spTgt spid="18"/>
                                        </p:tgtEl>
                                        <p:attrNameLst>
                                          <p:attrName>ppt_x</p:attrName>
                                        </p:attrNameLst>
                                      </p:cBhvr>
                                      <p:tavLst>
                                        <p:tav tm="0">
                                          <p:val>
                                            <p:strVal val="#ppt_x"/>
                                          </p:val>
                                        </p:tav>
                                        <p:tav tm="100000">
                                          <p:val>
                                            <p:strVal val="#ppt_x"/>
                                          </p:val>
                                        </p:tav>
                                      </p:tavLst>
                                    </p:anim>
                                    <p:anim calcmode="lin" valueType="num">
                                      <p:cBhvr additive="base">
                                        <p:cTn id="69" dur="700" fill="hold"/>
                                        <p:tgtEl>
                                          <p:spTgt spid="18"/>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50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700"/>
                                        <p:tgtEl>
                                          <p:spTgt spid="19"/>
                                        </p:tgtEl>
                                      </p:cBhvr>
                                    </p:animEffect>
                                    <p:anim calcmode="lin" valueType="num">
                                      <p:cBhvr additive="base">
                                        <p:cTn id="73" dur="700" fill="hold"/>
                                        <p:tgtEl>
                                          <p:spTgt spid="19"/>
                                        </p:tgtEl>
                                        <p:attrNameLst>
                                          <p:attrName>ppt_x</p:attrName>
                                        </p:attrNameLst>
                                      </p:cBhvr>
                                      <p:tavLst>
                                        <p:tav tm="0">
                                          <p:val>
                                            <p:strVal val="#ppt_x"/>
                                          </p:val>
                                        </p:tav>
                                        <p:tav tm="100000">
                                          <p:val>
                                            <p:strVal val="#ppt_x"/>
                                          </p:val>
                                        </p:tav>
                                      </p:tavLst>
                                    </p:anim>
                                    <p:anim calcmode="lin" valueType="num">
                                      <p:cBhvr additive="base">
                                        <p:cTn id="74" dur="700" fill="hold"/>
                                        <p:tgtEl>
                                          <p:spTgt spid="19"/>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50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700"/>
                                        <p:tgtEl>
                                          <p:spTgt spid="20"/>
                                        </p:tgtEl>
                                      </p:cBhvr>
                                    </p:animEffect>
                                    <p:anim calcmode="lin" valueType="num">
                                      <p:cBhvr additive="base">
                                        <p:cTn id="78" dur="700" fill="hold"/>
                                        <p:tgtEl>
                                          <p:spTgt spid="20"/>
                                        </p:tgtEl>
                                        <p:attrNameLst>
                                          <p:attrName>ppt_x</p:attrName>
                                        </p:attrNameLst>
                                      </p:cBhvr>
                                      <p:tavLst>
                                        <p:tav tm="0">
                                          <p:val>
                                            <p:strVal val="#ppt_x"/>
                                          </p:val>
                                        </p:tav>
                                        <p:tav tm="100000">
                                          <p:val>
                                            <p:strVal val="#ppt_x"/>
                                          </p:val>
                                        </p:tav>
                                      </p:tavLst>
                                    </p:anim>
                                    <p:anim calcmode="lin" valueType="num">
                                      <p:cBhvr additive="base">
                                        <p:cTn id="79" dur="700" fill="hold"/>
                                        <p:tgtEl>
                                          <p:spTgt spid="20"/>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65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700"/>
                                        <p:tgtEl>
                                          <p:spTgt spid="22"/>
                                        </p:tgtEl>
                                      </p:cBhvr>
                                    </p:animEffect>
                                    <p:anim calcmode="lin" valueType="num">
                                      <p:cBhvr additive="base">
                                        <p:cTn id="83" dur="700" fill="hold"/>
                                        <p:tgtEl>
                                          <p:spTgt spid="22"/>
                                        </p:tgtEl>
                                        <p:attrNameLst>
                                          <p:attrName>ppt_x</p:attrName>
                                        </p:attrNameLst>
                                      </p:cBhvr>
                                      <p:tavLst>
                                        <p:tav tm="0">
                                          <p:val>
                                            <p:strVal val="#ppt_x"/>
                                          </p:val>
                                        </p:tav>
                                        <p:tav tm="100000">
                                          <p:val>
                                            <p:strVal val="#ppt_x"/>
                                          </p:val>
                                        </p:tav>
                                      </p:tavLst>
                                    </p:anim>
                                    <p:anim calcmode="lin" valueType="num">
                                      <p:cBhvr additive="base">
                                        <p:cTn id="84" dur="700" fill="hold"/>
                                        <p:tgtEl>
                                          <p:spTgt spid="22"/>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650"/>
                                  </p:stCondLst>
                                  <p:childTnLst>
                                    <p:set>
                                      <p:cBhvr>
                                        <p:cTn id="86" dur="1" fill="hold">
                                          <p:stCondLst>
                                            <p:cond delay="0"/>
                                          </p:stCondLst>
                                        </p:cTn>
                                        <p:tgtEl>
                                          <p:spTgt spid="23"/>
                                        </p:tgtEl>
                                        <p:attrNameLst>
                                          <p:attrName>style.visibility</p:attrName>
                                        </p:attrNameLst>
                                      </p:cBhvr>
                                      <p:to>
                                        <p:strVal val="visible"/>
                                      </p:to>
                                    </p:set>
                                    <p:animEffect transition="in" filter="fade">
                                      <p:cBhvr>
                                        <p:cTn id="87" dur="700"/>
                                        <p:tgtEl>
                                          <p:spTgt spid="23"/>
                                        </p:tgtEl>
                                      </p:cBhvr>
                                    </p:animEffect>
                                    <p:anim calcmode="lin" valueType="num">
                                      <p:cBhvr additive="base">
                                        <p:cTn id="88" dur="700" fill="hold"/>
                                        <p:tgtEl>
                                          <p:spTgt spid="23"/>
                                        </p:tgtEl>
                                        <p:attrNameLst>
                                          <p:attrName>ppt_x</p:attrName>
                                        </p:attrNameLst>
                                      </p:cBhvr>
                                      <p:tavLst>
                                        <p:tav tm="0">
                                          <p:val>
                                            <p:strVal val="#ppt_x"/>
                                          </p:val>
                                        </p:tav>
                                        <p:tav tm="100000">
                                          <p:val>
                                            <p:strVal val="#ppt_x"/>
                                          </p:val>
                                        </p:tav>
                                      </p:tavLst>
                                    </p:anim>
                                    <p:anim calcmode="lin" valueType="num">
                                      <p:cBhvr additive="base">
                                        <p:cTn id="89" dur="700" fill="hold"/>
                                        <p:tgtEl>
                                          <p:spTgt spid="23"/>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65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700"/>
                                        <p:tgtEl>
                                          <p:spTgt spid="24"/>
                                        </p:tgtEl>
                                      </p:cBhvr>
                                    </p:animEffect>
                                    <p:anim calcmode="lin" valueType="num">
                                      <p:cBhvr additive="base">
                                        <p:cTn id="93" dur="700" fill="hold"/>
                                        <p:tgtEl>
                                          <p:spTgt spid="24"/>
                                        </p:tgtEl>
                                        <p:attrNameLst>
                                          <p:attrName>ppt_x</p:attrName>
                                        </p:attrNameLst>
                                      </p:cBhvr>
                                      <p:tavLst>
                                        <p:tav tm="0">
                                          <p:val>
                                            <p:strVal val="#ppt_x"/>
                                          </p:val>
                                        </p:tav>
                                        <p:tav tm="100000">
                                          <p:val>
                                            <p:strVal val="#ppt_x"/>
                                          </p:val>
                                        </p:tav>
                                      </p:tavLst>
                                    </p:anim>
                                    <p:anim calcmode="lin" valueType="num">
                                      <p:cBhvr additive="base">
                                        <p:cTn id="94" dur="700" fill="hold"/>
                                        <p:tgtEl>
                                          <p:spTgt spid="24"/>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65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700"/>
                                        <p:tgtEl>
                                          <p:spTgt spid="25"/>
                                        </p:tgtEl>
                                      </p:cBhvr>
                                    </p:animEffect>
                                    <p:anim calcmode="lin" valueType="num">
                                      <p:cBhvr additive="base">
                                        <p:cTn id="98" dur="700" fill="hold"/>
                                        <p:tgtEl>
                                          <p:spTgt spid="25"/>
                                        </p:tgtEl>
                                        <p:attrNameLst>
                                          <p:attrName>ppt_x</p:attrName>
                                        </p:attrNameLst>
                                      </p:cBhvr>
                                      <p:tavLst>
                                        <p:tav tm="0">
                                          <p:val>
                                            <p:strVal val="#ppt_x"/>
                                          </p:val>
                                        </p:tav>
                                        <p:tav tm="100000">
                                          <p:val>
                                            <p:strVal val="#ppt_x"/>
                                          </p:val>
                                        </p:tav>
                                      </p:tavLst>
                                    </p:anim>
                                    <p:anim calcmode="lin" valueType="num">
                                      <p:cBhvr additive="base">
                                        <p:cTn id="99" dur="700" fill="hold"/>
                                        <p:tgtEl>
                                          <p:spTgt spid="25"/>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65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700"/>
                                        <p:tgtEl>
                                          <p:spTgt spid="26"/>
                                        </p:tgtEl>
                                      </p:cBhvr>
                                    </p:animEffect>
                                    <p:anim calcmode="lin" valueType="num">
                                      <p:cBhvr additive="base">
                                        <p:cTn id="103" dur="700" fill="hold"/>
                                        <p:tgtEl>
                                          <p:spTgt spid="26"/>
                                        </p:tgtEl>
                                        <p:attrNameLst>
                                          <p:attrName>ppt_x</p:attrName>
                                        </p:attrNameLst>
                                      </p:cBhvr>
                                      <p:tavLst>
                                        <p:tav tm="0">
                                          <p:val>
                                            <p:strVal val="#ppt_x"/>
                                          </p:val>
                                        </p:tav>
                                        <p:tav tm="100000">
                                          <p:val>
                                            <p:strVal val="#ppt_x"/>
                                          </p:val>
                                        </p:tav>
                                      </p:tavLst>
                                    </p:anim>
                                    <p:anim calcmode="lin" valueType="num">
                                      <p:cBhvr additive="base">
                                        <p:cTn id="104" dur="700" fill="hold"/>
                                        <p:tgtEl>
                                          <p:spTgt spid="26"/>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80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700"/>
                                        <p:tgtEl>
                                          <p:spTgt spid="28"/>
                                        </p:tgtEl>
                                      </p:cBhvr>
                                    </p:animEffect>
                                    <p:anim calcmode="lin" valueType="num">
                                      <p:cBhvr additive="base">
                                        <p:cTn id="108" dur="700" fill="hold"/>
                                        <p:tgtEl>
                                          <p:spTgt spid="28"/>
                                        </p:tgtEl>
                                        <p:attrNameLst>
                                          <p:attrName>ppt_x</p:attrName>
                                        </p:attrNameLst>
                                      </p:cBhvr>
                                      <p:tavLst>
                                        <p:tav tm="0">
                                          <p:val>
                                            <p:strVal val="#ppt_x"/>
                                          </p:val>
                                        </p:tav>
                                        <p:tav tm="100000">
                                          <p:val>
                                            <p:strVal val="#ppt_x"/>
                                          </p:val>
                                        </p:tav>
                                      </p:tavLst>
                                    </p:anim>
                                    <p:anim calcmode="lin" valueType="num">
                                      <p:cBhvr additive="base">
                                        <p:cTn id="109" dur="700" fill="hold"/>
                                        <p:tgtEl>
                                          <p:spTgt spid="28"/>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80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700"/>
                                        <p:tgtEl>
                                          <p:spTgt spid="29"/>
                                        </p:tgtEl>
                                      </p:cBhvr>
                                    </p:animEffect>
                                    <p:anim calcmode="lin" valueType="num">
                                      <p:cBhvr additive="base">
                                        <p:cTn id="113" dur="700" fill="hold"/>
                                        <p:tgtEl>
                                          <p:spTgt spid="29"/>
                                        </p:tgtEl>
                                        <p:attrNameLst>
                                          <p:attrName>ppt_x</p:attrName>
                                        </p:attrNameLst>
                                      </p:cBhvr>
                                      <p:tavLst>
                                        <p:tav tm="0">
                                          <p:val>
                                            <p:strVal val="#ppt_x"/>
                                          </p:val>
                                        </p:tav>
                                        <p:tav tm="100000">
                                          <p:val>
                                            <p:strVal val="#ppt_x"/>
                                          </p:val>
                                        </p:tav>
                                      </p:tavLst>
                                    </p:anim>
                                    <p:anim calcmode="lin" valueType="num">
                                      <p:cBhvr additive="base">
                                        <p:cTn id="114" dur="700" fill="hold"/>
                                        <p:tgtEl>
                                          <p:spTgt spid="29"/>
                                        </p:tgtEl>
                                        <p:attrNameLst>
                                          <p:attrName>ppt_y</p:attrName>
                                        </p:attrNameLst>
                                      </p:cBhvr>
                                      <p:tavLst>
                                        <p:tav tm="0">
                                          <p:val>
                                            <p:strVal val="#ppt_y+.06"/>
                                          </p:val>
                                        </p:tav>
                                        <p:tav tm="100000">
                                          <p:val>
                                            <p:strVal val="#ppt_y"/>
                                          </p:val>
                                        </p:tav>
                                      </p:tavLst>
                                    </p:anim>
                                  </p:childTnLst>
                                </p:cTn>
                              </p:par>
                              <p:par>
                                <p:cTn id="120" presetID="42" presetClass="entr" presetSubtype="0" fill="hold" grpId="0" nodeType="withEffect">
                                  <p:stCondLst>
                                    <p:cond delay="80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700"/>
                                        <p:tgtEl>
                                          <p:spTgt spid="30"/>
                                        </p:tgtEl>
                                      </p:cBhvr>
                                    </p:animEffect>
                                    <p:anim calcmode="lin" valueType="num">
                                      <p:cBhvr additive="base">
                                        <p:cTn id="118" dur="700" fill="hold"/>
                                        <p:tgtEl>
                                          <p:spTgt spid="30"/>
                                        </p:tgtEl>
                                        <p:attrNameLst>
                                          <p:attrName>ppt_x</p:attrName>
                                        </p:attrNameLst>
                                      </p:cBhvr>
                                      <p:tavLst>
                                        <p:tav tm="0">
                                          <p:val>
                                            <p:strVal val="#ppt_x"/>
                                          </p:val>
                                        </p:tav>
                                        <p:tav tm="100000">
                                          <p:val>
                                            <p:strVal val="#ppt_x"/>
                                          </p:val>
                                        </p:tav>
                                      </p:tavLst>
                                    </p:anim>
                                    <p:anim calcmode="lin" valueType="num">
                                      <p:cBhvr additive="base">
                                        <p:cTn id="119" dur="700" fill="hold"/>
                                        <p:tgtEl>
                                          <p:spTgt spid="30"/>
                                        </p:tgtEl>
                                        <p:attrNameLst>
                                          <p:attrName>ppt_y</p:attrName>
                                        </p:attrNameLst>
                                      </p:cBhvr>
                                      <p:tavLst>
                                        <p:tav tm="0">
                                          <p:val>
                                            <p:strVal val="#ppt_y+.06"/>
                                          </p:val>
                                        </p:tav>
                                        <p:tav tm="100000">
                                          <p:val>
                                            <p:strVal val="#ppt_y"/>
                                          </p:val>
                                        </p:tav>
                                      </p:tavLst>
                                    </p:anim>
                                  </p:childTnLst>
                                </p:cTn>
                              </p:par>
                              <p:par>
                                <p:cTn id="125" presetID="42" presetClass="entr" presetSubtype="0" fill="hold" grpId="0" nodeType="withEffect">
                                  <p:stCondLst>
                                    <p:cond delay="80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700"/>
                                        <p:tgtEl>
                                          <p:spTgt spid="31"/>
                                        </p:tgtEl>
                                      </p:cBhvr>
                                    </p:animEffect>
                                    <p:anim calcmode="lin" valueType="num">
                                      <p:cBhvr additive="base">
                                        <p:cTn id="123" dur="700" fill="hold"/>
                                        <p:tgtEl>
                                          <p:spTgt spid="31"/>
                                        </p:tgtEl>
                                        <p:attrNameLst>
                                          <p:attrName>ppt_x</p:attrName>
                                        </p:attrNameLst>
                                      </p:cBhvr>
                                      <p:tavLst>
                                        <p:tav tm="0">
                                          <p:val>
                                            <p:strVal val="#ppt_x"/>
                                          </p:val>
                                        </p:tav>
                                        <p:tav tm="100000">
                                          <p:val>
                                            <p:strVal val="#ppt_x"/>
                                          </p:val>
                                        </p:tav>
                                      </p:tavLst>
                                    </p:anim>
                                    <p:anim calcmode="lin" valueType="num">
                                      <p:cBhvr additive="base">
                                        <p:cTn id="124" dur="700" fill="hold"/>
                                        <p:tgtEl>
                                          <p:spTgt spid="31"/>
                                        </p:tgtEl>
                                        <p:attrNameLst>
                                          <p:attrName>ppt_y</p:attrName>
                                        </p:attrNameLst>
                                      </p:cBhvr>
                                      <p:tavLst>
                                        <p:tav tm="0">
                                          <p:val>
                                            <p:strVal val="#ppt_y+.06"/>
                                          </p:val>
                                        </p:tav>
                                        <p:tav tm="100000">
                                          <p:val>
                                            <p:strVal val="#ppt_y"/>
                                          </p:val>
                                        </p:tav>
                                      </p:tavLst>
                                    </p:anim>
                                  </p:childTnLst>
                                </p:cTn>
                              </p:par>
                              <p:par>
                                <p:cTn id="130" presetID="42" presetClass="entr" presetSubtype="0" fill="hold" grpId="0" nodeType="withEffect">
                                  <p:stCondLst>
                                    <p:cond delay="80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700"/>
                                        <p:tgtEl>
                                          <p:spTgt spid="32"/>
                                        </p:tgtEl>
                                      </p:cBhvr>
                                    </p:animEffect>
                                    <p:anim calcmode="lin" valueType="num">
                                      <p:cBhvr additive="base">
                                        <p:cTn id="128" dur="700" fill="hold"/>
                                        <p:tgtEl>
                                          <p:spTgt spid="32"/>
                                        </p:tgtEl>
                                        <p:attrNameLst>
                                          <p:attrName>ppt_x</p:attrName>
                                        </p:attrNameLst>
                                      </p:cBhvr>
                                      <p:tavLst>
                                        <p:tav tm="0">
                                          <p:val>
                                            <p:strVal val="#ppt_x"/>
                                          </p:val>
                                        </p:tav>
                                        <p:tav tm="100000">
                                          <p:val>
                                            <p:strVal val="#ppt_x"/>
                                          </p:val>
                                        </p:tav>
                                      </p:tavLst>
                                    </p:anim>
                                    <p:anim calcmode="lin" valueType="num">
                                      <p:cBhvr additive="base">
                                        <p:cTn id="129" dur="700" fill="hold"/>
                                        <p:tgtEl>
                                          <p:spTgt spid="32"/>
                                        </p:tgtEl>
                                        <p:attrNameLst>
                                          <p:attrName>ppt_y</p:attrName>
                                        </p:attrNameLst>
                                      </p:cBhvr>
                                      <p:tavLst>
                                        <p:tav tm="0">
                                          <p:val>
                                            <p:strVal val="#ppt_y+.06"/>
                                          </p:val>
                                        </p:tav>
                                        <p:tav tm="100000">
                                          <p:val>
                                            <p:strVal val="#ppt_y"/>
                                          </p:val>
                                        </p:tav>
                                      </p:tavLst>
                                    </p:anim>
                                  </p:childTnLst>
                                </p:cTn>
                              </p:par>
                              <p:par>
                                <p:cTn id="133" presetID="22" presetClass="exit" presetSubtype="8" fill="hold" grpId="1" nodeType="withEffect">
                                  <p:stCondLst>
                                    <p:cond delay="1200"/>
                                  </p:stCondLst>
                                  <p:childTnLst>
                                    <p:animEffect transition="out" filter="wipe(left)">
                                      <p:cBhvr>
                                        <p:cTn id="131" dur="900"/>
                                        <p:tgtEl>
                                          <p:spTgt spid="5"/>
                                        </p:tgtEl>
                                      </p:cBhvr>
                                    </p:animEffect>
                                    <p:set>
                                      <p:cBhvr>
                                        <p:cTn id="132" dur="1" fill="hold">
                                          <p:stCondLst>
                                            <p:cond delay="899"/>
                                          </p:stCondLst>
                                        </p:cTn>
                                        <p:tgtEl>
                                          <p:spTgt spid="5"/>
                                        </p:tgtEl>
                                        <p:attrNameLst>
                                          <p:attrName>style.visibility</p:attrName>
                                        </p:attrNameLst>
                                      </p:cBhvr>
                                      <p:to>
                                        <p:strVal val="hidden"/>
                                      </p:to>
                                    </p:set>
                                  </p:childTnLst>
                                </p:cTn>
                              </p:par>
                              <p:par>
                                <p:cTn id="136" presetID="10" presetClass="exit" presetSubtype="0" fill="hold" grpId="1" nodeType="withEffect">
                                  <p:stCondLst>
                                    <p:cond delay="1200"/>
                                  </p:stCondLst>
                                  <p:childTnLst>
                                    <p:animEffect transition="out" filter="fade">
                                      <p:cBhvr>
                                        <p:cTn id="134" dur="300"/>
                                        <p:tgtEl>
                                          <p:spTgt spid="6"/>
                                        </p:tgtEl>
                                      </p:cBhvr>
                                    </p:animEffect>
                                    <p:set>
                                      <p:cBhvr>
                                        <p:cTn id="135" dur="1" fill="hold">
                                          <p:stCondLst>
                                            <p:cond delay="299"/>
                                          </p:stCondLst>
                                        </p:cTn>
                                        <p:tgtEl>
                                          <p:spTgt spid="6"/>
                                        </p:tgtEl>
                                        <p:attrNameLst>
                                          <p:attrName>style.visibility</p:attrName>
                                        </p:attrNameLst>
                                      </p:cBhvr>
                                      <p:to>
                                        <p:strVal val="hidden"/>
                                      </p:to>
                                    </p:set>
                                  </p:childTnLst>
                                </p:cTn>
                              </p:par>
                              <p:par>
                                <p:cTn id="139" presetID="22" presetClass="exit" presetSubtype="8" fill="hold" grpId="1" nodeType="withEffect">
                                  <p:stCondLst>
                                    <p:cond delay="1500"/>
                                  </p:stCondLst>
                                  <p:childTnLst>
                                    <p:animEffect transition="out" filter="wipe(left)">
                                      <p:cBhvr>
                                        <p:cTn id="137" dur="900"/>
                                        <p:tgtEl>
                                          <p:spTgt spid="11"/>
                                        </p:tgtEl>
                                      </p:cBhvr>
                                    </p:animEffect>
                                    <p:set>
                                      <p:cBhvr>
                                        <p:cTn id="138" dur="1" fill="hold">
                                          <p:stCondLst>
                                            <p:cond delay="899"/>
                                          </p:stCondLst>
                                        </p:cTn>
                                        <p:tgtEl>
                                          <p:spTgt spid="11"/>
                                        </p:tgtEl>
                                        <p:attrNameLst>
                                          <p:attrName>style.visibility</p:attrName>
                                        </p:attrNameLst>
                                      </p:cBhvr>
                                      <p:to>
                                        <p:strVal val="hidden"/>
                                      </p:to>
                                    </p:set>
                                  </p:childTnLst>
                                </p:cTn>
                              </p:par>
                              <p:par>
                                <p:cTn id="142" presetID="10" presetClass="exit" presetSubtype="0" fill="hold" grpId="1" nodeType="withEffect">
                                  <p:stCondLst>
                                    <p:cond delay="1500"/>
                                  </p:stCondLst>
                                  <p:childTnLst>
                                    <p:animEffect transition="out" filter="fade">
                                      <p:cBhvr>
                                        <p:cTn id="140" dur="300"/>
                                        <p:tgtEl>
                                          <p:spTgt spid="12"/>
                                        </p:tgtEl>
                                      </p:cBhvr>
                                    </p:animEffect>
                                    <p:set>
                                      <p:cBhvr>
                                        <p:cTn id="141" dur="1" fill="hold">
                                          <p:stCondLst>
                                            <p:cond delay="299"/>
                                          </p:stCondLst>
                                        </p:cTn>
                                        <p:tgtEl>
                                          <p:spTgt spid="12"/>
                                        </p:tgtEl>
                                        <p:attrNameLst>
                                          <p:attrName>style.visibility</p:attrName>
                                        </p:attrNameLst>
                                      </p:cBhvr>
                                      <p:to>
                                        <p:strVal val="hidden"/>
                                      </p:to>
                                    </p:set>
                                  </p:childTnLst>
                                </p:cTn>
                              </p:par>
                              <p:par>
                                <p:cTn id="145" presetID="22" presetClass="exit" presetSubtype="8" fill="hold" grpId="1" nodeType="withEffect">
                                  <p:stCondLst>
                                    <p:cond delay="1800"/>
                                  </p:stCondLst>
                                  <p:childTnLst>
                                    <p:animEffect transition="out" filter="wipe(left)">
                                      <p:cBhvr>
                                        <p:cTn id="143" dur="900"/>
                                        <p:tgtEl>
                                          <p:spTgt spid="17"/>
                                        </p:tgtEl>
                                      </p:cBhvr>
                                    </p:animEffect>
                                    <p:set>
                                      <p:cBhvr>
                                        <p:cTn id="144" dur="1" fill="hold">
                                          <p:stCondLst>
                                            <p:cond delay="899"/>
                                          </p:stCondLst>
                                        </p:cTn>
                                        <p:tgtEl>
                                          <p:spTgt spid="17"/>
                                        </p:tgtEl>
                                        <p:attrNameLst>
                                          <p:attrName>style.visibility</p:attrName>
                                        </p:attrNameLst>
                                      </p:cBhvr>
                                      <p:to>
                                        <p:strVal val="hidden"/>
                                      </p:to>
                                    </p:set>
                                  </p:childTnLst>
                                </p:cTn>
                              </p:par>
                              <p:par>
                                <p:cTn id="148" presetID="10" presetClass="exit" presetSubtype="0" fill="hold" grpId="1" nodeType="withEffect">
                                  <p:stCondLst>
                                    <p:cond delay="1800"/>
                                  </p:stCondLst>
                                  <p:childTnLst>
                                    <p:animEffect transition="out" filter="fade">
                                      <p:cBhvr>
                                        <p:cTn id="146" dur="300"/>
                                        <p:tgtEl>
                                          <p:spTgt spid="18"/>
                                        </p:tgtEl>
                                      </p:cBhvr>
                                    </p:animEffect>
                                    <p:set>
                                      <p:cBhvr>
                                        <p:cTn id="147" dur="1" fill="hold">
                                          <p:stCondLst>
                                            <p:cond delay="299"/>
                                          </p:stCondLst>
                                        </p:cTn>
                                        <p:tgtEl>
                                          <p:spTgt spid="18"/>
                                        </p:tgtEl>
                                        <p:attrNameLst>
                                          <p:attrName>style.visibility</p:attrName>
                                        </p:attrNameLst>
                                      </p:cBhvr>
                                      <p:to>
                                        <p:strVal val="hidden"/>
                                      </p:to>
                                    </p:set>
                                  </p:childTnLst>
                                </p:cTn>
                              </p:par>
                              <p:par>
                                <p:cTn id="153" presetID="53" presetClass="entr" presetSubtype="32" fill="hold" grpId="0" nodeType="withEffect">
                                  <p:stCondLst>
                                    <p:cond delay="2000"/>
                                  </p:stCondLst>
                                  <p:childTnLst>
                                    <p:set>
                                      <p:cBhvr>
                                        <p:cTn id="149" dur="1" fill="hold">
                                          <p:stCondLst>
                                            <p:cond delay="0"/>
                                          </p:stCondLst>
                                        </p:cTn>
                                        <p:tgtEl>
                                          <p:spTgt spid="9"/>
                                        </p:tgtEl>
                                        <p:attrNameLst>
                                          <p:attrName>style.visibility</p:attrName>
                                        </p:attrNameLst>
                                      </p:cBhvr>
                                      <p:to>
                                        <p:strVal val="visible"/>
                                      </p:to>
                                    </p:set>
                                    <p:anim calcmode="lin" valueType="num">
                                      <p:cBhvr additive="base">
                                        <p:cTn id="150" dur="450" fill="hold"/>
                                        <p:tgtEl>
                                          <p:spTgt spid="9"/>
                                        </p:tgtEl>
                                        <p:attrNameLst>
                                          <p:attrName>ppt_w</p:attrName>
                                        </p:attrNameLst>
                                      </p:cBhvr>
                                      <p:tavLst>
                                        <p:tav tm="0">
                                          <p:val>
                                            <p:strVal val="#ppt_w*2.4"/>
                                          </p:val>
                                        </p:tav>
                                        <p:tav tm="100000">
                                          <p:val>
                                            <p:strVal val="#ppt_w"/>
                                          </p:val>
                                        </p:tav>
                                      </p:tavLst>
                                    </p:anim>
                                    <p:anim calcmode="lin" valueType="num">
                                      <p:cBhvr additive="base">
                                        <p:cTn id="151" dur="450" fill="hold"/>
                                        <p:tgtEl>
                                          <p:spTgt spid="9"/>
                                        </p:tgtEl>
                                        <p:attrNameLst>
                                          <p:attrName>ppt_h</p:attrName>
                                        </p:attrNameLst>
                                      </p:cBhvr>
                                      <p:tavLst>
                                        <p:tav tm="0">
                                          <p:val>
                                            <p:strVal val="#ppt_h*2.4"/>
                                          </p:val>
                                        </p:tav>
                                        <p:tav tm="100000">
                                          <p:val>
                                            <p:strVal val="#ppt_h"/>
                                          </p:val>
                                        </p:tav>
                                      </p:tavLst>
                                    </p:anim>
                                    <p:animEffect transition="in" filter="fade">
                                      <p:cBhvr>
                                        <p:cTn id="152" dur="450"/>
                                        <p:tgtEl>
                                          <p:spTgt spid="9"/>
                                        </p:tgtEl>
                                      </p:cBhvr>
                                    </p:animEffect>
                                  </p:childTnLst>
                                </p:cTn>
                              </p:par>
                              <p:par>
                                <p:cTn id="156" presetID="22" presetClass="exit" presetSubtype="8" fill="hold" grpId="1" nodeType="withEffect">
                                  <p:stCondLst>
                                    <p:cond delay="2100"/>
                                  </p:stCondLst>
                                  <p:childTnLst>
                                    <p:animEffect transition="out" filter="wipe(left)">
                                      <p:cBhvr>
                                        <p:cTn id="154" dur="900"/>
                                        <p:tgtEl>
                                          <p:spTgt spid="23"/>
                                        </p:tgtEl>
                                      </p:cBhvr>
                                    </p:animEffect>
                                    <p:set>
                                      <p:cBhvr>
                                        <p:cTn id="155" dur="1" fill="hold">
                                          <p:stCondLst>
                                            <p:cond delay="899"/>
                                          </p:stCondLst>
                                        </p:cTn>
                                        <p:tgtEl>
                                          <p:spTgt spid="23"/>
                                        </p:tgtEl>
                                        <p:attrNameLst>
                                          <p:attrName>style.visibility</p:attrName>
                                        </p:attrNameLst>
                                      </p:cBhvr>
                                      <p:to>
                                        <p:strVal val="hidden"/>
                                      </p:to>
                                    </p:set>
                                  </p:childTnLst>
                                </p:cTn>
                              </p:par>
                              <p:par>
                                <p:cTn id="159" presetID="10" presetClass="exit" presetSubtype="0" fill="hold" grpId="1" nodeType="withEffect">
                                  <p:stCondLst>
                                    <p:cond delay="2100"/>
                                  </p:stCondLst>
                                  <p:childTnLst>
                                    <p:animEffect transition="out" filter="fade">
                                      <p:cBhvr>
                                        <p:cTn id="157" dur="300"/>
                                        <p:tgtEl>
                                          <p:spTgt spid="24"/>
                                        </p:tgtEl>
                                      </p:cBhvr>
                                    </p:animEffect>
                                    <p:set>
                                      <p:cBhvr>
                                        <p:cTn id="158" dur="1" fill="hold">
                                          <p:stCondLst>
                                            <p:cond delay="299"/>
                                          </p:stCondLst>
                                        </p:cTn>
                                        <p:tgtEl>
                                          <p:spTgt spid="24"/>
                                        </p:tgtEl>
                                        <p:attrNameLst>
                                          <p:attrName>style.visibility</p:attrName>
                                        </p:attrNameLst>
                                      </p:cBhvr>
                                      <p:to>
                                        <p:strVal val="hidden"/>
                                      </p:to>
                                    </p:set>
                                  </p:childTnLst>
                                </p:cTn>
                              </p:par>
                              <p:par>
                                <p:cTn id="164" presetID="53" presetClass="entr" presetSubtype="32" fill="hold" grpId="0" nodeType="withEffect">
                                  <p:stCondLst>
                                    <p:cond delay="2300"/>
                                  </p:stCondLst>
                                  <p:childTnLst>
                                    <p:set>
                                      <p:cBhvr>
                                        <p:cTn id="160" dur="1" fill="hold">
                                          <p:stCondLst>
                                            <p:cond delay="0"/>
                                          </p:stCondLst>
                                        </p:cTn>
                                        <p:tgtEl>
                                          <p:spTgt spid="15"/>
                                        </p:tgtEl>
                                        <p:attrNameLst>
                                          <p:attrName>style.visibility</p:attrName>
                                        </p:attrNameLst>
                                      </p:cBhvr>
                                      <p:to>
                                        <p:strVal val="visible"/>
                                      </p:to>
                                    </p:set>
                                    <p:anim calcmode="lin" valueType="num">
                                      <p:cBhvr additive="base">
                                        <p:cTn id="161" dur="450" fill="hold"/>
                                        <p:tgtEl>
                                          <p:spTgt spid="15"/>
                                        </p:tgtEl>
                                        <p:attrNameLst>
                                          <p:attrName>ppt_w</p:attrName>
                                        </p:attrNameLst>
                                      </p:cBhvr>
                                      <p:tavLst>
                                        <p:tav tm="0">
                                          <p:val>
                                            <p:strVal val="#ppt_w*2.4"/>
                                          </p:val>
                                        </p:tav>
                                        <p:tav tm="100000">
                                          <p:val>
                                            <p:strVal val="#ppt_w"/>
                                          </p:val>
                                        </p:tav>
                                      </p:tavLst>
                                    </p:anim>
                                    <p:anim calcmode="lin" valueType="num">
                                      <p:cBhvr additive="base">
                                        <p:cTn id="162" dur="450" fill="hold"/>
                                        <p:tgtEl>
                                          <p:spTgt spid="15"/>
                                        </p:tgtEl>
                                        <p:attrNameLst>
                                          <p:attrName>ppt_h</p:attrName>
                                        </p:attrNameLst>
                                      </p:cBhvr>
                                      <p:tavLst>
                                        <p:tav tm="0">
                                          <p:val>
                                            <p:strVal val="#ppt_h*2.4"/>
                                          </p:val>
                                        </p:tav>
                                        <p:tav tm="100000">
                                          <p:val>
                                            <p:strVal val="#ppt_h"/>
                                          </p:val>
                                        </p:tav>
                                      </p:tavLst>
                                    </p:anim>
                                    <p:animEffect transition="in" filter="fade">
                                      <p:cBhvr>
                                        <p:cTn id="163" dur="450"/>
                                        <p:tgtEl>
                                          <p:spTgt spid="15"/>
                                        </p:tgtEl>
                                      </p:cBhvr>
                                    </p:animEffect>
                                  </p:childTnLst>
                                </p:cTn>
                              </p:par>
                              <p:par>
                                <p:cTn id="166" presetID="32" presetClass="emph" presetSubtype="0" fill="hold" grpId="1" nodeType="withEffect" autoRev="1" repeatCount="6000">
                                  <p:stCondLst>
                                    <p:cond delay="2400"/>
                                  </p:stCondLst>
                                  <p:childTnLst>
                                    <p:animRot by="240000">
                                      <p:cBhvr>
                                        <p:cTn id="165" dur="90" fill="hold"/>
                                        <p:tgtEl>
                                          <p:spTgt spid="29"/>
                                        </p:tgtEl>
                                        <p:attrNameLst>
                                          <p:attrName>r</p:attrName>
                                        </p:attrNameLst>
                                      </p:cBhvr>
                                    </p:animRot>
                                  </p:childTnLst>
                                </p:cTn>
                              </p:par>
                              <p:par>
                                <p:cTn id="168" presetID="32" presetClass="emph" presetSubtype="0" fill="hold" grpId="1" nodeType="withEffect" autoRev="1" repeatCount="6000">
                                  <p:stCondLst>
                                    <p:cond delay="2400"/>
                                  </p:stCondLst>
                                  <p:childTnLst>
                                    <p:animRot by="240000">
                                      <p:cBhvr>
                                        <p:cTn id="167" dur="90" fill="hold"/>
                                        <p:tgtEl>
                                          <p:spTgt spid="30"/>
                                        </p:tgtEl>
                                        <p:attrNameLst>
                                          <p:attrName>r</p:attrName>
                                        </p:attrNameLst>
                                      </p:cBhvr>
                                    </p:animRot>
                                  </p:childTnLst>
                                </p:cTn>
                              </p:par>
                              <p:par>
                                <p:cTn id="173" presetID="53" presetClass="entr" presetSubtype="32" fill="hold" grpId="0" nodeType="withEffect">
                                  <p:stCondLst>
                                    <p:cond delay="2600"/>
                                  </p:stCondLst>
                                  <p:childTnLst>
                                    <p:set>
                                      <p:cBhvr>
                                        <p:cTn id="169" dur="1" fill="hold">
                                          <p:stCondLst>
                                            <p:cond delay="0"/>
                                          </p:stCondLst>
                                        </p:cTn>
                                        <p:tgtEl>
                                          <p:spTgt spid="21"/>
                                        </p:tgtEl>
                                        <p:attrNameLst>
                                          <p:attrName>style.visibility</p:attrName>
                                        </p:attrNameLst>
                                      </p:cBhvr>
                                      <p:to>
                                        <p:strVal val="visible"/>
                                      </p:to>
                                    </p:set>
                                    <p:anim calcmode="lin" valueType="num">
                                      <p:cBhvr additive="base">
                                        <p:cTn id="170" dur="450" fill="hold"/>
                                        <p:tgtEl>
                                          <p:spTgt spid="21"/>
                                        </p:tgtEl>
                                        <p:attrNameLst>
                                          <p:attrName>ppt_w</p:attrName>
                                        </p:attrNameLst>
                                      </p:cBhvr>
                                      <p:tavLst>
                                        <p:tav tm="0">
                                          <p:val>
                                            <p:strVal val="#ppt_w*2.4"/>
                                          </p:val>
                                        </p:tav>
                                        <p:tav tm="100000">
                                          <p:val>
                                            <p:strVal val="#ppt_w"/>
                                          </p:val>
                                        </p:tav>
                                      </p:tavLst>
                                    </p:anim>
                                    <p:anim calcmode="lin" valueType="num">
                                      <p:cBhvr additive="base">
                                        <p:cTn id="171" dur="450" fill="hold"/>
                                        <p:tgtEl>
                                          <p:spTgt spid="21"/>
                                        </p:tgtEl>
                                        <p:attrNameLst>
                                          <p:attrName>ppt_h</p:attrName>
                                        </p:attrNameLst>
                                      </p:cBhvr>
                                      <p:tavLst>
                                        <p:tav tm="0">
                                          <p:val>
                                            <p:strVal val="#ppt_h*2.4"/>
                                          </p:val>
                                        </p:tav>
                                        <p:tav tm="100000">
                                          <p:val>
                                            <p:strVal val="#ppt_h"/>
                                          </p:val>
                                        </p:tav>
                                      </p:tavLst>
                                    </p:anim>
                                    <p:animEffect transition="in" filter="fade">
                                      <p:cBhvr>
                                        <p:cTn id="172" dur="450"/>
                                        <p:tgtEl>
                                          <p:spTgt spid="21"/>
                                        </p:tgtEl>
                                      </p:cBhvr>
                                    </p:animEffect>
                                  </p:childTnLst>
                                </p:cTn>
                              </p:par>
                              <p:par>
                                <p:cTn id="178" presetID="53" presetClass="entr" presetSubtype="32" fill="hold" grpId="0" nodeType="withEffect">
                                  <p:stCondLst>
                                    <p:cond delay="2900"/>
                                  </p:stCondLst>
                                  <p:childTnLst>
                                    <p:set>
                                      <p:cBhvr>
                                        <p:cTn id="174" dur="1" fill="hold">
                                          <p:stCondLst>
                                            <p:cond delay="0"/>
                                          </p:stCondLst>
                                        </p:cTn>
                                        <p:tgtEl>
                                          <p:spTgt spid="27"/>
                                        </p:tgtEl>
                                        <p:attrNameLst>
                                          <p:attrName>style.visibility</p:attrName>
                                        </p:attrNameLst>
                                      </p:cBhvr>
                                      <p:to>
                                        <p:strVal val="visible"/>
                                      </p:to>
                                    </p:set>
                                    <p:anim calcmode="lin" valueType="num">
                                      <p:cBhvr additive="base">
                                        <p:cTn id="175" dur="450" fill="hold"/>
                                        <p:tgtEl>
                                          <p:spTgt spid="27"/>
                                        </p:tgtEl>
                                        <p:attrNameLst>
                                          <p:attrName>ppt_w</p:attrName>
                                        </p:attrNameLst>
                                      </p:cBhvr>
                                      <p:tavLst>
                                        <p:tav tm="0">
                                          <p:val>
                                            <p:strVal val="#ppt_w*2.4"/>
                                          </p:val>
                                        </p:tav>
                                        <p:tav tm="100000">
                                          <p:val>
                                            <p:strVal val="#ppt_w"/>
                                          </p:val>
                                        </p:tav>
                                      </p:tavLst>
                                    </p:anim>
                                    <p:anim calcmode="lin" valueType="num">
                                      <p:cBhvr additive="base">
                                        <p:cTn id="176" dur="450" fill="hold"/>
                                        <p:tgtEl>
                                          <p:spTgt spid="27"/>
                                        </p:tgtEl>
                                        <p:attrNameLst>
                                          <p:attrName>ppt_h</p:attrName>
                                        </p:attrNameLst>
                                      </p:cBhvr>
                                      <p:tavLst>
                                        <p:tav tm="0">
                                          <p:val>
                                            <p:strVal val="#ppt_h*2.4"/>
                                          </p:val>
                                        </p:tav>
                                        <p:tav tm="100000">
                                          <p:val>
                                            <p:strVal val="#ppt_h"/>
                                          </p:val>
                                        </p:tav>
                                      </p:tavLst>
                                    </p:anim>
                                    <p:animEffect transition="in" filter="fade">
                                      <p:cBhvr>
                                        <p:cTn id="177" dur="450"/>
                                        <p:tgtEl>
                                          <p:spTgt spid="27"/>
                                        </p:tgtEl>
                                      </p:cBhvr>
                                    </p:animEffect>
                                  </p:childTnLst>
                                </p:cTn>
                              </p:par>
                              <p:par>
                                <p:cTn id="183" presetID="53" presetClass="entr" presetSubtype="32" fill="hold" grpId="0" nodeType="withEffect">
                                  <p:stCondLst>
                                    <p:cond delay="3200"/>
                                  </p:stCondLst>
                                  <p:childTnLst>
                                    <p:set>
                                      <p:cBhvr>
                                        <p:cTn id="179" dur="1" fill="hold">
                                          <p:stCondLst>
                                            <p:cond delay="0"/>
                                          </p:stCondLst>
                                        </p:cTn>
                                        <p:tgtEl>
                                          <p:spTgt spid="33"/>
                                        </p:tgtEl>
                                        <p:attrNameLst>
                                          <p:attrName>style.visibility</p:attrName>
                                        </p:attrNameLst>
                                      </p:cBhvr>
                                      <p:to>
                                        <p:strVal val="visible"/>
                                      </p:to>
                                    </p:set>
                                    <p:anim calcmode="lin" valueType="num">
                                      <p:cBhvr additive="base">
                                        <p:cTn id="180" dur="450" fill="hold"/>
                                        <p:tgtEl>
                                          <p:spTgt spid="33"/>
                                        </p:tgtEl>
                                        <p:attrNameLst>
                                          <p:attrName>ppt_w</p:attrName>
                                        </p:attrNameLst>
                                      </p:cBhvr>
                                      <p:tavLst>
                                        <p:tav tm="0">
                                          <p:val>
                                            <p:strVal val="#ppt_w*2.4"/>
                                          </p:val>
                                        </p:tav>
                                        <p:tav tm="100000">
                                          <p:val>
                                            <p:strVal val="#ppt_w"/>
                                          </p:val>
                                        </p:tav>
                                      </p:tavLst>
                                    </p:anim>
                                    <p:anim calcmode="lin" valueType="num">
                                      <p:cBhvr additive="base">
                                        <p:cTn id="181" dur="450" fill="hold"/>
                                        <p:tgtEl>
                                          <p:spTgt spid="33"/>
                                        </p:tgtEl>
                                        <p:attrNameLst>
                                          <p:attrName>ppt_h</p:attrName>
                                        </p:attrNameLst>
                                      </p:cBhvr>
                                      <p:tavLst>
                                        <p:tav tm="0">
                                          <p:val>
                                            <p:strVal val="#ppt_h*2.4"/>
                                          </p:val>
                                        </p:tav>
                                        <p:tav tm="100000">
                                          <p:val>
                                            <p:strVal val="#ppt_h"/>
                                          </p:val>
                                        </p:tav>
                                      </p:tavLst>
                                    </p:anim>
                                    <p:animEffect transition="in" filter="fade">
                                      <p:cBhvr>
                                        <p:cTn id="182" dur="450"/>
                                        <p:tgtEl>
                                          <p:spTgt spid="33"/>
                                        </p:tgtEl>
                                      </p:cBhvr>
                                    </p:animEffect>
                                  </p:childTnLst>
                                </p:cTn>
                              </p:par>
                              <p:par>
                                <p:cTn id="186" presetID="10" presetClass="entr" presetSubtype="0" fill="hold" grpId="0" nodeType="withEffect">
                                  <p:stCondLst>
                                    <p:cond delay="3600"/>
                                  </p:stCondLst>
                                  <p:childTnLst>
                                    <p:set>
                                      <p:cBhvr>
                                        <p:cTn id="184" dur="1" fill="hold">
                                          <p:stCondLst>
                                            <p:cond delay="0"/>
                                          </p:stCondLst>
                                        </p:cTn>
                                        <p:tgtEl>
                                          <p:spTgt spid="34"/>
                                        </p:tgtEl>
                                        <p:attrNameLst>
                                          <p:attrName>style.visibility</p:attrName>
                                        </p:attrNameLst>
                                      </p:cBhvr>
                                      <p:to>
                                        <p:strVal val="visible"/>
                                      </p:to>
                                    </p:set>
                                    <p:animEffect transition="in" filter="fade">
                                      <p:cBhvr>
                                        <p:cTn id="185" dur="600"/>
                                        <p:tgtEl>
                                          <p:spTgt spid="34"/>
                                        </p:tgtEl>
                                      </p:cBhvr>
                                    </p:animEffect>
                                  </p:childTnLst>
                                </p:cTn>
                              </p:par>
                              <p:par>
                                <p:cTn id="191" presetID="42" presetClass="entr" presetSubtype="0" fill="hold" grpId="0" nodeType="withEffect">
                                  <p:stCondLst>
                                    <p:cond delay="3900"/>
                                  </p:stCondLst>
                                  <p:childTnLst>
                                    <p:set>
                                      <p:cBhvr>
                                        <p:cTn id="187" dur="1" fill="hold">
                                          <p:stCondLst>
                                            <p:cond delay="0"/>
                                          </p:stCondLst>
                                        </p:cTn>
                                        <p:tgtEl>
                                          <p:spTgt spid="35"/>
                                        </p:tgtEl>
                                        <p:attrNameLst>
                                          <p:attrName>style.visibility</p:attrName>
                                        </p:attrNameLst>
                                      </p:cBhvr>
                                      <p:to>
                                        <p:strVal val="visible"/>
                                      </p:to>
                                    </p:set>
                                    <p:animEffect transition="in" filter="fade">
                                      <p:cBhvr>
                                        <p:cTn id="188" dur="700"/>
                                        <p:tgtEl>
                                          <p:spTgt spid="35"/>
                                        </p:tgtEl>
                                      </p:cBhvr>
                                    </p:animEffect>
                                    <p:anim calcmode="lin" valueType="num">
                                      <p:cBhvr additive="base">
                                        <p:cTn id="189" dur="700" fill="hold"/>
                                        <p:tgtEl>
                                          <p:spTgt spid="35"/>
                                        </p:tgtEl>
                                        <p:attrNameLst>
                                          <p:attrName>ppt_x</p:attrName>
                                        </p:attrNameLst>
                                      </p:cBhvr>
                                      <p:tavLst>
                                        <p:tav tm="0">
                                          <p:val>
                                            <p:strVal val="#ppt_x"/>
                                          </p:val>
                                        </p:tav>
                                        <p:tav tm="100000">
                                          <p:val>
                                            <p:strVal val="#ppt_x"/>
                                          </p:val>
                                        </p:tav>
                                      </p:tavLst>
                                    </p:anim>
                                    <p:anim calcmode="lin" valueType="num">
                                      <p:cBhvr additive="base">
                                        <p:cTn id="190" dur="700" fill="hold"/>
                                        <p:tgtEl>
                                          <p:spTgt spid="35"/>
                                        </p:tgtEl>
                                        <p:attrNameLst>
                                          <p:attrName>ppt_y</p:attrName>
                                        </p:attrNameLst>
                                      </p:cBhvr>
                                      <p:tavLst>
                                        <p:tav tm="0">
                                          <p:val>
                                            <p:strVal val="#ppt_y+.06"/>
                                          </p:val>
                                        </p:tav>
                                        <p:tav tm="100000">
                                          <p:val>
                                            <p:strVal val="#ppt_y"/>
                                          </p:val>
                                        </p:tav>
                                      </p:tavLst>
                                    </p:anim>
                                  </p:childTnLst>
                                </p:cTn>
                              </p:par>
                              <p:par>
                                <p:cTn id="196" presetID="42" presetClass="entr" presetSubtype="0" fill="hold" grpId="0" nodeType="withEffect">
                                  <p:stCondLst>
                                    <p:cond delay="3900"/>
                                  </p:stCondLst>
                                  <p:childTnLst>
                                    <p:set>
                                      <p:cBhvr>
                                        <p:cTn id="192" dur="1" fill="hold">
                                          <p:stCondLst>
                                            <p:cond delay="0"/>
                                          </p:stCondLst>
                                        </p:cTn>
                                        <p:tgtEl>
                                          <p:spTgt spid="36"/>
                                        </p:tgtEl>
                                        <p:attrNameLst>
                                          <p:attrName>style.visibility</p:attrName>
                                        </p:attrNameLst>
                                      </p:cBhvr>
                                      <p:to>
                                        <p:strVal val="visible"/>
                                      </p:to>
                                    </p:set>
                                    <p:animEffect transition="in" filter="fade">
                                      <p:cBhvr>
                                        <p:cTn id="193" dur="700"/>
                                        <p:tgtEl>
                                          <p:spTgt spid="36"/>
                                        </p:tgtEl>
                                      </p:cBhvr>
                                    </p:animEffect>
                                    <p:anim calcmode="lin" valueType="num">
                                      <p:cBhvr additive="base">
                                        <p:cTn id="194" dur="700" fill="hold"/>
                                        <p:tgtEl>
                                          <p:spTgt spid="36"/>
                                        </p:tgtEl>
                                        <p:attrNameLst>
                                          <p:attrName>ppt_x</p:attrName>
                                        </p:attrNameLst>
                                      </p:cBhvr>
                                      <p:tavLst>
                                        <p:tav tm="0">
                                          <p:val>
                                            <p:strVal val="#ppt_x"/>
                                          </p:val>
                                        </p:tav>
                                        <p:tav tm="100000">
                                          <p:val>
                                            <p:strVal val="#ppt_x"/>
                                          </p:val>
                                        </p:tav>
                                      </p:tavLst>
                                    </p:anim>
                                    <p:anim calcmode="lin" valueType="num">
                                      <p:cBhvr additive="base">
                                        <p:cTn id="195" dur="700" fill="hold"/>
                                        <p:tgtEl>
                                          <p:spTgt spid="36"/>
                                        </p:tgtEl>
                                        <p:attrNameLst>
                                          <p:attrName>ppt_y</p:attrName>
                                        </p:attrNameLst>
                                      </p:cBhvr>
                                      <p:tavLst>
                                        <p:tav tm="0">
                                          <p:val>
                                            <p:strVal val="#ppt_y+.06"/>
                                          </p:val>
                                        </p:tav>
                                        <p:tav tm="100000">
                                          <p:val>
                                            <p:strVal val="#ppt_y"/>
                                          </p:val>
                                        </p:tav>
                                      </p:tavLst>
                                    </p:anim>
                                  </p:childTnLst>
                                </p:cTn>
                              </p:par>
                              <p:par>
                                <p:cTn id="201" presetID="42" presetClass="entr" presetSubtype="0" fill="hold" grpId="0" nodeType="withEffect">
                                  <p:stCondLst>
                                    <p:cond delay="4100"/>
                                  </p:stCondLst>
                                  <p:childTnLst>
                                    <p:set>
                                      <p:cBhvr>
                                        <p:cTn id="197" dur="1" fill="hold">
                                          <p:stCondLst>
                                            <p:cond delay="0"/>
                                          </p:stCondLst>
                                        </p:cTn>
                                        <p:tgtEl>
                                          <p:spTgt spid="38"/>
                                        </p:tgtEl>
                                        <p:attrNameLst>
                                          <p:attrName>style.visibility</p:attrName>
                                        </p:attrNameLst>
                                      </p:cBhvr>
                                      <p:to>
                                        <p:strVal val="visible"/>
                                      </p:to>
                                    </p:set>
                                    <p:animEffect transition="in" filter="fade">
                                      <p:cBhvr>
                                        <p:cTn id="198" dur="700"/>
                                        <p:tgtEl>
                                          <p:spTgt spid="38"/>
                                        </p:tgtEl>
                                      </p:cBhvr>
                                    </p:animEffect>
                                    <p:anim calcmode="lin" valueType="num">
                                      <p:cBhvr additive="base">
                                        <p:cTn id="199" dur="700" fill="hold"/>
                                        <p:tgtEl>
                                          <p:spTgt spid="38"/>
                                        </p:tgtEl>
                                        <p:attrNameLst>
                                          <p:attrName>ppt_x</p:attrName>
                                        </p:attrNameLst>
                                      </p:cBhvr>
                                      <p:tavLst>
                                        <p:tav tm="0">
                                          <p:val>
                                            <p:strVal val="#ppt_x"/>
                                          </p:val>
                                        </p:tav>
                                        <p:tav tm="100000">
                                          <p:val>
                                            <p:strVal val="#ppt_x"/>
                                          </p:val>
                                        </p:tav>
                                      </p:tavLst>
                                    </p:anim>
                                    <p:anim calcmode="lin" valueType="num">
                                      <p:cBhvr additive="base">
                                        <p:cTn id="200" dur="700" fill="hold"/>
                                        <p:tgtEl>
                                          <p:spTgt spid="38"/>
                                        </p:tgtEl>
                                        <p:attrNameLst>
                                          <p:attrName>ppt_y</p:attrName>
                                        </p:attrNameLst>
                                      </p:cBhvr>
                                      <p:tavLst>
                                        <p:tav tm="0">
                                          <p:val>
                                            <p:strVal val="#ppt_y+.06"/>
                                          </p:val>
                                        </p:tav>
                                        <p:tav tm="100000">
                                          <p:val>
                                            <p:strVal val="#ppt_y"/>
                                          </p:val>
                                        </p:tav>
                                      </p:tavLst>
                                    </p:anim>
                                  </p:childTnLst>
                                </p:cTn>
                              </p:par>
                              <p:par>
                                <p:cTn id="206" presetID="42" presetClass="entr" presetSubtype="0" fill="hold" grpId="0" nodeType="withEffect">
                                  <p:stCondLst>
                                    <p:cond delay="4100"/>
                                  </p:stCondLst>
                                  <p:childTnLst>
                                    <p:set>
                                      <p:cBhvr>
                                        <p:cTn id="202" dur="1" fill="hold">
                                          <p:stCondLst>
                                            <p:cond delay="0"/>
                                          </p:stCondLst>
                                        </p:cTn>
                                        <p:tgtEl>
                                          <p:spTgt spid="39"/>
                                        </p:tgtEl>
                                        <p:attrNameLst>
                                          <p:attrName>style.visibility</p:attrName>
                                        </p:attrNameLst>
                                      </p:cBhvr>
                                      <p:to>
                                        <p:strVal val="visible"/>
                                      </p:to>
                                    </p:set>
                                    <p:animEffect transition="in" filter="fade">
                                      <p:cBhvr>
                                        <p:cTn id="203" dur="700"/>
                                        <p:tgtEl>
                                          <p:spTgt spid="39"/>
                                        </p:tgtEl>
                                      </p:cBhvr>
                                    </p:animEffect>
                                    <p:anim calcmode="lin" valueType="num">
                                      <p:cBhvr additive="base">
                                        <p:cTn id="204" dur="700" fill="hold"/>
                                        <p:tgtEl>
                                          <p:spTgt spid="39"/>
                                        </p:tgtEl>
                                        <p:attrNameLst>
                                          <p:attrName>ppt_x</p:attrName>
                                        </p:attrNameLst>
                                      </p:cBhvr>
                                      <p:tavLst>
                                        <p:tav tm="0">
                                          <p:val>
                                            <p:strVal val="#ppt_x"/>
                                          </p:val>
                                        </p:tav>
                                        <p:tav tm="100000">
                                          <p:val>
                                            <p:strVal val="#ppt_x"/>
                                          </p:val>
                                        </p:tav>
                                      </p:tavLst>
                                    </p:anim>
                                    <p:anim calcmode="lin" valueType="num">
                                      <p:cBhvr additive="base">
                                        <p:cTn id="205" dur="700" fill="hold"/>
                                        <p:tgtEl>
                                          <p:spTgt spid="39"/>
                                        </p:tgtEl>
                                        <p:attrNameLst>
                                          <p:attrName>ppt_y</p:attrName>
                                        </p:attrNameLst>
                                      </p:cBhvr>
                                      <p:tavLst>
                                        <p:tav tm="0">
                                          <p:val>
                                            <p:strVal val="#ppt_y+.06"/>
                                          </p:val>
                                        </p:tav>
                                        <p:tav tm="100000">
                                          <p:val>
                                            <p:strVal val="#ppt_y"/>
                                          </p:val>
                                        </p:tav>
                                      </p:tavLst>
                                    </p:anim>
                                  </p:childTnLst>
                                </p:cTn>
                              </p:par>
                              <p:par>
                                <p:cTn id="211" presetID="53" presetClass="entr" presetSubtype="16" fill="hold" grpId="0" nodeType="withEffect">
                                  <p:stCondLst>
                                    <p:cond delay="4300"/>
                                  </p:stCondLst>
                                  <p:childTnLst>
                                    <p:set>
                                      <p:cBhvr>
                                        <p:cTn id="207" dur="1" fill="hold">
                                          <p:stCondLst>
                                            <p:cond delay="0"/>
                                          </p:stCondLst>
                                        </p:cTn>
                                        <p:tgtEl>
                                          <p:spTgt spid="37"/>
                                        </p:tgtEl>
                                        <p:attrNameLst>
                                          <p:attrName>style.visibility</p:attrName>
                                        </p:attrNameLst>
                                      </p:cBhvr>
                                      <p:to>
                                        <p:strVal val="visible"/>
                                      </p:to>
                                    </p:set>
                                    <p:anim calcmode="lin" valueType="num">
                                      <p:cBhvr additive="base">
                                        <p:cTn id="208" dur="400" fill="hold"/>
                                        <p:tgtEl>
                                          <p:spTgt spid="37"/>
                                        </p:tgtEl>
                                        <p:attrNameLst>
                                          <p:attrName>ppt_w</p:attrName>
                                        </p:attrNameLst>
                                      </p:cBhvr>
                                      <p:tavLst>
                                        <p:tav tm="0">
                                          <p:val>
                                            <p:strVal val="0"/>
                                          </p:val>
                                        </p:tav>
                                        <p:tav tm="100000">
                                          <p:val>
                                            <p:strVal val="#ppt_w"/>
                                          </p:val>
                                        </p:tav>
                                      </p:tavLst>
                                    </p:anim>
                                    <p:anim calcmode="lin" valueType="num">
                                      <p:cBhvr additive="base">
                                        <p:cTn id="209" dur="400" fill="hold"/>
                                        <p:tgtEl>
                                          <p:spTgt spid="37"/>
                                        </p:tgtEl>
                                        <p:attrNameLst>
                                          <p:attrName>ppt_h</p:attrName>
                                        </p:attrNameLst>
                                      </p:cBhvr>
                                      <p:tavLst>
                                        <p:tav tm="0">
                                          <p:val>
                                            <p:strVal val="0"/>
                                          </p:val>
                                        </p:tav>
                                        <p:tav tm="100000">
                                          <p:val>
                                            <p:strVal val="#ppt_h"/>
                                          </p:val>
                                        </p:tav>
                                      </p:tavLst>
                                    </p:anim>
                                    <p:animEffect transition="in" filter="fade">
                                      <p:cBhvr>
                                        <p:cTn id="210" dur="400"/>
                                        <p:tgtEl>
                                          <p:spTgt spid="37"/>
                                        </p:tgtEl>
                                      </p:cBhvr>
                                    </p:animEffect>
                                  </p:childTnLst>
                                </p:cTn>
                              </p:par>
                              <p:par>
                                <p:cTn id="216" presetID="42" presetClass="entr" presetSubtype="0" fill="hold" grpId="0" nodeType="withEffect">
                                  <p:stCondLst>
                                    <p:cond delay="4300"/>
                                  </p:stCondLst>
                                  <p:childTnLst>
                                    <p:set>
                                      <p:cBhvr>
                                        <p:cTn id="212" dur="1" fill="hold">
                                          <p:stCondLst>
                                            <p:cond delay="0"/>
                                          </p:stCondLst>
                                        </p:cTn>
                                        <p:tgtEl>
                                          <p:spTgt spid="41"/>
                                        </p:tgtEl>
                                        <p:attrNameLst>
                                          <p:attrName>style.visibility</p:attrName>
                                        </p:attrNameLst>
                                      </p:cBhvr>
                                      <p:to>
                                        <p:strVal val="visible"/>
                                      </p:to>
                                    </p:set>
                                    <p:animEffect transition="in" filter="fade">
                                      <p:cBhvr>
                                        <p:cTn id="213" dur="700"/>
                                        <p:tgtEl>
                                          <p:spTgt spid="41"/>
                                        </p:tgtEl>
                                      </p:cBhvr>
                                    </p:animEffect>
                                    <p:anim calcmode="lin" valueType="num">
                                      <p:cBhvr additive="base">
                                        <p:cTn id="214" dur="700" fill="hold"/>
                                        <p:tgtEl>
                                          <p:spTgt spid="41"/>
                                        </p:tgtEl>
                                        <p:attrNameLst>
                                          <p:attrName>ppt_x</p:attrName>
                                        </p:attrNameLst>
                                      </p:cBhvr>
                                      <p:tavLst>
                                        <p:tav tm="0">
                                          <p:val>
                                            <p:strVal val="#ppt_x"/>
                                          </p:val>
                                        </p:tav>
                                        <p:tav tm="100000">
                                          <p:val>
                                            <p:strVal val="#ppt_x"/>
                                          </p:val>
                                        </p:tav>
                                      </p:tavLst>
                                    </p:anim>
                                    <p:anim calcmode="lin" valueType="num">
                                      <p:cBhvr additive="base">
                                        <p:cTn id="215" dur="700" fill="hold"/>
                                        <p:tgtEl>
                                          <p:spTgt spid="41"/>
                                        </p:tgtEl>
                                        <p:attrNameLst>
                                          <p:attrName>ppt_y</p:attrName>
                                        </p:attrNameLst>
                                      </p:cBhvr>
                                      <p:tavLst>
                                        <p:tav tm="0">
                                          <p:val>
                                            <p:strVal val="#ppt_y+.06"/>
                                          </p:val>
                                        </p:tav>
                                        <p:tav tm="100000">
                                          <p:val>
                                            <p:strVal val="#ppt_y"/>
                                          </p:val>
                                        </p:tav>
                                      </p:tavLst>
                                    </p:anim>
                                  </p:childTnLst>
                                </p:cTn>
                              </p:par>
                              <p:par>
                                <p:cTn id="221" presetID="42" presetClass="entr" presetSubtype="0" fill="hold" grpId="0" nodeType="withEffect">
                                  <p:stCondLst>
                                    <p:cond delay="4300"/>
                                  </p:stCondLst>
                                  <p:childTnLst>
                                    <p:set>
                                      <p:cBhvr>
                                        <p:cTn id="217" dur="1" fill="hold">
                                          <p:stCondLst>
                                            <p:cond delay="0"/>
                                          </p:stCondLst>
                                        </p:cTn>
                                        <p:tgtEl>
                                          <p:spTgt spid="42"/>
                                        </p:tgtEl>
                                        <p:attrNameLst>
                                          <p:attrName>style.visibility</p:attrName>
                                        </p:attrNameLst>
                                      </p:cBhvr>
                                      <p:to>
                                        <p:strVal val="visible"/>
                                      </p:to>
                                    </p:set>
                                    <p:animEffect transition="in" filter="fade">
                                      <p:cBhvr>
                                        <p:cTn id="218" dur="700"/>
                                        <p:tgtEl>
                                          <p:spTgt spid="42"/>
                                        </p:tgtEl>
                                      </p:cBhvr>
                                    </p:animEffect>
                                    <p:anim calcmode="lin" valueType="num">
                                      <p:cBhvr additive="base">
                                        <p:cTn id="219" dur="700" fill="hold"/>
                                        <p:tgtEl>
                                          <p:spTgt spid="42"/>
                                        </p:tgtEl>
                                        <p:attrNameLst>
                                          <p:attrName>ppt_x</p:attrName>
                                        </p:attrNameLst>
                                      </p:cBhvr>
                                      <p:tavLst>
                                        <p:tav tm="0">
                                          <p:val>
                                            <p:strVal val="#ppt_x"/>
                                          </p:val>
                                        </p:tav>
                                        <p:tav tm="100000">
                                          <p:val>
                                            <p:strVal val="#ppt_x"/>
                                          </p:val>
                                        </p:tav>
                                      </p:tavLst>
                                    </p:anim>
                                    <p:anim calcmode="lin" valueType="num">
                                      <p:cBhvr additive="base">
                                        <p:cTn id="220" dur="700" fill="hold"/>
                                        <p:tgtEl>
                                          <p:spTgt spid="42"/>
                                        </p:tgtEl>
                                        <p:attrNameLst>
                                          <p:attrName>ppt_y</p:attrName>
                                        </p:attrNameLst>
                                      </p:cBhvr>
                                      <p:tavLst>
                                        <p:tav tm="0">
                                          <p:val>
                                            <p:strVal val="#ppt_y+.06"/>
                                          </p:val>
                                        </p:tav>
                                        <p:tav tm="100000">
                                          <p:val>
                                            <p:strVal val="#ppt_y"/>
                                          </p:val>
                                        </p:tav>
                                      </p:tavLst>
                                    </p:anim>
                                  </p:childTnLst>
                                </p:cTn>
                              </p:par>
                              <p:par>
                                <p:cTn id="226" presetID="53" presetClass="entr" presetSubtype="16" fill="hold" grpId="0" nodeType="withEffect">
                                  <p:stCondLst>
                                    <p:cond delay="4500"/>
                                  </p:stCondLst>
                                  <p:childTnLst>
                                    <p:set>
                                      <p:cBhvr>
                                        <p:cTn id="222" dur="1" fill="hold">
                                          <p:stCondLst>
                                            <p:cond delay="0"/>
                                          </p:stCondLst>
                                        </p:cTn>
                                        <p:tgtEl>
                                          <p:spTgt spid="40"/>
                                        </p:tgtEl>
                                        <p:attrNameLst>
                                          <p:attrName>style.visibility</p:attrName>
                                        </p:attrNameLst>
                                      </p:cBhvr>
                                      <p:to>
                                        <p:strVal val="visible"/>
                                      </p:to>
                                    </p:set>
                                    <p:anim calcmode="lin" valueType="num">
                                      <p:cBhvr additive="base">
                                        <p:cTn id="223" dur="400" fill="hold"/>
                                        <p:tgtEl>
                                          <p:spTgt spid="40"/>
                                        </p:tgtEl>
                                        <p:attrNameLst>
                                          <p:attrName>ppt_w</p:attrName>
                                        </p:attrNameLst>
                                      </p:cBhvr>
                                      <p:tavLst>
                                        <p:tav tm="0">
                                          <p:val>
                                            <p:strVal val="0"/>
                                          </p:val>
                                        </p:tav>
                                        <p:tav tm="100000">
                                          <p:val>
                                            <p:strVal val="#ppt_w"/>
                                          </p:val>
                                        </p:tav>
                                      </p:tavLst>
                                    </p:anim>
                                    <p:anim calcmode="lin" valueType="num">
                                      <p:cBhvr additive="base">
                                        <p:cTn id="224" dur="400" fill="hold"/>
                                        <p:tgtEl>
                                          <p:spTgt spid="40"/>
                                        </p:tgtEl>
                                        <p:attrNameLst>
                                          <p:attrName>ppt_h</p:attrName>
                                        </p:attrNameLst>
                                      </p:cBhvr>
                                      <p:tavLst>
                                        <p:tav tm="0">
                                          <p:val>
                                            <p:strVal val="0"/>
                                          </p:val>
                                        </p:tav>
                                        <p:tav tm="100000">
                                          <p:val>
                                            <p:strVal val="#ppt_h"/>
                                          </p:val>
                                        </p:tav>
                                      </p:tavLst>
                                    </p:anim>
                                    <p:animEffect transition="in" filter="fade">
                                      <p:cBhvr>
                                        <p:cTn id="225" dur="400"/>
                                        <p:tgtEl>
                                          <p:spTgt spid="40"/>
                                        </p:tgtEl>
                                      </p:cBhvr>
                                    </p:animEffect>
                                  </p:childTnLst>
                                </p:cTn>
                              </p:par>
                              <p:par>
                                <p:cTn id="231" presetID="42" presetClass="entr" presetSubtype="0" fill="hold" grpId="0" nodeType="withEffect">
                                  <p:stCondLst>
                                    <p:cond delay="4500"/>
                                  </p:stCondLst>
                                  <p:childTnLst>
                                    <p:set>
                                      <p:cBhvr>
                                        <p:cTn id="227" dur="1" fill="hold">
                                          <p:stCondLst>
                                            <p:cond delay="0"/>
                                          </p:stCondLst>
                                        </p:cTn>
                                        <p:tgtEl>
                                          <p:spTgt spid="44"/>
                                        </p:tgtEl>
                                        <p:attrNameLst>
                                          <p:attrName>style.visibility</p:attrName>
                                        </p:attrNameLst>
                                      </p:cBhvr>
                                      <p:to>
                                        <p:strVal val="visible"/>
                                      </p:to>
                                    </p:set>
                                    <p:animEffect transition="in" filter="fade">
                                      <p:cBhvr>
                                        <p:cTn id="228" dur="700"/>
                                        <p:tgtEl>
                                          <p:spTgt spid="44"/>
                                        </p:tgtEl>
                                      </p:cBhvr>
                                    </p:animEffect>
                                    <p:anim calcmode="lin" valueType="num">
                                      <p:cBhvr additive="base">
                                        <p:cTn id="229" dur="700" fill="hold"/>
                                        <p:tgtEl>
                                          <p:spTgt spid="44"/>
                                        </p:tgtEl>
                                        <p:attrNameLst>
                                          <p:attrName>ppt_x</p:attrName>
                                        </p:attrNameLst>
                                      </p:cBhvr>
                                      <p:tavLst>
                                        <p:tav tm="0">
                                          <p:val>
                                            <p:strVal val="#ppt_x"/>
                                          </p:val>
                                        </p:tav>
                                        <p:tav tm="100000">
                                          <p:val>
                                            <p:strVal val="#ppt_x"/>
                                          </p:val>
                                        </p:tav>
                                      </p:tavLst>
                                    </p:anim>
                                    <p:anim calcmode="lin" valueType="num">
                                      <p:cBhvr additive="base">
                                        <p:cTn id="230" dur="700" fill="hold"/>
                                        <p:tgtEl>
                                          <p:spTgt spid="44"/>
                                        </p:tgtEl>
                                        <p:attrNameLst>
                                          <p:attrName>ppt_y</p:attrName>
                                        </p:attrNameLst>
                                      </p:cBhvr>
                                      <p:tavLst>
                                        <p:tav tm="0">
                                          <p:val>
                                            <p:strVal val="#ppt_y+.06"/>
                                          </p:val>
                                        </p:tav>
                                        <p:tav tm="100000">
                                          <p:val>
                                            <p:strVal val="#ppt_y"/>
                                          </p:val>
                                        </p:tav>
                                      </p:tavLst>
                                    </p:anim>
                                  </p:childTnLst>
                                </p:cTn>
                              </p:par>
                              <p:par>
                                <p:cTn id="236" presetID="42" presetClass="entr" presetSubtype="0" fill="hold" grpId="0" nodeType="withEffect">
                                  <p:stCondLst>
                                    <p:cond delay="4500"/>
                                  </p:stCondLst>
                                  <p:childTnLst>
                                    <p:set>
                                      <p:cBhvr>
                                        <p:cTn id="232" dur="1" fill="hold">
                                          <p:stCondLst>
                                            <p:cond delay="0"/>
                                          </p:stCondLst>
                                        </p:cTn>
                                        <p:tgtEl>
                                          <p:spTgt spid="45"/>
                                        </p:tgtEl>
                                        <p:attrNameLst>
                                          <p:attrName>style.visibility</p:attrName>
                                        </p:attrNameLst>
                                      </p:cBhvr>
                                      <p:to>
                                        <p:strVal val="visible"/>
                                      </p:to>
                                    </p:set>
                                    <p:animEffect transition="in" filter="fade">
                                      <p:cBhvr>
                                        <p:cTn id="233" dur="700"/>
                                        <p:tgtEl>
                                          <p:spTgt spid="45"/>
                                        </p:tgtEl>
                                      </p:cBhvr>
                                    </p:animEffect>
                                    <p:anim calcmode="lin" valueType="num">
                                      <p:cBhvr additive="base">
                                        <p:cTn id="234" dur="700" fill="hold"/>
                                        <p:tgtEl>
                                          <p:spTgt spid="45"/>
                                        </p:tgtEl>
                                        <p:attrNameLst>
                                          <p:attrName>ppt_x</p:attrName>
                                        </p:attrNameLst>
                                      </p:cBhvr>
                                      <p:tavLst>
                                        <p:tav tm="0">
                                          <p:val>
                                            <p:strVal val="#ppt_x"/>
                                          </p:val>
                                        </p:tav>
                                        <p:tav tm="100000">
                                          <p:val>
                                            <p:strVal val="#ppt_x"/>
                                          </p:val>
                                        </p:tav>
                                      </p:tavLst>
                                    </p:anim>
                                    <p:anim calcmode="lin" valueType="num">
                                      <p:cBhvr additive="base">
                                        <p:cTn id="235" dur="700" fill="hold"/>
                                        <p:tgtEl>
                                          <p:spTgt spid="45"/>
                                        </p:tgtEl>
                                        <p:attrNameLst>
                                          <p:attrName>ppt_y</p:attrName>
                                        </p:attrNameLst>
                                      </p:cBhvr>
                                      <p:tavLst>
                                        <p:tav tm="0">
                                          <p:val>
                                            <p:strVal val="#ppt_y+.06"/>
                                          </p:val>
                                        </p:tav>
                                        <p:tav tm="100000">
                                          <p:val>
                                            <p:strVal val="#ppt_y"/>
                                          </p:val>
                                        </p:tav>
                                      </p:tavLst>
                                    </p:anim>
                                  </p:childTnLst>
                                </p:cTn>
                              </p:par>
                              <p:par>
                                <p:cTn id="241" presetID="53" presetClass="entr" presetSubtype="16" fill="hold" grpId="0" nodeType="withEffect">
                                  <p:stCondLst>
                                    <p:cond delay="4700"/>
                                  </p:stCondLst>
                                  <p:childTnLst>
                                    <p:set>
                                      <p:cBhvr>
                                        <p:cTn id="237" dur="1" fill="hold">
                                          <p:stCondLst>
                                            <p:cond delay="0"/>
                                          </p:stCondLst>
                                        </p:cTn>
                                        <p:tgtEl>
                                          <p:spTgt spid="43"/>
                                        </p:tgtEl>
                                        <p:attrNameLst>
                                          <p:attrName>style.visibility</p:attrName>
                                        </p:attrNameLst>
                                      </p:cBhvr>
                                      <p:to>
                                        <p:strVal val="visible"/>
                                      </p:to>
                                    </p:set>
                                    <p:anim calcmode="lin" valueType="num">
                                      <p:cBhvr additive="base">
                                        <p:cTn id="238" dur="400" fill="hold"/>
                                        <p:tgtEl>
                                          <p:spTgt spid="43"/>
                                        </p:tgtEl>
                                        <p:attrNameLst>
                                          <p:attrName>ppt_w</p:attrName>
                                        </p:attrNameLst>
                                      </p:cBhvr>
                                      <p:tavLst>
                                        <p:tav tm="0">
                                          <p:val>
                                            <p:strVal val="0"/>
                                          </p:val>
                                        </p:tav>
                                        <p:tav tm="100000">
                                          <p:val>
                                            <p:strVal val="#ppt_w"/>
                                          </p:val>
                                        </p:tav>
                                      </p:tavLst>
                                    </p:anim>
                                    <p:anim calcmode="lin" valueType="num">
                                      <p:cBhvr additive="base">
                                        <p:cTn id="239" dur="400" fill="hold"/>
                                        <p:tgtEl>
                                          <p:spTgt spid="43"/>
                                        </p:tgtEl>
                                        <p:attrNameLst>
                                          <p:attrName>ppt_h</p:attrName>
                                        </p:attrNameLst>
                                      </p:cBhvr>
                                      <p:tavLst>
                                        <p:tav tm="0">
                                          <p:val>
                                            <p:strVal val="0"/>
                                          </p:val>
                                        </p:tav>
                                        <p:tav tm="100000">
                                          <p:val>
                                            <p:strVal val="#ppt_h"/>
                                          </p:val>
                                        </p:tav>
                                      </p:tavLst>
                                    </p:anim>
                                    <p:animEffect transition="in" filter="fade">
                                      <p:cBhvr>
                                        <p:cTn id="240" dur="400"/>
                                        <p:tgtEl>
                                          <p:spTgt spid="43"/>
                                        </p:tgtEl>
                                      </p:cBhvr>
                                    </p:animEffect>
                                  </p:childTnLst>
                                </p:cTn>
                              </p:par>
                              <p:par>
                                <p:cTn id="246" presetID="42" presetClass="entr" presetSubtype="0" fill="hold" grpId="0" nodeType="withEffect">
                                  <p:stCondLst>
                                    <p:cond delay="4700"/>
                                  </p:stCondLst>
                                  <p:childTnLst>
                                    <p:set>
                                      <p:cBhvr>
                                        <p:cTn id="242" dur="1" fill="hold">
                                          <p:stCondLst>
                                            <p:cond delay="0"/>
                                          </p:stCondLst>
                                        </p:cTn>
                                        <p:tgtEl>
                                          <p:spTgt spid="47"/>
                                        </p:tgtEl>
                                        <p:attrNameLst>
                                          <p:attrName>style.visibility</p:attrName>
                                        </p:attrNameLst>
                                      </p:cBhvr>
                                      <p:to>
                                        <p:strVal val="visible"/>
                                      </p:to>
                                    </p:set>
                                    <p:animEffect transition="in" filter="fade">
                                      <p:cBhvr>
                                        <p:cTn id="243" dur="700"/>
                                        <p:tgtEl>
                                          <p:spTgt spid="47"/>
                                        </p:tgtEl>
                                      </p:cBhvr>
                                    </p:animEffect>
                                    <p:anim calcmode="lin" valueType="num">
                                      <p:cBhvr additive="base">
                                        <p:cTn id="244" dur="700" fill="hold"/>
                                        <p:tgtEl>
                                          <p:spTgt spid="47"/>
                                        </p:tgtEl>
                                        <p:attrNameLst>
                                          <p:attrName>ppt_x</p:attrName>
                                        </p:attrNameLst>
                                      </p:cBhvr>
                                      <p:tavLst>
                                        <p:tav tm="0">
                                          <p:val>
                                            <p:strVal val="#ppt_x"/>
                                          </p:val>
                                        </p:tav>
                                        <p:tav tm="100000">
                                          <p:val>
                                            <p:strVal val="#ppt_x"/>
                                          </p:val>
                                        </p:tav>
                                      </p:tavLst>
                                    </p:anim>
                                    <p:anim calcmode="lin" valueType="num">
                                      <p:cBhvr additive="base">
                                        <p:cTn id="245" dur="700" fill="hold"/>
                                        <p:tgtEl>
                                          <p:spTgt spid="47"/>
                                        </p:tgtEl>
                                        <p:attrNameLst>
                                          <p:attrName>ppt_y</p:attrName>
                                        </p:attrNameLst>
                                      </p:cBhvr>
                                      <p:tavLst>
                                        <p:tav tm="0">
                                          <p:val>
                                            <p:strVal val="#ppt_y+.06"/>
                                          </p:val>
                                        </p:tav>
                                        <p:tav tm="100000">
                                          <p:val>
                                            <p:strVal val="#ppt_y"/>
                                          </p:val>
                                        </p:tav>
                                      </p:tavLst>
                                    </p:anim>
                                  </p:childTnLst>
                                </p:cTn>
                              </p:par>
                              <p:par>
                                <p:cTn id="251" presetID="42" presetClass="entr" presetSubtype="0" fill="hold" grpId="0" nodeType="withEffect">
                                  <p:stCondLst>
                                    <p:cond delay="4700"/>
                                  </p:stCondLst>
                                  <p:childTnLst>
                                    <p:set>
                                      <p:cBhvr>
                                        <p:cTn id="247" dur="1" fill="hold">
                                          <p:stCondLst>
                                            <p:cond delay="0"/>
                                          </p:stCondLst>
                                        </p:cTn>
                                        <p:tgtEl>
                                          <p:spTgt spid="48"/>
                                        </p:tgtEl>
                                        <p:attrNameLst>
                                          <p:attrName>style.visibility</p:attrName>
                                        </p:attrNameLst>
                                      </p:cBhvr>
                                      <p:to>
                                        <p:strVal val="visible"/>
                                      </p:to>
                                    </p:set>
                                    <p:animEffect transition="in" filter="fade">
                                      <p:cBhvr>
                                        <p:cTn id="248" dur="700"/>
                                        <p:tgtEl>
                                          <p:spTgt spid="48"/>
                                        </p:tgtEl>
                                      </p:cBhvr>
                                    </p:animEffect>
                                    <p:anim calcmode="lin" valueType="num">
                                      <p:cBhvr additive="base">
                                        <p:cTn id="249" dur="700" fill="hold"/>
                                        <p:tgtEl>
                                          <p:spTgt spid="48"/>
                                        </p:tgtEl>
                                        <p:attrNameLst>
                                          <p:attrName>ppt_x</p:attrName>
                                        </p:attrNameLst>
                                      </p:cBhvr>
                                      <p:tavLst>
                                        <p:tav tm="0">
                                          <p:val>
                                            <p:strVal val="#ppt_x"/>
                                          </p:val>
                                        </p:tav>
                                        <p:tav tm="100000">
                                          <p:val>
                                            <p:strVal val="#ppt_x"/>
                                          </p:val>
                                        </p:tav>
                                      </p:tavLst>
                                    </p:anim>
                                    <p:anim calcmode="lin" valueType="num">
                                      <p:cBhvr additive="base">
                                        <p:cTn id="250" dur="700" fill="hold"/>
                                        <p:tgtEl>
                                          <p:spTgt spid="48"/>
                                        </p:tgtEl>
                                        <p:attrNameLst>
                                          <p:attrName>ppt_y</p:attrName>
                                        </p:attrNameLst>
                                      </p:cBhvr>
                                      <p:tavLst>
                                        <p:tav tm="0">
                                          <p:val>
                                            <p:strVal val="#ppt_y+.06"/>
                                          </p:val>
                                        </p:tav>
                                        <p:tav tm="100000">
                                          <p:val>
                                            <p:strVal val="#ppt_y"/>
                                          </p:val>
                                        </p:tav>
                                      </p:tavLst>
                                    </p:anim>
                                  </p:childTnLst>
                                </p:cTn>
                              </p:par>
                              <p:par>
                                <p:cTn id="256" presetID="53" presetClass="entr" presetSubtype="16" fill="hold" grpId="0" nodeType="withEffect">
                                  <p:stCondLst>
                                    <p:cond delay="4900"/>
                                  </p:stCondLst>
                                  <p:childTnLst>
                                    <p:set>
                                      <p:cBhvr>
                                        <p:cTn id="252" dur="1" fill="hold">
                                          <p:stCondLst>
                                            <p:cond delay="0"/>
                                          </p:stCondLst>
                                        </p:cTn>
                                        <p:tgtEl>
                                          <p:spTgt spid="46"/>
                                        </p:tgtEl>
                                        <p:attrNameLst>
                                          <p:attrName>style.visibility</p:attrName>
                                        </p:attrNameLst>
                                      </p:cBhvr>
                                      <p:to>
                                        <p:strVal val="visible"/>
                                      </p:to>
                                    </p:set>
                                    <p:anim calcmode="lin" valueType="num">
                                      <p:cBhvr additive="base">
                                        <p:cTn id="253" dur="400" fill="hold"/>
                                        <p:tgtEl>
                                          <p:spTgt spid="46"/>
                                        </p:tgtEl>
                                        <p:attrNameLst>
                                          <p:attrName>ppt_w</p:attrName>
                                        </p:attrNameLst>
                                      </p:cBhvr>
                                      <p:tavLst>
                                        <p:tav tm="0">
                                          <p:val>
                                            <p:strVal val="0"/>
                                          </p:val>
                                        </p:tav>
                                        <p:tav tm="100000">
                                          <p:val>
                                            <p:strVal val="#ppt_w"/>
                                          </p:val>
                                        </p:tav>
                                      </p:tavLst>
                                    </p:anim>
                                    <p:anim calcmode="lin" valueType="num">
                                      <p:cBhvr additive="base">
                                        <p:cTn id="254" dur="400" fill="hold"/>
                                        <p:tgtEl>
                                          <p:spTgt spid="46"/>
                                        </p:tgtEl>
                                        <p:attrNameLst>
                                          <p:attrName>ppt_h</p:attrName>
                                        </p:attrNameLst>
                                      </p:cBhvr>
                                      <p:tavLst>
                                        <p:tav tm="0">
                                          <p:val>
                                            <p:strVal val="0"/>
                                          </p:val>
                                        </p:tav>
                                        <p:tav tm="100000">
                                          <p:val>
                                            <p:strVal val="#ppt_h"/>
                                          </p:val>
                                        </p:tav>
                                      </p:tavLst>
                                    </p:anim>
                                    <p:animEffect transition="in" filter="fade">
                                      <p:cBhvr>
                                        <p:cTn id="255" dur="400"/>
                                        <p:tgtEl>
                                          <p:spTgt spid="46"/>
                                        </p:tgtEl>
                                      </p:cBhvr>
                                    </p:animEffect>
                                  </p:childTnLst>
                                </p:cTn>
                              </p:par>
                              <p:par>
                                <p:cTn id="261" presetID="53" presetClass="entr" presetSubtype="16" fill="hold" grpId="0" nodeType="withEffect">
                                  <p:stCondLst>
                                    <p:cond delay="5100"/>
                                  </p:stCondLst>
                                  <p:childTnLst>
                                    <p:set>
                                      <p:cBhvr>
                                        <p:cTn id="257" dur="1" fill="hold">
                                          <p:stCondLst>
                                            <p:cond delay="0"/>
                                          </p:stCondLst>
                                        </p:cTn>
                                        <p:tgtEl>
                                          <p:spTgt spid="49"/>
                                        </p:tgtEl>
                                        <p:attrNameLst>
                                          <p:attrName>style.visibility</p:attrName>
                                        </p:attrNameLst>
                                      </p:cBhvr>
                                      <p:to>
                                        <p:strVal val="visible"/>
                                      </p:to>
                                    </p:set>
                                    <p:anim calcmode="lin" valueType="num">
                                      <p:cBhvr additive="base">
                                        <p:cTn id="258" dur="400" fill="hold"/>
                                        <p:tgtEl>
                                          <p:spTgt spid="49"/>
                                        </p:tgtEl>
                                        <p:attrNameLst>
                                          <p:attrName>ppt_w</p:attrName>
                                        </p:attrNameLst>
                                      </p:cBhvr>
                                      <p:tavLst>
                                        <p:tav tm="0">
                                          <p:val>
                                            <p:strVal val="0"/>
                                          </p:val>
                                        </p:tav>
                                        <p:tav tm="100000">
                                          <p:val>
                                            <p:strVal val="#ppt_w"/>
                                          </p:val>
                                        </p:tav>
                                      </p:tavLst>
                                    </p:anim>
                                    <p:anim calcmode="lin" valueType="num">
                                      <p:cBhvr additive="base">
                                        <p:cTn id="259" dur="400" fill="hold"/>
                                        <p:tgtEl>
                                          <p:spTgt spid="49"/>
                                        </p:tgtEl>
                                        <p:attrNameLst>
                                          <p:attrName>ppt_h</p:attrName>
                                        </p:attrNameLst>
                                      </p:cBhvr>
                                      <p:tavLst>
                                        <p:tav tm="0">
                                          <p:val>
                                            <p:strVal val="0"/>
                                          </p:val>
                                        </p:tav>
                                        <p:tav tm="100000">
                                          <p:val>
                                            <p:strVal val="#ppt_h"/>
                                          </p:val>
                                        </p:tav>
                                      </p:tavLst>
                                    </p:anim>
                                    <p:animEffect transition="in" filter="fade">
                                      <p:cBhvr>
                                        <p:cTn id="260"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5" grpId="1" animBg="1"/>
      <p:bldP spid="6" grpId="1" animBg="1"/>
      <p:bldP spid="11" grpId="1" animBg="1"/>
      <p:bldP spid="12" grpId="1" animBg="1"/>
      <p:bldP spid="17" grpId="1" animBg="1"/>
      <p:bldP spid="18" grpId="1" animBg="1"/>
      <p:bldP spid="9" grpId="0" animBg="1"/>
      <p:bldP spid="23" grpId="1" animBg="1"/>
      <p:bldP spid="24" grpId="1" animBg="1"/>
      <p:bldP spid="15" grpId="0" animBg="1"/>
      <p:bldP spid="29" grpId="1" animBg="1"/>
      <p:bldP spid="30" grpId="1" animBg="1"/>
      <p:bldP spid="21" grpId="0" animBg="1"/>
      <p:bldP spid="27" grpId="0" animBg="1"/>
      <p:bldP spid="33" grpId="0" animBg="1"/>
      <p:bldP spid="34" grpId="0" animBg="1"/>
      <p:bldP spid="35" grpId="0" animBg="1"/>
      <p:bldP spid="36" grpId="0" animBg="1"/>
      <p:bldP spid="38" grpId="0" animBg="1"/>
      <p:bldP spid="39" grpId="0" animBg="1"/>
      <p:bldP spid="37" grpId="0" animBg="1"/>
      <p:bldP spid="41" grpId="0" animBg="1"/>
      <p:bldP spid="42" grpId="0" animBg="1"/>
      <p:bldP spid="40" grpId="0" animBg="1"/>
      <p:bldP spid="44" grpId="0" animBg="1"/>
      <p:bldP spid="45" grpId="0" animBg="1"/>
      <p:bldP spid="43" grpId="0" animBg="1"/>
      <p:bldP spid="47" grpId="0" animBg="1"/>
      <p:bldP spid="48" grpId="0" animBg="1"/>
      <p:bldP spid="46" grpId="0" animBg="1"/>
      <p:bldP spid="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sp>
        <p:nvSpPr>
          <p:cNvPr id="3" name="heading"/>
          <p:cNvSpPr txBox="1"/>
          <p:nvPr/>
        </p:nvSpPr>
        <p:spPr>
          <a:xfrm>
            <a:off x="812800" y="749300"/>
            <a:ext cx="10566400" cy="1016000"/>
          </a:xfrm>
          <a:prstGeom prst="rect">
            <a:avLst/>
          </a:prstGeom>
          <a:noFill/>
          <a:ln/>
        </p:spPr>
        <p:txBody>
          <a:bodyPr wrap="square" lIns="0" tIns="0" rIns="0" bIns="0" rtlCol="0" anchor="t"/>
          <a:lstStyle/>
          <a:p>
            <a:pPr indent="0" marL="0">
              <a:lnSpc>
                <a:spcPct val="95000"/>
              </a:lnSpc>
              <a:buNone/>
            </a:pPr>
            <a:r>
              <a:rPr lang="en-US" sz="3200" b="1" dirty="0">
                <a:solidFill>
                  <a:srgbClr val="F3F5F2"/>
                </a:solidFill>
                <a:latin typeface="Segoe UI" pitchFamily="34" charset="0"/>
                <a:ea typeface="Segoe UI" pitchFamily="34" charset="-122"/>
                <a:cs typeface="Segoe UI" pitchFamily="34" charset="-120"/>
              </a:rPr>
              <a:t>Door 1 – WhatsApp: the strongest lock, opened from the inside</a:t>
            </a:r>
            <a:endParaRPr lang="en-US" sz="3200" dirty="0"/>
          </a:p>
        </p:txBody>
      </p:sp>
      <p:sp>
        <p:nvSpPr>
          <p:cNvPr id="4" name="banbg"/>
          <p:cNvSpPr/>
          <p:nvPr/>
        </p:nvSpPr>
        <p:spPr>
          <a:xfrm>
            <a:off x="812800" y="2006600"/>
            <a:ext cx="6413500" cy="812800"/>
          </a:xfrm>
          <a:prstGeom prst="roundRect">
            <a:avLst>
              <a:gd name="adj" fmla="val 9000"/>
            </a:avLst>
          </a:prstGeom>
          <a:solidFill>
            <a:srgbClr val="16233A"/>
          </a:solidFill>
          <a:ln/>
        </p:spPr>
      </p:sp>
      <p:sp>
        <p:nvSpPr>
          <p:cNvPr id="5" name="banbar"/>
          <p:cNvSpPr/>
          <p:nvPr/>
        </p:nvSpPr>
        <p:spPr>
          <a:xfrm>
            <a:off x="812800" y="2006600"/>
            <a:ext cx="63500" cy="812800"/>
          </a:xfrm>
          <a:prstGeom prst="rect">
            <a:avLst/>
          </a:prstGeom>
          <a:solidFill>
            <a:srgbClr val="F2A541"/>
          </a:solidFill>
          <a:ln/>
        </p:spPr>
      </p:sp>
      <p:sp>
        <p:nvSpPr>
          <p:cNvPr id="6" name="ban"/>
          <p:cNvSpPr txBox="1"/>
          <p:nvPr/>
        </p:nvSpPr>
        <p:spPr>
          <a:xfrm>
            <a:off x="1016000" y="2095500"/>
            <a:ext cx="6096000" cy="660400"/>
          </a:xfrm>
          <a:prstGeom prst="rect">
            <a:avLst/>
          </a:prstGeom>
          <a:noFill/>
          <a:ln/>
        </p:spPr>
        <p:txBody>
          <a:bodyPr wrap="square" lIns="0" tIns="0" rIns="0" bIns="0" rtlCol="0" anchor="ctr"/>
          <a:lstStyle/>
          <a:p>
            <a:pPr indent="0" marL="0">
              <a:buNone/>
            </a:pPr>
            <a:r>
              <a:rPr lang="en-US" sz="1400" b="1" dirty="0">
                <a:solidFill>
                  <a:srgbClr val="F2A541"/>
                </a:solidFill>
                <a:latin typeface="Segoe UI" pitchFamily="34" charset="0"/>
                <a:ea typeface="Segoe UI" pitchFamily="34" charset="-122"/>
                <a:cs typeface="Segoe UI" pitchFamily="34" charset="-120"/>
              </a:rPr>
              <a:t>11:49 PM</a:t>
            </a:r>
            <a:pPr indent="0" marL="0">
              <a:buNone/>
            </a:pPr>
            <a:r>
              <a:rPr lang="en-US" sz="1400" dirty="0">
                <a:solidFill>
                  <a:srgbClr val="F3F5F2"/>
                </a:solidFill>
                <a:latin typeface="Segoe UI" pitchFamily="34" charset="0"/>
                <a:ea typeface="Segoe UI" pitchFamily="34" charset="-122"/>
                <a:cs typeface="Segoe UI" pitchFamily="34" charset="-120"/>
              </a:rPr>
              <a:t> · Nusrat shares the code. She never set a two-step PIN, so the attacker registers her WhatsApp on his own phone.</a:t>
            </a:r>
            <a:endParaRPr lang="en-US" sz="1400" dirty="0"/>
          </a:p>
        </p:txBody>
      </p:sp>
      <p:sp>
        <p:nvSpPr>
          <p:cNvPr id="7" name="cap"/>
          <p:cNvSpPr txBox="1"/>
          <p:nvPr/>
        </p:nvSpPr>
        <p:spPr>
          <a:xfrm>
            <a:off x="812800" y="2959100"/>
            <a:ext cx="3810000" cy="203200"/>
          </a:xfrm>
          <a:prstGeom prst="rect">
            <a:avLst/>
          </a:prstGeom>
          <a:noFill/>
          <a:ln/>
        </p:spPr>
        <p:txBody>
          <a:bodyPr wrap="square" lIns="0" tIns="0" rIns="0" bIns="0" rtlCol="0" anchor="t"/>
          <a:lstStyle/>
          <a:p>
            <a:pPr indent="0" marL="0">
              <a:buNone/>
            </a:pPr>
            <a:r>
              <a:rPr lang="en-US" sz="1200" b="1" spc="300" kern="0" dirty="0">
                <a:solidFill>
                  <a:srgbClr val="3FD0C9"/>
                </a:solidFill>
                <a:latin typeface="Segoe UI" pitchFamily="34" charset="0"/>
                <a:ea typeface="Segoe UI" pitchFamily="34" charset="-122"/>
                <a:cs typeface="Segoe UI" pitchFamily="34" charset="-120"/>
              </a:rPr>
              <a:t>LOCKS IT OFFERS</a:t>
            </a:r>
            <a:endParaRPr lang="en-US" sz="1200" dirty="0"/>
          </a:p>
        </p:txBody>
      </p:sp>
      <p:sp>
        <p:nvSpPr>
          <p:cNvPr id="8" name="chk0"/>
          <p:cNvSpPr/>
          <p:nvPr/>
        </p:nvSpPr>
        <p:spPr>
          <a:xfrm>
            <a:off x="812800" y="32639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9" name="it0"/>
          <p:cNvSpPr txBox="1"/>
          <p:nvPr/>
        </p:nvSpPr>
        <p:spPr>
          <a:xfrm>
            <a:off x="1143000" y="32512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End-to-end encryption on every chat and call, by default</a:t>
            </a:r>
            <a:endParaRPr lang="en-US" sz="1400" dirty="0"/>
          </a:p>
        </p:txBody>
      </p:sp>
      <p:sp>
        <p:nvSpPr>
          <p:cNvPr id="10" name="chk1"/>
          <p:cNvSpPr/>
          <p:nvPr/>
        </p:nvSpPr>
        <p:spPr>
          <a:xfrm>
            <a:off x="812800" y="36576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1" name="it1"/>
          <p:cNvSpPr txBox="1"/>
          <p:nvPr/>
        </p:nvSpPr>
        <p:spPr>
          <a:xfrm>
            <a:off x="1143000" y="36449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Two-step PIN, passkey login and chat lock</a:t>
            </a:r>
            <a:endParaRPr lang="en-US" sz="1400" dirty="0"/>
          </a:p>
        </p:txBody>
      </p:sp>
      <p:sp>
        <p:nvSpPr>
          <p:cNvPr id="12" name="chk2"/>
          <p:cNvSpPr/>
          <p:nvPr/>
        </p:nvSpPr>
        <p:spPr>
          <a:xfrm>
            <a:off x="812800" y="40513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3" name="it2"/>
          <p:cNvSpPr txBox="1"/>
          <p:nvPr/>
        </p:nvSpPr>
        <p:spPr>
          <a:xfrm>
            <a:off x="1143000" y="40386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Backups protected with a passkey (since October 2025)</a:t>
            </a:r>
            <a:endParaRPr lang="en-US" sz="1400" dirty="0"/>
          </a:p>
        </p:txBody>
      </p:sp>
      <p:sp>
        <p:nvSpPr>
          <p:cNvPr id="14" name="chk3"/>
          <p:cNvSpPr/>
          <p:nvPr/>
        </p:nvSpPr>
        <p:spPr>
          <a:xfrm>
            <a:off x="812800" y="44450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5" name="it3"/>
          <p:cNvSpPr txBox="1"/>
          <p:nvPr/>
        </p:nvSpPr>
        <p:spPr>
          <a:xfrm>
            <a:off x="1143000" y="44323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Strict Account Settings: one-tap lockdown (January 2026)</a:t>
            </a:r>
            <a:endParaRPr lang="en-US" sz="1400" dirty="0"/>
          </a:p>
        </p:txBody>
      </p:sp>
      <p:sp>
        <p:nvSpPr>
          <p:cNvPr id="16" name="fix"/>
          <p:cNvSpPr/>
          <p:nvPr/>
        </p:nvSpPr>
        <p:spPr>
          <a:xfrm>
            <a:off x="812800" y="5181600"/>
            <a:ext cx="6413500" cy="711200"/>
          </a:xfrm>
          <a:prstGeom prst="roundRect">
            <a:avLst>
              <a:gd name="adj" fmla="val 15429"/>
            </a:avLst>
          </a:prstGeom>
          <a:solidFill>
            <a:srgbClr val="3FD0C9"/>
          </a:solidFill>
          <a:ln/>
        </p:spPr>
        <p:txBody>
          <a:bodyPr wrap="square" lIns="165100" tIns="165100" rIns="165100" bIns="165100" rtlCol="0" anchor="ctr"/>
          <a:lstStyle/>
          <a:p>
            <a:pPr algn="l" indent="0" marL="0">
              <a:buNone/>
            </a:pPr>
            <a:r>
              <a:rPr lang="en-US" sz="1400" b="1" dirty="0">
                <a:solidFill>
                  <a:srgbClr val="0E1726"/>
                </a:solidFill>
                <a:latin typeface="Segoe UI" pitchFamily="34" charset="0"/>
                <a:ea typeface="Segoe UI" pitchFamily="34" charset="-122"/>
                <a:cs typeface="Segoe UI" pitchFamily="34" charset="-120"/>
              </a:rPr>
              <a:t>My fix: </a:t>
            </a:r>
            <a:pPr algn="l" indent="0" marL="0">
              <a:buNone/>
            </a:pPr>
            <a:r>
              <a:rPr lang="en-US" sz="1400" dirty="0">
                <a:solidFill>
                  <a:srgbClr val="0E1726"/>
                </a:solidFill>
                <a:latin typeface="Segoe UI" pitchFamily="34" charset="0"/>
                <a:ea typeface="Segoe UI" pitchFamily="34" charset="-122"/>
                <a:cs typeface="Segoe UI" pitchFamily="34" charset="-120"/>
              </a:rPr>
              <a:t>a Bangla warning whenever a code is requested, and a two-step PIN for every new account</a:t>
            </a:r>
            <a:endParaRPr lang="en-US" sz="1400" dirty="0"/>
          </a:p>
        </p:txBody>
      </p:sp>
      <p:sp>
        <p:nvSpPr>
          <p:cNvPr id="17" name="dash"/>
          <p:cNvSpPr/>
          <p:nvPr/>
        </p:nvSpPr>
        <p:spPr>
          <a:xfrm>
            <a:off x="7969250" y="2203450"/>
            <a:ext cx="1752600" cy="1752600"/>
          </a:xfrm>
          <a:prstGeom prst="ellipse">
            <a:avLst/>
          </a:prstGeom>
          <a:ln w="19050">
            <a:solidFill>
              <a:srgbClr val="3A5A80"/>
            </a:solidFill>
            <a:prstDash val="sysDot"/>
          </a:ln>
        </p:spPr>
      </p:sp>
      <p:sp>
        <p:nvSpPr>
          <p:cNvPr id="18" name="trackring"/>
          <p:cNvSpPr/>
          <p:nvPr/>
        </p:nvSpPr>
        <p:spPr>
          <a:xfrm>
            <a:off x="8147050" y="2381250"/>
            <a:ext cx="1397000" cy="1397000"/>
          </a:xfrm>
          <a:prstGeom prst="ellipse">
            <a:avLst/>
          </a:prstGeom>
          <a:ln w="139700">
            <a:solidFill>
              <a:srgbClr val="1E2E48"/>
            </a:solidFill>
            <a:prstDash val="solid"/>
          </a:ln>
        </p:spPr>
      </p:sp>
      <p:sp>
        <p:nvSpPr>
          <p:cNvPr id="19" name="arc"/>
          <p:cNvSpPr/>
          <p:nvPr/>
        </p:nvSpPr>
        <p:spPr>
          <a:xfrm>
            <a:off x="8077200" y="2311400"/>
            <a:ext cx="1536700" cy="1536700"/>
          </a:xfrm>
          <a:prstGeom prst="blockArc">
            <a:avLst>
              <a:gd name="adj1" fmla="val 16200000"/>
              <a:gd name="adj2" fmla="val 11880000"/>
              <a:gd name="adj3" fmla="val 9100"/>
            </a:avLst>
          </a:prstGeom>
          <a:solidFill>
            <a:srgbClr val="F2A541"/>
          </a:solidFill>
          <a:ln/>
        </p:spPr>
      </p:sp>
      <p:sp>
        <p:nvSpPr>
          <p:cNvPr id="20" name="score"/>
          <p:cNvSpPr txBox="1"/>
          <p:nvPr/>
        </p:nvSpPr>
        <p:spPr>
          <a:xfrm>
            <a:off x="8147050" y="2667000"/>
            <a:ext cx="1397000" cy="571500"/>
          </a:xfrm>
          <a:prstGeom prst="rect">
            <a:avLst/>
          </a:prstGeom>
          <a:noFill/>
          <a:ln/>
        </p:spPr>
        <p:txBody>
          <a:bodyPr wrap="square" lIns="0" tIns="0" rIns="0" bIns="0" rtlCol="0" anchor="t"/>
          <a:lstStyle/>
          <a:p>
            <a:pPr algn="ctr" indent="0" marL="0">
              <a:buNone/>
            </a:pPr>
            <a:r>
              <a:rPr lang="en-US" sz="4200" b="1" dirty="0">
                <a:solidFill>
                  <a:srgbClr val="F3F5F2"/>
                </a:solidFill>
                <a:latin typeface="Segoe UI" pitchFamily="34" charset="0"/>
                <a:ea typeface="Segoe UI" pitchFamily="34" charset="-122"/>
                <a:cs typeface="Segoe UI" pitchFamily="34" charset="-120"/>
              </a:rPr>
              <a:t>20</a:t>
            </a:r>
            <a:endParaRPr lang="en-US" sz="4200" dirty="0"/>
          </a:p>
        </p:txBody>
      </p:sp>
      <p:sp>
        <p:nvSpPr>
          <p:cNvPr id="21" name="of"/>
          <p:cNvSpPr txBox="1"/>
          <p:nvPr/>
        </p:nvSpPr>
        <p:spPr>
          <a:xfrm>
            <a:off x="8147050" y="3251200"/>
            <a:ext cx="1397000" cy="203200"/>
          </a:xfrm>
          <a:prstGeom prst="rect">
            <a:avLst/>
          </a:prstGeom>
          <a:noFill/>
          <a:ln/>
        </p:spPr>
        <p:txBody>
          <a:bodyPr wrap="square" lIns="0" tIns="0" rIns="0" bIns="0" rtlCol="0" anchor="t"/>
          <a:lstStyle/>
          <a:p>
            <a:pPr algn="ctr" indent="0" marL="0">
              <a:buNone/>
            </a:pPr>
            <a:r>
              <a:rPr lang="en-US" sz="1200" dirty="0">
                <a:solidFill>
                  <a:srgbClr val="BFD0DF"/>
                </a:solidFill>
                <a:latin typeface="Segoe UI" pitchFamily="34" charset="0"/>
                <a:ea typeface="Segoe UI" pitchFamily="34" charset="-122"/>
                <a:cs typeface="Segoe UI" pitchFamily="34" charset="-120"/>
              </a:rPr>
              <a:t>out of 25</a:t>
            </a:r>
            <a:endParaRPr lang="en-US" sz="1200" dirty="0"/>
          </a:p>
        </p:txBody>
      </p:sp>
      <p:sp>
        <p:nvSpPr>
          <p:cNvPr id="22" name="stamp"/>
          <p:cNvSpPr/>
          <p:nvPr/>
        </p:nvSpPr>
        <p:spPr>
          <a:xfrm rot="-600000">
            <a:off x="9906000" y="2730500"/>
            <a:ext cx="1460500" cy="381000"/>
          </a:xfrm>
          <a:prstGeom prst="roundRect">
            <a:avLst>
              <a:gd name="adj" fmla="val 36000"/>
            </a:avLst>
          </a:prstGeom>
          <a:solidFill>
            <a:srgbClr val="0E1726"/>
          </a:solidFill>
          <a:ln w="38100">
            <a:solidFill>
              <a:srgbClr val="FF6B5E"/>
            </a:solidFill>
          </a:ln>
        </p:spPr>
        <p:txBody>
          <a:bodyPr wrap="square" lIns="0" tIns="0" rIns="0" bIns="0" rtlCol="0" anchor="ctr"/>
          <a:lstStyle/>
          <a:p>
            <a:pPr algn="ctr" indent="0" marL="0">
              <a:buNone/>
            </a:pPr>
            <a:r>
              <a:rPr lang="en-US" sz="1600" b="1" spc="300" kern="0" dirty="0">
                <a:solidFill>
                  <a:srgbClr val="FF6B5E"/>
                </a:solidFill>
                <a:latin typeface="Segoe UI" pitchFamily="34" charset="0"/>
                <a:ea typeface="Segoe UI" pitchFamily="34" charset="-122"/>
                <a:cs typeface="Segoe UI" pitchFamily="34" charset="-120"/>
              </a:rPr>
              <a:t>BREACHED</a:t>
            </a:r>
            <a:endParaRPr lang="en-US" sz="1600" dirty="0"/>
          </a:p>
        </p:txBody>
      </p:sp>
      <p:sp>
        <p:nvSpPr>
          <p:cNvPr id="23" name="lab0"/>
          <p:cNvSpPr txBox="1"/>
          <p:nvPr/>
        </p:nvSpPr>
        <p:spPr>
          <a:xfrm>
            <a:off x="7734300" y="42164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Login</a:t>
            </a:r>
            <a:endParaRPr lang="en-US" sz="1200" dirty="0"/>
          </a:p>
        </p:txBody>
      </p:sp>
      <p:sp>
        <p:nvSpPr>
          <p:cNvPr id="24" name="trk0"/>
          <p:cNvSpPr/>
          <p:nvPr/>
        </p:nvSpPr>
        <p:spPr>
          <a:xfrm>
            <a:off x="8775700" y="4254500"/>
            <a:ext cx="2095500" cy="139700"/>
          </a:xfrm>
          <a:prstGeom prst="roundRect">
            <a:avLst>
              <a:gd name="adj" fmla="val 327273"/>
            </a:avLst>
          </a:prstGeom>
          <a:solidFill>
            <a:srgbClr val="1E2E48"/>
          </a:solidFill>
          <a:ln/>
        </p:spPr>
      </p:sp>
      <p:sp>
        <p:nvSpPr>
          <p:cNvPr id="25" name="bar0"/>
          <p:cNvSpPr/>
          <p:nvPr/>
        </p:nvSpPr>
        <p:spPr>
          <a:xfrm>
            <a:off x="8775700" y="4254500"/>
            <a:ext cx="1676400" cy="139700"/>
          </a:xfrm>
          <a:prstGeom prst="roundRect">
            <a:avLst>
              <a:gd name="adj" fmla="val 327273"/>
            </a:avLst>
          </a:prstGeom>
          <a:solidFill>
            <a:srgbClr val="3FD0C9"/>
          </a:solidFill>
          <a:ln/>
        </p:spPr>
      </p:sp>
      <p:sp>
        <p:nvSpPr>
          <p:cNvPr id="26" name="val0"/>
          <p:cNvSpPr txBox="1"/>
          <p:nvPr/>
        </p:nvSpPr>
        <p:spPr>
          <a:xfrm>
            <a:off x="10985500" y="42164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4</a:t>
            </a:r>
            <a:endParaRPr lang="en-US" sz="1200" dirty="0"/>
          </a:p>
        </p:txBody>
      </p:sp>
      <p:sp>
        <p:nvSpPr>
          <p:cNvPr id="27" name="lab1"/>
          <p:cNvSpPr txBox="1"/>
          <p:nvPr/>
        </p:nvSpPr>
        <p:spPr>
          <a:xfrm>
            <a:off x="7734300" y="44958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Encryption</a:t>
            </a:r>
            <a:endParaRPr lang="en-US" sz="1200" dirty="0"/>
          </a:p>
        </p:txBody>
      </p:sp>
      <p:sp>
        <p:nvSpPr>
          <p:cNvPr id="28" name="trk1"/>
          <p:cNvSpPr/>
          <p:nvPr/>
        </p:nvSpPr>
        <p:spPr>
          <a:xfrm>
            <a:off x="8775700" y="4533900"/>
            <a:ext cx="2095500" cy="139700"/>
          </a:xfrm>
          <a:prstGeom prst="roundRect">
            <a:avLst>
              <a:gd name="adj" fmla="val 327273"/>
            </a:avLst>
          </a:prstGeom>
          <a:solidFill>
            <a:srgbClr val="1E2E48"/>
          </a:solidFill>
          <a:ln/>
        </p:spPr>
      </p:sp>
      <p:sp>
        <p:nvSpPr>
          <p:cNvPr id="29" name="bar1"/>
          <p:cNvSpPr/>
          <p:nvPr/>
        </p:nvSpPr>
        <p:spPr>
          <a:xfrm>
            <a:off x="8775700" y="4533900"/>
            <a:ext cx="2095500" cy="139700"/>
          </a:xfrm>
          <a:prstGeom prst="roundRect">
            <a:avLst>
              <a:gd name="adj" fmla="val 327273"/>
            </a:avLst>
          </a:prstGeom>
          <a:solidFill>
            <a:srgbClr val="3FD0C9"/>
          </a:solidFill>
          <a:ln/>
        </p:spPr>
      </p:sp>
      <p:sp>
        <p:nvSpPr>
          <p:cNvPr id="30" name="val1"/>
          <p:cNvSpPr txBox="1"/>
          <p:nvPr/>
        </p:nvSpPr>
        <p:spPr>
          <a:xfrm>
            <a:off x="10985500" y="44958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5</a:t>
            </a:r>
            <a:endParaRPr lang="en-US" sz="1200" dirty="0"/>
          </a:p>
        </p:txBody>
      </p:sp>
      <p:sp>
        <p:nvSpPr>
          <p:cNvPr id="31" name="lab2"/>
          <p:cNvSpPr txBox="1"/>
          <p:nvPr/>
        </p:nvSpPr>
        <p:spPr>
          <a:xfrm>
            <a:off x="7734300" y="47752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Alerts</a:t>
            </a:r>
            <a:endParaRPr lang="en-US" sz="1200" dirty="0"/>
          </a:p>
        </p:txBody>
      </p:sp>
      <p:sp>
        <p:nvSpPr>
          <p:cNvPr id="32" name="trk2"/>
          <p:cNvSpPr/>
          <p:nvPr/>
        </p:nvSpPr>
        <p:spPr>
          <a:xfrm>
            <a:off x="8775700" y="4813300"/>
            <a:ext cx="2095500" cy="139700"/>
          </a:xfrm>
          <a:prstGeom prst="roundRect">
            <a:avLst>
              <a:gd name="adj" fmla="val 327273"/>
            </a:avLst>
          </a:prstGeom>
          <a:solidFill>
            <a:srgbClr val="1E2E48"/>
          </a:solidFill>
          <a:ln/>
        </p:spPr>
      </p:sp>
      <p:sp>
        <p:nvSpPr>
          <p:cNvPr id="33" name="bar2"/>
          <p:cNvSpPr/>
          <p:nvPr/>
        </p:nvSpPr>
        <p:spPr>
          <a:xfrm>
            <a:off x="8775700" y="4813300"/>
            <a:ext cx="1257300" cy="139700"/>
          </a:xfrm>
          <a:prstGeom prst="roundRect">
            <a:avLst>
              <a:gd name="adj" fmla="val 327273"/>
            </a:avLst>
          </a:prstGeom>
          <a:solidFill>
            <a:srgbClr val="3FD0C9"/>
          </a:solidFill>
          <a:ln/>
        </p:spPr>
      </p:sp>
      <p:sp>
        <p:nvSpPr>
          <p:cNvPr id="34" name="val2"/>
          <p:cNvSpPr txBox="1"/>
          <p:nvPr/>
        </p:nvSpPr>
        <p:spPr>
          <a:xfrm>
            <a:off x="10985500" y="47752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3</a:t>
            </a:r>
            <a:endParaRPr lang="en-US" sz="1200" dirty="0"/>
          </a:p>
        </p:txBody>
      </p:sp>
      <p:sp>
        <p:nvSpPr>
          <p:cNvPr id="35" name="lab3"/>
          <p:cNvSpPr txBox="1"/>
          <p:nvPr/>
        </p:nvSpPr>
        <p:spPr>
          <a:xfrm>
            <a:off x="7734300" y="50546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Recovery</a:t>
            </a:r>
            <a:endParaRPr lang="en-US" sz="1200" dirty="0"/>
          </a:p>
        </p:txBody>
      </p:sp>
      <p:sp>
        <p:nvSpPr>
          <p:cNvPr id="36" name="trk3"/>
          <p:cNvSpPr/>
          <p:nvPr/>
        </p:nvSpPr>
        <p:spPr>
          <a:xfrm>
            <a:off x="8775700" y="5092700"/>
            <a:ext cx="2095500" cy="139700"/>
          </a:xfrm>
          <a:prstGeom prst="roundRect">
            <a:avLst>
              <a:gd name="adj" fmla="val 327273"/>
            </a:avLst>
          </a:prstGeom>
          <a:solidFill>
            <a:srgbClr val="1E2E48"/>
          </a:solidFill>
          <a:ln/>
        </p:spPr>
      </p:sp>
      <p:sp>
        <p:nvSpPr>
          <p:cNvPr id="37" name="bar3"/>
          <p:cNvSpPr/>
          <p:nvPr/>
        </p:nvSpPr>
        <p:spPr>
          <a:xfrm>
            <a:off x="8775700" y="5092700"/>
            <a:ext cx="1257300" cy="139700"/>
          </a:xfrm>
          <a:prstGeom prst="roundRect">
            <a:avLst>
              <a:gd name="adj" fmla="val 327273"/>
            </a:avLst>
          </a:prstGeom>
          <a:solidFill>
            <a:srgbClr val="3FD0C9"/>
          </a:solidFill>
          <a:ln/>
        </p:spPr>
      </p:sp>
      <p:sp>
        <p:nvSpPr>
          <p:cNvPr id="38" name="val3"/>
          <p:cNvSpPr txBox="1"/>
          <p:nvPr/>
        </p:nvSpPr>
        <p:spPr>
          <a:xfrm>
            <a:off x="10985500" y="50546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3</a:t>
            </a:r>
            <a:endParaRPr lang="en-US" sz="1200" dirty="0"/>
          </a:p>
        </p:txBody>
      </p:sp>
      <p:sp>
        <p:nvSpPr>
          <p:cNvPr id="39" name="lab4"/>
          <p:cNvSpPr txBox="1"/>
          <p:nvPr/>
        </p:nvSpPr>
        <p:spPr>
          <a:xfrm>
            <a:off x="7734300" y="53340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Privacy</a:t>
            </a:r>
            <a:endParaRPr lang="en-US" sz="1200" dirty="0"/>
          </a:p>
        </p:txBody>
      </p:sp>
      <p:sp>
        <p:nvSpPr>
          <p:cNvPr id="40" name="trk4"/>
          <p:cNvSpPr/>
          <p:nvPr/>
        </p:nvSpPr>
        <p:spPr>
          <a:xfrm>
            <a:off x="8775700" y="5372100"/>
            <a:ext cx="2095500" cy="139700"/>
          </a:xfrm>
          <a:prstGeom prst="roundRect">
            <a:avLst>
              <a:gd name="adj" fmla="val 327273"/>
            </a:avLst>
          </a:prstGeom>
          <a:solidFill>
            <a:srgbClr val="1E2E48"/>
          </a:solidFill>
          <a:ln/>
        </p:spPr>
      </p:sp>
      <p:sp>
        <p:nvSpPr>
          <p:cNvPr id="41" name="bar4"/>
          <p:cNvSpPr/>
          <p:nvPr/>
        </p:nvSpPr>
        <p:spPr>
          <a:xfrm>
            <a:off x="8775700" y="5372100"/>
            <a:ext cx="2095500" cy="139700"/>
          </a:xfrm>
          <a:prstGeom prst="roundRect">
            <a:avLst>
              <a:gd name="adj" fmla="val 327273"/>
            </a:avLst>
          </a:prstGeom>
          <a:solidFill>
            <a:srgbClr val="3FD0C9"/>
          </a:solidFill>
          <a:ln/>
        </p:spPr>
      </p:sp>
      <p:sp>
        <p:nvSpPr>
          <p:cNvPr id="42" name="val4"/>
          <p:cNvSpPr txBox="1"/>
          <p:nvPr/>
        </p:nvSpPr>
        <p:spPr>
          <a:xfrm>
            <a:off x="10985500" y="53340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5</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55" fill="hold">
                      <p:stCondLst>
                        <p:cond delay="indefinite"/>
                        <p:cond evt="onBegin" delay="0">
                          <p:tn val="2"/>
                        </p:cond>
                      </p:stCondLst>
                      <p:childTnLst>
                        <p:par>
                          <p:cTn id="156"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600"/>
                                        <p:tgtEl>
                                          <p:spTgt spid="18"/>
                                        </p:tgtEl>
                                      </p:cBhvr>
                                    </p:animEffect>
                                  </p:childTnLst>
                                </p:cTn>
                              </p:par>
                              <p:par>
                                <p:cTn id="16" presetID="42" presetClass="entr" presetSubtype="0"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800"/>
                                        <p:tgtEl>
                                          <p:spTgt spid="4"/>
                                        </p:tgtEl>
                                      </p:cBhvr>
                                    </p:animEffect>
                                    <p:anim calcmode="lin" valueType="num">
                                      <p:cBhvr additive="base">
                                        <p:cTn id="14" dur="800" fill="hold"/>
                                        <p:tgtEl>
                                          <p:spTgt spid="4"/>
                                        </p:tgtEl>
                                        <p:attrNameLst>
                                          <p:attrName>ppt_x</p:attrName>
                                        </p:attrNameLst>
                                      </p:cBhvr>
                                      <p:tavLst>
                                        <p:tav tm="0">
                                          <p:val>
                                            <p:strVal val="#ppt_x-.05"/>
                                          </p:val>
                                        </p:tav>
                                        <p:tav tm="100000">
                                          <p:val>
                                            <p:strVal val="#ppt_x"/>
                                          </p:val>
                                        </p:tav>
                                      </p:tavLst>
                                    </p:anim>
                                    <p:anim calcmode="lin" valueType="num">
                                      <p:cBhvr additive="base">
                                        <p:cTn id="15" dur="800" fill="hold"/>
                                        <p:tgtEl>
                                          <p:spTgt spid="4"/>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800"/>
                                        <p:tgtEl>
                                          <p:spTgt spid="5"/>
                                        </p:tgtEl>
                                      </p:cBhvr>
                                    </p:animEffect>
                                    <p:anim calcmode="lin" valueType="num">
                                      <p:cBhvr additive="base">
                                        <p:cTn id="19" dur="800" fill="hold"/>
                                        <p:tgtEl>
                                          <p:spTgt spid="5"/>
                                        </p:tgtEl>
                                        <p:attrNameLst>
                                          <p:attrName>ppt_x</p:attrName>
                                        </p:attrNameLst>
                                      </p:cBhvr>
                                      <p:tavLst>
                                        <p:tav tm="0">
                                          <p:val>
                                            <p:strVal val="#ppt_x-.05"/>
                                          </p:val>
                                        </p:tav>
                                        <p:tav tm="100000">
                                          <p:val>
                                            <p:strVal val="#ppt_x"/>
                                          </p:val>
                                        </p:tav>
                                      </p:tavLst>
                                    </p:anim>
                                    <p:anim calcmode="lin" valueType="num">
                                      <p:cBhvr additive="base">
                                        <p:cTn id="20" dur="8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800"/>
                                        <p:tgtEl>
                                          <p:spTgt spid="6"/>
                                        </p:tgtEl>
                                      </p:cBhvr>
                                    </p:animEffect>
                                    <p:anim calcmode="lin" valueType="num">
                                      <p:cBhvr additive="base">
                                        <p:cTn id="24" dur="800" fill="hold"/>
                                        <p:tgtEl>
                                          <p:spTgt spid="6"/>
                                        </p:tgtEl>
                                        <p:attrNameLst>
                                          <p:attrName>ppt_x</p:attrName>
                                        </p:attrNameLst>
                                      </p:cBhvr>
                                      <p:tavLst>
                                        <p:tav tm="0">
                                          <p:val>
                                            <p:strVal val="#ppt_x-.05"/>
                                          </p:val>
                                        </p:tav>
                                        <p:tav tm="100000">
                                          <p:val>
                                            <p:strVal val="#ppt_x"/>
                                          </p:val>
                                        </p:tav>
                                      </p:tavLst>
                                    </p:anim>
                                    <p:anim calcmode="lin" valueType="num">
                                      <p:cBhvr additive="base">
                                        <p:cTn id="25" dur="800" fill="hold"/>
                                        <p:tgtEl>
                                          <p:spTgt spid="6"/>
                                        </p:tgtEl>
                                        <p:attrNameLst>
                                          <p:attrName>ppt_y</p:attrName>
                                        </p:attrNameLst>
                                      </p:cBhvr>
                                      <p:tavLst>
                                        <p:tav tm="0">
                                          <p:val>
                                            <p:strVal val="#ppt_y"/>
                                          </p:val>
                                        </p:tav>
                                        <p:tav tm="100000">
                                          <p:val>
                                            <p:strVal val="#ppt_y"/>
                                          </p:val>
                                        </p:tav>
                                      </p:tavLst>
                                    </p:anim>
                                  </p:childTnLst>
                                </p:cTn>
                              </p:par>
                              <p:par>
                                <p:cTn id="29" presetID="21" presetClass="entr" presetSubtype="1" fill="hold" grpId="0" nodeType="withEffect">
                                  <p:stCondLst>
                                    <p:cond delay="400"/>
                                  </p:stCondLst>
                                  <p:childTnLst>
                                    <p:set>
                                      <p:cBhvr>
                                        <p:cTn id="27" dur="1" fill="hold">
                                          <p:stCondLst>
                                            <p:cond delay="0"/>
                                          </p:stCondLst>
                                        </p:cTn>
                                        <p:tgtEl>
                                          <p:spTgt spid="19"/>
                                        </p:tgtEl>
                                        <p:attrNameLst>
                                          <p:attrName>style.visibility</p:attrName>
                                        </p:attrNameLst>
                                      </p:cBhvr>
                                      <p:to>
                                        <p:strVal val="visible"/>
                                      </p:to>
                                    </p:set>
                                    <p:animEffect transition="in" filter="wheel(1)">
                                      <p:cBhvr>
                                        <p:cTn id="28" dur="1800"/>
                                        <p:tgtEl>
                                          <p:spTgt spid="19"/>
                                        </p:tgtEl>
                                      </p:cBhvr>
                                    </p:animEffect>
                                  </p:childTnLst>
                                </p:cTn>
                              </p:par>
                              <p:par>
                                <p:cTn id="31" presetID="8" presetClass="emph" presetSubtype="0" fill="hold" grpId="1" nodeType="withEffect" repeatCount="indefinite">
                                  <p:stCondLst>
                                    <p:cond delay="600"/>
                                  </p:stCondLst>
                                  <p:childTnLst>
                                    <p:animRot by="21600000">
                                      <p:cBhvr>
                                        <p:cTn id="30" dur="14000" fill="hold"/>
                                        <p:tgtEl>
                                          <p:spTgt spid="17"/>
                                        </p:tgtEl>
                                        <p:attrNameLst>
                                          <p:attrName>r</p:attrName>
                                        </p:attrNameLst>
                                      </p:cBhvr>
                                    </p:animRot>
                                  </p:childTnLst>
                                </p:cTn>
                              </p:par>
                              <p:par>
                                <p:cTn id="36" presetID="42" presetClass="entr" presetSubtype="0" fill="hold" grpId="0" nodeType="withEffect">
                                  <p:stCondLst>
                                    <p:cond delay="90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anim calcmode="lin" valueType="num">
                                      <p:cBhvr additive="base">
                                        <p:cTn id="34" dur="600" fill="hold"/>
                                        <p:tgtEl>
                                          <p:spTgt spid="7"/>
                                        </p:tgtEl>
                                        <p:attrNameLst>
                                          <p:attrName>ppt_x</p:attrName>
                                        </p:attrNameLst>
                                      </p:cBhvr>
                                      <p:tavLst>
                                        <p:tav tm="0">
                                          <p:val>
                                            <p:strVal val="#ppt_x"/>
                                          </p:val>
                                        </p:tav>
                                        <p:tav tm="100000">
                                          <p:val>
                                            <p:strVal val="#ppt_x"/>
                                          </p:val>
                                        </p:tav>
                                      </p:tavLst>
                                    </p:anim>
                                    <p:anim calcmode="lin" valueType="num">
                                      <p:cBhvr additive="base">
                                        <p:cTn id="35" dur="600" fill="hold"/>
                                        <p:tgtEl>
                                          <p:spTgt spid="7"/>
                                        </p:tgtEl>
                                        <p:attrNameLst>
                                          <p:attrName>ppt_y</p:attrName>
                                        </p:attrNameLst>
                                      </p:cBhvr>
                                      <p:tavLst>
                                        <p:tav tm="0">
                                          <p:val>
                                            <p:strVal val="#ppt_y+.06"/>
                                          </p:val>
                                        </p:tav>
                                        <p:tav tm="100000">
                                          <p:val>
                                            <p:strVal val="#ppt_y"/>
                                          </p:val>
                                        </p:tav>
                                      </p:tavLst>
                                    </p:anim>
                                  </p:childTnLst>
                                </p:cTn>
                              </p:par>
                              <p:par>
                                <p:cTn id="41" presetID="53" presetClass="entr" presetSubtype="16" fill="hold" grpId="0" nodeType="withEffect">
                                  <p:stCondLst>
                                    <p:cond delay="900"/>
                                  </p:stCondLst>
                                  <p:childTnLst>
                                    <p:set>
                                      <p:cBhvr>
                                        <p:cTn id="37" dur="1" fill="hold">
                                          <p:stCondLst>
                                            <p:cond delay="0"/>
                                          </p:stCondLst>
                                        </p:cTn>
                                        <p:tgtEl>
                                          <p:spTgt spid="20"/>
                                        </p:tgtEl>
                                        <p:attrNameLst>
                                          <p:attrName>style.visibility</p:attrName>
                                        </p:attrNameLst>
                                      </p:cBhvr>
                                      <p:to>
                                        <p:strVal val="visible"/>
                                      </p:to>
                                    </p:set>
                                    <p:anim calcmode="lin" valueType="num">
                                      <p:cBhvr additive="base">
                                        <p:cTn id="38" dur="600" fill="hold"/>
                                        <p:tgtEl>
                                          <p:spTgt spid="20"/>
                                        </p:tgtEl>
                                        <p:attrNameLst>
                                          <p:attrName>ppt_w</p:attrName>
                                        </p:attrNameLst>
                                      </p:cBhvr>
                                      <p:tavLst>
                                        <p:tav tm="0">
                                          <p:val>
                                            <p:strVal val="0"/>
                                          </p:val>
                                        </p:tav>
                                        <p:tav tm="100000">
                                          <p:val>
                                            <p:strVal val="#ppt_w"/>
                                          </p:val>
                                        </p:tav>
                                      </p:tavLst>
                                    </p:anim>
                                    <p:anim calcmode="lin" valueType="num">
                                      <p:cBhvr additive="base">
                                        <p:cTn id="39" dur="600" fill="hold"/>
                                        <p:tgtEl>
                                          <p:spTgt spid="20"/>
                                        </p:tgtEl>
                                        <p:attrNameLst>
                                          <p:attrName>ppt_h</p:attrName>
                                        </p:attrNameLst>
                                      </p:cBhvr>
                                      <p:tavLst>
                                        <p:tav tm="0">
                                          <p:val>
                                            <p:strVal val="0"/>
                                          </p:val>
                                        </p:tav>
                                        <p:tav tm="100000">
                                          <p:val>
                                            <p:strVal val="#ppt_h"/>
                                          </p:val>
                                        </p:tav>
                                      </p:tavLst>
                                    </p:anim>
                                    <p:animEffect transition="in" filter="fade">
                                      <p:cBhvr>
                                        <p:cTn id="40" dur="600"/>
                                        <p:tgtEl>
                                          <p:spTgt spid="20"/>
                                        </p:tgtEl>
                                      </p:cBhvr>
                                    </p:animEffect>
                                  </p:childTnLst>
                                </p:cTn>
                              </p:par>
                              <p:par>
                                <p:cTn id="44" presetID="10" presetClass="entr" presetSubtype="0" fill="hold" grpId="0" nodeType="withEffect">
                                  <p:stCondLst>
                                    <p:cond delay="90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7" presetID="10" presetClass="entr" presetSubtype="0" fill="hold" grpId="0" nodeType="withEffect">
                                  <p:stCondLst>
                                    <p:cond delay="90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50" presetID="10" presetClass="entr" presetSubtype="0" fill="hold" grpId="0" nodeType="withEffect">
                                  <p:stCondLst>
                                    <p:cond delay="90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3" presetID="22" presetClass="entr" presetSubtype="8" fill="hold" grpId="0" nodeType="withEffect">
                                  <p:stCondLst>
                                    <p:cond delay="100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1200"/>
                                        <p:tgtEl>
                                          <p:spTgt spid="25"/>
                                        </p:tgtEl>
                                      </p:cBhvr>
                                    </p:animEffect>
                                  </p:childTnLst>
                                </p:cTn>
                              </p:par>
                              <p:par>
                                <p:cTn id="56" presetID="10" presetClass="entr" presetSubtype="0" fill="hold" grpId="0" nodeType="withEffect">
                                  <p:stCondLst>
                                    <p:cond delay="105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9" presetID="10" presetClass="entr" presetSubtype="0" fill="hold" grpId="0" nodeType="withEffect">
                                  <p:stCondLst>
                                    <p:cond delay="105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par>
                                <p:cTn id="62" presetID="10" presetClass="entr" presetSubtype="0" fill="hold" grpId="0" nodeType="withEffect">
                                  <p:stCondLst>
                                    <p:cond delay="105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500"/>
                                        <p:tgtEl>
                                          <p:spTgt spid="30"/>
                                        </p:tgtEl>
                                      </p:cBhvr>
                                    </p:animEffect>
                                  </p:childTnLst>
                                </p:cTn>
                              </p:par>
                              <p:par>
                                <p:cTn id="67" presetID="53" presetClass="entr" presetSubtype="16" fill="hold" grpId="0" nodeType="withEffect">
                                  <p:stCondLst>
                                    <p:cond delay="1100"/>
                                  </p:stCondLst>
                                  <p:childTnLst>
                                    <p:set>
                                      <p:cBhvr>
                                        <p:cTn id="63" dur="1" fill="hold">
                                          <p:stCondLst>
                                            <p:cond delay="0"/>
                                          </p:stCondLst>
                                        </p:cTn>
                                        <p:tgtEl>
                                          <p:spTgt spid="8"/>
                                        </p:tgtEl>
                                        <p:attrNameLst>
                                          <p:attrName>style.visibility</p:attrName>
                                        </p:attrNameLst>
                                      </p:cBhvr>
                                      <p:to>
                                        <p:strVal val="visible"/>
                                      </p:to>
                                    </p:set>
                                    <p:anim calcmode="lin" valueType="num">
                                      <p:cBhvr additive="base">
                                        <p:cTn id="64" dur="400" fill="hold"/>
                                        <p:tgtEl>
                                          <p:spTgt spid="8"/>
                                        </p:tgtEl>
                                        <p:attrNameLst>
                                          <p:attrName>ppt_w</p:attrName>
                                        </p:attrNameLst>
                                      </p:cBhvr>
                                      <p:tavLst>
                                        <p:tav tm="0">
                                          <p:val>
                                            <p:strVal val="0"/>
                                          </p:val>
                                        </p:tav>
                                        <p:tav tm="100000">
                                          <p:val>
                                            <p:strVal val="#ppt_w"/>
                                          </p:val>
                                        </p:tav>
                                      </p:tavLst>
                                    </p:anim>
                                    <p:anim calcmode="lin" valueType="num">
                                      <p:cBhvr additive="base">
                                        <p:cTn id="65" dur="400" fill="hold"/>
                                        <p:tgtEl>
                                          <p:spTgt spid="8"/>
                                        </p:tgtEl>
                                        <p:attrNameLst>
                                          <p:attrName>ppt_h</p:attrName>
                                        </p:attrNameLst>
                                      </p:cBhvr>
                                      <p:tavLst>
                                        <p:tav tm="0">
                                          <p:val>
                                            <p:strVal val="0"/>
                                          </p:val>
                                        </p:tav>
                                        <p:tav tm="100000">
                                          <p:val>
                                            <p:strVal val="#ppt_h"/>
                                          </p:val>
                                        </p:tav>
                                      </p:tavLst>
                                    </p:anim>
                                    <p:animEffect transition="in" filter="fade">
                                      <p:cBhvr>
                                        <p:cTn id="66" dur="400"/>
                                        <p:tgtEl>
                                          <p:spTgt spid="8"/>
                                        </p:tgtEl>
                                      </p:cBhvr>
                                    </p:animEffect>
                                  </p:childTnLst>
                                </p:cTn>
                              </p:par>
                              <p:par>
                                <p:cTn id="72" presetID="42" presetClass="entr" presetSubtype="0" fill="hold" grpId="0" nodeType="withEffect">
                                  <p:stCondLst>
                                    <p:cond delay="1100"/>
                                  </p:stCondLst>
                                  <p:childTnLst>
                                    <p:set>
                                      <p:cBhvr>
                                        <p:cTn id="68" dur="1" fill="hold">
                                          <p:stCondLst>
                                            <p:cond delay="0"/>
                                          </p:stCondLst>
                                        </p:cTn>
                                        <p:tgtEl>
                                          <p:spTgt spid="9"/>
                                        </p:tgtEl>
                                        <p:attrNameLst>
                                          <p:attrName>style.visibility</p:attrName>
                                        </p:attrNameLst>
                                      </p:cBhvr>
                                      <p:to>
                                        <p:strVal val="visible"/>
                                      </p:to>
                                    </p:set>
                                    <p:animEffect transition="in" filter="fade">
                                      <p:cBhvr>
                                        <p:cTn id="69" dur="600"/>
                                        <p:tgtEl>
                                          <p:spTgt spid="9"/>
                                        </p:tgtEl>
                                      </p:cBhvr>
                                    </p:animEffect>
                                    <p:anim calcmode="lin" valueType="num">
                                      <p:cBhvr additive="base">
                                        <p:cTn id="70" dur="600" fill="hold"/>
                                        <p:tgtEl>
                                          <p:spTgt spid="9"/>
                                        </p:tgtEl>
                                        <p:attrNameLst>
                                          <p:attrName>ppt_x</p:attrName>
                                        </p:attrNameLst>
                                      </p:cBhvr>
                                      <p:tavLst>
                                        <p:tav tm="0">
                                          <p:val>
                                            <p:strVal val="#ppt_x"/>
                                          </p:val>
                                        </p:tav>
                                        <p:tav tm="100000">
                                          <p:val>
                                            <p:strVal val="#ppt_x"/>
                                          </p:val>
                                        </p:tav>
                                      </p:tavLst>
                                    </p:anim>
                                    <p:anim calcmode="lin" valueType="num">
                                      <p:cBhvr additive="base">
                                        <p:cTn id="71" dur="600" fill="hold"/>
                                        <p:tgtEl>
                                          <p:spTgt spid="9"/>
                                        </p:tgtEl>
                                        <p:attrNameLst>
                                          <p:attrName>ppt_y</p:attrName>
                                        </p:attrNameLst>
                                      </p:cBhvr>
                                      <p:tavLst>
                                        <p:tav tm="0">
                                          <p:val>
                                            <p:strVal val="#ppt_y+.06"/>
                                          </p:val>
                                        </p:tav>
                                        <p:tav tm="100000">
                                          <p:val>
                                            <p:strVal val="#ppt_y"/>
                                          </p:val>
                                        </p:tav>
                                      </p:tavLst>
                                    </p:anim>
                                  </p:childTnLst>
                                </p:cTn>
                              </p:par>
                              <p:par>
                                <p:cTn id="75" presetID="10" presetClass="entr" presetSubtype="0" fill="hold" grpId="0" nodeType="withEffect">
                                  <p:stCondLst>
                                    <p:cond delay="110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par>
                                <p:cTn id="78" presetID="22" presetClass="entr" presetSubtype="8" fill="hold" grpId="0" nodeType="withEffect">
                                  <p:stCondLst>
                                    <p:cond delay="1150"/>
                                  </p:stCondLst>
                                  <p:childTnLst>
                                    <p:set>
                                      <p:cBhvr>
                                        <p:cTn id="76" dur="1" fill="hold">
                                          <p:stCondLst>
                                            <p:cond delay="0"/>
                                          </p:stCondLst>
                                        </p:cTn>
                                        <p:tgtEl>
                                          <p:spTgt spid="29"/>
                                        </p:tgtEl>
                                        <p:attrNameLst>
                                          <p:attrName>style.visibility</p:attrName>
                                        </p:attrNameLst>
                                      </p:cBhvr>
                                      <p:to>
                                        <p:strVal val="visible"/>
                                      </p:to>
                                    </p:set>
                                    <p:animEffect transition="in" filter="wipe(left)">
                                      <p:cBhvr>
                                        <p:cTn id="77" dur="1200"/>
                                        <p:tgtEl>
                                          <p:spTgt spid="29"/>
                                        </p:tgtEl>
                                      </p:cBhvr>
                                    </p:animEffect>
                                  </p:childTnLst>
                                </p:cTn>
                              </p:par>
                              <p:par>
                                <p:cTn id="81" presetID="10" presetClass="entr" presetSubtype="0" fill="hold" grpId="0" nodeType="withEffect">
                                  <p:stCondLst>
                                    <p:cond delay="120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500"/>
                                        <p:tgtEl>
                                          <p:spTgt spid="31"/>
                                        </p:tgtEl>
                                      </p:cBhvr>
                                    </p:animEffect>
                                  </p:childTnLst>
                                </p:cTn>
                              </p:par>
                              <p:par>
                                <p:cTn id="84" presetID="10" presetClass="entr" presetSubtype="0" fill="hold" grpId="0" nodeType="withEffect">
                                  <p:stCondLst>
                                    <p:cond delay="120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500"/>
                                        <p:tgtEl>
                                          <p:spTgt spid="32"/>
                                        </p:tgtEl>
                                      </p:cBhvr>
                                    </p:animEffect>
                                  </p:childTnLst>
                                </p:cTn>
                              </p:par>
                              <p:par>
                                <p:cTn id="87" presetID="10" presetClass="entr" presetSubtype="0" fill="hold" grpId="0" nodeType="withEffect">
                                  <p:stCondLst>
                                    <p:cond delay="120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500"/>
                                        <p:tgtEl>
                                          <p:spTgt spid="34"/>
                                        </p:tgtEl>
                                      </p:cBhvr>
                                    </p:animEffect>
                                  </p:childTnLst>
                                </p:cTn>
                              </p:par>
                              <p:par>
                                <p:cTn id="92" presetID="53" presetClass="entr" presetSubtype="16" fill="hold" grpId="0" nodeType="withEffect">
                                  <p:stCondLst>
                                    <p:cond delay="1300"/>
                                  </p:stCondLst>
                                  <p:childTnLst>
                                    <p:set>
                                      <p:cBhvr>
                                        <p:cTn id="88" dur="1" fill="hold">
                                          <p:stCondLst>
                                            <p:cond delay="0"/>
                                          </p:stCondLst>
                                        </p:cTn>
                                        <p:tgtEl>
                                          <p:spTgt spid="10"/>
                                        </p:tgtEl>
                                        <p:attrNameLst>
                                          <p:attrName>style.visibility</p:attrName>
                                        </p:attrNameLst>
                                      </p:cBhvr>
                                      <p:to>
                                        <p:strVal val="visible"/>
                                      </p:to>
                                    </p:set>
                                    <p:anim calcmode="lin" valueType="num">
                                      <p:cBhvr additive="base">
                                        <p:cTn id="89" dur="400" fill="hold"/>
                                        <p:tgtEl>
                                          <p:spTgt spid="10"/>
                                        </p:tgtEl>
                                        <p:attrNameLst>
                                          <p:attrName>ppt_w</p:attrName>
                                        </p:attrNameLst>
                                      </p:cBhvr>
                                      <p:tavLst>
                                        <p:tav tm="0">
                                          <p:val>
                                            <p:strVal val="0"/>
                                          </p:val>
                                        </p:tav>
                                        <p:tav tm="100000">
                                          <p:val>
                                            <p:strVal val="#ppt_w"/>
                                          </p:val>
                                        </p:tav>
                                      </p:tavLst>
                                    </p:anim>
                                    <p:anim calcmode="lin" valueType="num">
                                      <p:cBhvr additive="base">
                                        <p:cTn id="90" dur="400" fill="hold"/>
                                        <p:tgtEl>
                                          <p:spTgt spid="10"/>
                                        </p:tgtEl>
                                        <p:attrNameLst>
                                          <p:attrName>ppt_h</p:attrName>
                                        </p:attrNameLst>
                                      </p:cBhvr>
                                      <p:tavLst>
                                        <p:tav tm="0">
                                          <p:val>
                                            <p:strVal val="0"/>
                                          </p:val>
                                        </p:tav>
                                        <p:tav tm="100000">
                                          <p:val>
                                            <p:strVal val="#ppt_h"/>
                                          </p:val>
                                        </p:tav>
                                      </p:tavLst>
                                    </p:anim>
                                    <p:animEffect transition="in" filter="fade">
                                      <p:cBhvr>
                                        <p:cTn id="91" dur="400"/>
                                        <p:tgtEl>
                                          <p:spTgt spid="10"/>
                                        </p:tgtEl>
                                      </p:cBhvr>
                                    </p:animEffect>
                                  </p:childTnLst>
                                </p:cTn>
                              </p:par>
                              <p:par>
                                <p:cTn id="97" presetID="42" presetClass="entr" presetSubtype="0" fill="hold" grpId="0" nodeType="withEffect">
                                  <p:stCondLst>
                                    <p:cond delay="1300"/>
                                  </p:stCondLst>
                                  <p:childTnLst>
                                    <p:set>
                                      <p:cBhvr>
                                        <p:cTn id="93" dur="1" fill="hold">
                                          <p:stCondLst>
                                            <p:cond delay="0"/>
                                          </p:stCondLst>
                                        </p:cTn>
                                        <p:tgtEl>
                                          <p:spTgt spid="11"/>
                                        </p:tgtEl>
                                        <p:attrNameLst>
                                          <p:attrName>style.visibility</p:attrName>
                                        </p:attrNameLst>
                                      </p:cBhvr>
                                      <p:to>
                                        <p:strVal val="visible"/>
                                      </p:to>
                                    </p:set>
                                    <p:animEffect transition="in" filter="fade">
                                      <p:cBhvr>
                                        <p:cTn id="94" dur="600"/>
                                        <p:tgtEl>
                                          <p:spTgt spid="11"/>
                                        </p:tgtEl>
                                      </p:cBhvr>
                                    </p:animEffect>
                                    <p:anim calcmode="lin" valueType="num">
                                      <p:cBhvr additive="base">
                                        <p:cTn id="95" dur="600" fill="hold"/>
                                        <p:tgtEl>
                                          <p:spTgt spid="11"/>
                                        </p:tgtEl>
                                        <p:attrNameLst>
                                          <p:attrName>ppt_x</p:attrName>
                                        </p:attrNameLst>
                                      </p:cBhvr>
                                      <p:tavLst>
                                        <p:tav tm="0">
                                          <p:val>
                                            <p:strVal val="#ppt_x"/>
                                          </p:val>
                                        </p:tav>
                                        <p:tav tm="100000">
                                          <p:val>
                                            <p:strVal val="#ppt_x"/>
                                          </p:val>
                                        </p:tav>
                                      </p:tavLst>
                                    </p:anim>
                                    <p:anim calcmode="lin" valueType="num">
                                      <p:cBhvr additive="base">
                                        <p:cTn id="96" dur="600" fill="hold"/>
                                        <p:tgtEl>
                                          <p:spTgt spid="11"/>
                                        </p:tgtEl>
                                        <p:attrNameLst>
                                          <p:attrName>ppt_y</p:attrName>
                                        </p:attrNameLst>
                                      </p:cBhvr>
                                      <p:tavLst>
                                        <p:tav tm="0">
                                          <p:val>
                                            <p:strVal val="#ppt_y+.06"/>
                                          </p:val>
                                        </p:tav>
                                        <p:tav tm="100000">
                                          <p:val>
                                            <p:strVal val="#ppt_y"/>
                                          </p:val>
                                        </p:tav>
                                      </p:tavLst>
                                    </p:anim>
                                  </p:childTnLst>
                                </p:cTn>
                              </p:par>
                              <p:par>
                                <p:cTn id="100" presetID="22" presetClass="entr" presetSubtype="8" fill="hold" grpId="0" nodeType="withEffect">
                                  <p:stCondLst>
                                    <p:cond delay="1300"/>
                                  </p:stCondLst>
                                  <p:childTnLst>
                                    <p:set>
                                      <p:cBhvr>
                                        <p:cTn id="98" dur="1" fill="hold">
                                          <p:stCondLst>
                                            <p:cond delay="0"/>
                                          </p:stCondLst>
                                        </p:cTn>
                                        <p:tgtEl>
                                          <p:spTgt spid="33"/>
                                        </p:tgtEl>
                                        <p:attrNameLst>
                                          <p:attrName>style.visibility</p:attrName>
                                        </p:attrNameLst>
                                      </p:cBhvr>
                                      <p:to>
                                        <p:strVal val="visible"/>
                                      </p:to>
                                    </p:set>
                                    <p:animEffect transition="in" filter="wipe(left)">
                                      <p:cBhvr>
                                        <p:cTn id="99" dur="1200"/>
                                        <p:tgtEl>
                                          <p:spTgt spid="33"/>
                                        </p:tgtEl>
                                      </p:cBhvr>
                                    </p:animEffect>
                                  </p:childTnLst>
                                </p:cTn>
                              </p:par>
                              <p:par>
                                <p:cTn id="103" presetID="10" presetClass="entr" presetSubtype="0" fill="hold" grpId="0" nodeType="withEffect">
                                  <p:stCondLst>
                                    <p:cond delay="135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6" presetID="10" presetClass="entr" presetSubtype="0" fill="hold" grpId="0" nodeType="withEffect">
                                  <p:stCondLst>
                                    <p:cond delay="135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9" presetID="10" presetClass="entr" presetSubtype="0" fill="hold" grpId="0" nodeType="withEffect">
                                  <p:stCondLst>
                                    <p:cond delay="135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500"/>
                                        <p:tgtEl>
                                          <p:spTgt spid="38"/>
                                        </p:tgtEl>
                                      </p:cBhvr>
                                    </p:animEffect>
                                  </p:childTnLst>
                                </p:cTn>
                              </p:par>
                              <p:par>
                                <p:cTn id="112" presetID="22" presetClass="entr" presetSubtype="8" fill="hold" grpId="0" nodeType="withEffect">
                                  <p:stCondLst>
                                    <p:cond delay="1450"/>
                                  </p:stCondLst>
                                  <p:childTnLst>
                                    <p:set>
                                      <p:cBhvr>
                                        <p:cTn id="110" dur="1" fill="hold">
                                          <p:stCondLst>
                                            <p:cond delay="0"/>
                                          </p:stCondLst>
                                        </p:cTn>
                                        <p:tgtEl>
                                          <p:spTgt spid="37"/>
                                        </p:tgtEl>
                                        <p:attrNameLst>
                                          <p:attrName>style.visibility</p:attrName>
                                        </p:attrNameLst>
                                      </p:cBhvr>
                                      <p:to>
                                        <p:strVal val="visible"/>
                                      </p:to>
                                    </p:set>
                                    <p:animEffect transition="in" filter="wipe(left)">
                                      <p:cBhvr>
                                        <p:cTn id="111" dur="1200"/>
                                        <p:tgtEl>
                                          <p:spTgt spid="37"/>
                                        </p:tgtEl>
                                      </p:cBhvr>
                                    </p:animEffect>
                                  </p:childTnLst>
                                </p:cTn>
                              </p:par>
                              <p:par>
                                <p:cTn id="117" presetID="53" presetClass="entr" presetSubtype="16" fill="hold" grpId="0" nodeType="withEffect">
                                  <p:stCondLst>
                                    <p:cond delay="1500"/>
                                  </p:stCondLst>
                                  <p:childTnLst>
                                    <p:set>
                                      <p:cBhvr>
                                        <p:cTn id="113" dur="1" fill="hold">
                                          <p:stCondLst>
                                            <p:cond delay="0"/>
                                          </p:stCondLst>
                                        </p:cTn>
                                        <p:tgtEl>
                                          <p:spTgt spid="12"/>
                                        </p:tgtEl>
                                        <p:attrNameLst>
                                          <p:attrName>style.visibility</p:attrName>
                                        </p:attrNameLst>
                                      </p:cBhvr>
                                      <p:to>
                                        <p:strVal val="visible"/>
                                      </p:to>
                                    </p:set>
                                    <p:anim calcmode="lin" valueType="num">
                                      <p:cBhvr additive="base">
                                        <p:cTn id="114" dur="400" fill="hold"/>
                                        <p:tgtEl>
                                          <p:spTgt spid="12"/>
                                        </p:tgtEl>
                                        <p:attrNameLst>
                                          <p:attrName>ppt_w</p:attrName>
                                        </p:attrNameLst>
                                      </p:cBhvr>
                                      <p:tavLst>
                                        <p:tav tm="0">
                                          <p:val>
                                            <p:strVal val="0"/>
                                          </p:val>
                                        </p:tav>
                                        <p:tav tm="100000">
                                          <p:val>
                                            <p:strVal val="#ppt_w"/>
                                          </p:val>
                                        </p:tav>
                                      </p:tavLst>
                                    </p:anim>
                                    <p:anim calcmode="lin" valueType="num">
                                      <p:cBhvr additive="base">
                                        <p:cTn id="115" dur="400" fill="hold"/>
                                        <p:tgtEl>
                                          <p:spTgt spid="12"/>
                                        </p:tgtEl>
                                        <p:attrNameLst>
                                          <p:attrName>ppt_h</p:attrName>
                                        </p:attrNameLst>
                                      </p:cBhvr>
                                      <p:tavLst>
                                        <p:tav tm="0">
                                          <p:val>
                                            <p:strVal val="0"/>
                                          </p:val>
                                        </p:tav>
                                        <p:tav tm="100000">
                                          <p:val>
                                            <p:strVal val="#ppt_h"/>
                                          </p:val>
                                        </p:tav>
                                      </p:tavLst>
                                    </p:anim>
                                    <p:animEffect transition="in" filter="fade">
                                      <p:cBhvr>
                                        <p:cTn id="116" dur="400"/>
                                        <p:tgtEl>
                                          <p:spTgt spid="12"/>
                                        </p:tgtEl>
                                      </p:cBhvr>
                                    </p:animEffect>
                                  </p:childTnLst>
                                </p:cTn>
                              </p:par>
                              <p:par>
                                <p:cTn id="122" presetID="42" presetClass="entr" presetSubtype="0" fill="hold" grpId="0" nodeType="withEffect">
                                  <p:stCondLst>
                                    <p:cond delay="1500"/>
                                  </p:stCondLst>
                                  <p:childTnLst>
                                    <p:set>
                                      <p:cBhvr>
                                        <p:cTn id="118" dur="1" fill="hold">
                                          <p:stCondLst>
                                            <p:cond delay="0"/>
                                          </p:stCondLst>
                                        </p:cTn>
                                        <p:tgtEl>
                                          <p:spTgt spid="13"/>
                                        </p:tgtEl>
                                        <p:attrNameLst>
                                          <p:attrName>style.visibility</p:attrName>
                                        </p:attrNameLst>
                                      </p:cBhvr>
                                      <p:to>
                                        <p:strVal val="visible"/>
                                      </p:to>
                                    </p:set>
                                    <p:animEffect transition="in" filter="fade">
                                      <p:cBhvr>
                                        <p:cTn id="119" dur="600"/>
                                        <p:tgtEl>
                                          <p:spTgt spid="13"/>
                                        </p:tgtEl>
                                      </p:cBhvr>
                                    </p:animEffect>
                                    <p:anim calcmode="lin" valueType="num">
                                      <p:cBhvr additive="base">
                                        <p:cTn id="120" dur="600" fill="hold"/>
                                        <p:tgtEl>
                                          <p:spTgt spid="13"/>
                                        </p:tgtEl>
                                        <p:attrNameLst>
                                          <p:attrName>ppt_x</p:attrName>
                                        </p:attrNameLst>
                                      </p:cBhvr>
                                      <p:tavLst>
                                        <p:tav tm="0">
                                          <p:val>
                                            <p:strVal val="#ppt_x"/>
                                          </p:val>
                                        </p:tav>
                                        <p:tav tm="100000">
                                          <p:val>
                                            <p:strVal val="#ppt_x"/>
                                          </p:val>
                                        </p:tav>
                                      </p:tavLst>
                                    </p:anim>
                                    <p:anim calcmode="lin" valueType="num">
                                      <p:cBhvr additive="base">
                                        <p:cTn id="121" dur="600" fill="hold"/>
                                        <p:tgtEl>
                                          <p:spTgt spid="13"/>
                                        </p:tgtEl>
                                        <p:attrNameLst>
                                          <p:attrName>ppt_y</p:attrName>
                                        </p:attrNameLst>
                                      </p:cBhvr>
                                      <p:tavLst>
                                        <p:tav tm="0">
                                          <p:val>
                                            <p:strVal val="#ppt_y+.06"/>
                                          </p:val>
                                        </p:tav>
                                        <p:tav tm="100000">
                                          <p:val>
                                            <p:strVal val="#ppt_y"/>
                                          </p:val>
                                        </p:tav>
                                      </p:tavLst>
                                    </p:anim>
                                  </p:childTnLst>
                                </p:cTn>
                              </p:par>
                              <p:par>
                                <p:cTn id="125" presetID="10" presetClass="entr" presetSubtype="0" fill="hold" grpId="0" nodeType="withEffect">
                                  <p:stCondLst>
                                    <p:cond delay="150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4" dur="500"/>
                                        <p:tgtEl>
                                          <p:spTgt spid="39"/>
                                        </p:tgtEl>
                                      </p:cBhvr>
                                    </p:animEffect>
                                  </p:childTnLst>
                                </p:cTn>
                              </p:par>
                              <p:par>
                                <p:cTn id="128" presetID="10" presetClass="entr" presetSubtype="0" fill="hold" grpId="0" nodeType="withEffect">
                                  <p:stCondLst>
                                    <p:cond delay="150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7" dur="500"/>
                                        <p:tgtEl>
                                          <p:spTgt spid="40"/>
                                        </p:tgtEl>
                                      </p:cBhvr>
                                    </p:animEffect>
                                  </p:childTnLst>
                                </p:cTn>
                              </p:par>
                              <p:par>
                                <p:cTn id="131" presetID="10" presetClass="entr" presetSubtype="0" fill="hold" grpId="0" nodeType="withEffect">
                                  <p:stCondLst>
                                    <p:cond delay="150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500"/>
                                        <p:tgtEl>
                                          <p:spTgt spid="42"/>
                                        </p:tgtEl>
                                      </p:cBhvr>
                                    </p:animEffect>
                                  </p:childTnLst>
                                </p:cTn>
                              </p:par>
                              <p:par>
                                <p:cTn id="134" presetID="22" presetClass="entr" presetSubtype="8" fill="hold" grpId="0" nodeType="withEffect">
                                  <p:stCondLst>
                                    <p:cond delay="1600"/>
                                  </p:stCondLst>
                                  <p:childTnLst>
                                    <p:set>
                                      <p:cBhvr>
                                        <p:cTn id="132" dur="1" fill="hold">
                                          <p:stCondLst>
                                            <p:cond delay="0"/>
                                          </p:stCondLst>
                                        </p:cTn>
                                        <p:tgtEl>
                                          <p:spTgt spid="41"/>
                                        </p:tgtEl>
                                        <p:attrNameLst>
                                          <p:attrName>style.visibility</p:attrName>
                                        </p:attrNameLst>
                                      </p:cBhvr>
                                      <p:to>
                                        <p:strVal val="visible"/>
                                      </p:to>
                                    </p:set>
                                    <p:animEffect transition="in" filter="wipe(left)">
                                      <p:cBhvr>
                                        <p:cTn id="133" dur="1200"/>
                                        <p:tgtEl>
                                          <p:spTgt spid="41"/>
                                        </p:tgtEl>
                                      </p:cBhvr>
                                    </p:animEffect>
                                  </p:childTnLst>
                                </p:cTn>
                              </p:par>
                              <p:par>
                                <p:cTn id="139" presetID="53" presetClass="entr" presetSubtype="16" fill="hold" grpId="0" nodeType="withEffect">
                                  <p:stCondLst>
                                    <p:cond delay="1700"/>
                                  </p:stCondLst>
                                  <p:childTnLst>
                                    <p:set>
                                      <p:cBhvr>
                                        <p:cTn id="135" dur="1" fill="hold">
                                          <p:stCondLst>
                                            <p:cond delay="0"/>
                                          </p:stCondLst>
                                        </p:cTn>
                                        <p:tgtEl>
                                          <p:spTgt spid="14"/>
                                        </p:tgtEl>
                                        <p:attrNameLst>
                                          <p:attrName>style.visibility</p:attrName>
                                        </p:attrNameLst>
                                      </p:cBhvr>
                                      <p:to>
                                        <p:strVal val="visible"/>
                                      </p:to>
                                    </p:set>
                                    <p:anim calcmode="lin" valueType="num">
                                      <p:cBhvr additive="base">
                                        <p:cTn id="136" dur="400" fill="hold"/>
                                        <p:tgtEl>
                                          <p:spTgt spid="14"/>
                                        </p:tgtEl>
                                        <p:attrNameLst>
                                          <p:attrName>ppt_w</p:attrName>
                                        </p:attrNameLst>
                                      </p:cBhvr>
                                      <p:tavLst>
                                        <p:tav tm="0">
                                          <p:val>
                                            <p:strVal val="0"/>
                                          </p:val>
                                        </p:tav>
                                        <p:tav tm="100000">
                                          <p:val>
                                            <p:strVal val="#ppt_w"/>
                                          </p:val>
                                        </p:tav>
                                      </p:tavLst>
                                    </p:anim>
                                    <p:anim calcmode="lin" valueType="num">
                                      <p:cBhvr additive="base">
                                        <p:cTn id="137" dur="400" fill="hold"/>
                                        <p:tgtEl>
                                          <p:spTgt spid="14"/>
                                        </p:tgtEl>
                                        <p:attrNameLst>
                                          <p:attrName>ppt_h</p:attrName>
                                        </p:attrNameLst>
                                      </p:cBhvr>
                                      <p:tavLst>
                                        <p:tav tm="0">
                                          <p:val>
                                            <p:strVal val="0"/>
                                          </p:val>
                                        </p:tav>
                                        <p:tav tm="100000">
                                          <p:val>
                                            <p:strVal val="#ppt_h"/>
                                          </p:val>
                                        </p:tav>
                                      </p:tavLst>
                                    </p:anim>
                                    <p:animEffect transition="in" filter="fade">
                                      <p:cBhvr>
                                        <p:cTn id="138" dur="400"/>
                                        <p:tgtEl>
                                          <p:spTgt spid="14"/>
                                        </p:tgtEl>
                                      </p:cBhvr>
                                    </p:animEffect>
                                  </p:childTnLst>
                                </p:cTn>
                              </p:par>
                              <p:par>
                                <p:cTn id="144" presetID="42" presetClass="entr" presetSubtype="0" fill="hold" grpId="0" nodeType="withEffect">
                                  <p:stCondLst>
                                    <p:cond delay="170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600"/>
                                        <p:tgtEl>
                                          <p:spTgt spid="15"/>
                                        </p:tgtEl>
                                      </p:cBhvr>
                                    </p:animEffect>
                                    <p:anim calcmode="lin" valueType="num">
                                      <p:cBhvr additive="base">
                                        <p:cTn id="142" dur="600" fill="hold"/>
                                        <p:tgtEl>
                                          <p:spTgt spid="15"/>
                                        </p:tgtEl>
                                        <p:attrNameLst>
                                          <p:attrName>ppt_x</p:attrName>
                                        </p:attrNameLst>
                                      </p:cBhvr>
                                      <p:tavLst>
                                        <p:tav tm="0">
                                          <p:val>
                                            <p:strVal val="#ppt_x"/>
                                          </p:val>
                                        </p:tav>
                                        <p:tav tm="100000">
                                          <p:val>
                                            <p:strVal val="#ppt_x"/>
                                          </p:val>
                                        </p:tav>
                                      </p:tavLst>
                                    </p:anim>
                                    <p:anim calcmode="lin" valueType="num">
                                      <p:cBhvr additive="base">
                                        <p:cTn id="143" dur="600" fill="hold"/>
                                        <p:tgtEl>
                                          <p:spTgt spid="15"/>
                                        </p:tgtEl>
                                        <p:attrNameLst>
                                          <p:attrName>ppt_y</p:attrName>
                                        </p:attrNameLst>
                                      </p:cBhvr>
                                      <p:tavLst>
                                        <p:tav tm="0">
                                          <p:val>
                                            <p:strVal val="#ppt_y+.06"/>
                                          </p:val>
                                        </p:tav>
                                        <p:tav tm="100000">
                                          <p:val>
                                            <p:strVal val="#ppt_y"/>
                                          </p:val>
                                        </p:tav>
                                      </p:tavLst>
                                    </p:anim>
                                  </p:childTnLst>
                                </p:cTn>
                              </p:par>
                              <p:par>
                                <p:cTn id="149" presetID="53" presetClass="entr" presetSubtype="32" fill="hold" grpId="0" nodeType="withEffect">
                                  <p:stCondLst>
                                    <p:cond delay="2600"/>
                                  </p:stCondLst>
                                  <p:childTnLst>
                                    <p:set>
                                      <p:cBhvr>
                                        <p:cTn id="145" dur="1" fill="hold">
                                          <p:stCondLst>
                                            <p:cond delay="0"/>
                                          </p:stCondLst>
                                        </p:cTn>
                                        <p:tgtEl>
                                          <p:spTgt spid="22"/>
                                        </p:tgtEl>
                                        <p:attrNameLst>
                                          <p:attrName>style.visibility</p:attrName>
                                        </p:attrNameLst>
                                      </p:cBhvr>
                                      <p:to>
                                        <p:strVal val="visible"/>
                                      </p:to>
                                    </p:set>
                                    <p:anim calcmode="lin" valueType="num">
                                      <p:cBhvr additive="base">
                                        <p:cTn id="146" dur="450" fill="hold"/>
                                        <p:tgtEl>
                                          <p:spTgt spid="22"/>
                                        </p:tgtEl>
                                        <p:attrNameLst>
                                          <p:attrName>ppt_w</p:attrName>
                                        </p:attrNameLst>
                                      </p:cBhvr>
                                      <p:tavLst>
                                        <p:tav tm="0">
                                          <p:val>
                                            <p:strVal val="#ppt_w*2.4"/>
                                          </p:val>
                                        </p:tav>
                                        <p:tav tm="100000">
                                          <p:val>
                                            <p:strVal val="#ppt_w"/>
                                          </p:val>
                                        </p:tav>
                                      </p:tavLst>
                                    </p:anim>
                                    <p:anim calcmode="lin" valueType="num">
                                      <p:cBhvr additive="base">
                                        <p:cTn id="147" dur="450" fill="hold"/>
                                        <p:tgtEl>
                                          <p:spTgt spid="22"/>
                                        </p:tgtEl>
                                        <p:attrNameLst>
                                          <p:attrName>ppt_h</p:attrName>
                                        </p:attrNameLst>
                                      </p:cBhvr>
                                      <p:tavLst>
                                        <p:tav tm="0">
                                          <p:val>
                                            <p:strVal val="#ppt_h*2.4"/>
                                          </p:val>
                                        </p:tav>
                                        <p:tav tm="100000">
                                          <p:val>
                                            <p:strVal val="#ppt_h"/>
                                          </p:val>
                                        </p:tav>
                                      </p:tavLst>
                                    </p:anim>
                                    <p:animEffect transition="in" filter="fade">
                                      <p:cBhvr>
                                        <p:cTn id="148" dur="450"/>
                                        <p:tgtEl>
                                          <p:spTgt spid="22"/>
                                        </p:tgtEl>
                                      </p:cBhvr>
                                    </p:animEffect>
                                  </p:childTnLst>
                                </p:cTn>
                              </p:par>
                              <p:par>
                                <p:cTn id="154" presetID="42" presetClass="entr" presetSubtype="0" fill="hold" grpId="0" nodeType="withEffect">
                                  <p:stCondLst>
                                    <p:cond delay="3200"/>
                                  </p:stCondLst>
                                  <p:childTnLst>
                                    <p:set>
                                      <p:cBhvr>
                                        <p:cTn id="150" dur="1" fill="hold">
                                          <p:stCondLst>
                                            <p:cond delay="0"/>
                                          </p:stCondLst>
                                        </p:cTn>
                                        <p:tgtEl>
                                          <p:spTgt spid="16"/>
                                        </p:tgtEl>
                                        <p:attrNameLst>
                                          <p:attrName>style.visibility</p:attrName>
                                        </p:attrNameLst>
                                      </p:cBhvr>
                                      <p:to>
                                        <p:strVal val="visible"/>
                                      </p:to>
                                    </p:set>
                                    <p:animEffect transition="in" filter="fade">
                                      <p:cBhvr>
                                        <p:cTn id="151" dur="700"/>
                                        <p:tgtEl>
                                          <p:spTgt spid="16"/>
                                        </p:tgtEl>
                                      </p:cBhvr>
                                    </p:animEffect>
                                    <p:anim calcmode="lin" valueType="num">
                                      <p:cBhvr additive="base">
                                        <p:cTn id="152" dur="700" fill="hold"/>
                                        <p:tgtEl>
                                          <p:spTgt spid="16"/>
                                        </p:tgtEl>
                                        <p:attrNameLst>
                                          <p:attrName>ppt_x</p:attrName>
                                        </p:attrNameLst>
                                      </p:cBhvr>
                                      <p:tavLst>
                                        <p:tav tm="0">
                                          <p:val>
                                            <p:strVal val="#ppt_x"/>
                                          </p:val>
                                        </p:tav>
                                        <p:tav tm="100000">
                                          <p:val>
                                            <p:strVal val="#ppt_x"/>
                                          </p:val>
                                        </p:tav>
                                      </p:tavLst>
                                    </p:anim>
                                    <p:anim calcmode="lin" valueType="num">
                                      <p:cBhvr additive="base">
                                        <p:cTn id="153" dur="700" fill="hold"/>
                                        <p:tgtEl>
                                          <p:spTgt spid="1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animBg="1"/>
      <p:bldP spid="18" grpId="0" animBg="1"/>
      <p:bldP spid="4" grpId="0" animBg="1"/>
      <p:bldP spid="5" grpId="0" animBg="1"/>
      <p:bldP spid="6" grpId="0" animBg="1"/>
      <p:bldP spid="19" grpId="0" animBg="1"/>
      <p:bldP spid="17" grpId="1" animBg="1"/>
      <p:bldP spid="7" grpId="0" animBg="1"/>
      <p:bldP spid="20" grpId="0" animBg="1"/>
      <p:bldP spid="23" grpId="0" animBg="1"/>
      <p:bldP spid="24" grpId="0" animBg="1"/>
      <p:bldP spid="26" grpId="0" animBg="1"/>
      <p:bldP spid="25" grpId="0" animBg="1"/>
      <p:bldP spid="27" grpId="0" animBg="1"/>
      <p:bldP spid="28" grpId="0" animBg="1"/>
      <p:bldP spid="30" grpId="0" animBg="1"/>
      <p:bldP spid="8" grpId="0" animBg="1"/>
      <p:bldP spid="9" grpId="0" animBg="1"/>
      <p:bldP spid="21" grpId="0" animBg="1"/>
      <p:bldP spid="29" grpId="0" animBg="1"/>
      <p:bldP spid="31" grpId="0" animBg="1"/>
      <p:bldP spid="32" grpId="0" animBg="1"/>
      <p:bldP spid="34" grpId="0" animBg="1"/>
      <p:bldP spid="10" grpId="0" animBg="1"/>
      <p:bldP spid="11" grpId="0" animBg="1"/>
      <p:bldP spid="33" grpId="0" animBg="1"/>
      <p:bldP spid="35" grpId="0" animBg="1"/>
      <p:bldP spid="36" grpId="0" animBg="1"/>
      <p:bldP spid="38" grpId="0" animBg="1"/>
      <p:bldP spid="37" grpId="0" animBg="1"/>
      <p:bldP spid="12" grpId="0" animBg="1"/>
      <p:bldP spid="13" grpId="0" animBg="1"/>
      <p:bldP spid="39" grpId="0" animBg="1"/>
      <p:bldP spid="40" grpId="0" animBg="1"/>
      <p:bldP spid="42" grpId="0" animBg="1"/>
      <p:bldP spid="41" grpId="0" animBg="1"/>
      <p:bldP spid="14" grpId="0" animBg="1"/>
      <p:bldP spid="15" grpId="0" animBg="1"/>
      <p:bldP spid="22"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p:bgPr>
    </p:bg>
    <p:spTree>
      <p:nvGrpSpPr>
        <p:cNvPr id="1" name=""/>
        <p:cNvGrpSpPr/>
        <p:nvPr/>
      </p:nvGrpSpPr>
      <p:grpSpPr>
        <a:xfrm>
          <a:off x="0" y="0"/>
          <a:ext cx="0" cy="0"/>
          <a:chOff x="0" y="0"/>
          <a:chExt cx="0" cy="0"/>
        </a:xfrm>
      </p:grpSpPr>
      <p:sp>
        <p:nvSpPr>
          <p:cNvPr id="3" name="heading"/>
          <p:cNvSpPr txBox="1"/>
          <p:nvPr/>
        </p:nvSpPr>
        <p:spPr>
          <a:xfrm>
            <a:off x="812800" y="749300"/>
            <a:ext cx="10566400" cy="1016000"/>
          </a:xfrm>
          <a:prstGeom prst="rect">
            <a:avLst/>
          </a:prstGeom>
          <a:noFill/>
          <a:ln/>
        </p:spPr>
        <p:txBody>
          <a:bodyPr wrap="square" lIns="0" tIns="0" rIns="0" bIns="0" rtlCol="0" anchor="t"/>
          <a:lstStyle/>
          <a:p>
            <a:pPr indent="0" marL="0">
              <a:lnSpc>
                <a:spcPct val="95000"/>
              </a:lnSpc>
              <a:buNone/>
            </a:pPr>
            <a:r>
              <a:rPr lang="en-US" sz="3200" b="1" dirty="0">
                <a:solidFill>
                  <a:srgbClr val="F3F5F2"/>
                </a:solidFill>
                <a:latin typeface="Segoe UI" pitchFamily="34" charset="0"/>
                <a:ea typeface="Segoe UI" pitchFamily="34" charset="-122"/>
                <a:cs typeface="Segoe UI" pitchFamily="34" charset="-120"/>
              </a:rPr>
              <a:t>Door 2 – Gmail: the master key that opens every other door</a:t>
            </a:r>
            <a:endParaRPr lang="en-US" sz="3200" dirty="0"/>
          </a:p>
        </p:txBody>
      </p:sp>
      <p:sp>
        <p:nvSpPr>
          <p:cNvPr id="4" name="banbg"/>
          <p:cNvSpPr/>
          <p:nvPr/>
        </p:nvSpPr>
        <p:spPr>
          <a:xfrm>
            <a:off x="812800" y="2006600"/>
            <a:ext cx="6413500" cy="812800"/>
          </a:xfrm>
          <a:prstGeom prst="roundRect">
            <a:avLst>
              <a:gd name="adj" fmla="val 9000"/>
            </a:avLst>
          </a:prstGeom>
          <a:solidFill>
            <a:srgbClr val="16233A"/>
          </a:solidFill>
          <a:ln/>
        </p:spPr>
      </p:sp>
      <p:sp>
        <p:nvSpPr>
          <p:cNvPr id="5" name="banbar"/>
          <p:cNvSpPr/>
          <p:nvPr/>
        </p:nvSpPr>
        <p:spPr>
          <a:xfrm>
            <a:off x="812800" y="2006600"/>
            <a:ext cx="63500" cy="812800"/>
          </a:xfrm>
          <a:prstGeom prst="rect">
            <a:avLst/>
          </a:prstGeom>
          <a:solidFill>
            <a:srgbClr val="F2A541"/>
          </a:solidFill>
          <a:ln/>
        </p:spPr>
      </p:sp>
      <p:sp>
        <p:nvSpPr>
          <p:cNvPr id="6" name="ban"/>
          <p:cNvSpPr txBox="1"/>
          <p:nvPr/>
        </p:nvSpPr>
        <p:spPr>
          <a:xfrm>
            <a:off x="1016000" y="2095500"/>
            <a:ext cx="6096000" cy="660400"/>
          </a:xfrm>
          <a:prstGeom prst="rect">
            <a:avLst/>
          </a:prstGeom>
          <a:noFill/>
          <a:ln/>
        </p:spPr>
        <p:txBody>
          <a:bodyPr wrap="square" lIns="0" tIns="0" rIns="0" bIns="0" rtlCol="0" anchor="ctr"/>
          <a:lstStyle/>
          <a:p>
            <a:pPr indent="0" marL="0">
              <a:buNone/>
            </a:pPr>
            <a:r>
              <a:rPr lang="en-US" sz="1400" b="1" dirty="0">
                <a:solidFill>
                  <a:srgbClr val="F2A541"/>
                </a:solidFill>
                <a:latin typeface="Segoe UI" pitchFamily="34" charset="0"/>
                <a:ea typeface="Segoe UI" pitchFamily="34" charset="-122"/>
                <a:cs typeface="Segoe UI" pitchFamily="34" charset="-120"/>
              </a:rPr>
              <a:t>12:20 AM</a:t>
            </a:r>
            <a:pPr indent="0" marL="0">
              <a:buNone/>
            </a:pPr>
            <a:r>
              <a:rPr lang="en-US" sz="1400" dirty="0">
                <a:solidFill>
                  <a:srgbClr val="F3F5F2"/>
                </a:solidFill>
                <a:latin typeface="Segoe UI" pitchFamily="34" charset="0"/>
                <a:ea typeface="Segoe UI" pitchFamily="34" charset="-122"/>
                <a:cs typeface="Segoe UI" pitchFamily="34" charset="-120"/>
              </a:rPr>
              <a:t> · A fake “copyright violation” page steals her password, the same one she uses for Gmail. 2-Step Verification was off.</a:t>
            </a:r>
            <a:endParaRPr lang="en-US" sz="1400" dirty="0"/>
          </a:p>
        </p:txBody>
      </p:sp>
      <p:sp>
        <p:nvSpPr>
          <p:cNvPr id="7" name="cap"/>
          <p:cNvSpPr txBox="1"/>
          <p:nvPr/>
        </p:nvSpPr>
        <p:spPr>
          <a:xfrm>
            <a:off x="812800" y="2959100"/>
            <a:ext cx="3810000" cy="203200"/>
          </a:xfrm>
          <a:prstGeom prst="rect">
            <a:avLst/>
          </a:prstGeom>
          <a:noFill/>
          <a:ln/>
        </p:spPr>
        <p:txBody>
          <a:bodyPr wrap="square" lIns="0" tIns="0" rIns="0" bIns="0" rtlCol="0" anchor="t"/>
          <a:lstStyle/>
          <a:p>
            <a:pPr indent="0" marL="0">
              <a:buNone/>
            </a:pPr>
            <a:r>
              <a:rPr lang="en-US" sz="1200" b="1" spc="300" kern="0" dirty="0">
                <a:solidFill>
                  <a:srgbClr val="3FD0C9"/>
                </a:solidFill>
                <a:latin typeface="Segoe UI" pitchFamily="34" charset="0"/>
                <a:ea typeface="Segoe UI" pitchFamily="34" charset="-122"/>
                <a:cs typeface="Segoe UI" pitchFamily="34" charset="-120"/>
              </a:rPr>
              <a:t>LOCKS IT OFFERS</a:t>
            </a:r>
            <a:endParaRPr lang="en-US" sz="1200" dirty="0"/>
          </a:p>
        </p:txBody>
      </p:sp>
      <p:sp>
        <p:nvSpPr>
          <p:cNvPr id="8" name="chk0"/>
          <p:cNvSpPr/>
          <p:nvPr/>
        </p:nvSpPr>
        <p:spPr>
          <a:xfrm>
            <a:off x="812800" y="32639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9" name="it0"/>
          <p:cNvSpPr txBox="1"/>
          <p:nvPr/>
        </p:nvSpPr>
        <p:spPr>
          <a:xfrm>
            <a:off x="1143000" y="32512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Passkeys as the default sign-in (since October 2023)</a:t>
            </a:r>
            <a:endParaRPr lang="en-US" sz="1400" dirty="0"/>
          </a:p>
        </p:txBody>
      </p:sp>
      <p:sp>
        <p:nvSpPr>
          <p:cNvPr id="10" name="chk1"/>
          <p:cNvSpPr/>
          <p:nvPr/>
        </p:nvSpPr>
        <p:spPr>
          <a:xfrm>
            <a:off x="812800" y="36576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1" name="it1"/>
          <p:cNvSpPr txBox="1"/>
          <p:nvPr/>
        </p:nvSpPr>
        <p:spPr>
          <a:xfrm>
            <a:off x="1143000" y="36449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2-Step Verification and the Advanced Protection Program</a:t>
            </a:r>
            <a:endParaRPr lang="en-US" sz="1400" dirty="0"/>
          </a:p>
        </p:txBody>
      </p:sp>
      <p:sp>
        <p:nvSpPr>
          <p:cNvPr id="12" name="chk2"/>
          <p:cNvSpPr/>
          <p:nvPr/>
        </p:nvSpPr>
        <p:spPr>
          <a:xfrm>
            <a:off x="812800" y="40513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3" name="it2"/>
          <p:cNvSpPr txBox="1"/>
          <p:nvPr/>
        </p:nvSpPr>
        <p:spPr>
          <a:xfrm>
            <a:off x="1143000" y="40386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Blocks more than 99.9% of phishing and malware attempts</a:t>
            </a:r>
            <a:endParaRPr lang="en-US" sz="1400" dirty="0"/>
          </a:p>
        </p:txBody>
      </p:sp>
      <p:sp>
        <p:nvSpPr>
          <p:cNvPr id="14" name="chk3"/>
          <p:cNvSpPr/>
          <p:nvPr/>
        </p:nvSpPr>
        <p:spPr>
          <a:xfrm>
            <a:off x="812800" y="44450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5" name="it3"/>
          <p:cNvSpPr txBox="1"/>
          <p:nvPr/>
        </p:nvSpPr>
        <p:spPr>
          <a:xfrm>
            <a:off x="1143000" y="44323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Red warning banners and confidential mode</a:t>
            </a:r>
            <a:endParaRPr lang="en-US" sz="1400" dirty="0"/>
          </a:p>
        </p:txBody>
      </p:sp>
      <p:sp>
        <p:nvSpPr>
          <p:cNvPr id="16" name="fix"/>
          <p:cNvSpPr/>
          <p:nvPr/>
        </p:nvSpPr>
        <p:spPr>
          <a:xfrm>
            <a:off x="812800" y="5181600"/>
            <a:ext cx="6413500" cy="711200"/>
          </a:xfrm>
          <a:prstGeom prst="roundRect">
            <a:avLst>
              <a:gd name="adj" fmla="val 15429"/>
            </a:avLst>
          </a:prstGeom>
          <a:solidFill>
            <a:srgbClr val="3FD0C9"/>
          </a:solidFill>
          <a:ln/>
        </p:spPr>
        <p:txBody>
          <a:bodyPr wrap="square" lIns="165100" tIns="165100" rIns="165100" bIns="165100" rtlCol="0" anchor="ctr"/>
          <a:lstStyle/>
          <a:p>
            <a:pPr algn="l" indent="0" marL="0">
              <a:buNone/>
            </a:pPr>
            <a:r>
              <a:rPr lang="en-US" sz="1400" b="1" dirty="0">
                <a:solidFill>
                  <a:srgbClr val="0E1726"/>
                </a:solidFill>
                <a:latin typeface="Segoe UI" pitchFamily="34" charset="0"/>
                <a:ea typeface="Segoe UI" pitchFamily="34" charset="-122"/>
                <a:cs typeface="Segoe UI" pitchFamily="34" charset="-120"/>
              </a:rPr>
              <a:t>My fix: </a:t>
            </a:r>
            <a:pPr algn="l" indent="0" marL="0">
              <a:buNone/>
            </a:pPr>
            <a:r>
              <a:rPr lang="en-US" sz="1400" dirty="0">
                <a:solidFill>
                  <a:srgbClr val="0E1726"/>
                </a:solidFill>
                <a:latin typeface="Segoe UI" pitchFamily="34" charset="0"/>
                <a:ea typeface="Segoe UI" pitchFamily="34" charset="-122"/>
                <a:cs typeface="Segoe UI" pitchFamily="34" charset="-120"/>
              </a:rPr>
              <a:t>warnings for fake bKash, Nagad and bank emails, because Gmail can reset every other account</a:t>
            </a:r>
            <a:endParaRPr lang="en-US" sz="1400" dirty="0"/>
          </a:p>
        </p:txBody>
      </p:sp>
      <p:sp>
        <p:nvSpPr>
          <p:cNvPr id="17" name="dash"/>
          <p:cNvSpPr/>
          <p:nvPr/>
        </p:nvSpPr>
        <p:spPr>
          <a:xfrm>
            <a:off x="7969250" y="2203450"/>
            <a:ext cx="1752600" cy="1752600"/>
          </a:xfrm>
          <a:prstGeom prst="ellipse">
            <a:avLst/>
          </a:prstGeom>
          <a:ln w="19050">
            <a:solidFill>
              <a:srgbClr val="3A5A80"/>
            </a:solidFill>
            <a:prstDash val="sysDot"/>
          </a:ln>
        </p:spPr>
      </p:sp>
      <p:sp>
        <p:nvSpPr>
          <p:cNvPr id="18" name="trackring"/>
          <p:cNvSpPr/>
          <p:nvPr/>
        </p:nvSpPr>
        <p:spPr>
          <a:xfrm>
            <a:off x="8147050" y="2381250"/>
            <a:ext cx="1397000" cy="1397000"/>
          </a:xfrm>
          <a:prstGeom prst="ellipse">
            <a:avLst/>
          </a:prstGeom>
          <a:ln w="139700">
            <a:solidFill>
              <a:srgbClr val="1E2E48"/>
            </a:solidFill>
            <a:prstDash val="solid"/>
          </a:ln>
        </p:spPr>
      </p:sp>
      <p:sp>
        <p:nvSpPr>
          <p:cNvPr id="19" name="arc"/>
          <p:cNvSpPr/>
          <p:nvPr/>
        </p:nvSpPr>
        <p:spPr>
          <a:xfrm>
            <a:off x="8077200" y="2311400"/>
            <a:ext cx="1536700" cy="1536700"/>
          </a:xfrm>
          <a:prstGeom prst="blockArc">
            <a:avLst>
              <a:gd name="adj1" fmla="val 16200000"/>
              <a:gd name="adj2" fmla="val 11880000"/>
              <a:gd name="adj3" fmla="val 9100"/>
            </a:avLst>
          </a:prstGeom>
          <a:solidFill>
            <a:srgbClr val="F2A541"/>
          </a:solidFill>
          <a:ln/>
        </p:spPr>
      </p:sp>
      <p:sp>
        <p:nvSpPr>
          <p:cNvPr id="20" name="score"/>
          <p:cNvSpPr txBox="1"/>
          <p:nvPr/>
        </p:nvSpPr>
        <p:spPr>
          <a:xfrm>
            <a:off x="8147050" y="2667000"/>
            <a:ext cx="1397000" cy="571500"/>
          </a:xfrm>
          <a:prstGeom prst="rect">
            <a:avLst/>
          </a:prstGeom>
          <a:noFill/>
          <a:ln/>
        </p:spPr>
        <p:txBody>
          <a:bodyPr wrap="square" lIns="0" tIns="0" rIns="0" bIns="0" rtlCol="0" anchor="t"/>
          <a:lstStyle/>
          <a:p>
            <a:pPr algn="ctr" indent="0" marL="0">
              <a:buNone/>
            </a:pPr>
            <a:r>
              <a:rPr lang="en-US" sz="4200" b="1" dirty="0">
                <a:solidFill>
                  <a:srgbClr val="F3F5F2"/>
                </a:solidFill>
                <a:latin typeface="Segoe UI" pitchFamily="34" charset="0"/>
                <a:ea typeface="Segoe UI" pitchFamily="34" charset="-122"/>
                <a:cs typeface="Segoe UI" pitchFamily="34" charset="-120"/>
              </a:rPr>
              <a:t>20</a:t>
            </a:r>
            <a:endParaRPr lang="en-US" sz="4200" dirty="0"/>
          </a:p>
        </p:txBody>
      </p:sp>
      <p:sp>
        <p:nvSpPr>
          <p:cNvPr id="21" name="of"/>
          <p:cNvSpPr txBox="1"/>
          <p:nvPr/>
        </p:nvSpPr>
        <p:spPr>
          <a:xfrm>
            <a:off x="8147050" y="3251200"/>
            <a:ext cx="1397000" cy="203200"/>
          </a:xfrm>
          <a:prstGeom prst="rect">
            <a:avLst/>
          </a:prstGeom>
          <a:noFill/>
          <a:ln/>
        </p:spPr>
        <p:txBody>
          <a:bodyPr wrap="square" lIns="0" tIns="0" rIns="0" bIns="0" rtlCol="0" anchor="t"/>
          <a:lstStyle/>
          <a:p>
            <a:pPr algn="ctr" indent="0" marL="0">
              <a:buNone/>
            </a:pPr>
            <a:r>
              <a:rPr lang="en-US" sz="1200" dirty="0">
                <a:solidFill>
                  <a:srgbClr val="BFD0DF"/>
                </a:solidFill>
                <a:latin typeface="Segoe UI" pitchFamily="34" charset="0"/>
                <a:ea typeface="Segoe UI" pitchFamily="34" charset="-122"/>
                <a:cs typeface="Segoe UI" pitchFamily="34" charset="-120"/>
              </a:rPr>
              <a:t>out of 25</a:t>
            </a:r>
            <a:endParaRPr lang="en-US" sz="1200" dirty="0"/>
          </a:p>
        </p:txBody>
      </p:sp>
      <p:sp>
        <p:nvSpPr>
          <p:cNvPr id="22" name="stamp"/>
          <p:cNvSpPr/>
          <p:nvPr/>
        </p:nvSpPr>
        <p:spPr>
          <a:xfrm rot="-600000">
            <a:off x="9906000" y="2730500"/>
            <a:ext cx="1460500" cy="381000"/>
          </a:xfrm>
          <a:prstGeom prst="roundRect">
            <a:avLst>
              <a:gd name="adj" fmla="val 36000"/>
            </a:avLst>
          </a:prstGeom>
          <a:solidFill>
            <a:srgbClr val="0E1726"/>
          </a:solidFill>
          <a:ln w="38100">
            <a:solidFill>
              <a:srgbClr val="FF6B5E"/>
            </a:solidFill>
          </a:ln>
        </p:spPr>
        <p:txBody>
          <a:bodyPr wrap="square" lIns="0" tIns="0" rIns="0" bIns="0" rtlCol="0" anchor="ctr"/>
          <a:lstStyle/>
          <a:p>
            <a:pPr algn="ctr" indent="0" marL="0">
              <a:buNone/>
            </a:pPr>
            <a:r>
              <a:rPr lang="en-US" sz="1600" b="1" spc="300" kern="0" dirty="0">
                <a:solidFill>
                  <a:srgbClr val="FF6B5E"/>
                </a:solidFill>
                <a:latin typeface="Segoe UI" pitchFamily="34" charset="0"/>
                <a:ea typeface="Segoe UI" pitchFamily="34" charset="-122"/>
                <a:cs typeface="Segoe UI" pitchFamily="34" charset="-120"/>
              </a:rPr>
              <a:t>BREACHED</a:t>
            </a:r>
            <a:endParaRPr lang="en-US" sz="1600" dirty="0"/>
          </a:p>
        </p:txBody>
      </p:sp>
      <p:sp>
        <p:nvSpPr>
          <p:cNvPr id="23" name="lab0"/>
          <p:cNvSpPr txBox="1"/>
          <p:nvPr/>
        </p:nvSpPr>
        <p:spPr>
          <a:xfrm>
            <a:off x="7734300" y="42164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Login</a:t>
            </a:r>
            <a:endParaRPr lang="en-US" sz="1200" dirty="0"/>
          </a:p>
        </p:txBody>
      </p:sp>
      <p:sp>
        <p:nvSpPr>
          <p:cNvPr id="24" name="trk0"/>
          <p:cNvSpPr/>
          <p:nvPr/>
        </p:nvSpPr>
        <p:spPr>
          <a:xfrm>
            <a:off x="8775700" y="4254500"/>
            <a:ext cx="2095500" cy="139700"/>
          </a:xfrm>
          <a:prstGeom prst="roundRect">
            <a:avLst>
              <a:gd name="adj" fmla="val 327273"/>
            </a:avLst>
          </a:prstGeom>
          <a:solidFill>
            <a:srgbClr val="1E2E48"/>
          </a:solidFill>
          <a:ln/>
        </p:spPr>
      </p:sp>
      <p:sp>
        <p:nvSpPr>
          <p:cNvPr id="25" name="bar0"/>
          <p:cNvSpPr/>
          <p:nvPr/>
        </p:nvSpPr>
        <p:spPr>
          <a:xfrm>
            <a:off x="8775700" y="4254500"/>
            <a:ext cx="2095500" cy="139700"/>
          </a:xfrm>
          <a:prstGeom prst="roundRect">
            <a:avLst>
              <a:gd name="adj" fmla="val 327273"/>
            </a:avLst>
          </a:prstGeom>
          <a:solidFill>
            <a:srgbClr val="3FD0C9"/>
          </a:solidFill>
          <a:ln/>
        </p:spPr>
      </p:sp>
      <p:sp>
        <p:nvSpPr>
          <p:cNvPr id="26" name="val0"/>
          <p:cNvSpPr txBox="1"/>
          <p:nvPr/>
        </p:nvSpPr>
        <p:spPr>
          <a:xfrm>
            <a:off x="10985500" y="42164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5</a:t>
            </a:r>
            <a:endParaRPr lang="en-US" sz="1200" dirty="0"/>
          </a:p>
        </p:txBody>
      </p:sp>
      <p:sp>
        <p:nvSpPr>
          <p:cNvPr id="27" name="lab1"/>
          <p:cNvSpPr txBox="1"/>
          <p:nvPr/>
        </p:nvSpPr>
        <p:spPr>
          <a:xfrm>
            <a:off x="7734300" y="44958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Encryption</a:t>
            </a:r>
            <a:endParaRPr lang="en-US" sz="1200" dirty="0"/>
          </a:p>
        </p:txBody>
      </p:sp>
      <p:sp>
        <p:nvSpPr>
          <p:cNvPr id="28" name="trk1"/>
          <p:cNvSpPr/>
          <p:nvPr/>
        </p:nvSpPr>
        <p:spPr>
          <a:xfrm>
            <a:off x="8775700" y="4533900"/>
            <a:ext cx="2095500" cy="139700"/>
          </a:xfrm>
          <a:prstGeom prst="roundRect">
            <a:avLst>
              <a:gd name="adj" fmla="val 327273"/>
            </a:avLst>
          </a:prstGeom>
          <a:solidFill>
            <a:srgbClr val="1E2E48"/>
          </a:solidFill>
          <a:ln/>
        </p:spPr>
      </p:sp>
      <p:sp>
        <p:nvSpPr>
          <p:cNvPr id="29" name="bar1"/>
          <p:cNvSpPr/>
          <p:nvPr/>
        </p:nvSpPr>
        <p:spPr>
          <a:xfrm>
            <a:off x="8775700" y="4533900"/>
            <a:ext cx="1257300" cy="139700"/>
          </a:xfrm>
          <a:prstGeom prst="roundRect">
            <a:avLst>
              <a:gd name="adj" fmla="val 327273"/>
            </a:avLst>
          </a:prstGeom>
          <a:solidFill>
            <a:srgbClr val="3FD0C9"/>
          </a:solidFill>
          <a:ln/>
        </p:spPr>
      </p:sp>
      <p:sp>
        <p:nvSpPr>
          <p:cNvPr id="30" name="val1"/>
          <p:cNvSpPr txBox="1"/>
          <p:nvPr/>
        </p:nvSpPr>
        <p:spPr>
          <a:xfrm>
            <a:off x="10985500" y="44958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3</a:t>
            </a:r>
            <a:endParaRPr lang="en-US" sz="1200" dirty="0"/>
          </a:p>
        </p:txBody>
      </p:sp>
      <p:sp>
        <p:nvSpPr>
          <p:cNvPr id="31" name="lab2"/>
          <p:cNvSpPr txBox="1"/>
          <p:nvPr/>
        </p:nvSpPr>
        <p:spPr>
          <a:xfrm>
            <a:off x="7734300" y="47752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Alerts</a:t>
            </a:r>
            <a:endParaRPr lang="en-US" sz="1200" dirty="0"/>
          </a:p>
        </p:txBody>
      </p:sp>
      <p:sp>
        <p:nvSpPr>
          <p:cNvPr id="32" name="trk2"/>
          <p:cNvSpPr/>
          <p:nvPr/>
        </p:nvSpPr>
        <p:spPr>
          <a:xfrm>
            <a:off x="8775700" y="4813300"/>
            <a:ext cx="2095500" cy="139700"/>
          </a:xfrm>
          <a:prstGeom prst="roundRect">
            <a:avLst>
              <a:gd name="adj" fmla="val 327273"/>
            </a:avLst>
          </a:prstGeom>
          <a:solidFill>
            <a:srgbClr val="1E2E48"/>
          </a:solidFill>
          <a:ln/>
        </p:spPr>
      </p:sp>
      <p:sp>
        <p:nvSpPr>
          <p:cNvPr id="33" name="bar2"/>
          <p:cNvSpPr/>
          <p:nvPr/>
        </p:nvSpPr>
        <p:spPr>
          <a:xfrm>
            <a:off x="8775700" y="4813300"/>
            <a:ext cx="2095500" cy="139700"/>
          </a:xfrm>
          <a:prstGeom prst="roundRect">
            <a:avLst>
              <a:gd name="adj" fmla="val 327273"/>
            </a:avLst>
          </a:prstGeom>
          <a:solidFill>
            <a:srgbClr val="3FD0C9"/>
          </a:solidFill>
          <a:ln/>
        </p:spPr>
      </p:sp>
      <p:sp>
        <p:nvSpPr>
          <p:cNvPr id="34" name="val2"/>
          <p:cNvSpPr txBox="1"/>
          <p:nvPr/>
        </p:nvSpPr>
        <p:spPr>
          <a:xfrm>
            <a:off x="10985500" y="47752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5</a:t>
            </a:r>
            <a:endParaRPr lang="en-US" sz="1200" dirty="0"/>
          </a:p>
        </p:txBody>
      </p:sp>
      <p:sp>
        <p:nvSpPr>
          <p:cNvPr id="35" name="lab3"/>
          <p:cNvSpPr txBox="1"/>
          <p:nvPr/>
        </p:nvSpPr>
        <p:spPr>
          <a:xfrm>
            <a:off x="7734300" y="50546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Recovery</a:t>
            </a:r>
            <a:endParaRPr lang="en-US" sz="1200" dirty="0"/>
          </a:p>
        </p:txBody>
      </p:sp>
      <p:sp>
        <p:nvSpPr>
          <p:cNvPr id="36" name="trk3"/>
          <p:cNvSpPr/>
          <p:nvPr/>
        </p:nvSpPr>
        <p:spPr>
          <a:xfrm>
            <a:off x="8775700" y="5092700"/>
            <a:ext cx="2095500" cy="139700"/>
          </a:xfrm>
          <a:prstGeom prst="roundRect">
            <a:avLst>
              <a:gd name="adj" fmla="val 327273"/>
            </a:avLst>
          </a:prstGeom>
          <a:solidFill>
            <a:srgbClr val="1E2E48"/>
          </a:solidFill>
          <a:ln/>
        </p:spPr>
      </p:sp>
      <p:sp>
        <p:nvSpPr>
          <p:cNvPr id="37" name="bar3"/>
          <p:cNvSpPr/>
          <p:nvPr/>
        </p:nvSpPr>
        <p:spPr>
          <a:xfrm>
            <a:off x="8775700" y="5092700"/>
            <a:ext cx="1676400" cy="139700"/>
          </a:xfrm>
          <a:prstGeom prst="roundRect">
            <a:avLst>
              <a:gd name="adj" fmla="val 327273"/>
            </a:avLst>
          </a:prstGeom>
          <a:solidFill>
            <a:srgbClr val="3FD0C9"/>
          </a:solidFill>
          <a:ln/>
        </p:spPr>
      </p:sp>
      <p:sp>
        <p:nvSpPr>
          <p:cNvPr id="38" name="val3"/>
          <p:cNvSpPr txBox="1"/>
          <p:nvPr/>
        </p:nvSpPr>
        <p:spPr>
          <a:xfrm>
            <a:off x="10985500" y="50546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4</a:t>
            </a:r>
            <a:endParaRPr lang="en-US" sz="1200" dirty="0"/>
          </a:p>
        </p:txBody>
      </p:sp>
      <p:sp>
        <p:nvSpPr>
          <p:cNvPr id="39" name="lab4"/>
          <p:cNvSpPr txBox="1"/>
          <p:nvPr/>
        </p:nvSpPr>
        <p:spPr>
          <a:xfrm>
            <a:off x="7734300" y="53340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Privacy</a:t>
            </a:r>
            <a:endParaRPr lang="en-US" sz="1200" dirty="0"/>
          </a:p>
        </p:txBody>
      </p:sp>
      <p:sp>
        <p:nvSpPr>
          <p:cNvPr id="40" name="trk4"/>
          <p:cNvSpPr/>
          <p:nvPr/>
        </p:nvSpPr>
        <p:spPr>
          <a:xfrm>
            <a:off x="8775700" y="5372100"/>
            <a:ext cx="2095500" cy="139700"/>
          </a:xfrm>
          <a:prstGeom prst="roundRect">
            <a:avLst>
              <a:gd name="adj" fmla="val 327273"/>
            </a:avLst>
          </a:prstGeom>
          <a:solidFill>
            <a:srgbClr val="1E2E48"/>
          </a:solidFill>
          <a:ln/>
        </p:spPr>
      </p:sp>
      <p:sp>
        <p:nvSpPr>
          <p:cNvPr id="41" name="bar4"/>
          <p:cNvSpPr/>
          <p:nvPr/>
        </p:nvSpPr>
        <p:spPr>
          <a:xfrm>
            <a:off x="8775700" y="5372100"/>
            <a:ext cx="1257300" cy="139700"/>
          </a:xfrm>
          <a:prstGeom prst="roundRect">
            <a:avLst>
              <a:gd name="adj" fmla="val 327273"/>
            </a:avLst>
          </a:prstGeom>
          <a:solidFill>
            <a:srgbClr val="3FD0C9"/>
          </a:solidFill>
          <a:ln/>
        </p:spPr>
      </p:sp>
      <p:sp>
        <p:nvSpPr>
          <p:cNvPr id="42" name="val4"/>
          <p:cNvSpPr txBox="1"/>
          <p:nvPr/>
        </p:nvSpPr>
        <p:spPr>
          <a:xfrm>
            <a:off x="10985500" y="53340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3</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55" fill="hold">
                      <p:stCondLst>
                        <p:cond delay="indefinite"/>
                        <p:cond evt="onBegin" delay="0">
                          <p:tn val="2"/>
                        </p:cond>
                      </p:stCondLst>
                      <p:childTnLst>
                        <p:par>
                          <p:cTn id="156"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600"/>
                                        <p:tgtEl>
                                          <p:spTgt spid="18"/>
                                        </p:tgtEl>
                                      </p:cBhvr>
                                    </p:animEffect>
                                  </p:childTnLst>
                                </p:cTn>
                              </p:par>
                              <p:par>
                                <p:cTn id="16" presetID="42" presetClass="entr" presetSubtype="0"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800"/>
                                        <p:tgtEl>
                                          <p:spTgt spid="4"/>
                                        </p:tgtEl>
                                      </p:cBhvr>
                                    </p:animEffect>
                                    <p:anim calcmode="lin" valueType="num">
                                      <p:cBhvr additive="base">
                                        <p:cTn id="14" dur="800" fill="hold"/>
                                        <p:tgtEl>
                                          <p:spTgt spid="4"/>
                                        </p:tgtEl>
                                        <p:attrNameLst>
                                          <p:attrName>ppt_x</p:attrName>
                                        </p:attrNameLst>
                                      </p:cBhvr>
                                      <p:tavLst>
                                        <p:tav tm="0">
                                          <p:val>
                                            <p:strVal val="#ppt_x-.05"/>
                                          </p:val>
                                        </p:tav>
                                        <p:tav tm="100000">
                                          <p:val>
                                            <p:strVal val="#ppt_x"/>
                                          </p:val>
                                        </p:tav>
                                      </p:tavLst>
                                    </p:anim>
                                    <p:anim calcmode="lin" valueType="num">
                                      <p:cBhvr additive="base">
                                        <p:cTn id="15" dur="800" fill="hold"/>
                                        <p:tgtEl>
                                          <p:spTgt spid="4"/>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800"/>
                                        <p:tgtEl>
                                          <p:spTgt spid="5"/>
                                        </p:tgtEl>
                                      </p:cBhvr>
                                    </p:animEffect>
                                    <p:anim calcmode="lin" valueType="num">
                                      <p:cBhvr additive="base">
                                        <p:cTn id="19" dur="800" fill="hold"/>
                                        <p:tgtEl>
                                          <p:spTgt spid="5"/>
                                        </p:tgtEl>
                                        <p:attrNameLst>
                                          <p:attrName>ppt_x</p:attrName>
                                        </p:attrNameLst>
                                      </p:cBhvr>
                                      <p:tavLst>
                                        <p:tav tm="0">
                                          <p:val>
                                            <p:strVal val="#ppt_x-.05"/>
                                          </p:val>
                                        </p:tav>
                                        <p:tav tm="100000">
                                          <p:val>
                                            <p:strVal val="#ppt_x"/>
                                          </p:val>
                                        </p:tav>
                                      </p:tavLst>
                                    </p:anim>
                                    <p:anim calcmode="lin" valueType="num">
                                      <p:cBhvr additive="base">
                                        <p:cTn id="20" dur="8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800"/>
                                        <p:tgtEl>
                                          <p:spTgt spid="6"/>
                                        </p:tgtEl>
                                      </p:cBhvr>
                                    </p:animEffect>
                                    <p:anim calcmode="lin" valueType="num">
                                      <p:cBhvr additive="base">
                                        <p:cTn id="24" dur="800" fill="hold"/>
                                        <p:tgtEl>
                                          <p:spTgt spid="6"/>
                                        </p:tgtEl>
                                        <p:attrNameLst>
                                          <p:attrName>ppt_x</p:attrName>
                                        </p:attrNameLst>
                                      </p:cBhvr>
                                      <p:tavLst>
                                        <p:tav tm="0">
                                          <p:val>
                                            <p:strVal val="#ppt_x-.05"/>
                                          </p:val>
                                        </p:tav>
                                        <p:tav tm="100000">
                                          <p:val>
                                            <p:strVal val="#ppt_x"/>
                                          </p:val>
                                        </p:tav>
                                      </p:tavLst>
                                    </p:anim>
                                    <p:anim calcmode="lin" valueType="num">
                                      <p:cBhvr additive="base">
                                        <p:cTn id="25" dur="800" fill="hold"/>
                                        <p:tgtEl>
                                          <p:spTgt spid="6"/>
                                        </p:tgtEl>
                                        <p:attrNameLst>
                                          <p:attrName>ppt_y</p:attrName>
                                        </p:attrNameLst>
                                      </p:cBhvr>
                                      <p:tavLst>
                                        <p:tav tm="0">
                                          <p:val>
                                            <p:strVal val="#ppt_y"/>
                                          </p:val>
                                        </p:tav>
                                        <p:tav tm="100000">
                                          <p:val>
                                            <p:strVal val="#ppt_y"/>
                                          </p:val>
                                        </p:tav>
                                      </p:tavLst>
                                    </p:anim>
                                  </p:childTnLst>
                                </p:cTn>
                              </p:par>
                              <p:par>
                                <p:cTn id="29" presetID="21" presetClass="entr" presetSubtype="1" fill="hold" grpId="0" nodeType="withEffect">
                                  <p:stCondLst>
                                    <p:cond delay="400"/>
                                  </p:stCondLst>
                                  <p:childTnLst>
                                    <p:set>
                                      <p:cBhvr>
                                        <p:cTn id="27" dur="1" fill="hold">
                                          <p:stCondLst>
                                            <p:cond delay="0"/>
                                          </p:stCondLst>
                                        </p:cTn>
                                        <p:tgtEl>
                                          <p:spTgt spid="19"/>
                                        </p:tgtEl>
                                        <p:attrNameLst>
                                          <p:attrName>style.visibility</p:attrName>
                                        </p:attrNameLst>
                                      </p:cBhvr>
                                      <p:to>
                                        <p:strVal val="visible"/>
                                      </p:to>
                                    </p:set>
                                    <p:animEffect transition="in" filter="wheel(1)">
                                      <p:cBhvr>
                                        <p:cTn id="28" dur="1800"/>
                                        <p:tgtEl>
                                          <p:spTgt spid="19"/>
                                        </p:tgtEl>
                                      </p:cBhvr>
                                    </p:animEffect>
                                  </p:childTnLst>
                                </p:cTn>
                              </p:par>
                              <p:par>
                                <p:cTn id="31" presetID="8" presetClass="emph" presetSubtype="0" fill="hold" grpId="1" nodeType="withEffect" repeatCount="indefinite">
                                  <p:stCondLst>
                                    <p:cond delay="600"/>
                                  </p:stCondLst>
                                  <p:childTnLst>
                                    <p:animRot by="21600000">
                                      <p:cBhvr>
                                        <p:cTn id="30" dur="14000" fill="hold"/>
                                        <p:tgtEl>
                                          <p:spTgt spid="17"/>
                                        </p:tgtEl>
                                        <p:attrNameLst>
                                          <p:attrName>r</p:attrName>
                                        </p:attrNameLst>
                                      </p:cBhvr>
                                    </p:animRot>
                                  </p:childTnLst>
                                </p:cTn>
                              </p:par>
                              <p:par>
                                <p:cTn id="36" presetID="42" presetClass="entr" presetSubtype="0" fill="hold" grpId="0" nodeType="withEffect">
                                  <p:stCondLst>
                                    <p:cond delay="90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anim calcmode="lin" valueType="num">
                                      <p:cBhvr additive="base">
                                        <p:cTn id="34" dur="600" fill="hold"/>
                                        <p:tgtEl>
                                          <p:spTgt spid="7"/>
                                        </p:tgtEl>
                                        <p:attrNameLst>
                                          <p:attrName>ppt_x</p:attrName>
                                        </p:attrNameLst>
                                      </p:cBhvr>
                                      <p:tavLst>
                                        <p:tav tm="0">
                                          <p:val>
                                            <p:strVal val="#ppt_x"/>
                                          </p:val>
                                        </p:tav>
                                        <p:tav tm="100000">
                                          <p:val>
                                            <p:strVal val="#ppt_x"/>
                                          </p:val>
                                        </p:tav>
                                      </p:tavLst>
                                    </p:anim>
                                    <p:anim calcmode="lin" valueType="num">
                                      <p:cBhvr additive="base">
                                        <p:cTn id="35" dur="600" fill="hold"/>
                                        <p:tgtEl>
                                          <p:spTgt spid="7"/>
                                        </p:tgtEl>
                                        <p:attrNameLst>
                                          <p:attrName>ppt_y</p:attrName>
                                        </p:attrNameLst>
                                      </p:cBhvr>
                                      <p:tavLst>
                                        <p:tav tm="0">
                                          <p:val>
                                            <p:strVal val="#ppt_y+.06"/>
                                          </p:val>
                                        </p:tav>
                                        <p:tav tm="100000">
                                          <p:val>
                                            <p:strVal val="#ppt_y"/>
                                          </p:val>
                                        </p:tav>
                                      </p:tavLst>
                                    </p:anim>
                                  </p:childTnLst>
                                </p:cTn>
                              </p:par>
                              <p:par>
                                <p:cTn id="41" presetID="53" presetClass="entr" presetSubtype="16" fill="hold" grpId="0" nodeType="withEffect">
                                  <p:stCondLst>
                                    <p:cond delay="900"/>
                                  </p:stCondLst>
                                  <p:childTnLst>
                                    <p:set>
                                      <p:cBhvr>
                                        <p:cTn id="37" dur="1" fill="hold">
                                          <p:stCondLst>
                                            <p:cond delay="0"/>
                                          </p:stCondLst>
                                        </p:cTn>
                                        <p:tgtEl>
                                          <p:spTgt spid="20"/>
                                        </p:tgtEl>
                                        <p:attrNameLst>
                                          <p:attrName>style.visibility</p:attrName>
                                        </p:attrNameLst>
                                      </p:cBhvr>
                                      <p:to>
                                        <p:strVal val="visible"/>
                                      </p:to>
                                    </p:set>
                                    <p:anim calcmode="lin" valueType="num">
                                      <p:cBhvr additive="base">
                                        <p:cTn id="38" dur="600" fill="hold"/>
                                        <p:tgtEl>
                                          <p:spTgt spid="20"/>
                                        </p:tgtEl>
                                        <p:attrNameLst>
                                          <p:attrName>ppt_w</p:attrName>
                                        </p:attrNameLst>
                                      </p:cBhvr>
                                      <p:tavLst>
                                        <p:tav tm="0">
                                          <p:val>
                                            <p:strVal val="0"/>
                                          </p:val>
                                        </p:tav>
                                        <p:tav tm="100000">
                                          <p:val>
                                            <p:strVal val="#ppt_w"/>
                                          </p:val>
                                        </p:tav>
                                      </p:tavLst>
                                    </p:anim>
                                    <p:anim calcmode="lin" valueType="num">
                                      <p:cBhvr additive="base">
                                        <p:cTn id="39" dur="600" fill="hold"/>
                                        <p:tgtEl>
                                          <p:spTgt spid="20"/>
                                        </p:tgtEl>
                                        <p:attrNameLst>
                                          <p:attrName>ppt_h</p:attrName>
                                        </p:attrNameLst>
                                      </p:cBhvr>
                                      <p:tavLst>
                                        <p:tav tm="0">
                                          <p:val>
                                            <p:strVal val="0"/>
                                          </p:val>
                                        </p:tav>
                                        <p:tav tm="100000">
                                          <p:val>
                                            <p:strVal val="#ppt_h"/>
                                          </p:val>
                                        </p:tav>
                                      </p:tavLst>
                                    </p:anim>
                                    <p:animEffect transition="in" filter="fade">
                                      <p:cBhvr>
                                        <p:cTn id="40" dur="600"/>
                                        <p:tgtEl>
                                          <p:spTgt spid="20"/>
                                        </p:tgtEl>
                                      </p:cBhvr>
                                    </p:animEffect>
                                  </p:childTnLst>
                                </p:cTn>
                              </p:par>
                              <p:par>
                                <p:cTn id="44" presetID="10" presetClass="entr" presetSubtype="0" fill="hold" grpId="0" nodeType="withEffect">
                                  <p:stCondLst>
                                    <p:cond delay="90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7" presetID="10" presetClass="entr" presetSubtype="0" fill="hold" grpId="0" nodeType="withEffect">
                                  <p:stCondLst>
                                    <p:cond delay="90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50" presetID="10" presetClass="entr" presetSubtype="0" fill="hold" grpId="0" nodeType="withEffect">
                                  <p:stCondLst>
                                    <p:cond delay="90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3" presetID="22" presetClass="entr" presetSubtype="8" fill="hold" grpId="0" nodeType="withEffect">
                                  <p:stCondLst>
                                    <p:cond delay="100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1200"/>
                                        <p:tgtEl>
                                          <p:spTgt spid="25"/>
                                        </p:tgtEl>
                                      </p:cBhvr>
                                    </p:animEffect>
                                  </p:childTnLst>
                                </p:cTn>
                              </p:par>
                              <p:par>
                                <p:cTn id="56" presetID="10" presetClass="entr" presetSubtype="0" fill="hold" grpId="0" nodeType="withEffect">
                                  <p:stCondLst>
                                    <p:cond delay="105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9" presetID="10" presetClass="entr" presetSubtype="0" fill="hold" grpId="0" nodeType="withEffect">
                                  <p:stCondLst>
                                    <p:cond delay="105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par>
                                <p:cTn id="62" presetID="10" presetClass="entr" presetSubtype="0" fill="hold" grpId="0" nodeType="withEffect">
                                  <p:stCondLst>
                                    <p:cond delay="105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500"/>
                                        <p:tgtEl>
                                          <p:spTgt spid="30"/>
                                        </p:tgtEl>
                                      </p:cBhvr>
                                    </p:animEffect>
                                  </p:childTnLst>
                                </p:cTn>
                              </p:par>
                              <p:par>
                                <p:cTn id="67" presetID="53" presetClass="entr" presetSubtype="16" fill="hold" grpId="0" nodeType="withEffect">
                                  <p:stCondLst>
                                    <p:cond delay="1100"/>
                                  </p:stCondLst>
                                  <p:childTnLst>
                                    <p:set>
                                      <p:cBhvr>
                                        <p:cTn id="63" dur="1" fill="hold">
                                          <p:stCondLst>
                                            <p:cond delay="0"/>
                                          </p:stCondLst>
                                        </p:cTn>
                                        <p:tgtEl>
                                          <p:spTgt spid="8"/>
                                        </p:tgtEl>
                                        <p:attrNameLst>
                                          <p:attrName>style.visibility</p:attrName>
                                        </p:attrNameLst>
                                      </p:cBhvr>
                                      <p:to>
                                        <p:strVal val="visible"/>
                                      </p:to>
                                    </p:set>
                                    <p:anim calcmode="lin" valueType="num">
                                      <p:cBhvr additive="base">
                                        <p:cTn id="64" dur="400" fill="hold"/>
                                        <p:tgtEl>
                                          <p:spTgt spid="8"/>
                                        </p:tgtEl>
                                        <p:attrNameLst>
                                          <p:attrName>ppt_w</p:attrName>
                                        </p:attrNameLst>
                                      </p:cBhvr>
                                      <p:tavLst>
                                        <p:tav tm="0">
                                          <p:val>
                                            <p:strVal val="0"/>
                                          </p:val>
                                        </p:tav>
                                        <p:tav tm="100000">
                                          <p:val>
                                            <p:strVal val="#ppt_w"/>
                                          </p:val>
                                        </p:tav>
                                      </p:tavLst>
                                    </p:anim>
                                    <p:anim calcmode="lin" valueType="num">
                                      <p:cBhvr additive="base">
                                        <p:cTn id="65" dur="400" fill="hold"/>
                                        <p:tgtEl>
                                          <p:spTgt spid="8"/>
                                        </p:tgtEl>
                                        <p:attrNameLst>
                                          <p:attrName>ppt_h</p:attrName>
                                        </p:attrNameLst>
                                      </p:cBhvr>
                                      <p:tavLst>
                                        <p:tav tm="0">
                                          <p:val>
                                            <p:strVal val="0"/>
                                          </p:val>
                                        </p:tav>
                                        <p:tav tm="100000">
                                          <p:val>
                                            <p:strVal val="#ppt_h"/>
                                          </p:val>
                                        </p:tav>
                                      </p:tavLst>
                                    </p:anim>
                                    <p:animEffect transition="in" filter="fade">
                                      <p:cBhvr>
                                        <p:cTn id="66" dur="400"/>
                                        <p:tgtEl>
                                          <p:spTgt spid="8"/>
                                        </p:tgtEl>
                                      </p:cBhvr>
                                    </p:animEffect>
                                  </p:childTnLst>
                                </p:cTn>
                              </p:par>
                              <p:par>
                                <p:cTn id="72" presetID="42" presetClass="entr" presetSubtype="0" fill="hold" grpId="0" nodeType="withEffect">
                                  <p:stCondLst>
                                    <p:cond delay="1100"/>
                                  </p:stCondLst>
                                  <p:childTnLst>
                                    <p:set>
                                      <p:cBhvr>
                                        <p:cTn id="68" dur="1" fill="hold">
                                          <p:stCondLst>
                                            <p:cond delay="0"/>
                                          </p:stCondLst>
                                        </p:cTn>
                                        <p:tgtEl>
                                          <p:spTgt spid="9"/>
                                        </p:tgtEl>
                                        <p:attrNameLst>
                                          <p:attrName>style.visibility</p:attrName>
                                        </p:attrNameLst>
                                      </p:cBhvr>
                                      <p:to>
                                        <p:strVal val="visible"/>
                                      </p:to>
                                    </p:set>
                                    <p:animEffect transition="in" filter="fade">
                                      <p:cBhvr>
                                        <p:cTn id="69" dur="600"/>
                                        <p:tgtEl>
                                          <p:spTgt spid="9"/>
                                        </p:tgtEl>
                                      </p:cBhvr>
                                    </p:animEffect>
                                    <p:anim calcmode="lin" valueType="num">
                                      <p:cBhvr additive="base">
                                        <p:cTn id="70" dur="600" fill="hold"/>
                                        <p:tgtEl>
                                          <p:spTgt spid="9"/>
                                        </p:tgtEl>
                                        <p:attrNameLst>
                                          <p:attrName>ppt_x</p:attrName>
                                        </p:attrNameLst>
                                      </p:cBhvr>
                                      <p:tavLst>
                                        <p:tav tm="0">
                                          <p:val>
                                            <p:strVal val="#ppt_x"/>
                                          </p:val>
                                        </p:tav>
                                        <p:tav tm="100000">
                                          <p:val>
                                            <p:strVal val="#ppt_x"/>
                                          </p:val>
                                        </p:tav>
                                      </p:tavLst>
                                    </p:anim>
                                    <p:anim calcmode="lin" valueType="num">
                                      <p:cBhvr additive="base">
                                        <p:cTn id="71" dur="600" fill="hold"/>
                                        <p:tgtEl>
                                          <p:spTgt spid="9"/>
                                        </p:tgtEl>
                                        <p:attrNameLst>
                                          <p:attrName>ppt_y</p:attrName>
                                        </p:attrNameLst>
                                      </p:cBhvr>
                                      <p:tavLst>
                                        <p:tav tm="0">
                                          <p:val>
                                            <p:strVal val="#ppt_y+.06"/>
                                          </p:val>
                                        </p:tav>
                                        <p:tav tm="100000">
                                          <p:val>
                                            <p:strVal val="#ppt_y"/>
                                          </p:val>
                                        </p:tav>
                                      </p:tavLst>
                                    </p:anim>
                                  </p:childTnLst>
                                </p:cTn>
                              </p:par>
                              <p:par>
                                <p:cTn id="75" presetID="10" presetClass="entr" presetSubtype="0" fill="hold" grpId="0" nodeType="withEffect">
                                  <p:stCondLst>
                                    <p:cond delay="110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par>
                                <p:cTn id="78" presetID="22" presetClass="entr" presetSubtype="8" fill="hold" grpId="0" nodeType="withEffect">
                                  <p:stCondLst>
                                    <p:cond delay="1150"/>
                                  </p:stCondLst>
                                  <p:childTnLst>
                                    <p:set>
                                      <p:cBhvr>
                                        <p:cTn id="76" dur="1" fill="hold">
                                          <p:stCondLst>
                                            <p:cond delay="0"/>
                                          </p:stCondLst>
                                        </p:cTn>
                                        <p:tgtEl>
                                          <p:spTgt spid="29"/>
                                        </p:tgtEl>
                                        <p:attrNameLst>
                                          <p:attrName>style.visibility</p:attrName>
                                        </p:attrNameLst>
                                      </p:cBhvr>
                                      <p:to>
                                        <p:strVal val="visible"/>
                                      </p:to>
                                    </p:set>
                                    <p:animEffect transition="in" filter="wipe(left)">
                                      <p:cBhvr>
                                        <p:cTn id="77" dur="1200"/>
                                        <p:tgtEl>
                                          <p:spTgt spid="29"/>
                                        </p:tgtEl>
                                      </p:cBhvr>
                                    </p:animEffect>
                                  </p:childTnLst>
                                </p:cTn>
                              </p:par>
                              <p:par>
                                <p:cTn id="81" presetID="10" presetClass="entr" presetSubtype="0" fill="hold" grpId="0" nodeType="withEffect">
                                  <p:stCondLst>
                                    <p:cond delay="120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500"/>
                                        <p:tgtEl>
                                          <p:spTgt spid="31"/>
                                        </p:tgtEl>
                                      </p:cBhvr>
                                    </p:animEffect>
                                  </p:childTnLst>
                                </p:cTn>
                              </p:par>
                              <p:par>
                                <p:cTn id="84" presetID="10" presetClass="entr" presetSubtype="0" fill="hold" grpId="0" nodeType="withEffect">
                                  <p:stCondLst>
                                    <p:cond delay="120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500"/>
                                        <p:tgtEl>
                                          <p:spTgt spid="32"/>
                                        </p:tgtEl>
                                      </p:cBhvr>
                                    </p:animEffect>
                                  </p:childTnLst>
                                </p:cTn>
                              </p:par>
                              <p:par>
                                <p:cTn id="87" presetID="10" presetClass="entr" presetSubtype="0" fill="hold" grpId="0" nodeType="withEffect">
                                  <p:stCondLst>
                                    <p:cond delay="120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500"/>
                                        <p:tgtEl>
                                          <p:spTgt spid="34"/>
                                        </p:tgtEl>
                                      </p:cBhvr>
                                    </p:animEffect>
                                  </p:childTnLst>
                                </p:cTn>
                              </p:par>
                              <p:par>
                                <p:cTn id="92" presetID="53" presetClass="entr" presetSubtype="16" fill="hold" grpId="0" nodeType="withEffect">
                                  <p:stCondLst>
                                    <p:cond delay="1300"/>
                                  </p:stCondLst>
                                  <p:childTnLst>
                                    <p:set>
                                      <p:cBhvr>
                                        <p:cTn id="88" dur="1" fill="hold">
                                          <p:stCondLst>
                                            <p:cond delay="0"/>
                                          </p:stCondLst>
                                        </p:cTn>
                                        <p:tgtEl>
                                          <p:spTgt spid="10"/>
                                        </p:tgtEl>
                                        <p:attrNameLst>
                                          <p:attrName>style.visibility</p:attrName>
                                        </p:attrNameLst>
                                      </p:cBhvr>
                                      <p:to>
                                        <p:strVal val="visible"/>
                                      </p:to>
                                    </p:set>
                                    <p:anim calcmode="lin" valueType="num">
                                      <p:cBhvr additive="base">
                                        <p:cTn id="89" dur="400" fill="hold"/>
                                        <p:tgtEl>
                                          <p:spTgt spid="10"/>
                                        </p:tgtEl>
                                        <p:attrNameLst>
                                          <p:attrName>ppt_w</p:attrName>
                                        </p:attrNameLst>
                                      </p:cBhvr>
                                      <p:tavLst>
                                        <p:tav tm="0">
                                          <p:val>
                                            <p:strVal val="0"/>
                                          </p:val>
                                        </p:tav>
                                        <p:tav tm="100000">
                                          <p:val>
                                            <p:strVal val="#ppt_w"/>
                                          </p:val>
                                        </p:tav>
                                      </p:tavLst>
                                    </p:anim>
                                    <p:anim calcmode="lin" valueType="num">
                                      <p:cBhvr additive="base">
                                        <p:cTn id="90" dur="400" fill="hold"/>
                                        <p:tgtEl>
                                          <p:spTgt spid="10"/>
                                        </p:tgtEl>
                                        <p:attrNameLst>
                                          <p:attrName>ppt_h</p:attrName>
                                        </p:attrNameLst>
                                      </p:cBhvr>
                                      <p:tavLst>
                                        <p:tav tm="0">
                                          <p:val>
                                            <p:strVal val="0"/>
                                          </p:val>
                                        </p:tav>
                                        <p:tav tm="100000">
                                          <p:val>
                                            <p:strVal val="#ppt_h"/>
                                          </p:val>
                                        </p:tav>
                                      </p:tavLst>
                                    </p:anim>
                                    <p:animEffect transition="in" filter="fade">
                                      <p:cBhvr>
                                        <p:cTn id="91" dur="400"/>
                                        <p:tgtEl>
                                          <p:spTgt spid="10"/>
                                        </p:tgtEl>
                                      </p:cBhvr>
                                    </p:animEffect>
                                  </p:childTnLst>
                                </p:cTn>
                              </p:par>
                              <p:par>
                                <p:cTn id="97" presetID="42" presetClass="entr" presetSubtype="0" fill="hold" grpId="0" nodeType="withEffect">
                                  <p:stCondLst>
                                    <p:cond delay="1300"/>
                                  </p:stCondLst>
                                  <p:childTnLst>
                                    <p:set>
                                      <p:cBhvr>
                                        <p:cTn id="93" dur="1" fill="hold">
                                          <p:stCondLst>
                                            <p:cond delay="0"/>
                                          </p:stCondLst>
                                        </p:cTn>
                                        <p:tgtEl>
                                          <p:spTgt spid="11"/>
                                        </p:tgtEl>
                                        <p:attrNameLst>
                                          <p:attrName>style.visibility</p:attrName>
                                        </p:attrNameLst>
                                      </p:cBhvr>
                                      <p:to>
                                        <p:strVal val="visible"/>
                                      </p:to>
                                    </p:set>
                                    <p:animEffect transition="in" filter="fade">
                                      <p:cBhvr>
                                        <p:cTn id="94" dur="600"/>
                                        <p:tgtEl>
                                          <p:spTgt spid="11"/>
                                        </p:tgtEl>
                                      </p:cBhvr>
                                    </p:animEffect>
                                    <p:anim calcmode="lin" valueType="num">
                                      <p:cBhvr additive="base">
                                        <p:cTn id="95" dur="600" fill="hold"/>
                                        <p:tgtEl>
                                          <p:spTgt spid="11"/>
                                        </p:tgtEl>
                                        <p:attrNameLst>
                                          <p:attrName>ppt_x</p:attrName>
                                        </p:attrNameLst>
                                      </p:cBhvr>
                                      <p:tavLst>
                                        <p:tav tm="0">
                                          <p:val>
                                            <p:strVal val="#ppt_x"/>
                                          </p:val>
                                        </p:tav>
                                        <p:tav tm="100000">
                                          <p:val>
                                            <p:strVal val="#ppt_x"/>
                                          </p:val>
                                        </p:tav>
                                      </p:tavLst>
                                    </p:anim>
                                    <p:anim calcmode="lin" valueType="num">
                                      <p:cBhvr additive="base">
                                        <p:cTn id="96" dur="600" fill="hold"/>
                                        <p:tgtEl>
                                          <p:spTgt spid="11"/>
                                        </p:tgtEl>
                                        <p:attrNameLst>
                                          <p:attrName>ppt_y</p:attrName>
                                        </p:attrNameLst>
                                      </p:cBhvr>
                                      <p:tavLst>
                                        <p:tav tm="0">
                                          <p:val>
                                            <p:strVal val="#ppt_y+.06"/>
                                          </p:val>
                                        </p:tav>
                                        <p:tav tm="100000">
                                          <p:val>
                                            <p:strVal val="#ppt_y"/>
                                          </p:val>
                                        </p:tav>
                                      </p:tavLst>
                                    </p:anim>
                                  </p:childTnLst>
                                </p:cTn>
                              </p:par>
                              <p:par>
                                <p:cTn id="100" presetID="22" presetClass="entr" presetSubtype="8" fill="hold" grpId="0" nodeType="withEffect">
                                  <p:stCondLst>
                                    <p:cond delay="1300"/>
                                  </p:stCondLst>
                                  <p:childTnLst>
                                    <p:set>
                                      <p:cBhvr>
                                        <p:cTn id="98" dur="1" fill="hold">
                                          <p:stCondLst>
                                            <p:cond delay="0"/>
                                          </p:stCondLst>
                                        </p:cTn>
                                        <p:tgtEl>
                                          <p:spTgt spid="33"/>
                                        </p:tgtEl>
                                        <p:attrNameLst>
                                          <p:attrName>style.visibility</p:attrName>
                                        </p:attrNameLst>
                                      </p:cBhvr>
                                      <p:to>
                                        <p:strVal val="visible"/>
                                      </p:to>
                                    </p:set>
                                    <p:animEffect transition="in" filter="wipe(left)">
                                      <p:cBhvr>
                                        <p:cTn id="99" dur="1200"/>
                                        <p:tgtEl>
                                          <p:spTgt spid="33"/>
                                        </p:tgtEl>
                                      </p:cBhvr>
                                    </p:animEffect>
                                  </p:childTnLst>
                                </p:cTn>
                              </p:par>
                              <p:par>
                                <p:cTn id="103" presetID="10" presetClass="entr" presetSubtype="0" fill="hold" grpId="0" nodeType="withEffect">
                                  <p:stCondLst>
                                    <p:cond delay="135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6" presetID="10" presetClass="entr" presetSubtype="0" fill="hold" grpId="0" nodeType="withEffect">
                                  <p:stCondLst>
                                    <p:cond delay="135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9" presetID="10" presetClass="entr" presetSubtype="0" fill="hold" grpId="0" nodeType="withEffect">
                                  <p:stCondLst>
                                    <p:cond delay="135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500"/>
                                        <p:tgtEl>
                                          <p:spTgt spid="38"/>
                                        </p:tgtEl>
                                      </p:cBhvr>
                                    </p:animEffect>
                                  </p:childTnLst>
                                </p:cTn>
                              </p:par>
                              <p:par>
                                <p:cTn id="112" presetID="22" presetClass="entr" presetSubtype="8" fill="hold" grpId="0" nodeType="withEffect">
                                  <p:stCondLst>
                                    <p:cond delay="1450"/>
                                  </p:stCondLst>
                                  <p:childTnLst>
                                    <p:set>
                                      <p:cBhvr>
                                        <p:cTn id="110" dur="1" fill="hold">
                                          <p:stCondLst>
                                            <p:cond delay="0"/>
                                          </p:stCondLst>
                                        </p:cTn>
                                        <p:tgtEl>
                                          <p:spTgt spid="37"/>
                                        </p:tgtEl>
                                        <p:attrNameLst>
                                          <p:attrName>style.visibility</p:attrName>
                                        </p:attrNameLst>
                                      </p:cBhvr>
                                      <p:to>
                                        <p:strVal val="visible"/>
                                      </p:to>
                                    </p:set>
                                    <p:animEffect transition="in" filter="wipe(left)">
                                      <p:cBhvr>
                                        <p:cTn id="111" dur="1200"/>
                                        <p:tgtEl>
                                          <p:spTgt spid="37"/>
                                        </p:tgtEl>
                                      </p:cBhvr>
                                    </p:animEffect>
                                  </p:childTnLst>
                                </p:cTn>
                              </p:par>
                              <p:par>
                                <p:cTn id="117" presetID="53" presetClass="entr" presetSubtype="16" fill="hold" grpId="0" nodeType="withEffect">
                                  <p:stCondLst>
                                    <p:cond delay="1500"/>
                                  </p:stCondLst>
                                  <p:childTnLst>
                                    <p:set>
                                      <p:cBhvr>
                                        <p:cTn id="113" dur="1" fill="hold">
                                          <p:stCondLst>
                                            <p:cond delay="0"/>
                                          </p:stCondLst>
                                        </p:cTn>
                                        <p:tgtEl>
                                          <p:spTgt spid="12"/>
                                        </p:tgtEl>
                                        <p:attrNameLst>
                                          <p:attrName>style.visibility</p:attrName>
                                        </p:attrNameLst>
                                      </p:cBhvr>
                                      <p:to>
                                        <p:strVal val="visible"/>
                                      </p:to>
                                    </p:set>
                                    <p:anim calcmode="lin" valueType="num">
                                      <p:cBhvr additive="base">
                                        <p:cTn id="114" dur="400" fill="hold"/>
                                        <p:tgtEl>
                                          <p:spTgt spid="12"/>
                                        </p:tgtEl>
                                        <p:attrNameLst>
                                          <p:attrName>ppt_w</p:attrName>
                                        </p:attrNameLst>
                                      </p:cBhvr>
                                      <p:tavLst>
                                        <p:tav tm="0">
                                          <p:val>
                                            <p:strVal val="0"/>
                                          </p:val>
                                        </p:tav>
                                        <p:tav tm="100000">
                                          <p:val>
                                            <p:strVal val="#ppt_w"/>
                                          </p:val>
                                        </p:tav>
                                      </p:tavLst>
                                    </p:anim>
                                    <p:anim calcmode="lin" valueType="num">
                                      <p:cBhvr additive="base">
                                        <p:cTn id="115" dur="400" fill="hold"/>
                                        <p:tgtEl>
                                          <p:spTgt spid="12"/>
                                        </p:tgtEl>
                                        <p:attrNameLst>
                                          <p:attrName>ppt_h</p:attrName>
                                        </p:attrNameLst>
                                      </p:cBhvr>
                                      <p:tavLst>
                                        <p:tav tm="0">
                                          <p:val>
                                            <p:strVal val="0"/>
                                          </p:val>
                                        </p:tav>
                                        <p:tav tm="100000">
                                          <p:val>
                                            <p:strVal val="#ppt_h"/>
                                          </p:val>
                                        </p:tav>
                                      </p:tavLst>
                                    </p:anim>
                                    <p:animEffect transition="in" filter="fade">
                                      <p:cBhvr>
                                        <p:cTn id="116" dur="400"/>
                                        <p:tgtEl>
                                          <p:spTgt spid="12"/>
                                        </p:tgtEl>
                                      </p:cBhvr>
                                    </p:animEffect>
                                  </p:childTnLst>
                                </p:cTn>
                              </p:par>
                              <p:par>
                                <p:cTn id="122" presetID="42" presetClass="entr" presetSubtype="0" fill="hold" grpId="0" nodeType="withEffect">
                                  <p:stCondLst>
                                    <p:cond delay="1500"/>
                                  </p:stCondLst>
                                  <p:childTnLst>
                                    <p:set>
                                      <p:cBhvr>
                                        <p:cTn id="118" dur="1" fill="hold">
                                          <p:stCondLst>
                                            <p:cond delay="0"/>
                                          </p:stCondLst>
                                        </p:cTn>
                                        <p:tgtEl>
                                          <p:spTgt spid="13"/>
                                        </p:tgtEl>
                                        <p:attrNameLst>
                                          <p:attrName>style.visibility</p:attrName>
                                        </p:attrNameLst>
                                      </p:cBhvr>
                                      <p:to>
                                        <p:strVal val="visible"/>
                                      </p:to>
                                    </p:set>
                                    <p:animEffect transition="in" filter="fade">
                                      <p:cBhvr>
                                        <p:cTn id="119" dur="600"/>
                                        <p:tgtEl>
                                          <p:spTgt spid="13"/>
                                        </p:tgtEl>
                                      </p:cBhvr>
                                    </p:animEffect>
                                    <p:anim calcmode="lin" valueType="num">
                                      <p:cBhvr additive="base">
                                        <p:cTn id="120" dur="600" fill="hold"/>
                                        <p:tgtEl>
                                          <p:spTgt spid="13"/>
                                        </p:tgtEl>
                                        <p:attrNameLst>
                                          <p:attrName>ppt_x</p:attrName>
                                        </p:attrNameLst>
                                      </p:cBhvr>
                                      <p:tavLst>
                                        <p:tav tm="0">
                                          <p:val>
                                            <p:strVal val="#ppt_x"/>
                                          </p:val>
                                        </p:tav>
                                        <p:tav tm="100000">
                                          <p:val>
                                            <p:strVal val="#ppt_x"/>
                                          </p:val>
                                        </p:tav>
                                      </p:tavLst>
                                    </p:anim>
                                    <p:anim calcmode="lin" valueType="num">
                                      <p:cBhvr additive="base">
                                        <p:cTn id="121" dur="600" fill="hold"/>
                                        <p:tgtEl>
                                          <p:spTgt spid="13"/>
                                        </p:tgtEl>
                                        <p:attrNameLst>
                                          <p:attrName>ppt_y</p:attrName>
                                        </p:attrNameLst>
                                      </p:cBhvr>
                                      <p:tavLst>
                                        <p:tav tm="0">
                                          <p:val>
                                            <p:strVal val="#ppt_y+.06"/>
                                          </p:val>
                                        </p:tav>
                                        <p:tav tm="100000">
                                          <p:val>
                                            <p:strVal val="#ppt_y"/>
                                          </p:val>
                                        </p:tav>
                                      </p:tavLst>
                                    </p:anim>
                                  </p:childTnLst>
                                </p:cTn>
                              </p:par>
                              <p:par>
                                <p:cTn id="125" presetID="10" presetClass="entr" presetSubtype="0" fill="hold" grpId="0" nodeType="withEffect">
                                  <p:stCondLst>
                                    <p:cond delay="150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4" dur="500"/>
                                        <p:tgtEl>
                                          <p:spTgt spid="39"/>
                                        </p:tgtEl>
                                      </p:cBhvr>
                                    </p:animEffect>
                                  </p:childTnLst>
                                </p:cTn>
                              </p:par>
                              <p:par>
                                <p:cTn id="128" presetID="10" presetClass="entr" presetSubtype="0" fill="hold" grpId="0" nodeType="withEffect">
                                  <p:stCondLst>
                                    <p:cond delay="150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7" dur="500"/>
                                        <p:tgtEl>
                                          <p:spTgt spid="40"/>
                                        </p:tgtEl>
                                      </p:cBhvr>
                                    </p:animEffect>
                                  </p:childTnLst>
                                </p:cTn>
                              </p:par>
                              <p:par>
                                <p:cTn id="131" presetID="10" presetClass="entr" presetSubtype="0" fill="hold" grpId="0" nodeType="withEffect">
                                  <p:stCondLst>
                                    <p:cond delay="150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500"/>
                                        <p:tgtEl>
                                          <p:spTgt spid="42"/>
                                        </p:tgtEl>
                                      </p:cBhvr>
                                    </p:animEffect>
                                  </p:childTnLst>
                                </p:cTn>
                              </p:par>
                              <p:par>
                                <p:cTn id="134" presetID="22" presetClass="entr" presetSubtype="8" fill="hold" grpId="0" nodeType="withEffect">
                                  <p:stCondLst>
                                    <p:cond delay="1600"/>
                                  </p:stCondLst>
                                  <p:childTnLst>
                                    <p:set>
                                      <p:cBhvr>
                                        <p:cTn id="132" dur="1" fill="hold">
                                          <p:stCondLst>
                                            <p:cond delay="0"/>
                                          </p:stCondLst>
                                        </p:cTn>
                                        <p:tgtEl>
                                          <p:spTgt spid="41"/>
                                        </p:tgtEl>
                                        <p:attrNameLst>
                                          <p:attrName>style.visibility</p:attrName>
                                        </p:attrNameLst>
                                      </p:cBhvr>
                                      <p:to>
                                        <p:strVal val="visible"/>
                                      </p:to>
                                    </p:set>
                                    <p:animEffect transition="in" filter="wipe(left)">
                                      <p:cBhvr>
                                        <p:cTn id="133" dur="1200"/>
                                        <p:tgtEl>
                                          <p:spTgt spid="41"/>
                                        </p:tgtEl>
                                      </p:cBhvr>
                                    </p:animEffect>
                                  </p:childTnLst>
                                </p:cTn>
                              </p:par>
                              <p:par>
                                <p:cTn id="139" presetID="53" presetClass="entr" presetSubtype="16" fill="hold" grpId="0" nodeType="withEffect">
                                  <p:stCondLst>
                                    <p:cond delay="1700"/>
                                  </p:stCondLst>
                                  <p:childTnLst>
                                    <p:set>
                                      <p:cBhvr>
                                        <p:cTn id="135" dur="1" fill="hold">
                                          <p:stCondLst>
                                            <p:cond delay="0"/>
                                          </p:stCondLst>
                                        </p:cTn>
                                        <p:tgtEl>
                                          <p:spTgt spid="14"/>
                                        </p:tgtEl>
                                        <p:attrNameLst>
                                          <p:attrName>style.visibility</p:attrName>
                                        </p:attrNameLst>
                                      </p:cBhvr>
                                      <p:to>
                                        <p:strVal val="visible"/>
                                      </p:to>
                                    </p:set>
                                    <p:anim calcmode="lin" valueType="num">
                                      <p:cBhvr additive="base">
                                        <p:cTn id="136" dur="400" fill="hold"/>
                                        <p:tgtEl>
                                          <p:spTgt spid="14"/>
                                        </p:tgtEl>
                                        <p:attrNameLst>
                                          <p:attrName>ppt_w</p:attrName>
                                        </p:attrNameLst>
                                      </p:cBhvr>
                                      <p:tavLst>
                                        <p:tav tm="0">
                                          <p:val>
                                            <p:strVal val="0"/>
                                          </p:val>
                                        </p:tav>
                                        <p:tav tm="100000">
                                          <p:val>
                                            <p:strVal val="#ppt_w"/>
                                          </p:val>
                                        </p:tav>
                                      </p:tavLst>
                                    </p:anim>
                                    <p:anim calcmode="lin" valueType="num">
                                      <p:cBhvr additive="base">
                                        <p:cTn id="137" dur="400" fill="hold"/>
                                        <p:tgtEl>
                                          <p:spTgt spid="14"/>
                                        </p:tgtEl>
                                        <p:attrNameLst>
                                          <p:attrName>ppt_h</p:attrName>
                                        </p:attrNameLst>
                                      </p:cBhvr>
                                      <p:tavLst>
                                        <p:tav tm="0">
                                          <p:val>
                                            <p:strVal val="0"/>
                                          </p:val>
                                        </p:tav>
                                        <p:tav tm="100000">
                                          <p:val>
                                            <p:strVal val="#ppt_h"/>
                                          </p:val>
                                        </p:tav>
                                      </p:tavLst>
                                    </p:anim>
                                    <p:animEffect transition="in" filter="fade">
                                      <p:cBhvr>
                                        <p:cTn id="138" dur="400"/>
                                        <p:tgtEl>
                                          <p:spTgt spid="14"/>
                                        </p:tgtEl>
                                      </p:cBhvr>
                                    </p:animEffect>
                                  </p:childTnLst>
                                </p:cTn>
                              </p:par>
                              <p:par>
                                <p:cTn id="144" presetID="42" presetClass="entr" presetSubtype="0" fill="hold" grpId="0" nodeType="withEffect">
                                  <p:stCondLst>
                                    <p:cond delay="170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600"/>
                                        <p:tgtEl>
                                          <p:spTgt spid="15"/>
                                        </p:tgtEl>
                                      </p:cBhvr>
                                    </p:animEffect>
                                    <p:anim calcmode="lin" valueType="num">
                                      <p:cBhvr additive="base">
                                        <p:cTn id="142" dur="600" fill="hold"/>
                                        <p:tgtEl>
                                          <p:spTgt spid="15"/>
                                        </p:tgtEl>
                                        <p:attrNameLst>
                                          <p:attrName>ppt_x</p:attrName>
                                        </p:attrNameLst>
                                      </p:cBhvr>
                                      <p:tavLst>
                                        <p:tav tm="0">
                                          <p:val>
                                            <p:strVal val="#ppt_x"/>
                                          </p:val>
                                        </p:tav>
                                        <p:tav tm="100000">
                                          <p:val>
                                            <p:strVal val="#ppt_x"/>
                                          </p:val>
                                        </p:tav>
                                      </p:tavLst>
                                    </p:anim>
                                    <p:anim calcmode="lin" valueType="num">
                                      <p:cBhvr additive="base">
                                        <p:cTn id="143" dur="600" fill="hold"/>
                                        <p:tgtEl>
                                          <p:spTgt spid="15"/>
                                        </p:tgtEl>
                                        <p:attrNameLst>
                                          <p:attrName>ppt_y</p:attrName>
                                        </p:attrNameLst>
                                      </p:cBhvr>
                                      <p:tavLst>
                                        <p:tav tm="0">
                                          <p:val>
                                            <p:strVal val="#ppt_y+.06"/>
                                          </p:val>
                                        </p:tav>
                                        <p:tav tm="100000">
                                          <p:val>
                                            <p:strVal val="#ppt_y"/>
                                          </p:val>
                                        </p:tav>
                                      </p:tavLst>
                                    </p:anim>
                                  </p:childTnLst>
                                </p:cTn>
                              </p:par>
                              <p:par>
                                <p:cTn id="149" presetID="53" presetClass="entr" presetSubtype="32" fill="hold" grpId="0" nodeType="withEffect">
                                  <p:stCondLst>
                                    <p:cond delay="2600"/>
                                  </p:stCondLst>
                                  <p:childTnLst>
                                    <p:set>
                                      <p:cBhvr>
                                        <p:cTn id="145" dur="1" fill="hold">
                                          <p:stCondLst>
                                            <p:cond delay="0"/>
                                          </p:stCondLst>
                                        </p:cTn>
                                        <p:tgtEl>
                                          <p:spTgt spid="22"/>
                                        </p:tgtEl>
                                        <p:attrNameLst>
                                          <p:attrName>style.visibility</p:attrName>
                                        </p:attrNameLst>
                                      </p:cBhvr>
                                      <p:to>
                                        <p:strVal val="visible"/>
                                      </p:to>
                                    </p:set>
                                    <p:anim calcmode="lin" valueType="num">
                                      <p:cBhvr additive="base">
                                        <p:cTn id="146" dur="450" fill="hold"/>
                                        <p:tgtEl>
                                          <p:spTgt spid="22"/>
                                        </p:tgtEl>
                                        <p:attrNameLst>
                                          <p:attrName>ppt_w</p:attrName>
                                        </p:attrNameLst>
                                      </p:cBhvr>
                                      <p:tavLst>
                                        <p:tav tm="0">
                                          <p:val>
                                            <p:strVal val="#ppt_w*2.4"/>
                                          </p:val>
                                        </p:tav>
                                        <p:tav tm="100000">
                                          <p:val>
                                            <p:strVal val="#ppt_w"/>
                                          </p:val>
                                        </p:tav>
                                      </p:tavLst>
                                    </p:anim>
                                    <p:anim calcmode="lin" valueType="num">
                                      <p:cBhvr additive="base">
                                        <p:cTn id="147" dur="450" fill="hold"/>
                                        <p:tgtEl>
                                          <p:spTgt spid="22"/>
                                        </p:tgtEl>
                                        <p:attrNameLst>
                                          <p:attrName>ppt_h</p:attrName>
                                        </p:attrNameLst>
                                      </p:cBhvr>
                                      <p:tavLst>
                                        <p:tav tm="0">
                                          <p:val>
                                            <p:strVal val="#ppt_h*2.4"/>
                                          </p:val>
                                        </p:tav>
                                        <p:tav tm="100000">
                                          <p:val>
                                            <p:strVal val="#ppt_h"/>
                                          </p:val>
                                        </p:tav>
                                      </p:tavLst>
                                    </p:anim>
                                    <p:animEffect transition="in" filter="fade">
                                      <p:cBhvr>
                                        <p:cTn id="148" dur="450"/>
                                        <p:tgtEl>
                                          <p:spTgt spid="22"/>
                                        </p:tgtEl>
                                      </p:cBhvr>
                                    </p:animEffect>
                                  </p:childTnLst>
                                </p:cTn>
                              </p:par>
                              <p:par>
                                <p:cTn id="154" presetID="42" presetClass="entr" presetSubtype="0" fill="hold" grpId="0" nodeType="withEffect">
                                  <p:stCondLst>
                                    <p:cond delay="3200"/>
                                  </p:stCondLst>
                                  <p:childTnLst>
                                    <p:set>
                                      <p:cBhvr>
                                        <p:cTn id="150" dur="1" fill="hold">
                                          <p:stCondLst>
                                            <p:cond delay="0"/>
                                          </p:stCondLst>
                                        </p:cTn>
                                        <p:tgtEl>
                                          <p:spTgt spid="16"/>
                                        </p:tgtEl>
                                        <p:attrNameLst>
                                          <p:attrName>style.visibility</p:attrName>
                                        </p:attrNameLst>
                                      </p:cBhvr>
                                      <p:to>
                                        <p:strVal val="visible"/>
                                      </p:to>
                                    </p:set>
                                    <p:animEffect transition="in" filter="fade">
                                      <p:cBhvr>
                                        <p:cTn id="151" dur="700"/>
                                        <p:tgtEl>
                                          <p:spTgt spid="16"/>
                                        </p:tgtEl>
                                      </p:cBhvr>
                                    </p:animEffect>
                                    <p:anim calcmode="lin" valueType="num">
                                      <p:cBhvr additive="base">
                                        <p:cTn id="152" dur="700" fill="hold"/>
                                        <p:tgtEl>
                                          <p:spTgt spid="16"/>
                                        </p:tgtEl>
                                        <p:attrNameLst>
                                          <p:attrName>ppt_x</p:attrName>
                                        </p:attrNameLst>
                                      </p:cBhvr>
                                      <p:tavLst>
                                        <p:tav tm="0">
                                          <p:val>
                                            <p:strVal val="#ppt_x"/>
                                          </p:val>
                                        </p:tav>
                                        <p:tav tm="100000">
                                          <p:val>
                                            <p:strVal val="#ppt_x"/>
                                          </p:val>
                                        </p:tav>
                                      </p:tavLst>
                                    </p:anim>
                                    <p:anim calcmode="lin" valueType="num">
                                      <p:cBhvr additive="base">
                                        <p:cTn id="153" dur="700" fill="hold"/>
                                        <p:tgtEl>
                                          <p:spTgt spid="1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animBg="1"/>
      <p:bldP spid="18" grpId="0" animBg="1"/>
      <p:bldP spid="4" grpId="0" animBg="1"/>
      <p:bldP spid="5" grpId="0" animBg="1"/>
      <p:bldP spid="6" grpId="0" animBg="1"/>
      <p:bldP spid="19" grpId="0" animBg="1"/>
      <p:bldP spid="17" grpId="1" animBg="1"/>
      <p:bldP spid="7" grpId="0" animBg="1"/>
      <p:bldP spid="20" grpId="0" animBg="1"/>
      <p:bldP spid="23" grpId="0" animBg="1"/>
      <p:bldP spid="24" grpId="0" animBg="1"/>
      <p:bldP spid="26" grpId="0" animBg="1"/>
      <p:bldP spid="25" grpId="0" animBg="1"/>
      <p:bldP spid="27" grpId="0" animBg="1"/>
      <p:bldP spid="28" grpId="0" animBg="1"/>
      <p:bldP spid="30" grpId="0" animBg="1"/>
      <p:bldP spid="8" grpId="0" animBg="1"/>
      <p:bldP spid="9" grpId="0" animBg="1"/>
      <p:bldP spid="21" grpId="0" animBg="1"/>
      <p:bldP spid="29" grpId="0" animBg="1"/>
      <p:bldP spid="31" grpId="0" animBg="1"/>
      <p:bldP spid="32" grpId="0" animBg="1"/>
      <p:bldP spid="34" grpId="0" animBg="1"/>
      <p:bldP spid="10" grpId="0" animBg="1"/>
      <p:bldP spid="11" grpId="0" animBg="1"/>
      <p:bldP spid="33" grpId="0" animBg="1"/>
      <p:bldP spid="35" grpId="0" animBg="1"/>
      <p:bldP spid="36" grpId="0" animBg="1"/>
      <p:bldP spid="38" grpId="0" animBg="1"/>
      <p:bldP spid="37" grpId="0" animBg="1"/>
      <p:bldP spid="12" grpId="0" animBg="1"/>
      <p:bldP spid="13" grpId="0" animBg="1"/>
      <p:bldP spid="39" grpId="0" animBg="1"/>
      <p:bldP spid="40" grpId="0" animBg="1"/>
      <p:bldP spid="42" grpId="0" animBg="1"/>
      <p:bldP spid="41" grpId="0" animBg="1"/>
      <p:bldP spid="14" grpId="0" animBg="1"/>
      <p:bldP spid="15" grpId="0" animBg="1"/>
      <p:bldP spid="22"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26"/>
        </a:solidFill>
      </p:bgPr>
    </p:bg>
    <p:spTree>
      <p:nvGrpSpPr>
        <p:cNvPr id="1" name=""/>
        <p:cNvGrpSpPr/>
        <p:nvPr/>
      </p:nvGrpSpPr>
      <p:grpSpPr>
        <a:xfrm>
          <a:off x="0" y="0"/>
          <a:ext cx="0" cy="0"/>
          <a:chOff x="0" y="0"/>
          <a:chExt cx="0" cy="0"/>
        </a:xfrm>
      </p:grpSpPr>
      <p:sp>
        <p:nvSpPr>
          <p:cNvPr id="3" name="heading"/>
          <p:cNvSpPr txBox="1"/>
          <p:nvPr/>
        </p:nvSpPr>
        <p:spPr>
          <a:xfrm>
            <a:off x="812800" y="749300"/>
            <a:ext cx="10566400" cy="1016000"/>
          </a:xfrm>
          <a:prstGeom prst="rect">
            <a:avLst/>
          </a:prstGeom>
          <a:noFill/>
          <a:ln/>
        </p:spPr>
        <p:txBody>
          <a:bodyPr wrap="square" lIns="0" tIns="0" rIns="0" bIns="0" rtlCol="0" anchor="t"/>
          <a:lstStyle/>
          <a:p>
            <a:pPr indent="0" marL="0">
              <a:lnSpc>
                <a:spcPct val="95000"/>
              </a:lnSpc>
              <a:buNone/>
            </a:pPr>
            <a:r>
              <a:rPr lang="en-US" sz="3200" b="1" dirty="0">
                <a:solidFill>
                  <a:srgbClr val="F3F5F2"/>
                </a:solidFill>
                <a:latin typeface="Segoe UI" pitchFamily="34" charset="0"/>
                <a:ea typeface="Segoe UI" pitchFamily="34" charset="-122"/>
                <a:cs typeface="Segoe UI" pitchFamily="34" charset="-120"/>
              </a:rPr>
              <a:t>Door 3 – Facebook: strong locks, but the attacker changed them</a:t>
            </a:r>
            <a:endParaRPr lang="en-US" sz="3200" dirty="0"/>
          </a:p>
        </p:txBody>
      </p:sp>
      <p:sp>
        <p:nvSpPr>
          <p:cNvPr id="4" name="banbg"/>
          <p:cNvSpPr/>
          <p:nvPr/>
        </p:nvSpPr>
        <p:spPr>
          <a:xfrm>
            <a:off x="812800" y="2006600"/>
            <a:ext cx="6413500" cy="812800"/>
          </a:xfrm>
          <a:prstGeom prst="roundRect">
            <a:avLst>
              <a:gd name="adj" fmla="val 9000"/>
            </a:avLst>
          </a:prstGeom>
          <a:solidFill>
            <a:srgbClr val="16233A"/>
          </a:solidFill>
          <a:ln/>
        </p:spPr>
      </p:sp>
      <p:sp>
        <p:nvSpPr>
          <p:cNvPr id="5" name="banbar"/>
          <p:cNvSpPr/>
          <p:nvPr/>
        </p:nvSpPr>
        <p:spPr>
          <a:xfrm>
            <a:off x="812800" y="2006600"/>
            <a:ext cx="63500" cy="812800"/>
          </a:xfrm>
          <a:prstGeom prst="rect">
            <a:avLst/>
          </a:prstGeom>
          <a:solidFill>
            <a:srgbClr val="F2A541"/>
          </a:solidFill>
          <a:ln/>
        </p:spPr>
      </p:sp>
      <p:sp>
        <p:nvSpPr>
          <p:cNvPr id="6" name="ban"/>
          <p:cNvSpPr txBox="1"/>
          <p:nvPr/>
        </p:nvSpPr>
        <p:spPr>
          <a:xfrm>
            <a:off x="1016000" y="2095500"/>
            <a:ext cx="6096000" cy="660400"/>
          </a:xfrm>
          <a:prstGeom prst="rect">
            <a:avLst/>
          </a:prstGeom>
          <a:noFill/>
          <a:ln/>
        </p:spPr>
        <p:txBody>
          <a:bodyPr wrap="square" lIns="0" tIns="0" rIns="0" bIns="0" rtlCol="0" anchor="ctr"/>
          <a:lstStyle/>
          <a:p>
            <a:pPr indent="0" marL="0">
              <a:buNone/>
            </a:pPr>
            <a:r>
              <a:rPr lang="en-US" sz="1400" b="1" dirty="0">
                <a:solidFill>
                  <a:srgbClr val="F2A541"/>
                </a:solidFill>
                <a:latin typeface="Segoe UI" pitchFamily="34" charset="0"/>
                <a:ea typeface="Segoe UI" pitchFamily="34" charset="-122"/>
                <a:cs typeface="Segoe UI" pitchFamily="34" charset="-120"/>
              </a:rPr>
              <a:t>12:35 AM</a:t>
            </a:r>
            <a:pPr indent="0" marL="0">
              <a:buNone/>
            </a:pPr>
            <a:r>
              <a:rPr lang="en-US" sz="1400" dirty="0">
                <a:solidFill>
                  <a:srgbClr val="F3F5F2"/>
                </a:solidFill>
                <a:latin typeface="Segoe UI" pitchFamily="34" charset="0"/>
                <a:ea typeface="Segoe UI" pitchFamily="34" charset="-122"/>
                <a:cs typeface="Segoe UI" pitchFamily="34" charset="-120"/>
              </a:rPr>
              <a:t> · Using her Gmail, the attacker resets her Facebook password, then swaps her recovery email and phone number.</a:t>
            </a:r>
            <a:endParaRPr lang="en-US" sz="1400" dirty="0"/>
          </a:p>
        </p:txBody>
      </p:sp>
      <p:sp>
        <p:nvSpPr>
          <p:cNvPr id="7" name="cap"/>
          <p:cNvSpPr txBox="1"/>
          <p:nvPr/>
        </p:nvSpPr>
        <p:spPr>
          <a:xfrm>
            <a:off x="812800" y="2959100"/>
            <a:ext cx="3810000" cy="203200"/>
          </a:xfrm>
          <a:prstGeom prst="rect">
            <a:avLst/>
          </a:prstGeom>
          <a:noFill/>
          <a:ln/>
        </p:spPr>
        <p:txBody>
          <a:bodyPr wrap="square" lIns="0" tIns="0" rIns="0" bIns="0" rtlCol="0" anchor="t"/>
          <a:lstStyle/>
          <a:p>
            <a:pPr indent="0" marL="0">
              <a:buNone/>
            </a:pPr>
            <a:r>
              <a:rPr lang="en-US" sz="1200" b="1" spc="300" kern="0" dirty="0">
                <a:solidFill>
                  <a:srgbClr val="3FD0C9"/>
                </a:solidFill>
                <a:latin typeface="Segoe UI" pitchFamily="34" charset="0"/>
                <a:ea typeface="Segoe UI" pitchFamily="34" charset="-122"/>
                <a:cs typeface="Segoe UI" pitchFamily="34" charset="-120"/>
              </a:rPr>
              <a:t>LOCKS IT OFFERS</a:t>
            </a:r>
            <a:endParaRPr lang="en-US" sz="1200" dirty="0"/>
          </a:p>
        </p:txBody>
      </p:sp>
      <p:sp>
        <p:nvSpPr>
          <p:cNvPr id="8" name="chk0"/>
          <p:cNvSpPr/>
          <p:nvPr/>
        </p:nvSpPr>
        <p:spPr>
          <a:xfrm>
            <a:off x="812800" y="32639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9" name="it0"/>
          <p:cNvSpPr txBox="1"/>
          <p:nvPr/>
        </p:nvSpPr>
        <p:spPr>
          <a:xfrm>
            <a:off x="1143000" y="32512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Two-factor authentication: SMS, an authenticator app or a security key</a:t>
            </a:r>
            <a:endParaRPr lang="en-US" sz="1400" dirty="0"/>
          </a:p>
        </p:txBody>
      </p:sp>
      <p:sp>
        <p:nvSpPr>
          <p:cNvPr id="10" name="chk1"/>
          <p:cNvSpPr/>
          <p:nvPr/>
        </p:nvSpPr>
        <p:spPr>
          <a:xfrm>
            <a:off x="812800" y="36576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1" name="it1"/>
          <p:cNvSpPr txBox="1"/>
          <p:nvPr/>
        </p:nvSpPr>
        <p:spPr>
          <a:xfrm>
            <a:off x="1143000" y="36449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Login alerts and “Where you’re logged in”</a:t>
            </a:r>
            <a:endParaRPr lang="en-US" sz="1400" dirty="0"/>
          </a:p>
        </p:txBody>
      </p:sp>
      <p:sp>
        <p:nvSpPr>
          <p:cNvPr id="12" name="chk2"/>
          <p:cNvSpPr/>
          <p:nvPr/>
        </p:nvSpPr>
        <p:spPr>
          <a:xfrm>
            <a:off x="812800" y="40513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3" name="it2"/>
          <p:cNvSpPr txBox="1"/>
          <p:nvPr/>
        </p:nvSpPr>
        <p:spPr>
          <a:xfrm>
            <a:off x="1143000" y="40386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Security Checkup, a step-by-step guide</a:t>
            </a:r>
            <a:endParaRPr lang="en-US" sz="1400" dirty="0"/>
          </a:p>
        </p:txBody>
      </p:sp>
      <p:sp>
        <p:nvSpPr>
          <p:cNvPr id="14" name="chk3"/>
          <p:cNvSpPr/>
          <p:nvPr/>
        </p:nvSpPr>
        <p:spPr>
          <a:xfrm>
            <a:off x="812800" y="44450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5" name="it3"/>
          <p:cNvSpPr txBox="1"/>
          <p:nvPr/>
        </p:nvSpPr>
        <p:spPr>
          <a:xfrm>
            <a:off x="1143000" y="44323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Passkeys (2025), extended to Messenger</a:t>
            </a:r>
            <a:endParaRPr lang="en-US" sz="1400" dirty="0"/>
          </a:p>
        </p:txBody>
      </p:sp>
      <p:sp>
        <p:nvSpPr>
          <p:cNvPr id="16" name="fix"/>
          <p:cNvSpPr/>
          <p:nvPr/>
        </p:nvSpPr>
        <p:spPr>
          <a:xfrm>
            <a:off x="812800" y="5181600"/>
            <a:ext cx="6413500" cy="711200"/>
          </a:xfrm>
          <a:prstGeom prst="roundRect">
            <a:avLst>
              <a:gd name="adj" fmla="val 15429"/>
            </a:avLst>
          </a:prstGeom>
          <a:solidFill>
            <a:srgbClr val="3FD0C9"/>
          </a:solidFill>
          <a:ln/>
        </p:spPr>
        <p:txBody>
          <a:bodyPr wrap="square" lIns="165100" tIns="165100" rIns="165100" bIns="165100" rtlCol="0" anchor="ctr"/>
          <a:lstStyle/>
          <a:p>
            <a:pPr algn="l" indent="0" marL="0">
              <a:buNone/>
            </a:pPr>
            <a:r>
              <a:rPr lang="en-US" sz="1400" b="1" dirty="0">
                <a:solidFill>
                  <a:srgbClr val="0E1726"/>
                </a:solidFill>
                <a:latin typeface="Segoe UI" pitchFamily="34" charset="0"/>
                <a:ea typeface="Segoe UI" pitchFamily="34" charset="-122"/>
                <a:cs typeface="Segoe UI" pitchFamily="34" charset="-120"/>
              </a:rPr>
              <a:t>My fix: </a:t>
            </a:r>
            <a:pPr algn="l" indent="0" marL="0">
              <a:buNone/>
            </a:pPr>
            <a:r>
              <a:rPr lang="en-US" sz="1400" dirty="0">
                <a:solidFill>
                  <a:srgbClr val="0E1726"/>
                </a:solidFill>
                <a:latin typeface="Segoe UI" pitchFamily="34" charset="0"/>
                <a:ea typeface="Segoe UI" pitchFamily="34" charset="-122"/>
                <a:cs typeface="Segoe UI" pitchFamily="34" charset="-120"/>
              </a:rPr>
              <a:t>a 48-hour wait before a new email, phone number or 2FA change takes effect</a:t>
            </a:r>
            <a:endParaRPr lang="en-US" sz="1400" dirty="0"/>
          </a:p>
        </p:txBody>
      </p:sp>
      <p:sp>
        <p:nvSpPr>
          <p:cNvPr id="17" name="dash"/>
          <p:cNvSpPr/>
          <p:nvPr/>
        </p:nvSpPr>
        <p:spPr>
          <a:xfrm>
            <a:off x="7969250" y="2203450"/>
            <a:ext cx="1752600" cy="1752600"/>
          </a:xfrm>
          <a:prstGeom prst="ellipse">
            <a:avLst/>
          </a:prstGeom>
          <a:ln w="19050">
            <a:solidFill>
              <a:srgbClr val="3A5A80"/>
            </a:solidFill>
            <a:prstDash val="sysDot"/>
          </a:ln>
        </p:spPr>
      </p:sp>
      <p:sp>
        <p:nvSpPr>
          <p:cNvPr id="18" name="trackring"/>
          <p:cNvSpPr/>
          <p:nvPr/>
        </p:nvSpPr>
        <p:spPr>
          <a:xfrm>
            <a:off x="8147050" y="2381250"/>
            <a:ext cx="1397000" cy="1397000"/>
          </a:xfrm>
          <a:prstGeom prst="ellipse">
            <a:avLst/>
          </a:prstGeom>
          <a:ln w="139700">
            <a:solidFill>
              <a:srgbClr val="1E2E48"/>
            </a:solidFill>
            <a:prstDash val="solid"/>
          </a:ln>
        </p:spPr>
      </p:sp>
      <p:sp>
        <p:nvSpPr>
          <p:cNvPr id="19" name="arc"/>
          <p:cNvSpPr/>
          <p:nvPr/>
        </p:nvSpPr>
        <p:spPr>
          <a:xfrm>
            <a:off x="8077200" y="2311400"/>
            <a:ext cx="1536700" cy="1536700"/>
          </a:xfrm>
          <a:prstGeom prst="blockArc">
            <a:avLst>
              <a:gd name="adj1" fmla="val 16200000"/>
              <a:gd name="adj2" fmla="val 8424000"/>
              <a:gd name="adj3" fmla="val 9100"/>
            </a:avLst>
          </a:prstGeom>
          <a:solidFill>
            <a:srgbClr val="F2A541"/>
          </a:solidFill>
          <a:ln/>
        </p:spPr>
      </p:sp>
      <p:sp>
        <p:nvSpPr>
          <p:cNvPr id="20" name="score"/>
          <p:cNvSpPr txBox="1"/>
          <p:nvPr/>
        </p:nvSpPr>
        <p:spPr>
          <a:xfrm>
            <a:off x="8147050" y="2667000"/>
            <a:ext cx="1397000" cy="571500"/>
          </a:xfrm>
          <a:prstGeom prst="rect">
            <a:avLst/>
          </a:prstGeom>
          <a:noFill/>
          <a:ln/>
        </p:spPr>
        <p:txBody>
          <a:bodyPr wrap="square" lIns="0" tIns="0" rIns="0" bIns="0" rtlCol="0" anchor="t"/>
          <a:lstStyle/>
          <a:p>
            <a:pPr algn="ctr" indent="0" marL="0">
              <a:buNone/>
            </a:pPr>
            <a:r>
              <a:rPr lang="en-US" sz="4200" b="1" dirty="0">
                <a:solidFill>
                  <a:srgbClr val="F3F5F2"/>
                </a:solidFill>
                <a:latin typeface="Segoe UI" pitchFamily="34" charset="0"/>
                <a:ea typeface="Segoe UI" pitchFamily="34" charset="-122"/>
                <a:cs typeface="Segoe UI" pitchFamily="34" charset="-120"/>
              </a:rPr>
              <a:t>16</a:t>
            </a:r>
            <a:endParaRPr lang="en-US" sz="4200" dirty="0"/>
          </a:p>
        </p:txBody>
      </p:sp>
      <p:sp>
        <p:nvSpPr>
          <p:cNvPr id="21" name="of"/>
          <p:cNvSpPr txBox="1"/>
          <p:nvPr/>
        </p:nvSpPr>
        <p:spPr>
          <a:xfrm>
            <a:off x="8147050" y="3251200"/>
            <a:ext cx="1397000" cy="203200"/>
          </a:xfrm>
          <a:prstGeom prst="rect">
            <a:avLst/>
          </a:prstGeom>
          <a:noFill/>
          <a:ln/>
        </p:spPr>
        <p:txBody>
          <a:bodyPr wrap="square" lIns="0" tIns="0" rIns="0" bIns="0" rtlCol="0" anchor="t"/>
          <a:lstStyle/>
          <a:p>
            <a:pPr algn="ctr" indent="0" marL="0">
              <a:buNone/>
            </a:pPr>
            <a:r>
              <a:rPr lang="en-US" sz="1200" dirty="0">
                <a:solidFill>
                  <a:srgbClr val="BFD0DF"/>
                </a:solidFill>
                <a:latin typeface="Segoe UI" pitchFamily="34" charset="0"/>
                <a:ea typeface="Segoe UI" pitchFamily="34" charset="-122"/>
                <a:cs typeface="Segoe UI" pitchFamily="34" charset="-120"/>
              </a:rPr>
              <a:t>out of 25</a:t>
            </a:r>
            <a:endParaRPr lang="en-US" sz="1200" dirty="0"/>
          </a:p>
        </p:txBody>
      </p:sp>
      <p:sp>
        <p:nvSpPr>
          <p:cNvPr id="22" name="stamp"/>
          <p:cNvSpPr/>
          <p:nvPr/>
        </p:nvSpPr>
        <p:spPr>
          <a:xfrm rot="-600000">
            <a:off x="9906000" y="2730500"/>
            <a:ext cx="1460500" cy="381000"/>
          </a:xfrm>
          <a:prstGeom prst="roundRect">
            <a:avLst>
              <a:gd name="adj" fmla="val 36000"/>
            </a:avLst>
          </a:prstGeom>
          <a:solidFill>
            <a:srgbClr val="0E1726"/>
          </a:solidFill>
          <a:ln w="38100">
            <a:solidFill>
              <a:srgbClr val="FF6B5E"/>
            </a:solidFill>
          </a:ln>
        </p:spPr>
        <p:txBody>
          <a:bodyPr wrap="square" lIns="0" tIns="0" rIns="0" bIns="0" rtlCol="0" anchor="ctr"/>
          <a:lstStyle/>
          <a:p>
            <a:pPr algn="ctr" indent="0" marL="0">
              <a:buNone/>
            </a:pPr>
            <a:r>
              <a:rPr lang="en-US" sz="1600" b="1" spc="300" kern="0" dirty="0">
                <a:solidFill>
                  <a:srgbClr val="FF6B5E"/>
                </a:solidFill>
                <a:latin typeface="Segoe UI" pitchFamily="34" charset="0"/>
                <a:ea typeface="Segoe UI" pitchFamily="34" charset="-122"/>
                <a:cs typeface="Segoe UI" pitchFamily="34" charset="-120"/>
              </a:rPr>
              <a:t>BREACHED</a:t>
            </a:r>
            <a:endParaRPr lang="en-US" sz="1600" dirty="0"/>
          </a:p>
        </p:txBody>
      </p:sp>
      <p:sp>
        <p:nvSpPr>
          <p:cNvPr id="23" name="lab0"/>
          <p:cNvSpPr txBox="1"/>
          <p:nvPr/>
        </p:nvSpPr>
        <p:spPr>
          <a:xfrm>
            <a:off x="7734300" y="42164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Login</a:t>
            </a:r>
            <a:endParaRPr lang="en-US" sz="1200" dirty="0"/>
          </a:p>
        </p:txBody>
      </p:sp>
      <p:sp>
        <p:nvSpPr>
          <p:cNvPr id="24" name="trk0"/>
          <p:cNvSpPr/>
          <p:nvPr/>
        </p:nvSpPr>
        <p:spPr>
          <a:xfrm>
            <a:off x="8775700" y="4254500"/>
            <a:ext cx="2095500" cy="139700"/>
          </a:xfrm>
          <a:prstGeom prst="roundRect">
            <a:avLst>
              <a:gd name="adj" fmla="val 327273"/>
            </a:avLst>
          </a:prstGeom>
          <a:solidFill>
            <a:srgbClr val="1E2E48"/>
          </a:solidFill>
          <a:ln/>
        </p:spPr>
      </p:sp>
      <p:sp>
        <p:nvSpPr>
          <p:cNvPr id="25" name="bar0"/>
          <p:cNvSpPr/>
          <p:nvPr/>
        </p:nvSpPr>
        <p:spPr>
          <a:xfrm>
            <a:off x="8775700" y="4254500"/>
            <a:ext cx="1676400" cy="139700"/>
          </a:xfrm>
          <a:prstGeom prst="roundRect">
            <a:avLst>
              <a:gd name="adj" fmla="val 327273"/>
            </a:avLst>
          </a:prstGeom>
          <a:solidFill>
            <a:srgbClr val="3FD0C9"/>
          </a:solidFill>
          <a:ln/>
        </p:spPr>
      </p:sp>
      <p:sp>
        <p:nvSpPr>
          <p:cNvPr id="26" name="val0"/>
          <p:cNvSpPr txBox="1"/>
          <p:nvPr/>
        </p:nvSpPr>
        <p:spPr>
          <a:xfrm>
            <a:off x="10985500" y="42164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4</a:t>
            </a:r>
            <a:endParaRPr lang="en-US" sz="1200" dirty="0"/>
          </a:p>
        </p:txBody>
      </p:sp>
      <p:sp>
        <p:nvSpPr>
          <p:cNvPr id="27" name="lab1"/>
          <p:cNvSpPr txBox="1"/>
          <p:nvPr/>
        </p:nvSpPr>
        <p:spPr>
          <a:xfrm>
            <a:off x="7734300" y="44958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Encryption</a:t>
            </a:r>
            <a:endParaRPr lang="en-US" sz="1200" dirty="0"/>
          </a:p>
        </p:txBody>
      </p:sp>
      <p:sp>
        <p:nvSpPr>
          <p:cNvPr id="28" name="trk1"/>
          <p:cNvSpPr/>
          <p:nvPr/>
        </p:nvSpPr>
        <p:spPr>
          <a:xfrm>
            <a:off x="8775700" y="4533900"/>
            <a:ext cx="2095500" cy="139700"/>
          </a:xfrm>
          <a:prstGeom prst="roundRect">
            <a:avLst>
              <a:gd name="adj" fmla="val 327273"/>
            </a:avLst>
          </a:prstGeom>
          <a:solidFill>
            <a:srgbClr val="1E2E48"/>
          </a:solidFill>
          <a:ln/>
        </p:spPr>
      </p:sp>
      <p:sp>
        <p:nvSpPr>
          <p:cNvPr id="29" name="bar1"/>
          <p:cNvSpPr/>
          <p:nvPr/>
        </p:nvSpPr>
        <p:spPr>
          <a:xfrm>
            <a:off x="8775700" y="4533900"/>
            <a:ext cx="1257300" cy="139700"/>
          </a:xfrm>
          <a:prstGeom prst="roundRect">
            <a:avLst>
              <a:gd name="adj" fmla="val 327273"/>
            </a:avLst>
          </a:prstGeom>
          <a:solidFill>
            <a:srgbClr val="3FD0C9"/>
          </a:solidFill>
          <a:ln/>
        </p:spPr>
      </p:sp>
      <p:sp>
        <p:nvSpPr>
          <p:cNvPr id="30" name="val1"/>
          <p:cNvSpPr txBox="1"/>
          <p:nvPr/>
        </p:nvSpPr>
        <p:spPr>
          <a:xfrm>
            <a:off x="10985500" y="44958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3</a:t>
            </a:r>
            <a:endParaRPr lang="en-US" sz="1200" dirty="0"/>
          </a:p>
        </p:txBody>
      </p:sp>
      <p:sp>
        <p:nvSpPr>
          <p:cNvPr id="31" name="lab2"/>
          <p:cNvSpPr txBox="1"/>
          <p:nvPr/>
        </p:nvSpPr>
        <p:spPr>
          <a:xfrm>
            <a:off x="7734300" y="47752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Alerts</a:t>
            </a:r>
            <a:endParaRPr lang="en-US" sz="1200" dirty="0"/>
          </a:p>
        </p:txBody>
      </p:sp>
      <p:sp>
        <p:nvSpPr>
          <p:cNvPr id="32" name="trk2"/>
          <p:cNvSpPr/>
          <p:nvPr/>
        </p:nvSpPr>
        <p:spPr>
          <a:xfrm>
            <a:off x="8775700" y="4813300"/>
            <a:ext cx="2095500" cy="139700"/>
          </a:xfrm>
          <a:prstGeom prst="roundRect">
            <a:avLst>
              <a:gd name="adj" fmla="val 327273"/>
            </a:avLst>
          </a:prstGeom>
          <a:solidFill>
            <a:srgbClr val="1E2E48"/>
          </a:solidFill>
          <a:ln/>
        </p:spPr>
      </p:sp>
      <p:sp>
        <p:nvSpPr>
          <p:cNvPr id="33" name="bar2"/>
          <p:cNvSpPr/>
          <p:nvPr/>
        </p:nvSpPr>
        <p:spPr>
          <a:xfrm>
            <a:off x="8775700" y="4813300"/>
            <a:ext cx="1676400" cy="139700"/>
          </a:xfrm>
          <a:prstGeom prst="roundRect">
            <a:avLst>
              <a:gd name="adj" fmla="val 327273"/>
            </a:avLst>
          </a:prstGeom>
          <a:solidFill>
            <a:srgbClr val="3FD0C9"/>
          </a:solidFill>
          <a:ln/>
        </p:spPr>
      </p:sp>
      <p:sp>
        <p:nvSpPr>
          <p:cNvPr id="34" name="val2"/>
          <p:cNvSpPr txBox="1"/>
          <p:nvPr/>
        </p:nvSpPr>
        <p:spPr>
          <a:xfrm>
            <a:off x="10985500" y="47752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4</a:t>
            </a:r>
            <a:endParaRPr lang="en-US" sz="1200" dirty="0"/>
          </a:p>
        </p:txBody>
      </p:sp>
      <p:sp>
        <p:nvSpPr>
          <p:cNvPr id="35" name="lab3"/>
          <p:cNvSpPr txBox="1"/>
          <p:nvPr/>
        </p:nvSpPr>
        <p:spPr>
          <a:xfrm>
            <a:off x="7734300" y="50546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Recovery</a:t>
            </a:r>
            <a:endParaRPr lang="en-US" sz="1200" dirty="0"/>
          </a:p>
        </p:txBody>
      </p:sp>
      <p:sp>
        <p:nvSpPr>
          <p:cNvPr id="36" name="trk3"/>
          <p:cNvSpPr/>
          <p:nvPr/>
        </p:nvSpPr>
        <p:spPr>
          <a:xfrm>
            <a:off x="8775700" y="5092700"/>
            <a:ext cx="2095500" cy="139700"/>
          </a:xfrm>
          <a:prstGeom prst="roundRect">
            <a:avLst>
              <a:gd name="adj" fmla="val 327273"/>
            </a:avLst>
          </a:prstGeom>
          <a:solidFill>
            <a:srgbClr val="1E2E48"/>
          </a:solidFill>
          <a:ln/>
        </p:spPr>
      </p:sp>
      <p:sp>
        <p:nvSpPr>
          <p:cNvPr id="37" name="bar3"/>
          <p:cNvSpPr/>
          <p:nvPr/>
        </p:nvSpPr>
        <p:spPr>
          <a:xfrm>
            <a:off x="8775700" y="5092700"/>
            <a:ext cx="838200" cy="139700"/>
          </a:xfrm>
          <a:prstGeom prst="roundRect">
            <a:avLst>
              <a:gd name="adj" fmla="val 327273"/>
            </a:avLst>
          </a:prstGeom>
          <a:solidFill>
            <a:srgbClr val="FF6B5E"/>
          </a:solidFill>
          <a:ln/>
        </p:spPr>
      </p:sp>
      <p:sp>
        <p:nvSpPr>
          <p:cNvPr id="38" name="val3"/>
          <p:cNvSpPr txBox="1"/>
          <p:nvPr/>
        </p:nvSpPr>
        <p:spPr>
          <a:xfrm>
            <a:off x="10985500" y="50546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2</a:t>
            </a:r>
            <a:endParaRPr lang="en-US" sz="1200" dirty="0"/>
          </a:p>
        </p:txBody>
      </p:sp>
      <p:sp>
        <p:nvSpPr>
          <p:cNvPr id="39" name="lab4"/>
          <p:cNvSpPr txBox="1"/>
          <p:nvPr/>
        </p:nvSpPr>
        <p:spPr>
          <a:xfrm>
            <a:off x="7734300" y="53340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Privacy</a:t>
            </a:r>
            <a:endParaRPr lang="en-US" sz="1200" dirty="0"/>
          </a:p>
        </p:txBody>
      </p:sp>
      <p:sp>
        <p:nvSpPr>
          <p:cNvPr id="40" name="trk4"/>
          <p:cNvSpPr/>
          <p:nvPr/>
        </p:nvSpPr>
        <p:spPr>
          <a:xfrm>
            <a:off x="8775700" y="5372100"/>
            <a:ext cx="2095500" cy="139700"/>
          </a:xfrm>
          <a:prstGeom prst="roundRect">
            <a:avLst>
              <a:gd name="adj" fmla="val 327273"/>
            </a:avLst>
          </a:prstGeom>
          <a:solidFill>
            <a:srgbClr val="1E2E48"/>
          </a:solidFill>
          <a:ln/>
        </p:spPr>
      </p:sp>
      <p:sp>
        <p:nvSpPr>
          <p:cNvPr id="41" name="bar4"/>
          <p:cNvSpPr/>
          <p:nvPr/>
        </p:nvSpPr>
        <p:spPr>
          <a:xfrm>
            <a:off x="8775700" y="5372100"/>
            <a:ext cx="1257300" cy="139700"/>
          </a:xfrm>
          <a:prstGeom prst="roundRect">
            <a:avLst>
              <a:gd name="adj" fmla="val 327273"/>
            </a:avLst>
          </a:prstGeom>
          <a:solidFill>
            <a:srgbClr val="3FD0C9"/>
          </a:solidFill>
          <a:ln/>
        </p:spPr>
      </p:sp>
      <p:sp>
        <p:nvSpPr>
          <p:cNvPr id="42" name="val4"/>
          <p:cNvSpPr txBox="1"/>
          <p:nvPr/>
        </p:nvSpPr>
        <p:spPr>
          <a:xfrm>
            <a:off x="10985500" y="53340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3</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55" fill="hold">
                      <p:stCondLst>
                        <p:cond delay="indefinite"/>
                        <p:cond evt="onBegin" delay="0">
                          <p:tn val="2"/>
                        </p:cond>
                      </p:stCondLst>
                      <p:childTnLst>
                        <p:par>
                          <p:cTn id="156"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600"/>
                                        <p:tgtEl>
                                          <p:spTgt spid="18"/>
                                        </p:tgtEl>
                                      </p:cBhvr>
                                    </p:animEffect>
                                  </p:childTnLst>
                                </p:cTn>
                              </p:par>
                              <p:par>
                                <p:cTn id="16" presetID="42" presetClass="entr" presetSubtype="0"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800"/>
                                        <p:tgtEl>
                                          <p:spTgt spid="4"/>
                                        </p:tgtEl>
                                      </p:cBhvr>
                                    </p:animEffect>
                                    <p:anim calcmode="lin" valueType="num">
                                      <p:cBhvr additive="base">
                                        <p:cTn id="14" dur="800" fill="hold"/>
                                        <p:tgtEl>
                                          <p:spTgt spid="4"/>
                                        </p:tgtEl>
                                        <p:attrNameLst>
                                          <p:attrName>ppt_x</p:attrName>
                                        </p:attrNameLst>
                                      </p:cBhvr>
                                      <p:tavLst>
                                        <p:tav tm="0">
                                          <p:val>
                                            <p:strVal val="#ppt_x-.05"/>
                                          </p:val>
                                        </p:tav>
                                        <p:tav tm="100000">
                                          <p:val>
                                            <p:strVal val="#ppt_x"/>
                                          </p:val>
                                        </p:tav>
                                      </p:tavLst>
                                    </p:anim>
                                    <p:anim calcmode="lin" valueType="num">
                                      <p:cBhvr additive="base">
                                        <p:cTn id="15" dur="800" fill="hold"/>
                                        <p:tgtEl>
                                          <p:spTgt spid="4"/>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800"/>
                                        <p:tgtEl>
                                          <p:spTgt spid="5"/>
                                        </p:tgtEl>
                                      </p:cBhvr>
                                    </p:animEffect>
                                    <p:anim calcmode="lin" valueType="num">
                                      <p:cBhvr additive="base">
                                        <p:cTn id="19" dur="800" fill="hold"/>
                                        <p:tgtEl>
                                          <p:spTgt spid="5"/>
                                        </p:tgtEl>
                                        <p:attrNameLst>
                                          <p:attrName>ppt_x</p:attrName>
                                        </p:attrNameLst>
                                      </p:cBhvr>
                                      <p:tavLst>
                                        <p:tav tm="0">
                                          <p:val>
                                            <p:strVal val="#ppt_x-.05"/>
                                          </p:val>
                                        </p:tav>
                                        <p:tav tm="100000">
                                          <p:val>
                                            <p:strVal val="#ppt_x"/>
                                          </p:val>
                                        </p:tav>
                                      </p:tavLst>
                                    </p:anim>
                                    <p:anim calcmode="lin" valueType="num">
                                      <p:cBhvr additive="base">
                                        <p:cTn id="20" dur="8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800"/>
                                        <p:tgtEl>
                                          <p:spTgt spid="6"/>
                                        </p:tgtEl>
                                      </p:cBhvr>
                                    </p:animEffect>
                                    <p:anim calcmode="lin" valueType="num">
                                      <p:cBhvr additive="base">
                                        <p:cTn id="24" dur="800" fill="hold"/>
                                        <p:tgtEl>
                                          <p:spTgt spid="6"/>
                                        </p:tgtEl>
                                        <p:attrNameLst>
                                          <p:attrName>ppt_x</p:attrName>
                                        </p:attrNameLst>
                                      </p:cBhvr>
                                      <p:tavLst>
                                        <p:tav tm="0">
                                          <p:val>
                                            <p:strVal val="#ppt_x-.05"/>
                                          </p:val>
                                        </p:tav>
                                        <p:tav tm="100000">
                                          <p:val>
                                            <p:strVal val="#ppt_x"/>
                                          </p:val>
                                        </p:tav>
                                      </p:tavLst>
                                    </p:anim>
                                    <p:anim calcmode="lin" valueType="num">
                                      <p:cBhvr additive="base">
                                        <p:cTn id="25" dur="800" fill="hold"/>
                                        <p:tgtEl>
                                          <p:spTgt spid="6"/>
                                        </p:tgtEl>
                                        <p:attrNameLst>
                                          <p:attrName>ppt_y</p:attrName>
                                        </p:attrNameLst>
                                      </p:cBhvr>
                                      <p:tavLst>
                                        <p:tav tm="0">
                                          <p:val>
                                            <p:strVal val="#ppt_y"/>
                                          </p:val>
                                        </p:tav>
                                        <p:tav tm="100000">
                                          <p:val>
                                            <p:strVal val="#ppt_y"/>
                                          </p:val>
                                        </p:tav>
                                      </p:tavLst>
                                    </p:anim>
                                  </p:childTnLst>
                                </p:cTn>
                              </p:par>
                              <p:par>
                                <p:cTn id="29" presetID="21" presetClass="entr" presetSubtype="1" fill="hold" grpId="0" nodeType="withEffect">
                                  <p:stCondLst>
                                    <p:cond delay="400"/>
                                  </p:stCondLst>
                                  <p:childTnLst>
                                    <p:set>
                                      <p:cBhvr>
                                        <p:cTn id="27" dur="1" fill="hold">
                                          <p:stCondLst>
                                            <p:cond delay="0"/>
                                          </p:stCondLst>
                                        </p:cTn>
                                        <p:tgtEl>
                                          <p:spTgt spid="19"/>
                                        </p:tgtEl>
                                        <p:attrNameLst>
                                          <p:attrName>style.visibility</p:attrName>
                                        </p:attrNameLst>
                                      </p:cBhvr>
                                      <p:to>
                                        <p:strVal val="visible"/>
                                      </p:to>
                                    </p:set>
                                    <p:animEffect transition="in" filter="wheel(1)">
                                      <p:cBhvr>
                                        <p:cTn id="28" dur="1800"/>
                                        <p:tgtEl>
                                          <p:spTgt spid="19"/>
                                        </p:tgtEl>
                                      </p:cBhvr>
                                    </p:animEffect>
                                  </p:childTnLst>
                                </p:cTn>
                              </p:par>
                              <p:par>
                                <p:cTn id="31" presetID="8" presetClass="emph" presetSubtype="0" fill="hold" grpId="1" nodeType="withEffect" repeatCount="indefinite">
                                  <p:stCondLst>
                                    <p:cond delay="600"/>
                                  </p:stCondLst>
                                  <p:childTnLst>
                                    <p:animRot by="21600000">
                                      <p:cBhvr>
                                        <p:cTn id="30" dur="14000" fill="hold"/>
                                        <p:tgtEl>
                                          <p:spTgt spid="17"/>
                                        </p:tgtEl>
                                        <p:attrNameLst>
                                          <p:attrName>r</p:attrName>
                                        </p:attrNameLst>
                                      </p:cBhvr>
                                    </p:animRot>
                                  </p:childTnLst>
                                </p:cTn>
                              </p:par>
                              <p:par>
                                <p:cTn id="36" presetID="42" presetClass="entr" presetSubtype="0" fill="hold" grpId="0" nodeType="withEffect">
                                  <p:stCondLst>
                                    <p:cond delay="90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anim calcmode="lin" valueType="num">
                                      <p:cBhvr additive="base">
                                        <p:cTn id="34" dur="600" fill="hold"/>
                                        <p:tgtEl>
                                          <p:spTgt spid="7"/>
                                        </p:tgtEl>
                                        <p:attrNameLst>
                                          <p:attrName>ppt_x</p:attrName>
                                        </p:attrNameLst>
                                      </p:cBhvr>
                                      <p:tavLst>
                                        <p:tav tm="0">
                                          <p:val>
                                            <p:strVal val="#ppt_x"/>
                                          </p:val>
                                        </p:tav>
                                        <p:tav tm="100000">
                                          <p:val>
                                            <p:strVal val="#ppt_x"/>
                                          </p:val>
                                        </p:tav>
                                      </p:tavLst>
                                    </p:anim>
                                    <p:anim calcmode="lin" valueType="num">
                                      <p:cBhvr additive="base">
                                        <p:cTn id="35" dur="600" fill="hold"/>
                                        <p:tgtEl>
                                          <p:spTgt spid="7"/>
                                        </p:tgtEl>
                                        <p:attrNameLst>
                                          <p:attrName>ppt_y</p:attrName>
                                        </p:attrNameLst>
                                      </p:cBhvr>
                                      <p:tavLst>
                                        <p:tav tm="0">
                                          <p:val>
                                            <p:strVal val="#ppt_y+.06"/>
                                          </p:val>
                                        </p:tav>
                                        <p:tav tm="100000">
                                          <p:val>
                                            <p:strVal val="#ppt_y"/>
                                          </p:val>
                                        </p:tav>
                                      </p:tavLst>
                                    </p:anim>
                                  </p:childTnLst>
                                </p:cTn>
                              </p:par>
                              <p:par>
                                <p:cTn id="41" presetID="53" presetClass="entr" presetSubtype="16" fill="hold" grpId="0" nodeType="withEffect">
                                  <p:stCondLst>
                                    <p:cond delay="900"/>
                                  </p:stCondLst>
                                  <p:childTnLst>
                                    <p:set>
                                      <p:cBhvr>
                                        <p:cTn id="37" dur="1" fill="hold">
                                          <p:stCondLst>
                                            <p:cond delay="0"/>
                                          </p:stCondLst>
                                        </p:cTn>
                                        <p:tgtEl>
                                          <p:spTgt spid="20"/>
                                        </p:tgtEl>
                                        <p:attrNameLst>
                                          <p:attrName>style.visibility</p:attrName>
                                        </p:attrNameLst>
                                      </p:cBhvr>
                                      <p:to>
                                        <p:strVal val="visible"/>
                                      </p:to>
                                    </p:set>
                                    <p:anim calcmode="lin" valueType="num">
                                      <p:cBhvr additive="base">
                                        <p:cTn id="38" dur="600" fill="hold"/>
                                        <p:tgtEl>
                                          <p:spTgt spid="20"/>
                                        </p:tgtEl>
                                        <p:attrNameLst>
                                          <p:attrName>ppt_w</p:attrName>
                                        </p:attrNameLst>
                                      </p:cBhvr>
                                      <p:tavLst>
                                        <p:tav tm="0">
                                          <p:val>
                                            <p:strVal val="0"/>
                                          </p:val>
                                        </p:tav>
                                        <p:tav tm="100000">
                                          <p:val>
                                            <p:strVal val="#ppt_w"/>
                                          </p:val>
                                        </p:tav>
                                      </p:tavLst>
                                    </p:anim>
                                    <p:anim calcmode="lin" valueType="num">
                                      <p:cBhvr additive="base">
                                        <p:cTn id="39" dur="600" fill="hold"/>
                                        <p:tgtEl>
                                          <p:spTgt spid="20"/>
                                        </p:tgtEl>
                                        <p:attrNameLst>
                                          <p:attrName>ppt_h</p:attrName>
                                        </p:attrNameLst>
                                      </p:cBhvr>
                                      <p:tavLst>
                                        <p:tav tm="0">
                                          <p:val>
                                            <p:strVal val="0"/>
                                          </p:val>
                                        </p:tav>
                                        <p:tav tm="100000">
                                          <p:val>
                                            <p:strVal val="#ppt_h"/>
                                          </p:val>
                                        </p:tav>
                                      </p:tavLst>
                                    </p:anim>
                                    <p:animEffect transition="in" filter="fade">
                                      <p:cBhvr>
                                        <p:cTn id="40" dur="600"/>
                                        <p:tgtEl>
                                          <p:spTgt spid="20"/>
                                        </p:tgtEl>
                                      </p:cBhvr>
                                    </p:animEffect>
                                  </p:childTnLst>
                                </p:cTn>
                              </p:par>
                              <p:par>
                                <p:cTn id="44" presetID="10" presetClass="entr" presetSubtype="0" fill="hold" grpId="0" nodeType="withEffect">
                                  <p:stCondLst>
                                    <p:cond delay="90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7" presetID="10" presetClass="entr" presetSubtype="0" fill="hold" grpId="0" nodeType="withEffect">
                                  <p:stCondLst>
                                    <p:cond delay="90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50" presetID="10" presetClass="entr" presetSubtype="0" fill="hold" grpId="0" nodeType="withEffect">
                                  <p:stCondLst>
                                    <p:cond delay="90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3" presetID="22" presetClass="entr" presetSubtype="8" fill="hold" grpId="0" nodeType="withEffect">
                                  <p:stCondLst>
                                    <p:cond delay="100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1200"/>
                                        <p:tgtEl>
                                          <p:spTgt spid="25"/>
                                        </p:tgtEl>
                                      </p:cBhvr>
                                    </p:animEffect>
                                  </p:childTnLst>
                                </p:cTn>
                              </p:par>
                              <p:par>
                                <p:cTn id="56" presetID="10" presetClass="entr" presetSubtype="0" fill="hold" grpId="0" nodeType="withEffect">
                                  <p:stCondLst>
                                    <p:cond delay="105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9" presetID="10" presetClass="entr" presetSubtype="0" fill="hold" grpId="0" nodeType="withEffect">
                                  <p:stCondLst>
                                    <p:cond delay="105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par>
                                <p:cTn id="62" presetID="10" presetClass="entr" presetSubtype="0" fill="hold" grpId="0" nodeType="withEffect">
                                  <p:stCondLst>
                                    <p:cond delay="105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500"/>
                                        <p:tgtEl>
                                          <p:spTgt spid="30"/>
                                        </p:tgtEl>
                                      </p:cBhvr>
                                    </p:animEffect>
                                  </p:childTnLst>
                                </p:cTn>
                              </p:par>
                              <p:par>
                                <p:cTn id="67" presetID="53" presetClass="entr" presetSubtype="16" fill="hold" grpId="0" nodeType="withEffect">
                                  <p:stCondLst>
                                    <p:cond delay="1100"/>
                                  </p:stCondLst>
                                  <p:childTnLst>
                                    <p:set>
                                      <p:cBhvr>
                                        <p:cTn id="63" dur="1" fill="hold">
                                          <p:stCondLst>
                                            <p:cond delay="0"/>
                                          </p:stCondLst>
                                        </p:cTn>
                                        <p:tgtEl>
                                          <p:spTgt spid="8"/>
                                        </p:tgtEl>
                                        <p:attrNameLst>
                                          <p:attrName>style.visibility</p:attrName>
                                        </p:attrNameLst>
                                      </p:cBhvr>
                                      <p:to>
                                        <p:strVal val="visible"/>
                                      </p:to>
                                    </p:set>
                                    <p:anim calcmode="lin" valueType="num">
                                      <p:cBhvr additive="base">
                                        <p:cTn id="64" dur="400" fill="hold"/>
                                        <p:tgtEl>
                                          <p:spTgt spid="8"/>
                                        </p:tgtEl>
                                        <p:attrNameLst>
                                          <p:attrName>ppt_w</p:attrName>
                                        </p:attrNameLst>
                                      </p:cBhvr>
                                      <p:tavLst>
                                        <p:tav tm="0">
                                          <p:val>
                                            <p:strVal val="0"/>
                                          </p:val>
                                        </p:tav>
                                        <p:tav tm="100000">
                                          <p:val>
                                            <p:strVal val="#ppt_w"/>
                                          </p:val>
                                        </p:tav>
                                      </p:tavLst>
                                    </p:anim>
                                    <p:anim calcmode="lin" valueType="num">
                                      <p:cBhvr additive="base">
                                        <p:cTn id="65" dur="400" fill="hold"/>
                                        <p:tgtEl>
                                          <p:spTgt spid="8"/>
                                        </p:tgtEl>
                                        <p:attrNameLst>
                                          <p:attrName>ppt_h</p:attrName>
                                        </p:attrNameLst>
                                      </p:cBhvr>
                                      <p:tavLst>
                                        <p:tav tm="0">
                                          <p:val>
                                            <p:strVal val="0"/>
                                          </p:val>
                                        </p:tav>
                                        <p:tav tm="100000">
                                          <p:val>
                                            <p:strVal val="#ppt_h"/>
                                          </p:val>
                                        </p:tav>
                                      </p:tavLst>
                                    </p:anim>
                                    <p:animEffect transition="in" filter="fade">
                                      <p:cBhvr>
                                        <p:cTn id="66" dur="400"/>
                                        <p:tgtEl>
                                          <p:spTgt spid="8"/>
                                        </p:tgtEl>
                                      </p:cBhvr>
                                    </p:animEffect>
                                  </p:childTnLst>
                                </p:cTn>
                              </p:par>
                              <p:par>
                                <p:cTn id="72" presetID="42" presetClass="entr" presetSubtype="0" fill="hold" grpId="0" nodeType="withEffect">
                                  <p:stCondLst>
                                    <p:cond delay="1100"/>
                                  </p:stCondLst>
                                  <p:childTnLst>
                                    <p:set>
                                      <p:cBhvr>
                                        <p:cTn id="68" dur="1" fill="hold">
                                          <p:stCondLst>
                                            <p:cond delay="0"/>
                                          </p:stCondLst>
                                        </p:cTn>
                                        <p:tgtEl>
                                          <p:spTgt spid="9"/>
                                        </p:tgtEl>
                                        <p:attrNameLst>
                                          <p:attrName>style.visibility</p:attrName>
                                        </p:attrNameLst>
                                      </p:cBhvr>
                                      <p:to>
                                        <p:strVal val="visible"/>
                                      </p:to>
                                    </p:set>
                                    <p:animEffect transition="in" filter="fade">
                                      <p:cBhvr>
                                        <p:cTn id="69" dur="600"/>
                                        <p:tgtEl>
                                          <p:spTgt spid="9"/>
                                        </p:tgtEl>
                                      </p:cBhvr>
                                    </p:animEffect>
                                    <p:anim calcmode="lin" valueType="num">
                                      <p:cBhvr additive="base">
                                        <p:cTn id="70" dur="600" fill="hold"/>
                                        <p:tgtEl>
                                          <p:spTgt spid="9"/>
                                        </p:tgtEl>
                                        <p:attrNameLst>
                                          <p:attrName>ppt_x</p:attrName>
                                        </p:attrNameLst>
                                      </p:cBhvr>
                                      <p:tavLst>
                                        <p:tav tm="0">
                                          <p:val>
                                            <p:strVal val="#ppt_x"/>
                                          </p:val>
                                        </p:tav>
                                        <p:tav tm="100000">
                                          <p:val>
                                            <p:strVal val="#ppt_x"/>
                                          </p:val>
                                        </p:tav>
                                      </p:tavLst>
                                    </p:anim>
                                    <p:anim calcmode="lin" valueType="num">
                                      <p:cBhvr additive="base">
                                        <p:cTn id="71" dur="600" fill="hold"/>
                                        <p:tgtEl>
                                          <p:spTgt spid="9"/>
                                        </p:tgtEl>
                                        <p:attrNameLst>
                                          <p:attrName>ppt_y</p:attrName>
                                        </p:attrNameLst>
                                      </p:cBhvr>
                                      <p:tavLst>
                                        <p:tav tm="0">
                                          <p:val>
                                            <p:strVal val="#ppt_y+.06"/>
                                          </p:val>
                                        </p:tav>
                                        <p:tav tm="100000">
                                          <p:val>
                                            <p:strVal val="#ppt_y"/>
                                          </p:val>
                                        </p:tav>
                                      </p:tavLst>
                                    </p:anim>
                                  </p:childTnLst>
                                </p:cTn>
                              </p:par>
                              <p:par>
                                <p:cTn id="75" presetID="10" presetClass="entr" presetSubtype="0" fill="hold" grpId="0" nodeType="withEffect">
                                  <p:stCondLst>
                                    <p:cond delay="110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par>
                                <p:cTn id="78" presetID="22" presetClass="entr" presetSubtype="8" fill="hold" grpId="0" nodeType="withEffect">
                                  <p:stCondLst>
                                    <p:cond delay="1150"/>
                                  </p:stCondLst>
                                  <p:childTnLst>
                                    <p:set>
                                      <p:cBhvr>
                                        <p:cTn id="76" dur="1" fill="hold">
                                          <p:stCondLst>
                                            <p:cond delay="0"/>
                                          </p:stCondLst>
                                        </p:cTn>
                                        <p:tgtEl>
                                          <p:spTgt spid="29"/>
                                        </p:tgtEl>
                                        <p:attrNameLst>
                                          <p:attrName>style.visibility</p:attrName>
                                        </p:attrNameLst>
                                      </p:cBhvr>
                                      <p:to>
                                        <p:strVal val="visible"/>
                                      </p:to>
                                    </p:set>
                                    <p:animEffect transition="in" filter="wipe(left)">
                                      <p:cBhvr>
                                        <p:cTn id="77" dur="1200"/>
                                        <p:tgtEl>
                                          <p:spTgt spid="29"/>
                                        </p:tgtEl>
                                      </p:cBhvr>
                                    </p:animEffect>
                                  </p:childTnLst>
                                </p:cTn>
                              </p:par>
                              <p:par>
                                <p:cTn id="81" presetID="10" presetClass="entr" presetSubtype="0" fill="hold" grpId="0" nodeType="withEffect">
                                  <p:stCondLst>
                                    <p:cond delay="120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500"/>
                                        <p:tgtEl>
                                          <p:spTgt spid="31"/>
                                        </p:tgtEl>
                                      </p:cBhvr>
                                    </p:animEffect>
                                  </p:childTnLst>
                                </p:cTn>
                              </p:par>
                              <p:par>
                                <p:cTn id="84" presetID="10" presetClass="entr" presetSubtype="0" fill="hold" grpId="0" nodeType="withEffect">
                                  <p:stCondLst>
                                    <p:cond delay="120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500"/>
                                        <p:tgtEl>
                                          <p:spTgt spid="32"/>
                                        </p:tgtEl>
                                      </p:cBhvr>
                                    </p:animEffect>
                                  </p:childTnLst>
                                </p:cTn>
                              </p:par>
                              <p:par>
                                <p:cTn id="87" presetID="10" presetClass="entr" presetSubtype="0" fill="hold" grpId="0" nodeType="withEffect">
                                  <p:stCondLst>
                                    <p:cond delay="120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500"/>
                                        <p:tgtEl>
                                          <p:spTgt spid="34"/>
                                        </p:tgtEl>
                                      </p:cBhvr>
                                    </p:animEffect>
                                  </p:childTnLst>
                                </p:cTn>
                              </p:par>
                              <p:par>
                                <p:cTn id="92" presetID="53" presetClass="entr" presetSubtype="16" fill="hold" grpId="0" nodeType="withEffect">
                                  <p:stCondLst>
                                    <p:cond delay="1300"/>
                                  </p:stCondLst>
                                  <p:childTnLst>
                                    <p:set>
                                      <p:cBhvr>
                                        <p:cTn id="88" dur="1" fill="hold">
                                          <p:stCondLst>
                                            <p:cond delay="0"/>
                                          </p:stCondLst>
                                        </p:cTn>
                                        <p:tgtEl>
                                          <p:spTgt spid="10"/>
                                        </p:tgtEl>
                                        <p:attrNameLst>
                                          <p:attrName>style.visibility</p:attrName>
                                        </p:attrNameLst>
                                      </p:cBhvr>
                                      <p:to>
                                        <p:strVal val="visible"/>
                                      </p:to>
                                    </p:set>
                                    <p:anim calcmode="lin" valueType="num">
                                      <p:cBhvr additive="base">
                                        <p:cTn id="89" dur="400" fill="hold"/>
                                        <p:tgtEl>
                                          <p:spTgt spid="10"/>
                                        </p:tgtEl>
                                        <p:attrNameLst>
                                          <p:attrName>ppt_w</p:attrName>
                                        </p:attrNameLst>
                                      </p:cBhvr>
                                      <p:tavLst>
                                        <p:tav tm="0">
                                          <p:val>
                                            <p:strVal val="0"/>
                                          </p:val>
                                        </p:tav>
                                        <p:tav tm="100000">
                                          <p:val>
                                            <p:strVal val="#ppt_w"/>
                                          </p:val>
                                        </p:tav>
                                      </p:tavLst>
                                    </p:anim>
                                    <p:anim calcmode="lin" valueType="num">
                                      <p:cBhvr additive="base">
                                        <p:cTn id="90" dur="400" fill="hold"/>
                                        <p:tgtEl>
                                          <p:spTgt spid="10"/>
                                        </p:tgtEl>
                                        <p:attrNameLst>
                                          <p:attrName>ppt_h</p:attrName>
                                        </p:attrNameLst>
                                      </p:cBhvr>
                                      <p:tavLst>
                                        <p:tav tm="0">
                                          <p:val>
                                            <p:strVal val="0"/>
                                          </p:val>
                                        </p:tav>
                                        <p:tav tm="100000">
                                          <p:val>
                                            <p:strVal val="#ppt_h"/>
                                          </p:val>
                                        </p:tav>
                                      </p:tavLst>
                                    </p:anim>
                                    <p:animEffect transition="in" filter="fade">
                                      <p:cBhvr>
                                        <p:cTn id="91" dur="400"/>
                                        <p:tgtEl>
                                          <p:spTgt spid="10"/>
                                        </p:tgtEl>
                                      </p:cBhvr>
                                    </p:animEffect>
                                  </p:childTnLst>
                                </p:cTn>
                              </p:par>
                              <p:par>
                                <p:cTn id="97" presetID="42" presetClass="entr" presetSubtype="0" fill="hold" grpId="0" nodeType="withEffect">
                                  <p:stCondLst>
                                    <p:cond delay="1300"/>
                                  </p:stCondLst>
                                  <p:childTnLst>
                                    <p:set>
                                      <p:cBhvr>
                                        <p:cTn id="93" dur="1" fill="hold">
                                          <p:stCondLst>
                                            <p:cond delay="0"/>
                                          </p:stCondLst>
                                        </p:cTn>
                                        <p:tgtEl>
                                          <p:spTgt spid="11"/>
                                        </p:tgtEl>
                                        <p:attrNameLst>
                                          <p:attrName>style.visibility</p:attrName>
                                        </p:attrNameLst>
                                      </p:cBhvr>
                                      <p:to>
                                        <p:strVal val="visible"/>
                                      </p:to>
                                    </p:set>
                                    <p:animEffect transition="in" filter="fade">
                                      <p:cBhvr>
                                        <p:cTn id="94" dur="600"/>
                                        <p:tgtEl>
                                          <p:spTgt spid="11"/>
                                        </p:tgtEl>
                                      </p:cBhvr>
                                    </p:animEffect>
                                    <p:anim calcmode="lin" valueType="num">
                                      <p:cBhvr additive="base">
                                        <p:cTn id="95" dur="600" fill="hold"/>
                                        <p:tgtEl>
                                          <p:spTgt spid="11"/>
                                        </p:tgtEl>
                                        <p:attrNameLst>
                                          <p:attrName>ppt_x</p:attrName>
                                        </p:attrNameLst>
                                      </p:cBhvr>
                                      <p:tavLst>
                                        <p:tav tm="0">
                                          <p:val>
                                            <p:strVal val="#ppt_x"/>
                                          </p:val>
                                        </p:tav>
                                        <p:tav tm="100000">
                                          <p:val>
                                            <p:strVal val="#ppt_x"/>
                                          </p:val>
                                        </p:tav>
                                      </p:tavLst>
                                    </p:anim>
                                    <p:anim calcmode="lin" valueType="num">
                                      <p:cBhvr additive="base">
                                        <p:cTn id="96" dur="600" fill="hold"/>
                                        <p:tgtEl>
                                          <p:spTgt spid="11"/>
                                        </p:tgtEl>
                                        <p:attrNameLst>
                                          <p:attrName>ppt_y</p:attrName>
                                        </p:attrNameLst>
                                      </p:cBhvr>
                                      <p:tavLst>
                                        <p:tav tm="0">
                                          <p:val>
                                            <p:strVal val="#ppt_y+.06"/>
                                          </p:val>
                                        </p:tav>
                                        <p:tav tm="100000">
                                          <p:val>
                                            <p:strVal val="#ppt_y"/>
                                          </p:val>
                                        </p:tav>
                                      </p:tavLst>
                                    </p:anim>
                                  </p:childTnLst>
                                </p:cTn>
                              </p:par>
                              <p:par>
                                <p:cTn id="100" presetID="22" presetClass="entr" presetSubtype="8" fill="hold" grpId="0" nodeType="withEffect">
                                  <p:stCondLst>
                                    <p:cond delay="1300"/>
                                  </p:stCondLst>
                                  <p:childTnLst>
                                    <p:set>
                                      <p:cBhvr>
                                        <p:cTn id="98" dur="1" fill="hold">
                                          <p:stCondLst>
                                            <p:cond delay="0"/>
                                          </p:stCondLst>
                                        </p:cTn>
                                        <p:tgtEl>
                                          <p:spTgt spid="33"/>
                                        </p:tgtEl>
                                        <p:attrNameLst>
                                          <p:attrName>style.visibility</p:attrName>
                                        </p:attrNameLst>
                                      </p:cBhvr>
                                      <p:to>
                                        <p:strVal val="visible"/>
                                      </p:to>
                                    </p:set>
                                    <p:animEffect transition="in" filter="wipe(left)">
                                      <p:cBhvr>
                                        <p:cTn id="99" dur="1200"/>
                                        <p:tgtEl>
                                          <p:spTgt spid="33"/>
                                        </p:tgtEl>
                                      </p:cBhvr>
                                    </p:animEffect>
                                  </p:childTnLst>
                                </p:cTn>
                              </p:par>
                              <p:par>
                                <p:cTn id="103" presetID="10" presetClass="entr" presetSubtype="0" fill="hold" grpId="0" nodeType="withEffect">
                                  <p:stCondLst>
                                    <p:cond delay="135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6" presetID="10" presetClass="entr" presetSubtype="0" fill="hold" grpId="0" nodeType="withEffect">
                                  <p:stCondLst>
                                    <p:cond delay="135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9" presetID="10" presetClass="entr" presetSubtype="0" fill="hold" grpId="0" nodeType="withEffect">
                                  <p:stCondLst>
                                    <p:cond delay="135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500"/>
                                        <p:tgtEl>
                                          <p:spTgt spid="38"/>
                                        </p:tgtEl>
                                      </p:cBhvr>
                                    </p:animEffect>
                                  </p:childTnLst>
                                </p:cTn>
                              </p:par>
                              <p:par>
                                <p:cTn id="112" presetID="22" presetClass="entr" presetSubtype="8" fill="hold" grpId="0" nodeType="withEffect">
                                  <p:stCondLst>
                                    <p:cond delay="1450"/>
                                  </p:stCondLst>
                                  <p:childTnLst>
                                    <p:set>
                                      <p:cBhvr>
                                        <p:cTn id="110" dur="1" fill="hold">
                                          <p:stCondLst>
                                            <p:cond delay="0"/>
                                          </p:stCondLst>
                                        </p:cTn>
                                        <p:tgtEl>
                                          <p:spTgt spid="37"/>
                                        </p:tgtEl>
                                        <p:attrNameLst>
                                          <p:attrName>style.visibility</p:attrName>
                                        </p:attrNameLst>
                                      </p:cBhvr>
                                      <p:to>
                                        <p:strVal val="visible"/>
                                      </p:to>
                                    </p:set>
                                    <p:animEffect transition="in" filter="wipe(left)">
                                      <p:cBhvr>
                                        <p:cTn id="111" dur="1200"/>
                                        <p:tgtEl>
                                          <p:spTgt spid="37"/>
                                        </p:tgtEl>
                                      </p:cBhvr>
                                    </p:animEffect>
                                  </p:childTnLst>
                                </p:cTn>
                              </p:par>
                              <p:par>
                                <p:cTn id="117" presetID="53" presetClass="entr" presetSubtype="16" fill="hold" grpId="0" nodeType="withEffect">
                                  <p:stCondLst>
                                    <p:cond delay="1500"/>
                                  </p:stCondLst>
                                  <p:childTnLst>
                                    <p:set>
                                      <p:cBhvr>
                                        <p:cTn id="113" dur="1" fill="hold">
                                          <p:stCondLst>
                                            <p:cond delay="0"/>
                                          </p:stCondLst>
                                        </p:cTn>
                                        <p:tgtEl>
                                          <p:spTgt spid="12"/>
                                        </p:tgtEl>
                                        <p:attrNameLst>
                                          <p:attrName>style.visibility</p:attrName>
                                        </p:attrNameLst>
                                      </p:cBhvr>
                                      <p:to>
                                        <p:strVal val="visible"/>
                                      </p:to>
                                    </p:set>
                                    <p:anim calcmode="lin" valueType="num">
                                      <p:cBhvr additive="base">
                                        <p:cTn id="114" dur="400" fill="hold"/>
                                        <p:tgtEl>
                                          <p:spTgt spid="12"/>
                                        </p:tgtEl>
                                        <p:attrNameLst>
                                          <p:attrName>ppt_w</p:attrName>
                                        </p:attrNameLst>
                                      </p:cBhvr>
                                      <p:tavLst>
                                        <p:tav tm="0">
                                          <p:val>
                                            <p:strVal val="0"/>
                                          </p:val>
                                        </p:tav>
                                        <p:tav tm="100000">
                                          <p:val>
                                            <p:strVal val="#ppt_w"/>
                                          </p:val>
                                        </p:tav>
                                      </p:tavLst>
                                    </p:anim>
                                    <p:anim calcmode="lin" valueType="num">
                                      <p:cBhvr additive="base">
                                        <p:cTn id="115" dur="400" fill="hold"/>
                                        <p:tgtEl>
                                          <p:spTgt spid="12"/>
                                        </p:tgtEl>
                                        <p:attrNameLst>
                                          <p:attrName>ppt_h</p:attrName>
                                        </p:attrNameLst>
                                      </p:cBhvr>
                                      <p:tavLst>
                                        <p:tav tm="0">
                                          <p:val>
                                            <p:strVal val="0"/>
                                          </p:val>
                                        </p:tav>
                                        <p:tav tm="100000">
                                          <p:val>
                                            <p:strVal val="#ppt_h"/>
                                          </p:val>
                                        </p:tav>
                                      </p:tavLst>
                                    </p:anim>
                                    <p:animEffect transition="in" filter="fade">
                                      <p:cBhvr>
                                        <p:cTn id="116" dur="400"/>
                                        <p:tgtEl>
                                          <p:spTgt spid="12"/>
                                        </p:tgtEl>
                                      </p:cBhvr>
                                    </p:animEffect>
                                  </p:childTnLst>
                                </p:cTn>
                              </p:par>
                              <p:par>
                                <p:cTn id="122" presetID="42" presetClass="entr" presetSubtype="0" fill="hold" grpId="0" nodeType="withEffect">
                                  <p:stCondLst>
                                    <p:cond delay="1500"/>
                                  </p:stCondLst>
                                  <p:childTnLst>
                                    <p:set>
                                      <p:cBhvr>
                                        <p:cTn id="118" dur="1" fill="hold">
                                          <p:stCondLst>
                                            <p:cond delay="0"/>
                                          </p:stCondLst>
                                        </p:cTn>
                                        <p:tgtEl>
                                          <p:spTgt spid="13"/>
                                        </p:tgtEl>
                                        <p:attrNameLst>
                                          <p:attrName>style.visibility</p:attrName>
                                        </p:attrNameLst>
                                      </p:cBhvr>
                                      <p:to>
                                        <p:strVal val="visible"/>
                                      </p:to>
                                    </p:set>
                                    <p:animEffect transition="in" filter="fade">
                                      <p:cBhvr>
                                        <p:cTn id="119" dur="600"/>
                                        <p:tgtEl>
                                          <p:spTgt spid="13"/>
                                        </p:tgtEl>
                                      </p:cBhvr>
                                    </p:animEffect>
                                    <p:anim calcmode="lin" valueType="num">
                                      <p:cBhvr additive="base">
                                        <p:cTn id="120" dur="600" fill="hold"/>
                                        <p:tgtEl>
                                          <p:spTgt spid="13"/>
                                        </p:tgtEl>
                                        <p:attrNameLst>
                                          <p:attrName>ppt_x</p:attrName>
                                        </p:attrNameLst>
                                      </p:cBhvr>
                                      <p:tavLst>
                                        <p:tav tm="0">
                                          <p:val>
                                            <p:strVal val="#ppt_x"/>
                                          </p:val>
                                        </p:tav>
                                        <p:tav tm="100000">
                                          <p:val>
                                            <p:strVal val="#ppt_x"/>
                                          </p:val>
                                        </p:tav>
                                      </p:tavLst>
                                    </p:anim>
                                    <p:anim calcmode="lin" valueType="num">
                                      <p:cBhvr additive="base">
                                        <p:cTn id="121" dur="600" fill="hold"/>
                                        <p:tgtEl>
                                          <p:spTgt spid="13"/>
                                        </p:tgtEl>
                                        <p:attrNameLst>
                                          <p:attrName>ppt_y</p:attrName>
                                        </p:attrNameLst>
                                      </p:cBhvr>
                                      <p:tavLst>
                                        <p:tav tm="0">
                                          <p:val>
                                            <p:strVal val="#ppt_y+.06"/>
                                          </p:val>
                                        </p:tav>
                                        <p:tav tm="100000">
                                          <p:val>
                                            <p:strVal val="#ppt_y"/>
                                          </p:val>
                                        </p:tav>
                                      </p:tavLst>
                                    </p:anim>
                                  </p:childTnLst>
                                </p:cTn>
                              </p:par>
                              <p:par>
                                <p:cTn id="125" presetID="10" presetClass="entr" presetSubtype="0" fill="hold" grpId="0" nodeType="withEffect">
                                  <p:stCondLst>
                                    <p:cond delay="150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4" dur="500"/>
                                        <p:tgtEl>
                                          <p:spTgt spid="39"/>
                                        </p:tgtEl>
                                      </p:cBhvr>
                                    </p:animEffect>
                                  </p:childTnLst>
                                </p:cTn>
                              </p:par>
                              <p:par>
                                <p:cTn id="128" presetID="10" presetClass="entr" presetSubtype="0" fill="hold" grpId="0" nodeType="withEffect">
                                  <p:stCondLst>
                                    <p:cond delay="150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7" dur="500"/>
                                        <p:tgtEl>
                                          <p:spTgt spid="40"/>
                                        </p:tgtEl>
                                      </p:cBhvr>
                                    </p:animEffect>
                                  </p:childTnLst>
                                </p:cTn>
                              </p:par>
                              <p:par>
                                <p:cTn id="131" presetID="10" presetClass="entr" presetSubtype="0" fill="hold" grpId="0" nodeType="withEffect">
                                  <p:stCondLst>
                                    <p:cond delay="150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500"/>
                                        <p:tgtEl>
                                          <p:spTgt spid="42"/>
                                        </p:tgtEl>
                                      </p:cBhvr>
                                    </p:animEffect>
                                  </p:childTnLst>
                                </p:cTn>
                              </p:par>
                              <p:par>
                                <p:cTn id="134" presetID="22" presetClass="entr" presetSubtype="8" fill="hold" grpId="0" nodeType="withEffect">
                                  <p:stCondLst>
                                    <p:cond delay="1600"/>
                                  </p:stCondLst>
                                  <p:childTnLst>
                                    <p:set>
                                      <p:cBhvr>
                                        <p:cTn id="132" dur="1" fill="hold">
                                          <p:stCondLst>
                                            <p:cond delay="0"/>
                                          </p:stCondLst>
                                        </p:cTn>
                                        <p:tgtEl>
                                          <p:spTgt spid="41"/>
                                        </p:tgtEl>
                                        <p:attrNameLst>
                                          <p:attrName>style.visibility</p:attrName>
                                        </p:attrNameLst>
                                      </p:cBhvr>
                                      <p:to>
                                        <p:strVal val="visible"/>
                                      </p:to>
                                    </p:set>
                                    <p:animEffect transition="in" filter="wipe(left)">
                                      <p:cBhvr>
                                        <p:cTn id="133" dur="1200"/>
                                        <p:tgtEl>
                                          <p:spTgt spid="41"/>
                                        </p:tgtEl>
                                      </p:cBhvr>
                                    </p:animEffect>
                                  </p:childTnLst>
                                </p:cTn>
                              </p:par>
                              <p:par>
                                <p:cTn id="139" presetID="53" presetClass="entr" presetSubtype="16" fill="hold" grpId="0" nodeType="withEffect">
                                  <p:stCondLst>
                                    <p:cond delay="1700"/>
                                  </p:stCondLst>
                                  <p:childTnLst>
                                    <p:set>
                                      <p:cBhvr>
                                        <p:cTn id="135" dur="1" fill="hold">
                                          <p:stCondLst>
                                            <p:cond delay="0"/>
                                          </p:stCondLst>
                                        </p:cTn>
                                        <p:tgtEl>
                                          <p:spTgt spid="14"/>
                                        </p:tgtEl>
                                        <p:attrNameLst>
                                          <p:attrName>style.visibility</p:attrName>
                                        </p:attrNameLst>
                                      </p:cBhvr>
                                      <p:to>
                                        <p:strVal val="visible"/>
                                      </p:to>
                                    </p:set>
                                    <p:anim calcmode="lin" valueType="num">
                                      <p:cBhvr additive="base">
                                        <p:cTn id="136" dur="400" fill="hold"/>
                                        <p:tgtEl>
                                          <p:spTgt spid="14"/>
                                        </p:tgtEl>
                                        <p:attrNameLst>
                                          <p:attrName>ppt_w</p:attrName>
                                        </p:attrNameLst>
                                      </p:cBhvr>
                                      <p:tavLst>
                                        <p:tav tm="0">
                                          <p:val>
                                            <p:strVal val="0"/>
                                          </p:val>
                                        </p:tav>
                                        <p:tav tm="100000">
                                          <p:val>
                                            <p:strVal val="#ppt_w"/>
                                          </p:val>
                                        </p:tav>
                                      </p:tavLst>
                                    </p:anim>
                                    <p:anim calcmode="lin" valueType="num">
                                      <p:cBhvr additive="base">
                                        <p:cTn id="137" dur="400" fill="hold"/>
                                        <p:tgtEl>
                                          <p:spTgt spid="14"/>
                                        </p:tgtEl>
                                        <p:attrNameLst>
                                          <p:attrName>ppt_h</p:attrName>
                                        </p:attrNameLst>
                                      </p:cBhvr>
                                      <p:tavLst>
                                        <p:tav tm="0">
                                          <p:val>
                                            <p:strVal val="0"/>
                                          </p:val>
                                        </p:tav>
                                        <p:tav tm="100000">
                                          <p:val>
                                            <p:strVal val="#ppt_h"/>
                                          </p:val>
                                        </p:tav>
                                      </p:tavLst>
                                    </p:anim>
                                    <p:animEffect transition="in" filter="fade">
                                      <p:cBhvr>
                                        <p:cTn id="138" dur="400"/>
                                        <p:tgtEl>
                                          <p:spTgt spid="14"/>
                                        </p:tgtEl>
                                      </p:cBhvr>
                                    </p:animEffect>
                                  </p:childTnLst>
                                </p:cTn>
                              </p:par>
                              <p:par>
                                <p:cTn id="144" presetID="42" presetClass="entr" presetSubtype="0" fill="hold" grpId="0" nodeType="withEffect">
                                  <p:stCondLst>
                                    <p:cond delay="170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600"/>
                                        <p:tgtEl>
                                          <p:spTgt spid="15"/>
                                        </p:tgtEl>
                                      </p:cBhvr>
                                    </p:animEffect>
                                    <p:anim calcmode="lin" valueType="num">
                                      <p:cBhvr additive="base">
                                        <p:cTn id="142" dur="600" fill="hold"/>
                                        <p:tgtEl>
                                          <p:spTgt spid="15"/>
                                        </p:tgtEl>
                                        <p:attrNameLst>
                                          <p:attrName>ppt_x</p:attrName>
                                        </p:attrNameLst>
                                      </p:cBhvr>
                                      <p:tavLst>
                                        <p:tav tm="0">
                                          <p:val>
                                            <p:strVal val="#ppt_x"/>
                                          </p:val>
                                        </p:tav>
                                        <p:tav tm="100000">
                                          <p:val>
                                            <p:strVal val="#ppt_x"/>
                                          </p:val>
                                        </p:tav>
                                      </p:tavLst>
                                    </p:anim>
                                    <p:anim calcmode="lin" valueType="num">
                                      <p:cBhvr additive="base">
                                        <p:cTn id="143" dur="600" fill="hold"/>
                                        <p:tgtEl>
                                          <p:spTgt spid="15"/>
                                        </p:tgtEl>
                                        <p:attrNameLst>
                                          <p:attrName>ppt_y</p:attrName>
                                        </p:attrNameLst>
                                      </p:cBhvr>
                                      <p:tavLst>
                                        <p:tav tm="0">
                                          <p:val>
                                            <p:strVal val="#ppt_y+.06"/>
                                          </p:val>
                                        </p:tav>
                                        <p:tav tm="100000">
                                          <p:val>
                                            <p:strVal val="#ppt_y"/>
                                          </p:val>
                                        </p:tav>
                                      </p:tavLst>
                                    </p:anim>
                                  </p:childTnLst>
                                </p:cTn>
                              </p:par>
                              <p:par>
                                <p:cTn id="149" presetID="53" presetClass="entr" presetSubtype="32" fill="hold" grpId="0" nodeType="withEffect">
                                  <p:stCondLst>
                                    <p:cond delay="2600"/>
                                  </p:stCondLst>
                                  <p:childTnLst>
                                    <p:set>
                                      <p:cBhvr>
                                        <p:cTn id="145" dur="1" fill="hold">
                                          <p:stCondLst>
                                            <p:cond delay="0"/>
                                          </p:stCondLst>
                                        </p:cTn>
                                        <p:tgtEl>
                                          <p:spTgt spid="22"/>
                                        </p:tgtEl>
                                        <p:attrNameLst>
                                          <p:attrName>style.visibility</p:attrName>
                                        </p:attrNameLst>
                                      </p:cBhvr>
                                      <p:to>
                                        <p:strVal val="visible"/>
                                      </p:to>
                                    </p:set>
                                    <p:anim calcmode="lin" valueType="num">
                                      <p:cBhvr additive="base">
                                        <p:cTn id="146" dur="450" fill="hold"/>
                                        <p:tgtEl>
                                          <p:spTgt spid="22"/>
                                        </p:tgtEl>
                                        <p:attrNameLst>
                                          <p:attrName>ppt_w</p:attrName>
                                        </p:attrNameLst>
                                      </p:cBhvr>
                                      <p:tavLst>
                                        <p:tav tm="0">
                                          <p:val>
                                            <p:strVal val="#ppt_w*2.4"/>
                                          </p:val>
                                        </p:tav>
                                        <p:tav tm="100000">
                                          <p:val>
                                            <p:strVal val="#ppt_w"/>
                                          </p:val>
                                        </p:tav>
                                      </p:tavLst>
                                    </p:anim>
                                    <p:anim calcmode="lin" valueType="num">
                                      <p:cBhvr additive="base">
                                        <p:cTn id="147" dur="450" fill="hold"/>
                                        <p:tgtEl>
                                          <p:spTgt spid="22"/>
                                        </p:tgtEl>
                                        <p:attrNameLst>
                                          <p:attrName>ppt_h</p:attrName>
                                        </p:attrNameLst>
                                      </p:cBhvr>
                                      <p:tavLst>
                                        <p:tav tm="0">
                                          <p:val>
                                            <p:strVal val="#ppt_h*2.4"/>
                                          </p:val>
                                        </p:tav>
                                        <p:tav tm="100000">
                                          <p:val>
                                            <p:strVal val="#ppt_h"/>
                                          </p:val>
                                        </p:tav>
                                      </p:tavLst>
                                    </p:anim>
                                    <p:animEffect transition="in" filter="fade">
                                      <p:cBhvr>
                                        <p:cTn id="148" dur="450"/>
                                        <p:tgtEl>
                                          <p:spTgt spid="22"/>
                                        </p:tgtEl>
                                      </p:cBhvr>
                                    </p:animEffect>
                                  </p:childTnLst>
                                </p:cTn>
                              </p:par>
                              <p:par>
                                <p:cTn id="154" presetID="42" presetClass="entr" presetSubtype="0" fill="hold" grpId="0" nodeType="withEffect">
                                  <p:stCondLst>
                                    <p:cond delay="3200"/>
                                  </p:stCondLst>
                                  <p:childTnLst>
                                    <p:set>
                                      <p:cBhvr>
                                        <p:cTn id="150" dur="1" fill="hold">
                                          <p:stCondLst>
                                            <p:cond delay="0"/>
                                          </p:stCondLst>
                                        </p:cTn>
                                        <p:tgtEl>
                                          <p:spTgt spid="16"/>
                                        </p:tgtEl>
                                        <p:attrNameLst>
                                          <p:attrName>style.visibility</p:attrName>
                                        </p:attrNameLst>
                                      </p:cBhvr>
                                      <p:to>
                                        <p:strVal val="visible"/>
                                      </p:to>
                                    </p:set>
                                    <p:animEffect transition="in" filter="fade">
                                      <p:cBhvr>
                                        <p:cTn id="151" dur="700"/>
                                        <p:tgtEl>
                                          <p:spTgt spid="16"/>
                                        </p:tgtEl>
                                      </p:cBhvr>
                                    </p:animEffect>
                                    <p:anim calcmode="lin" valueType="num">
                                      <p:cBhvr additive="base">
                                        <p:cTn id="152" dur="700" fill="hold"/>
                                        <p:tgtEl>
                                          <p:spTgt spid="16"/>
                                        </p:tgtEl>
                                        <p:attrNameLst>
                                          <p:attrName>ppt_x</p:attrName>
                                        </p:attrNameLst>
                                      </p:cBhvr>
                                      <p:tavLst>
                                        <p:tav tm="0">
                                          <p:val>
                                            <p:strVal val="#ppt_x"/>
                                          </p:val>
                                        </p:tav>
                                        <p:tav tm="100000">
                                          <p:val>
                                            <p:strVal val="#ppt_x"/>
                                          </p:val>
                                        </p:tav>
                                      </p:tavLst>
                                    </p:anim>
                                    <p:anim calcmode="lin" valueType="num">
                                      <p:cBhvr additive="base">
                                        <p:cTn id="153" dur="700" fill="hold"/>
                                        <p:tgtEl>
                                          <p:spTgt spid="1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animBg="1"/>
      <p:bldP spid="18" grpId="0" animBg="1"/>
      <p:bldP spid="4" grpId="0" animBg="1"/>
      <p:bldP spid="5" grpId="0" animBg="1"/>
      <p:bldP spid="6" grpId="0" animBg="1"/>
      <p:bldP spid="19" grpId="0" animBg="1"/>
      <p:bldP spid="17" grpId="1" animBg="1"/>
      <p:bldP spid="7" grpId="0" animBg="1"/>
      <p:bldP spid="20" grpId="0" animBg="1"/>
      <p:bldP spid="23" grpId="0" animBg="1"/>
      <p:bldP spid="24" grpId="0" animBg="1"/>
      <p:bldP spid="26" grpId="0" animBg="1"/>
      <p:bldP spid="25" grpId="0" animBg="1"/>
      <p:bldP spid="27" grpId="0" animBg="1"/>
      <p:bldP spid="28" grpId="0" animBg="1"/>
      <p:bldP spid="30" grpId="0" animBg="1"/>
      <p:bldP spid="8" grpId="0" animBg="1"/>
      <p:bldP spid="9" grpId="0" animBg="1"/>
      <p:bldP spid="21" grpId="0" animBg="1"/>
      <p:bldP spid="29" grpId="0" animBg="1"/>
      <p:bldP spid="31" grpId="0" animBg="1"/>
      <p:bldP spid="32" grpId="0" animBg="1"/>
      <p:bldP spid="34" grpId="0" animBg="1"/>
      <p:bldP spid="10" grpId="0" animBg="1"/>
      <p:bldP spid="11" grpId="0" animBg="1"/>
      <p:bldP spid="33" grpId="0" animBg="1"/>
      <p:bldP spid="35" grpId="0" animBg="1"/>
      <p:bldP spid="36" grpId="0" animBg="1"/>
      <p:bldP spid="38" grpId="0" animBg="1"/>
      <p:bldP spid="37" grpId="0" animBg="1"/>
      <p:bldP spid="12" grpId="0" animBg="1"/>
      <p:bldP spid="13" grpId="0" animBg="1"/>
      <p:bldP spid="39" grpId="0" animBg="1"/>
      <p:bldP spid="40" grpId="0" animBg="1"/>
      <p:bldP spid="42" grpId="0" animBg="1"/>
      <p:bldP spid="41" grpId="0" animBg="1"/>
      <p:bldP spid="14" grpId="0" animBg="1"/>
      <p:bldP spid="15" grpId="0" animBg="1"/>
      <p:bldP spid="22"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726"/>
        </a:solidFill>
      </p:bgPr>
    </p:bg>
    <p:spTree>
      <p:nvGrpSpPr>
        <p:cNvPr id="1" name=""/>
        <p:cNvGrpSpPr/>
        <p:nvPr/>
      </p:nvGrpSpPr>
      <p:grpSpPr>
        <a:xfrm>
          <a:off x="0" y="0"/>
          <a:ext cx="0" cy="0"/>
          <a:chOff x="0" y="0"/>
          <a:chExt cx="0" cy="0"/>
        </a:xfrm>
      </p:grpSpPr>
      <p:sp>
        <p:nvSpPr>
          <p:cNvPr id="3" name="heading"/>
          <p:cNvSpPr txBox="1"/>
          <p:nvPr/>
        </p:nvSpPr>
        <p:spPr>
          <a:xfrm>
            <a:off x="812800" y="749300"/>
            <a:ext cx="10566400" cy="1016000"/>
          </a:xfrm>
          <a:prstGeom prst="rect">
            <a:avLst/>
          </a:prstGeom>
          <a:noFill/>
          <a:ln/>
        </p:spPr>
        <p:txBody>
          <a:bodyPr wrap="square" lIns="0" tIns="0" rIns="0" bIns="0" rtlCol="0" anchor="t"/>
          <a:lstStyle/>
          <a:p>
            <a:pPr indent="0" marL="0">
              <a:lnSpc>
                <a:spcPct val="95000"/>
              </a:lnSpc>
              <a:buNone/>
            </a:pPr>
            <a:r>
              <a:rPr lang="en-US" sz="3200" b="1" dirty="0">
                <a:solidFill>
                  <a:srgbClr val="F3F5F2"/>
                </a:solidFill>
                <a:latin typeface="Segoe UI" pitchFamily="34" charset="0"/>
                <a:ea typeface="Segoe UI" pitchFamily="34" charset="-122"/>
                <a:cs typeface="Segoe UI" pitchFamily="34" charset="-120"/>
              </a:rPr>
              <a:t>Door 4 – Instagram: her private messages were never truly private</a:t>
            </a:r>
            <a:endParaRPr lang="en-US" sz="3200" dirty="0"/>
          </a:p>
        </p:txBody>
      </p:sp>
      <p:sp>
        <p:nvSpPr>
          <p:cNvPr id="4" name="banbg"/>
          <p:cNvSpPr/>
          <p:nvPr/>
        </p:nvSpPr>
        <p:spPr>
          <a:xfrm>
            <a:off x="812800" y="2006600"/>
            <a:ext cx="6413500" cy="812800"/>
          </a:xfrm>
          <a:prstGeom prst="roundRect">
            <a:avLst>
              <a:gd name="adj" fmla="val 9000"/>
            </a:avLst>
          </a:prstGeom>
          <a:solidFill>
            <a:srgbClr val="16233A"/>
          </a:solidFill>
          <a:ln/>
        </p:spPr>
      </p:sp>
      <p:sp>
        <p:nvSpPr>
          <p:cNvPr id="5" name="banbar"/>
          <p:cNvSpPr/>
          <p:nvPr/>
        </p:nvSpPr>
        <p:spPr>
          <a:xfrm>
            <a:off x="812800" y="2006600"/>
            <a:ext cx="63500" cy="812800"/>
          </a:xfrm>
          <a:prstGeom prst="rect">
            <a:avLst/>
          </a:prstGeom>
          <a:solidFill>
            <a:srgbClr val="F2A541"/>
          </a:solidFill>
          <a:ln/>
        </p:spPr>
      </p:sp>
      <p:sp>
        <p:nvSpPr>
          <p:cNvPr id="6" name="ban"/>
          <p:cNvSpPr txBox="1"/>
          <p:nvPr/>
        </p:nvSpPr>
        <p:spPr>
          <a:xfrm>
            <a:off x="1016000" y="2095500"/>
            <a:ext cx="6096000" cy="660400"/>
          </a:xfrm>
          <a:prstGeom prst="rect">
            <a:avLst/>
          </a:prstGeom>
          <a:noFill/>
          <a:ln/>
        </p:spPr>
        <p:txBody>
          <a:bodyPr wrap="square" lIns="0" tIns="0" rIns="0" bIns="0" rtlCol="0" anchor="ctr"/>
          <a:lstStyle/>
          <a:p>
            <a:pPr indent="0" marL="0">
              <a:buNone/>
            </a:pPr>
            <a:r>
              <a:rPr lang="en-US" sz="1400" b="1" dirty="0">
                <a:solidFill>
                  <a:srgbClr val="F2A541"/>
                </a:solidFill>
                <a:latin typeface="Segoe UI" pitchFamily="34" charset="0"/>
                <a:ea typeface="Segoe UI" pitchFamily="34" charset="-122"/>
                <a:cs typeface="Segoe UI" pitchFamily="34" charset="-120"/>
              </a:rPr>
              <a:t>1:10 AM</a:t>
            </a:r>
            <a:pPr indent="0" marL="0">
              <a:buNone/>
            </a:pPr>
            <a:r>
              <a:rPr lang="en-US" sz="1400" dirty="0">
                <a:solidFill>
                  <a:srgbClr val="F3F5F2"/>
                </a:solidFill>
                <a:latin typeface="Segoe UI" pitchFamily="34" charset="0"/>
                <a:ea typeface="Segoe UI" pitchFamily="34" charset="-122"/>
                <a:cs typeface="Segoe UI" pitchFamily="34" charset="-120"/>
              </a:rPr>
              <a:t> · Linked through Meta’s Accounts Center, Instagram falls next. Her private messages become blackmail material.</a:t>
            </a:r>
            <a:endParaRPr lang="en-US" sz="1400" dirty="0"/>
          </a:p>
        </p:txBody>
      </p:sp>
      <p:sp>
        <p:nvSpPr>
          <p:cNvPr id="7" name="cap"/>
          <p:cNvSpPr txBox="1"/>
          <p:nvPr/>
        </p:nvSpPr>
        <p:spPr>
          <a:xfrm>
            <a:off x="812800" y="2959100"/>
            <a:ext cx="3810000" cy="203200"/>
          </a:xfrm>
          <a:prstGeom prst="rect">
            <a:avLst/>
          </a:prstGeom>
          <a:noFill/>
          <a:ln/>
        </p:spPr>
        <p:txBody>
          <a:bodyPr wrap="square" lIns="0" tIns="0" rIns="0" bIns="0" rtlCol="0" anchor="t"/>
          <a:lstStyle/>
          <a:p>
            <a:pPr indent="0" marL="0">
              <a:buNone/>
            </a:pPr>
            <a:r>
              <a:rPr lang="en-US" sz="1200" b="1" spc="300" kern="0" dirty="0">
                <a:solidFill>
                  <a:srgbClr val="3FD0C9"/>
                </a:solidFill>
                <a:latin typeface="Segoe UI" pitchFamily="34" charset="0"/>
                <a:ea typeface="Segoe UI" pitchFamily="34" charset="-122"/>
                <a:cs typeface="Segoe UI" pitchFamily="34" charset="-120"/>
              </a:rPr>
              <a:t>LOCKS IT OFFERS</a:t>
            </a:r>
            <a:endParaRPr lang="en-US" sz="1200" dirty="0"/>
          </a:p>
        </p:txBody>
      </p:sp>
      <p:sp>
        <p:nvSpPr>
          <p:cNvPr id="8" name="chk0"/>
          <p:cNvSpPr/>
          <p:nvPr/>
        </p:nvSpPr>
        <p:spPr>
          <a:xfrm>
            <a:off x="812800" y="32639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9" name="it0"/>
          <p:cNvSpPr txBox="1"/>
          <p:nvPr/>
        </p:nvSpPr>
        <p:spPr>
          <a:xfrm>
            <a:off x="1143000" y="32512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The same login protection as Facebook</a:t>
            </a:r>
            <a:endParaRPr lang="en-US" sz="1400" dirty="0"/>
          </a:p>
        </p:txBody>
      </p:sp>
      <p:sp>
        <p:nvSpPr>
          <p:cNvPr id="10" name="chk1"/>
          <p:cNvSpPr/>
          <p:nvPr/>
        </p:nvSpPr>
        <p:spPr>
          <a:xfrm>
            <a:off x="812800" y="36576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1" name="it1"/>
          <p:cNvSpPr txBox="1"/>
          <p:nvPr/>
        </p:nvSpPr>
        <p:spPr>
          <a:xfrm>
            <a:off x="1143000" y="36449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“Emails from Instagram”: real security emails from the last 14 days</a:t>
            </a:r>
            <a:endParaRPr lang="en-US" sz="1400" dirty="0"/>
          </a:p>
        </p:txBody>
      </p:sp>
      <p:sp>
        <p:nvSpPr>
          <p:cNvPr id="12" name="chk2"/>
          <p:cNvSpPr/>
          <p:nvPr/>
        </p:nvSpPr>
        <p:spPr>
          <a:xfrm>
            <a:off x="812800" y="40513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3" name="it2"/>
          <p:cNvSpPr txBox="1"/>
          <p:nvPr/>
        </p:nvSpPr>
        <p:spPr>
          <a:xfrm>
            <a:off x="1143000" y="40386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Restrict, Hidden Words and limits on message requests</a:t>
            </a:r>
            <a:endParaRPr lang="en-US" sz="1400" dirty="0"/>
          </a:p>
        </p:txBody>
      </p:sp>
      <p:sp>
        <p:nvSpPr>
          <p:cNvPr id="14" name="chk3"/>
          <p:cNvSpPr/>
          <p:nvPr/>
        </p:nvSpPr>
        <p:spPr>
          <a:xfrm>
            <a:off x="812800" y="44450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5" name="it3"/>
          <p:cNvSpPr txBox="1"/>
          <p:nvPr/>
        </p:nvSpPr>
        <p:spPr>
          <a:xfrm>
            <a:off x="1143000" y="44323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Teen Accounts are private by default</a:t>
            </a:r>
            <a:endParaRPr lang="en-US" sz="1400" dirty="0"/>
          </a:p>
        </p:txBody>
      </p:sp>
      <p:sp>
        <p:nvSpPr>
          <p:cNvPr id="16" name="fix"/>
          <p:cNvSpPr/>
          <p:nvPr/>
        </p:nvSpPr>
        <p:spPr>
          <a:xfrm>
            <a:off x="812800" y="5181600"/>
            <a:ext cx="6413500" cy="711200"/>
          </a:xfrm>
          <a:prstGeom prst="roundRect">
            <a:avLst>
              <a:gd name="adj" fmla="val 15429"/>
            </a:avLst>
          </a:prstGeom>
          <a:solidFill>
            <a:srgbClr val="3FD0C9"/>
          </a:solidFill>
          <a:ln/>
        </p:spPr>
        <p:txBody>
          <a:bodyPr wrap="square" lIns="165100" tIns="165100" rIns="165100" bIns="165100" rtlCol="0" anchor="ctr"/>
          <a:lstStyle/>
          <a:p>
            <a:pPr algn="l" indent="0" marL="0">
              <a:buNone/>
            </a:pPr>
            <a:r>
              <a:rPr lang="en-US" sz="1400" b="1" dirty="0">
                <a:solidFill>
                  <a:srgbClr val="0E1726"/>
                </a:solidFill>
                <a:latin typeface="Segoe UI" pitchFamily="34" charset="0"/>
                <a:ea typeface="Segoe UI" pitchFamily="34" charset="-122"/>
                <a:cs typeface="Segoe UI" pitchFamily="34" charset="-120"/>
              </a:rPr>
              <a:t>My fix: </a:t>
            </a:r>
            <a:pPr algn="l" indent="0" marL="0">
              <a:buNone/>
            </a:pPr>
            <a:r>
              <a:rPr lang="en-US" sz="1400" dirty="0">
                <a:solidFill>
                  <a:srgbClr val="0E1726"/>
                </a:solidFill>
                <a:latin typeface="Segoe UI" pitchFamily="34" charset="0"/>
                <a:ea typeface="Segoe UI" pitchFamily="34" charset="-122"/>
                <a:cs typeface="Segoe UI" pitchFamily="34" charset="-120"/>
              </a:rPr>
              <a:t>end-to-end encrypted DMs by default, and blurred explicit images</a:t>
            </a:r>
            <a:endParaRPr lang="en-US" sz="1400" dirty="0"/>
          </a:p>
        </p:txBody>
      </p:sp>
      <p:sp>
        <p:nvSpPr>
          <p:cNvPr id="17" name="dash"/>
          <p:cNvSpPr/>
          <p:nvPr/>
        </p:nvSpPr>
        <p:spPr>
          <a:xfrm>
            <a:off x="7969250" y="2203450"/>
            <a:ext cx="1752600" cy="1752600"/>
          </a:xfrm>
          <a:prstGeom prst="ellipse">
            <a:avLst/>
          </a:prstGeom>
          <a:ln w="19050">
            <a:solidFill>
              <a:srgbClr val="3A5A80"/>
            </a:solidFill>
            <a:prstDash val="sysDot"/>
          </a:ln>
        </p:spPr>
      </p:sp>
      <p:sp>
        <p:nvSpPr>
          <p:cNvPr id="18" name="trackring"/>
          <p:cNvSpPr/>
          <p:nvPr/>
        </p:nvSpPr>
        <p:spPr>
          <a:xfrm>
            <a:off x="8147050" y="2381250"/>
            <a:ext cx="1397000" cy="1397000"/>
          </a:xfrm>
          <a:prstGeom prst="ellipse">
            <a:avLst/>
          </a:prstGeom>
          <a:ln w="139700">
            <a:solidFill>
              <a:srgbClr val="1E2E48"/>
            </a:solidFill>
            <a:prstDash val="solid"/>
          </a:ln>
        </p:spPr>
      </p:sp>
      <p:sp>
        <p:nvSpPr>
          <p:cNvPr id="19" name="arc"/>
          <p:cNvSpPr/>
          <p:nvPr/>
        </p:nvSpPr>
        <p:spPr>
          <a:xfrm>
            <a:off x="8077200" y="2311400"/>
            <a:ext cx="1536700" cy="1536700"/>
          </a:xfrm>
          <a:prstGeom prst="blockArc">
            <a:avLst>
              <a:gd name="adj1" fmla="val 16200000"/>
              <a:gd name="adj2" fmla="val 8424000"/>
              <a:gd name="adj3" fmla="val 9100"/>
            </a:avLst>
          </a:prstGeom>
          <a:solidFill>
            <a:srgbClr val="F2A541"/>
          </a:solidFill>
          <a:ln/>
        </p:spPr>
      </p:sp>
      <p:sp>
        <p:nvSpPr>
          <p:cNvPr id="20" name="score"/>
          <p:cNvSpPr txBox="1"/>
          <p:nvPr/>
        </p:nvSpPr>
        <p:spPr>
          <a:xfrm>
            <a:off x="8147050" y="2667000"/>
            <a:ext cx="1397000" cy="571500"/>
          </a:xfrm>
          <a:prstGeom prst="rect">
            <a:avLst/>
          </a:prstGeom>
          <a:noFill/>
          <a:ln/>
        </p:spPr>
        <p:txBody>
          <a:bodyPr wrap="square" lIns="0" tIns="0" rIns="0" bIns="0" rtlCol="0" anchor="t"/>
          <a:lstStyle/>
          <a:p>
            <a:pPr algn="ctr" indent="0" marL="0">
              <a:buNone/>
            </a:pPr>
            <a:r>
              <a:rPr lang="en-US" sz="4200" b="1" dirty="0">
                <a:solidFill>
                  <a:srgbClr val="F3F5F2"/>
                </a:solidFill>
                <a:latin typeface="Segoe UI" pitchFamily="34" charset="0"/>
                <a:ea typeface="Segoe UI" pitchFamily="34" charset="-122"/>
                <a:cs typeface="Segoe UI" pitchFamily="34" charset="-120"/>
              </a:rPr>
              <a:t>16</a:t>
            </a:r>
            <a:endParaRPr lang="en-US" sz="4200" dirty="0"/>
          </a:p>
        </p:txBody>
      </p:sp>
      <p:sp>
        <p:nvSpPr>
          <p:cNvPr id="21" name="of"/>
          <p:cNvSpPr txBox="1"/>
          <p:nvPr/>
        </p:nvSpPr>
        <p:spPr>
          <a:xfrm>
            <a:off x="8147050" y="3251200"/>
            <a:ext cx="1397000" cy="203200"/>
          </a:xfrm>
          <a:prstGeom prst="rect">
            <a:avLst/>
          </a:prstGeom>
          <a:noFill/>
          <a:ln/>
        </p:spPr>
        <p:txBody>
          <a:bodyPr wrap="square" lIns="0" tIns="0" rIns="0" bIns="0" rtlCol="0" anchor="t"/>
          <a:lstStyle/>
          <a:p>
            <a:pPr algn="ctr" indent="0" marL="0">
              <a:buNone/>
            </a:pPr>
            <a:r>
              <a:rPr lang="en-US" sz="1200" dirty="0">
                <a:solidFill>
                  <a:srgbClr val="BFD0DF"/>
                </a:solidFill>
                <a:latin typeface="Segoe UI" pitchFamily="34" charset="0"/>
                <a:ea typeface="Segoe UI" pitchFamily="34" charset="-122"/>
                <a:cs typeface="Segoe UI" pitchFamily="34" charset="-120"/>
              </a:rPr>
              <a:t>out of 25</a:t>
            </a:r>
            <a:endParaRPr lang="en-US" sz="1200" dirty="0"/>
          </a:p>
        </p:txBody>
      </p:sp>
      <p:sp>
        <p:nvSpPr>
          <p:cNvPr id="22" name="stamp"/>
          <p:cNvSpPr/>
          <p:nvPr/>
        </p:nvSpPr>
        <p:spPr>
          <a:xfrm rot="-600000">
            <a:off x="9906000" y="2730500"/>
            <a:ext cx="1460500" cy="381000"/>
          </a:xfrm>
          <a:prstGeom prst="roundRect">
            <a:avLst>
              <a:gd name="adj" fmla="val 36000"/>
            </a:avLst>
          </a:prstGeom>
          <a:solidFill>
            <a:srgbClr val="0E1726"/>
          </a:solidFill>
          <a:ln w="38100">
            <a:solidFill>
              <a:srgbClr val="FF6B5E"/>
            </a:solidFill>
          </a:ln>
        </p:spPr>
        <p:txBody>
          <a:bodyPr wrap="square" lIns="0" tIns="0" rIns="0" bIns="0" rtlCol="0" anchor="ctr"/>
          <a:lstStyle/>
          <a:p>
            <a:pPr algn="ctr" indent="0" marL="0">
              <a:buNone/>
            </a:pPr>
            <a:r>
              <a:rPr lang="en-US" sz="1600" b="1" spc="300" kern="0" dirty="0">
                <a:solidFill>
                  <a:srgbClr val="FF6B5E"/>
                </a:solidFill>
                <a:latin typeface="Segoe UI" pitchFamily="34" charset="0"/>
                <a:ea typeface="Segoe UI" pitchFamily="34" charset="-122"/>
                <a:cs typeface="Segoe UI" pitchFamily="34" charset="-120"/>
              </a:rPr>
              <a:t>BREACHED</a:t>
            </a:r>
            <a:endParaRPr lang="en-US" sz="1600" dirty="0"/>
          </a:p>
        </p:txBody>
      </p:sp>
      <p:sp>
        <p:nvSpPr>
          <p:cNvPr id="23" name="lab0"/>
          <p:cNvSpPr txBox="1"/>
          <p:nvPr/>
        </p:nvSpPr>
        <p:spPr>
          <a:xfrm>
            <a:off x="7734300" y="42164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Login</a:t>
            </a:r>
            <a:endParaRPr lang="en-US" sz="1200" dirty="0"/>
          </a:p>
        </p:txBody>
      </p:sp>
      <p:sp>
        <p:nvSpPr>
          <p:cNvPr id="24" name="trk0"/>
          <p:cNvSpPr/>
          <p:nvPr/>
        </p:nvSpPr>
        <p:spPr>
          <a:xfrm>
            <a:off x="8775700" y="4254500"/>
            <a:ext cx="2095500" cy="139700"/>
          </a:xfrm>
          <a:prstGeom prst="roundRect">
            <a:avLst>
              <a:gd name="adj" fmla="val 327273"/>
            </a:avLst>
          </a:prstGeom>
          <a:solidFill>
            <a:srgbClr val="1E2E48"/>
          </a:solidFill>
          <a:ln/>
        </p:spPr>
      </p:sp>
      <p:sp>
        <p:nvSpPr>
          <p:cNvPr id="25" name="bar0"/>
          <p:cNvSpPr/>
          <p:nvPr/>
        </p:nvSpPr>
        <p:spPr>
          <a:xfrm>
            <a:off x="8775700" y="4254500"/>
            <a:ext cx="1676400" cy="139700"/>
          </a:xfrm>
          <a:prstGeom prst="roundRect">
            <a:avLst>
              <a:gd name="adj" fmla="val 327273"/>
            </a:avLst>
          </a:prstGeom>
          <a:solidFill>
            <a:srgbClr val="3FD0C9"/>
          </a:solidFill>
          <a:ln/>
        </p:spPr>
      </p:sp>
      <p:sp>
        <p:nvSpPr>
          <p:cNvPr id="26" name="val0"/>
          <p:cNvSpPr txBox="1"/>
          <p:nvPr/>
        </p:nvSpPr>
        <p:spPr>
          <a:xfrm>
            <a:off x="10985500" y="42164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4</a:t>
            </a:r>
            <a:endParaRPr lang="en-US" sz="1200" dirty="0"/>
          </a:p>
        </p:txBody>
      </p:sp>
      <p:sp>
        <p:nvSpPr>
          <p:cNvPr id="27" name="lab1"/>
          <p:cNvSpPr txBox="1"/>
          <p:nvPr/>
        </p:nvSpPr>
        <p:spPr>
          <a:xfrm>
            <a:off x="7734300" y="44958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Encryption</a:t>
            </a:r>
            <a:endParaRPr lang="en-US" sz="1200" dirty="0"/>
          </a:p>
        </p:txBody>
      </p:sp>
      <p:sp>
        <p:nvSpPr>
          <p:cNvPr id="28" name="trk1"/>
          <p:cNvSpPr/>
          <p:nvPr/>
        </p:nvSpPr>
        <p:spPr>
          <a:xfrm>
            <a:off x="8775700" y="4533900"/>
            <a:ext cx="2095500" cy="139700"/>
          </a:xfrm>
          <a:prstGeom prst="roundRect">
            <a:avLst>
              <a:gd name="adj" fmla="val 327273"/>
            </a:avLst>
          </a:prstGeom>
          <a:solidFill>
            <a:srgbClr val="1E2E48"/>
          </a:solidFill>
          <a:ln/>
        </p:spPr>
      </p:sp>
      <p:sp>
        <p:nvSpPr>
          <p:cNvPr id="29" name="bar1"/>
          <p:cNvSpPr/>
          <p:nvPr/>
        </p:nvSpPr>
        <p:spPr>
          <a:xfrm>
            <a:off x="8775700" y="4533900"/>
            <a:ext cx="419100" cy="139700"/>
          </a:xfrm>
          <a:prstGeom prst="roundRect">
            <a:avLst>
              <a:gd name="adj" fmla="val 327273"/>
            </a:avLst>
          </a:prstGeom>
          <a:solidFill>
            <a:srgbClr val="FF6B5E"/>
          </a:solidFill>
          <a:ln/>
        </p:spPr>
      </p:sp>
      <p:sp>
        <p:nvSpPr>
          <p:cNvPr id="30" name="val1"/>
          <p:cNvSpPr txBox="1"/>
          <p:nvPr/>
        </p:nvSpPr>
        <p:spPr>
          <a:xfrm>
            <a:off x="10985500" y="44958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1</a:t>
            </a:r>
            <a:endParaRPr lang="en-US" sz="1200" dirty="0"/>
          </a:p>
        </p:txBody>
      </p:sp>
      <p:sp>
        <p:nvSpPr>
          <p:cNvPr id="31" name="lab2"/>
          <p:cNvSpPr txBox="1"/>
          <p:nvPr/>
        </p:nvSpPr>
        <p:spPr>
          <a:xfrm>
            <a:off x="7734300" y="47752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Alerts</a:t>
            </a:r>
            <a:endParaRPr lang="en-US" sz="1200" dirty="0"/>
          </a:p>
        </p:txBody>
      </p:sp>
      <p:sp>
        <p:nvSpPr>
          <p:cNvPr id="32" name="trk2"/>
          <p:cNvSpPr/>
          <p:nvPr/>
        </p:nvSpPr>
        <p:spPr>
          <a:xfrm>
            <a:off x="8775700" y="4813300"/>
            <a:ext cx="2095500" cy="139700"/>
          </a:xfrm>
          <a:prstGeom prst="roundRect">
            <a:avLst>
              <a:gd name="adj" fmla="val 327273"/>
            </a:avLst>
          </a:prstGeom>
          <a:solidFill>
            <a:srgbClr val="1E2E48"/>
          </a:solidFill>
          <a:ln/>
        </p:spPr>
      </p:sp>
      <p:sp>
        <p:nvSpPr>
          <p:cNvPr id="33" name="bar2"/>
          <p:cNvSpPr/>
          <p:nvPr/>
        </p:nvSpPr>
        <p:spPr>
          <a:xfrm>
            <a:off x="8775700" y="4813300"/>
            <a:ext cx="1676400" cy="139700"/>
          </a:xfrm>
          <a:prstGeom prst="roundRect">
            <a:avLst>
              <a:gd name="adj" fmla="val 327273"/>
            </a:avLst>
          </a:prstGeom>
          <a:solidFill>
            <a:srgbClr val="3FD0C9"/>
          </a:solidFill>
          <a:ln/>
        </p:spPr>
      </p:sp>
      <p:sp>
        <p:nvSpPr>
          <p:cNvPr id="34" name="val2"/>
          <p:cNvSpPr txBox="1"/>
          <p:nvPr/>
        </p:nvSpPr>
        <p:spPr>
          <a:xfrm>
            <a:off x="10985500" y="47752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4</a:t>
            </a:r>
            <a:endParaRPr lang="en-US" sz="1200" dirty="0"/>
          </a:p>
        </p:txBody>
      </p:sp>
      <p:sp>
        <p:nvSpPr>
          <p:cNvPr id="35" name="lab3"/>
          <p:cNvSpPr txBox="1"/>
          <p:nvPr/>
        </p:nvSpPr>
        <p:spPr>
          <a:xfrm>
            <a:off x="7734300" y="50546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Recovery</a:t>
            </a:r>
            <a:endParaRPr lang="en-US" sz="1200" dirty="0"/>
          </a:p>
        </p:txBody>
      </p:sp>
      <p:sp>
        <p:nvSpPr>
          <p:cNvPr id="36" name="trk3"/>
          <p:cNvSpPr/>
          <p:nvPr/>
        </p:nvSpPr>
        <p:spPr>
          <a:xfrm>
            <a:off x="8775700" y="5092700"/>
            <a:ext cx="2095500" cy="139700"/>
          </a:xfrm>
          <a:prstGeom prst="roundRect">
            <a:avLst>
              <a:gd name="adj" fmla="val 327273"/>
            </a:avLst>
          </a:prstGeom>
          <a:solidFill>
            <a:srgbClr val="1E2E48"/>
          </a:solidFill>
          <a:ln/>
        </p:spPr>
      </p:sp>
      <p:sp>
        <p:nvSpPr>
          <p:cNvPr id="37" name="bar3"/>
          <p:cNvSpPr/>
          <p:nvPr/>
        </p:nvSpPr>
        <p:spPr>
          <a:xfrm>
            <a:off x="8775700" y="5092700"/>
            <a:ext cx="1257300" cy="139700"/>
          </a:xfrm>
          <a:prstGeom prst="roundRect">
            <a:avLst>
              <a:gd name="adj" fmla="val 327273"/>
            </a:avLst>
          </a:prstGeom>
          <a:solidFill>
            <a:srgbClr val="3FD0C9"/>
          </a:solidFill>
          <a:ln/>
        </p:spPr>
      </p:sp>
      <p:sp>
        <p:nvSpPr>
          <p:cNvPr id="38" name="val3"/>
          <p:cNvSpPr txBox="1"/>
          <p:nvPr/>
        </p:nvSpPr>
        <p:spPr>
          <a:xfrm>
            <a:off x="10985500" y="50546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3</a:t>
            </a:r>
            <a:endParaRPr lang="en-US" sz="1200" dirty="0"/>
          </a:p>
        </p:txBody>
      </p:sp>
      <p:sp>
        <p:nvSpPr>
          <p:cNvPr id="39" name="lab4"/>
          <p:cNvSpPr txBox="1"/>
          <p:nvPr/>
        </p:nvSpPr>
        <p:spPr>
          <a:xfrm>
            <a:off x="7734300" y="53340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Privacy</a:t>
            </a:r>
            <a:endParaRPr lang="en-US" sz="1200" dirty="0"/>
          </a:p>
        </p:txBody>
      </p:sp>
      <p:sp>
        <p:nvSpPr>
          <p:cNvPr id="40" name="trk4"/>
          <p:cNvSpPr/>
          <p:nvPr/>
        </p:nvSpPr>
        <p:spPr>
          <a:xfrm>
            <a:off x="8775700" y="5372100"/>
            <a:ext cx="2095500" cy="139700"/>
          </a:xfrm>
          <a:prstGeom prst="roundRect">
            <a:avLst>
              <a:gd name="adj" fmla="val 327273"/>
            </a:avLst>
          </a:prstGeom>
          <a:solidFill>
            <a:srgbClr val="1E2E48"/>
          </a:solidFill>
          <a:ln/>
        </p:spPr>
      </p:sp>
      <p:sp>
        <p:nvSpPr>
          <p:cNvPr id="41" name="bar4"/>
          <p:cNvSpPr/>
          <p:nvPr/>
        </p:nvSpPr>
        <p:spPr>
          <a:xfrm>
            <a:off x="8775700" y="5372100"/>
            <a:ext cx="1676400" cy="139700"/>
          </a:xfrm>
          <a:prstGeom prst="roundRect">
            <a:avLst>
              <a:gd name="adj" fmla="val 327273"/>
            </a:avLst>
          </a:prstGeom>
          <a:solidFill>
            <a:srgbClr val="3FD0C9"/>
          </a:solidFill>
          <a:ln/>
        </p:spPr>
      </p:sp>
      <p:sp>
        <p:nvSpPr>
          <p:cNvPr id="42" name="val4"/>
          <p:cNvSpPr txBox="1"/>
          <p:nvPr/>
        </p:nvSpPr>
        <p:spPr>
          <a:xfrm>
            <a:off x="10985500" y="53340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4</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55" fill="hold">
                      <p:stCondLst>
                        <p:cond delay="indefinite"/>
                        <p:cond evt="onBegin" delay="0">
                          <p:tn val="2"/>
                        </p:cond>
                      </p:stCondLst>
                      <p:childTnLst>
                        <p:par>
                          <p:cTn id="156"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600"/>
                                        <p:tgtEl>
                                          <p:spTgt spid="18"/>
                                        </p:tgtEl>
                                      </p:cBhvr>
                                    </p:animEffect>
                                  </p:childTnLst>
                                </p:cTn>
                              </p:par>
                              <p:par>
                                <p:cTn id="16" presetID="42" presetClass="entr" presetSubtype="0"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800"/>
                                        <p:tgtEl>
                                          <p:spTgt spid="4"/>
                                        </p:tgtEl>
                                      </p:cBhvr>
                                    </p:animEffect>
                                    <p:anim calcmode="lin" valueType="num">
                                      <p:cBhvr additive="base">
                                        <p:cTn id="14" dur="800" fill="hold"/>
                                        <p:tgtEl>
                                          <p:spTgt spid="4"/>
                                        </p:tgtEl>
                                        <p:attrNameLst>
                                          <p:attrName>ppt_x</p:attrName>
                                        </p:attrNameLst>
                                      </p:cBhvr>
                                      <p:tavLst>
                                        <p:tav tm="0">
                                          <p:val>
                                            <p:strVal val="#ppt_x-.05"/>
                                          </p:val>
                                        </p:tav>
                                        <p:tav tm="100000">
                                          <p:val>
                                            <p:strVal val="#ppt_x"/>
                                          </p:val>
                                        </p:tav>
                                      </p:tavLst>
                                    </p:anim>
                                    <p:anim calcmode="lin" valueType="num">
                                      <p:cBhvr additive="base">
                                        <p:cTn id="15" dur="800" fill="hold"/>
                                        <p:tgtEl>
                                          <p:spTgt spid="4"/>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800"/>
                                        <p:tgtEl>
                                          <p:spTgt spid="5"/>
                                        </p:tgtEl>
                                      </p:cBhvr>
                                    </p:animEffect>
                                    <p:anim calcmode="lin" valueType="num">
                                      <p:cBhvr additive="base">
                                        <p:cTn id="19" dur="800" fill="hold"/>
                                        <p:tgtEl>
                                          <p:spTgt spid="5"/>
                                        </p:tgtEl>
                                        <p:attrNameLst>
                                          <p:attrName>ppt_x</p:attrName>
                                        </p:attrNameLst>
                                      </p:cBhvr>
                                      <p:tavLst>
                                        <p:tav tm="0">
                                          <p:val>
                                            <p:strVal val="#ppt_x-.05"/>
                                          </p:val>
                                        </p:tav>
                                        <p:tav tm="100000">
                                          <p:val>
                                            <p:strVal val="#ppt_x"/>
                                          </p:val>
                                        </p:tav>
                                      </p:tavLst>
                                    </p:anim>
                                    <p:anim calcmode="lin" valueType="num">
                                      <p:cBhvr additive="base">
                                        <p:cTn id="20" dur="8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800"/>
                                        <p:tgtEl>
                                          <p:spTgt spid="6"/>
                                        </p:tgtEl>
                                      </p:cBhvr>
                                    </p:animEffect>
                                    <p:anim calcmode="lin" valueType="num">
                                      <p:cBhvr additive="base">
                                        <p:cTn id="24" dur="800" fill="hold"/>
                                        <p:tgtEl>
                                          <p:spTgt spid="6"/>
                                        </p:tgtEl>
                                        <p:attrNameLst>
                                          <p:attrName>ppt_x</p:attrName>
                                        </p:attrNameLst>
                                      </p:cBhvr>
                                      <p:tavLst>
                                        <p:tav tm="0">
                                          <p:val>
                                            <p:strVal val="#ppt_x-.05"/>
                                          </p:val>
                                        </p:tav>
                                        <p:tav tm="100000">
                                          <p:val>
                                            <p:strVal val="#ppt_x"/>
                                          </p:val>
                                        </p:tav>
                                      </p:tavLst>
                                    </p:anim>
                                    <p:anim calcmode="lin" valueType="num">
                                      <p:cBhvr additive="base">
                                        <p:cTn id="25" dur="800" fill="hold"/>
                                        <p:tgtEl>
                                          <p:spTgt spid="6"/>
                                        </p:tgtEl>
                                        <p:attrNameLst>
                                          <p:attrName>ppt_y</p:attrName>
                                        </p:attrNameLst>
                                      </p:cBhvr>
                                      <p:tavLst>
                                        <p:tav tm="0">
                                          <p:val>
                                            <p:strVal val="#ppt_y"/>
                                          </p:val>
                                        </p:tav>
                                        <p:tav tm="100000">
                                          <p:val>
                                            <p:strVal val="#ppt_y"/>
                                          </p:val>
                                        </p:tav>
                                      </p:tavLst>
                                    </p:anim>
                                  </p:childTnLst>
                                </p:cTn>
                              </p:par>
                              <p:par>
                                <p:cTn id="29" presetID="21" presetClass="entr" presetSubtype="1" fill="hold" grpId="0" nodeType="withEffect">
                                  <p:stCondLst>
                                    <p:cond delay="400"/>
                                  </p:stCondLst>
                                  <p:childTnLst>
                                    <p:set>
                                      <p:cBhvr>
                                        <p:cTn id="27" dur="1" fill="hold">
                                          <p:stCondLst>
                                            <p:cond delay="0"/>
                                          </p:stCondLst>
                                        </p:cTn>
                                        <p:tgtEl>
                                          <p:spTgt spid="19"/>
                                        </p:tgtEl>
                                        <p:attrNameLst>
                                          <p:attrName>style.visibility</p:attrName>
                                        </p:attrNameLst>
                                      </p:cBhvr>
                                      <p:to>
                                        <p:strVal val="visible"/>
                                      </p:to>
                                    </p:set>
                                    <p:animEffect transition="in" filter="wheel(1)">
                                      <p:cBhvr>
                                        <p:cTn id="28" dur="1800"/>
                                        <p:tgtEl>
                                          <p:spTgt spid="19"/>
                                        </p:tgtEl>
                                      </p:cBhvr>
                                    </p:animEffect>
                                  </p:childTnLst>
                                </p:cTn>
                              </p:par>
                              <p:par>
                                <p:cTn id="31" presetID="8" presetClass="emph" presetSubtype="0" fill="hold" grpId="1" nodeType="withEffect" repeatCount="indefinite">
                                  <p:stCondLst>
                                    <p:cond delay="600"/>
                                  </p:stCondLst>
                                  <p:childTnLst>
                                    <p:animRot by="21600000">
                                      <p:cBhvr>
                                        <p:cTn id="30" dur="14000" fill="hold"/>
                                        <p:tgtEl>
                                          <p:spTgt spid="17"/>
                                        </p:tgtEl>
                                        <p:attrNameLst>
                                          <p:attrName>r</p:attrName>
                                        </p:attrNameLst>
                                      </p:cBhvr>
                                    </p:animRot>
                                  </p:childTnLst>
                                </p:cTn>
                              </p:par>
                              <p:par>
                                <p:cTn id="36" presetID="42" presetClass="entr" presetSubtype="0" fill="hold" grpId="0" nodeType="withEffect">
                                  <p:stCondLst>
                                    <p:cond delay="90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anim calcmode="lin" valueType="num">
                                      <p:cBhvr additive="base">
                                        <p:cTn id="34" dur="600" fill="hold"/>
                                        <p:tgtEl>
                                          <p:spTgt spid="7"/>
                                        </p:tgtEl>
                                        <p:attrNameLst>
                                          <p:attrName>ppt_x</p:attrName>
                                        </p:attrNameLst>
                                      </p:cBhvr>
                                      <p:tavLst>
                                        <p:tav tm="0">
                                          <p:val>
                                            <p:strVal val="#ppt_x"/>
                                          </p:val>
                                        </p:tav>
                                        <p:tav tm="100000">
                                          <p:val>
                                            <p:strVal val="#ppt_x"/>
                                          </p:val>
                                        </p:tav>
                                      </p:tavLst>
                                    </p:anim>
                                    <p:anim calcmode="lin" valueType="num">
                                      <p:cBhvr additive="base">
                                        <p:cTn id="35" dur="600" fill="hold"/>
                                        <p:tgtEl>
                                          <p:spTgt spid="7"/>
                                        </p:tgtEl>
                                        <p:attrNameLst>
                                          <p:attrName>ppt_y</p:attrName>
                                        </p:attrNameLst>
                                      </p:cBhvr>
                                      <p:tavLst>
                                        <p:tav tm="0">
                                          <p:val>
                                            <p:strVal val="#ppt_y+.06"/>
                                          </p:val>
                                        </p:tav>
                                        <p:tav tm="100000">
                                          <p:val>
                                            <p:strVal val="#ppt_y"/>
                                          </p:val>
                                        </p:tav>
                                      </p:tavLst>
                                    </p:anim>
                                  </p:childTnLst>
                                </p:cTn>
                              </p:par>
                              <p:par>
                                <p:cTn id="41" presetID="53" presetClass="entr" presetSubtype="16" fill="hold" grpId="0" nodeType="withEffect">
                                  <p:stCondLst>
                                    <p:cond delay="900"/>
                                  </p:stCondLst>
                                  <p:childTnLst>
                                    <p:set>
                                      <p:cBhvr>
                                        <p:cTn id="37" dur="1" fill="hold">
                                          <p:stCondLst>
                                            <p:cond delay="0"/>
                                          </p:stCondLst>
                                        </p:cTn>
                                        <p:tgtEl>
                                          <p:spTgt spid="20"/>
                                        </p:tgtEl>
                                        <p:attrNameLst>
                                          <p:attrName>style.visibility</p:attrName>
                                        </p:attrNameLst>
                                      </p:cBhvr>
                                      <p:to>
                                        <p:strVal val="visible"/>
                                      </p:to>
                                    </p:set>
                                    <p:anim calcmode="lin" valueType="num">
                                      <p:cBhvr additive="base">
                                        <p:cTn id="38" dur="600" fill="hold"/>
                                        <p:tgtEl>
                                          <p:spTgt spid="20"/>
                                        </p:tgtEl>
                                        <p:attrNameLst>
                                          <p:attrName>ppt_w</p:attrName>
                                        </p:attrNameLst>
                                      </p:cBhvr>
                                      <p:tavLst>
                                        <p:tav tm="0">
                                          <p:val>
                                            <p:strVal val="0"/>
                                          </p:val>
                                        </p:tav>
                                        <p:tav tm="100000">
                                          <p:val>
                                            <p:strVal val="#ppt_w"/>
                                          </p:val>
                                        </p:tav>
                                      </p:tavLst>
                                    </p:anim>
                                    <p:anim calcmode="lin" valueType="num">
                                      <p:cBhvr additive="base">
                                        <p:cTn id="39" dur="600" fill="hold"/>
                                        <p:tgtEl>
                                          <p:spTgt spid="20"/>
                                        </p:tgtEl>
                                        <p:attrNameLst>
                                          <p:attrName>ppt_h</p:attrName>
                                        </p:attrNameLst>
                                      </p:cBhvr>
                                      <p:tavLst>
                                        <p:tav tm="0">
                                          <p:val>
                                            <p:strVal val="0"/>
                                          </p:val>
                                        </p:tav>
                                        <p:tav tm="100000">
                                          <p:val>
                                            <p:strVal val="#ppt_h"/>
                                          </p:val>
                                        </p:tav>
                                      </p:tavLst>
                                    </p:anim>
                                    <p:animEffect transition="in" filter="fade">
                                      <p:cBhvr>
                                        <p:cTn id="40" dur="600"/>
                                        <p:tgtEl>
                                          <p:spTgt spid="20"/>
                                        </p:tgtEl>
                                      </p:cBhvr>
                                    </p:animEffect>
                                  </p:childTnLst>
                                </p:cTn>
                              </p:par>
                              <p:par>
                                <p:cTn id="44" presetID="10" presetClass="entr" presetSubtype="0" fill="hold" grpId="0" nodeType="withEffect">
                                  <p:stCondLst>
                                    <p:cond delay="90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7" presetID="10" presetClass="entr" presetSubtype="0" fill="hold" grpId="0" nodeType="withEffect">
                                  <p:stCondLst>
                                    <p:cond delay="90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50" presetID="10" presetClass="entr" presetSubtype="0" fill="hold" grpId="0" nodeType="withEffect">
                                  <p:stCondLst>
                                    <p:cond delay="90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3" presetID="22" presetClass="entr" presetSubtype="8" fill="hold" grpId="0" nodeType="withEffect">
                                  <p:stCondLst>
                                    <p:cond delay="100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1200"/>
                                        <p:tgtEl>
                                          <p:spTgt spid="25"/>
                                        </p:tgtEl>
                                      </p:cBhvr>
                                    </p:animEffect>
                                  </p:childTnLst>
                                </p:cTn>
                              </p:par>
                              <p:par>
                                <p:cTn id="56" presetID="10" presetClass="entr" presetSubtype="0" fill="hold" grpId="0" nodeType="withEffect">
                                  <p:stCondLst>
                                    <p:cond delay="105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9" presetID="10" presetClass="entr" presetSubtype="0" fill="hold" grpId="0" nodeType="withEffect">
                                  <p:stCondLst>
                                    <p:cond delay="105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par>
                                <p:cTn id="62" presetID="10" presetClass="entr" presetSubtype="0" fill="hold" grpId="0" nodeType="withEffect">
                                  <p:stCondLst>
                                    <p:cond delay="105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500"/>
                                        <p:tgtEl>
                                          <p:spTgt spid="30"/>
                                        </p:tgtEl>
                                      </p:cBhvr>
                                    </p:animEffect>
                                  </p:childTnLst>
                                </p:cTn>
                              </p:par>
                              <p:par>
                                <p:cTn id="67" presetID="53" presetClass="entr" presetSubtype="16" fill="hold" grpId="0" nodeType="withEffect">
                                  <p:stCondLst>
                                    <p:cond delay="1100"/>
                                  </p:stCondLst>
                                  <p:childTnLst>
                                    <p:set>
                                      <p:cBhvr>
                                        <p:cTn id="63" dur="1" fill="hold">
                                          <p:stCondLst>
                                            <p:cond delay="0"/>
                                          </p:stCondLst>
                                        </p:cTn>
                                        <p:tgtEl>
                                          <p:spTgt spid="8"/>
                                        </p:tgtEl>
                                        <p:attrNameLst>
                                          <p:attrName>style.visibility</p:attrName>
                                        </p:attrNameLst>
                                      </p:cBhvr>
                                      <p:to>
                                        <p:strVal val="visible"/>
                                      </p:to>
                                    </p:set>
                                    <p:anim calcmode="lin" valueType="num">
                                      <p:cBhvr additive="base">
                                        <p:cTn id="64" dur="400" fill="hold"/>
                                        <p:tgtEl>
                                          <p:spTgt spid="8"/>
                                        </p:tgtEl>
                                        <p:attrNameLst>
                                          <p:attrName>ppt_w</p:attrName>
                                        </p:attrNameLst>
                                      </p:cBhvr>
                                      <p:tavLst>
                                        <p:tav tm="0">
                                          <p:val>
                                            <p:strVal val="0"/>
                                          </p:val>
                                        </p:tav>
                                        <p:tav tm="100000">
                                          <p:val>
                                            <p:strVal val="#ppt_w"/>
                                          </p:val>
                                        </p:tav>
                                      </p:tavLst>
                                    </p:anim>
                                    <p:anim calcmode="lin" valueType="num">
                                      <p:cBhvr additive="base">
                                        <p:cTn id="65" dur="400" fill="hold"/>
                                        <p:tgtEl>
                                          <p:spTgt spid="8"/>
                                        </p:tgtEl>
                                        <p:attrNameLst>
                                          <p:attrName>ppt_h</p:attrName>
                                        </p:attrNameLst>
                                      </p:cBhvr>
                                      <p:tavLst>
                                        <p:tav tm="0">
                                          <p:val>
                                            <p:strVal val="0"/>
                                          </p:val>
                                        </p:tav>
                                        <p:tav tm="100000">
                                          <p:val>
                                            <p:strVal val="#ppt_h"/>
                                          </p:val>
                                        </p:tav>
                                      </p:tavLst>
                                    </p:anim>
                                    <p:animEffect transition="in" filter="fade">
                                      <p:cBhvr>
                                        <p:cTn id="66" dur="400"/>
                                        <p:tgtEl>
                                          <p:spTgt spid="8"/>
                                        </p:tgtEl>
                                      </p:cBhvr>
                                    </p:animEffect>
                                  </p:childTnLst>
                                </p:cTn>
                              </p:par>
                              <p:par>
                                <p:cTn id="72" presetID="42" presetClass="entr" presetSubtype="0" fill="hold" grpId="0" nodeType="withEffect">
                                  <p:stCondLst>
                                    <p:cond delay="1100"/>
                                  </p:stCondLst>
                                  <p:childTnLst>
                                    <p:set>
                                      <p:cBhvr>
                                        <p:cTn id="68" dur="1" fill="hold">
                                          <p:stCondLst>
                                            <p:cond delay="0"/>
                                          </p:stCondLst>
                                        </p:cTn>
                                        <p:tgtEl>
                                          <p:spTgt spid="9"/>
                                        </p:tgtEl>
                                        <p:attrNameLst>
                                          <p:attrName>style.visibility</p:attrName>
                                        </p:attrNameLst>
                                      </p:cBhvr>
                                      <p:to>
                                        <p:strVal val="visible"/>
                                      </p:to>
                                    </p:set>
                                    <p:animEffect transition="in" filter="fade">
                                      <p:cBhvr>
                                        <p:cTn id="69" dur="600"/>
                                        <p:tgtEl>
                                          <p:spTgt spid="9"/>
                                        </p:tgtEl>
                                      </p:cBhvr>
                                    </p:animEffect>
                                    <p:anim calcmode="lin" valueType="num">
                                      <p:cBhvr additive="base">
                                        <p:cTn id="70" dur="600" fill="hold"/>
                                        <p:tgtEl>
                                          <p:spTgt spid="9"/>
                                        </p:tgtEl>
                                        <p:attrNameLst>
                                          <p:attrName>ppt_x</p:attrName>
                                        </p:attrNameLst>
                                      </p:cBhvr>
                                      <p:tavLst>
                                        <p:tav tm="0">
                                          <p:val>
                                            <p:strVal val="#ppt_x"/>
                                          </p:val>
                                        </p:tav>
                                        <p:tav tm="100000">
                                          <p:val>
                                            <p:strVal val="#ppt_x"/>
                                          </p:val>
                                        </p:tav>
                                      </p:tavLst>
                                    </p:anim>
                                    <p:anim calcmode="lin" valueType="num">
                                      <p:cBhvr additive="base">
                                        <p:cTn id="71" dur="600" fill="hold"/>
                                        <p:tgtEl>
                                          <p:spTgt spid="9"/>
                                        </p:tgtEl>
                                        <p:attrNameLst>
                                          <p:attrName>ppt_y</p:attrName>
                                        </p:attrNameLst>
                                      </p:cBhvr>
                                      <p:tavLst>
                                        <p:tav tm="0">
                                          <p:val>
                                            <p:strVal val="#ppt_y+.06"/>
                                          </p:val>
                                        </p:tav>
                                        <p:tav tm="100000">
                                          <p:val>
                                            <p:strVal val="#ppt_y"/>
                                          </p:val>
                                        </p:tav>
                                      </p:tavLst>
                                    </p:anim>
                                  </p:childTnLst>
                                </p:cTn>
                              </p:par>
                              <p:par>
                                <p:cTn id="75" presetID="10" presetClass="entr" presetSubtype="0" fill="hold" grpId="0" nodeType="withEffect">
                                  <p:stCondLst>
                                    <p:cond delay="110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par>
                                <p:cTn id="78" presetID="22" presetClass="entr" presetSubtype="8" fill="hold" grpId="0" nodeType="withEffect">
                                  <p:stCondLst>
                                    <p:cond delay="1150"/>
                                  </p:stCondLst>
                                  <p:childTnLst>
                                    <p:set>
                                      <p:cBhvr>
                                        <p:cTn id="76" dur="1" fill="hold">
                                          <p:stCondLst>
                                            <p:cond delay="0"/>
                                          </p:stCondLst>
                                        </p:cTn>
                                        <p:tgtEl>
                                          <p:spTgt spid="29"/>
                                        </p:tgtEl>
                                        <p:attrNameLst>
                                          <p:attrName>style.visibility</p:attrName>
                                        </p:attrNameLst>
                                      </p:cBhvr>
                                      <p:to>
                                        <p:strVal val="visible"/>
                                      </p:to>
                                    </p:set>
                                    <p:animEffect transition="in" filter="wipe(left)">
                                      <p:cBhvr>
                                        <p:cTn id="77" dur="1200"/>
                                        <p:tgtEl>
                                          <p:spTgt spid="29"/>
                                        </p:tgtEl>
                                      </p:cBhvr>
                                    </p:animEffect>
                                  </p:childTnLst>
                                </p:cTn>
                              </p:par>
                              <p:par>
                                <p:cTn id="81" presetID="10" presetClass="entr" presetSubtype="0" fill="hold" grpId="0" nodeType="withEffect">
                                  <p:stCondLst>
                                    <p:cond delay="120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500"/>
                                        <p:tgtEl>
                                          <p:spTgt spid="31"/>
                                        </p:tgtEl>
                                      </p:cBhvr>
                                    </p:animEffect>
                                  </p:childTnLst>
                                </p:cTn>
                              </p:par>
                              <p:par>
                                <p:cTn id="84" presetID="10" presetClass="entr" presetSubtype="0" fill="hold" grpId="0" nodeType="withEffect">
                                  <p:stCondLst>
                                    <p:cond delay="120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500"/>
                                        <p:tgtEl>
                                          <p:spTgt spid="32"/>
                                        </p:tgtEl>
                                      </p:cBhvr>
                                    </p:animEffect>
                                  </p:childTnLst>
                                </p:cTn>
                              </p:par>
                              <p:par>
                                <p:cTn id="87" presetID="10" presetClass="entr" presetSubtype="0" fill="hold" grpId="0" nodeType="withEffect">
                                  <p:stCondLst>
                                    <p:cond delay="120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500"/>
                                        <p:tgtEl>
                                          <p:spTgt spid="34"/>
                                        </p:tgtEl>
                                      </p:cBhvr>
                                    </p:animEffect>
                                  </p:childTnLst>
                                </p:cTn>
                              </p:par>
                              <p:par>
                                <p:cTn id="92" presetID="53" presetClass="entr" presetSubtype="16" fill="hold" grpId="0" nodeType="withEffect">
                                  <p:stCondLst>
                                    <p:cond delay="1300"/>
                                  </p:stCondLst>
                                  <p:childTnLst>
                                    <p:set>
                                      <p:cBhvr>
                                        <p:cTn id="88" dur="1" fill="hold">
                                          <p:stCondLst>
                                            <p:cond delay="0"/>
                                          </p:stCondLst>
                                        </p:cTn>
                                        <p:tgtEl>
                                          <p:spTgt spid="10"/>
                                        </p:tgtEl>
                                        <p:attrNameLst>
                                          <p:attrName>style.visibility</p:attrName>
                                        </p:attrNameLst>
                                      </p:cBhvr>
                                      <p:to>
                                        <p:strVal val="visible"/>
                                      </p:to>
                                    </p:set>
                                    <p:anim calcmode="lin" valueType="num">
                                      <p:cBhvr additive="base">
                                        <p:cTn id="89" dur="400" fill="hold"/>
                                        <p:tgtEl>
                                          <p:spTgt spid="10"/>
                                        </p:tgtEl>
                                        <p:attrNameLst>
                                          <p:attrName>ppt_w</p:attrName>
                                        </p:attrNameLst>
                                      </p:cBhvr>
                                      <p:tavLst>
                                        <p:tav tm="0">
                                          <p:val>
                                            <p:strVal val="0"/>
                                          </p:val>
                                        </p:tav>
                                        <p:tav tm="100000">
                                          <p:val>
                                            <p:strVal val="#ppt_w"/>
                                          </p:val>
                                        </p:tav>
                                      </p:tavLst>
                                    </p:anim>
                                    <p:anim calcmode="lin" valueType="num">
                                      <p:cBhvr additive="base">
                                        <p:cTn id="90" dur="400" fill="hold"/>
                                        <p:tgtEl>
                                          <p:spTgt spid="10"/>
                                        </p:tgtEl>
                                        <p:attrNameLst>
                                          <p:attrName>ppt_h</p:attrName>
                                        </p:attrNameLst>
                                      </p:cBhvr>
                                      <p:tavLst>
                                        <p:tav tm="0">
                                          <p:val>
                                            <p:strVal val="0"/>
                                          </p:val>
                                        </p:tav>
                                        <p:tav tm="100000">
                                          <p:val>
                                            <p:strVal val="#ppt_h"/>
                                          </p:val>
                                        </p:tav>
                                      </p:tavLst>
                                    </p:anim>
                                    <p:animEffect transition="in" filter="fade">
                                      <p:cBhvr>
                                        <p:cTn id="91" dur="400"/>
                                        <p:tgtEl>
                                          <p:spTgt spid="10"/>
                                        </p:tgtEl>
                                      </p:cBhvr>
                                    </p:animEffect>
                                  </p:childTnLst>
                                </p:cTn>
                              </p:par>
                              <p:par>
                                <p:cTn id="97" presetID="42" presetClass="entr" presetSubtype="0" fill="hold" grpId="0" nodeType="withEffect">
                                  <p:stCondLst>
                                    <p:cond delay="1300"/>
                                  </p:stCondLst>
                                  <p:childTnLst>
                                    <p:set>
                                      <p:cBhvr>
                                        <p:cTn id="93" dur="1" fill="hold">
                                          <p:stCondLst>
                                            <p:cond delay="0"/>
                                          </p:stCondLst>
                                        </p:cTn>
                                        <p:tgtEl>
                                          <p:spTgt spid="11"/>
                                        </p:tgtEl>
                                        <p:attrNameLst>
                                          <p:attrName>style.visibility</p:attrName>
                                        </p:attrNameLst>
                                      </p:cBhvr>
                                      <p:to>
                                        <p:strVal val="visible"/>
                                      </p:to>
                                    </p:set>
                                    <p:animEffect transition="in" filter="fade">
                                      <p:cBhvr>
                                        <p:cTn id="94" dur="600"/>
                                        <p:tgtEl>
                                          <p:spTgt spid="11"/>
                                        </p:tgtEl>
                                      </p:cBhvr>
                                    </p:animEffect>
                                    <p:anim calcmode="lin" valueType="num">
                                      <p:cBhvr additive="base">
                                        <p:cTn id="95" dur="600" fill="hold"/>
                                        <p:tgtEl>
                                          <p:spTgt spid="11"/>
                                        </p:tgtEl>
                                        <p:attrNameLst>
                                          <p:attrName>ppt_x</p:attrName>
                                        </p:attrNameLst>
                                      </p:cBhvr>
                                      <p:tavLst>
                                        <p:tav tm="0">
                                          <p:val>
                                            <p:strVal val="#ppt_x"/>
                                          </p:val>
                                        </p:tav>
                                        <p:tav tm="100000">
                                          <p:val>
                                            <p:strVal val="#ppt_x"/>
                                          </p:val>
                                        </p:tav>
                                      </p:tavLst>
                                    </p:anim>
                                    <p:anim calcmode="lin" valueType="num">
                                      <p:cBhvr additive="base">
                                        <p:cTn id="96" dur="600" fill="hold"/>
                                        <p:tgtEl>
                                          <p:spTgt spid="11"/>
                                        </p:tgtEl>
                                        <p:attrNameLst>
                                          <p:attrName>ppt_y</p:attrName>
                                        </p:attrNameLst>
                                      </p:cBhvr>
                                      <p:tavLst>
                                        <p:tav tm="0">
                                          <p:val>
                                            <p:strVal val="#ppt_y+.06"/>
                                          </p:val>
                                        </p:tav>
                                        <p:tav tm="100000">
                                          <p:val>
                                            <p:strVal val="#ppt_y"/>
                                          </p:val>
                                        </p:tav>
                                      </p:tavLst>
                                    </p:anim>
                                  </p:childTnLst>
                                </p:cTn>
                              </p:par>
                              <p:par>
                                <p:cTn id="100" presetID="22" presetClass="entr" presetSubtype="8" fill="hold" grpId="0" nodeType="withEffect">
                                  <p:stCondLst>
                                    <p:cond delay="1300"/>
                                  </p:stCondLst>
                                  <p:childTnLst>
                                    <p:set>
                                      <p:cBhvr>
                                        <p:cTn id="98" dur="1" fill="hold">
                                          <p:stCondLst>
                                            <p:cond delay="0"/>
                                          </p:stCondLst>
                                        </p:cTn>
                                        <p:tgtEl>
                                          <p:spTgt spid="33"/>
                                        </p:tgtEl>
                                        <p:attrNameLst>
                                          <p:attrName>style.visibility</p:attrName>
                                        </p:attrNameLst>
                                      </p:cBhvr>
                                      <p:to>
                                        <p:strVal val="visible"/>
                                      </p:to>
                                    </p:set>
                                    <p:animEffect transition="in" filter="wipe(left)">
                                      <p:cBhvr>
                                        <p:cTn id="99" dur="1200"/>
                                        <p:tgtEl>
                                          <p:spTgt spid="33"/>
                                        </p:tgtEl>
                                      </p:cBhvr>
                                    </p:animEffect>
                                  </p:childTnLst>
                                </p:cTn>
                              </p:par>
                              <p:par>
                                <p:cTn id="103" presetID="10" presetClass="entr" presetSubtype="0" fill="hold" grpId="0" nodeType="withEffect">
                                  <p:stCondLst>
                                    <p:cond delay="135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6" presetID="10" presetClass="entr" presetSubtype="0" fill="hold" grpId="0" nodeType="withEffect">
                                  <p:stCondLst>
                                    <p:cond delay="135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9" presetID="10" presetClass="entr" presetSubtype="0" fill="hold" grpId="0" nodeType="withEffect">
                                  <p:stCondLst>
                                    <p:cond delay="135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500"/>
                                        <p:tgtEl>
                                          <p:spTgt spid="38"/>
                                        </p:tgtEl>
                                      </p:cBhvr>
                                    </p:animEffect>
                                  </p:childTnLst>
                                </p:cTn>
                              </p:par>
                              <p:par>
                                <p:cTn id="112" presetID="22" presetClass="entr" presetSubtype="8" fill="hold" grpId="0" nodeType="withEffect">
                                  <p:stCondLst>
                                    <p:cond delay="1450"/>
                                  </p:stCondLst>
                                  <p:childTnLst>
                                    <p:set>
                                      <p:cBhvr>
                                        <p:cTn id="110" dur="1" fill="hold">
                                          <p:stCondLst>
                                            <p:cond delay="0"/>
                                          </p:stCondLst>
                                        </p:cTn>
                                        <p:tgtEl>
                                          <p:spTgt spid="37"/>
                                        </p:tgtEl>
                                        <p:attrNameLst>
                                          <p:attrName>style.visibility</p:attrName>
                                        </p:attrNameLst>
                                      </p:cBhvr>
                                      <p:to>
                                        <p:strVal val="visible"/>
                                      </p:to>
                                    </p:set>
                                    <p:animEffect transition="in" filter="wipe(left)">
                                      <p:cBhvr>
                                        <p:cTn id="111" dur="1200"/>
                                        <p:tgtEl>
                                          <p:spTgt spid="37"/>
                                        </p:tgtEl>
                                      </p:cBhvr>
                                    </p:animEffect>
                                  </p:childTnLst>
                                </p:cTn>
                              </p:par>
                              <p:par>
                                <p:cTn id="117" presetID="53" presetClass="entr" presetSubtype="16" fill="hold" grpId="0" nodeType="withEffect">
                                  <p:stCondLst>
                                    <p:cond delay="1500"/>
                                  </p:stCondLst>
                                  <p:childTnLst>
                                    <p:set>
                                      <p:cBhvr>
                                        <p:cTn id="113" dur="1" fill="hold">
                                          <p:stCondLst>
                                            <p:cond delay="0"/>
                                          </p:stCondLst>
                                        </p:cTn>
                                        <p:tgtEl>
                                          <p:spTgt spid="12"/>
                                        </p:tgtEl>
                                        <p:attrNameLst>
                                          <p:attrName>style.visibility</p:attrName>
                                        </p:attrNameLst>
                                      </p:cBhvr>
                                      <p:to>
                                        <p:strVal val="visible"/>
                                      </p:to>
                                    </p:set>
                                    <p:anim calcmode="lin" valueType="num">
                                      <p:cBhvr additive="base">
                                        <p:cTn id="114" dur="400" fill="hold"/>
                                        <p:tgtEl>
                                          <p:spTgt spid="12"/>
                                        </p:tgtEl>
                                        <p:attrNameLst>
                                          <p:attrName>ppt_w</p:attrName>
                                        </p:attrNameLst>
                                      </p:cBhvr>
                                      <p:tavLst>
                                        <p:tav tm="0">
                                          <p:val>
                                            <p:strVal val="0"/>
                                          </p:val>
                                        </p:tav>
                                        <p:tav tm="100000">
                                          <p:val>
                                            <p:strVal val="#ppt_w"/>
                                          </p:val>
                                        </p:tav>
                                      </p:tavLst>
                                    </p:anim>
                                    <p:anim calcmode="lin" valueType="num">
                                      <p:cBhvr additive="base">
                                        <p:cTn id="115" dur="400" fill="hold"/>
                                        <p:tgtEl>
                                          <p:spTgt spid="12"/>
                                        </p:tgtEl>
                                        <p:attrNameLst>
                                          <p:attrName>ppt_h</p:attrName>
                                        </p:attrNameLst>
                                      </p:cBhvr>
                                      <p:tavLst>
                                        <p:tav tm="0">
                                          <p:val>
                                            <p:strVal val="0"/>
                                          </p:val>
                                        </p:tav>
                                        <p:tav tm="100000">
                                          <p:val>
                                            <p:strVal val="#ppt_h"/>
                                          </p:val>
                                        </p:tav>
                                      </p:tavLst>
                                    </p:anim>
                                    <p:animEffect transition="in" filter="fade">
                                      <p:cBhvr>
                                        <p:cTn id="116" dur="400"/>
                                        <p:tgtEl>
                                          <p:spTgt spid="12"/>
                                        </p:tgtEl>
                                      </p:cBhvr>
                                    </p:animEffect>
                                  </p:childTnLst>
                                </p:cTn>
                              </p:par>
                              <p:par>
                                <p:cTn id="122" presetID="42" presetClass="entr" presetSubtype="0" fill="hold" grpId="0" nodeType="withEffect">
                                  <p:stCondLst>
                                    <p:cond delay="1500"/>
                                  </p:stCondLst>
                                  <p:childTnLst>
                                    <p:set>
                                      <p:cBhvr>
                                        <p:cTn id="118" dur="1" fill="hold">
                                          <p:stCondLst>
                                            <p:cond delay="0"/>
                                          </p:stCondLst>
                                        </p:cTn>
                                        <p:tgtEl>
                                          <p:spTgt spid="13"/>
                                        </p:tgtEl>
                                        <p:attrNameLst>
                                          <p:attrName>style.visibility</p:attrName>
                                        </p:attrNameLst>
                                      </p:cBhvr>
                                      <p:to>
                                        <p:strVal val="visible"/>
                                      </p:to>
                                    </p:set>
                                    <p:animEffect transition="in" filter="fade">
                                      <p:cBhvr>
                                        <p:cTn id="119" dur="600"/>
                                        <p:tgtEl>
                                          <p:spTgt spid="13"/>
                                        </p:tgtEl>
                                      </p:cBhvr>
                                    </p:animEffect>
                                    <p:anim calcmode="lin" valueType="num">
                                      <p:cBhvr additive="base">
                                        <p:cTn id="120" dur="600" fill="hold"/>
                                        <p:tgtEl>
                                          <p:spTgt spid="13"/>
                                        </p:tgtEl>
                                        <p:attrNameLst>
                                          <p:attrName>ppt_x</p:attrName>
                                        </p:attrNameLst>
                                      </p:cBhvr>
                                      <p:tavLst>
                                        <p:tav tm="0">
                                          <p:val>
                                            <p:strVal val="#ppt_x"/>
                                          </p:val>
                                        </p:tav>
                                        <p:tav tm="100000">
                                          <p:val>
                                            <p:strVal val="#ppt_x"/>
                                          </p:val>
                                        </p:tav>
                                      </p:tavLst>
                                    </p:anim>
                                    <p:anim calcmode="lin" valueType="num">
                                      <p:cBhvr additive="base">
                                        <p:cTn id="121" dur="600" fill="hold"/>
                                        <p:tgtEl>
                                          <p:spTgt spid="13"/>
                                        </p:tgtEl>
                                        <p:attrNameLst>
                                          <p:attrName>ppt_y</p:attrName>
                                        </p:attrNameLst>
                                      </p:cBhvr>
                                      <p:tavLst>
                                        <p:tav tm="0">
                                          <p:val>
                                            <p:strVal val="#ppt_y+.06"/>
                                          </p:val>
                                        </p:tav>
                                        <p:tav tm="100000">
                                          <p:val>
                                            <p:strVal val="#ppt_y"/>
                                          </p:val>
                                        </p:tav>
                                      </p:tavLst>
                                    </p:anim>
                                  </p:childTnLst>
                                </p:cTn>
                              </p:par>
                              <p:par>
                                <p:cTn id="125" presetID="10" presetClass="entr" presetSubtype="0" fill="hold" grpId="0" nodeType="withEffect">
                                  <p:stCondLst>
                                    <p:cond delay="150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4" dur="500"/>
                                        <p:tgtEl>
                                          <p:spTgt spid="39"/>
                                        </p:tgtEl>
                                      </p:cBhvr>
                                    </p:animEffect>
                                  </p:childTnLst>
                                </p:cTn>
                              </p:par>
                              <p:par>
                                <p:cTn id="128" presetID="10" presetClass="entr" presetSubtype="0" fill="hold" grpId="0" nodeType="withEffect">
                                  <p:stCondLst>
                                    <p:cond delay="150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7" dur="500"/>
                                        <p:tgtEl>
                                          <p:spTgt spid="40"/>
                                        </p:tgtEl>
                                      </p:cBhvr>
                                    </p:animEffect>
                                  </p:childTnLst>
                                </p:cTn>
                              </p:par>
                              <p:par>
                                <p:cTn id="131" presetID="10" presetClass="entr" presetSubtype="0" fill="hold" grpId="0" nodeType="withEffect">
                                  <p:stCondLst>
                                    <p:cond delay="150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500"/>
                                        <p:tgtEl>
                                          <p:spTgt spid="42"/>
                                        </p:tgtEl>
                                      </p:cBhvr>
                                    </p:animEffect>
                                  </p:childTnLst>
                                </p:cTn>
                              </p:par>
                              <p:par>
                                <p:cTn id="134" presetID="22" presetClass="entr" presetSubtype="8" fill="hold" grpId="0" nodeType="withEffect">
                                  <p:stCondLst>
                                    <p:cond delay="1600"/>
                                  </p:stCondLst>
                                  <p:childTnLst>
                                    <p:set>
                                      <p:cBhvr>
                                        <p:cTn id="132" dur="1" fill="hold">
                                          <p:stCondLst>
                                            <p:cond delay="0"/>
                                          </p:stCondLst>
                                        </p:cTn>
                                        <p:tgtEl>
                                          <p:spTgt spid="41"/>
                                        </p:tgtEl>
                                        <p:attrNameLst>
                                          <p:attrName>style.visibility</p:attrName>
                                        </p:attrNameLst>
                                      </p:cBhvr>
                                      <p:to>
                                        <p:strVal val="visible"/>
                                      </p:to>
                                    </p:set>
                                    <p:animEffect transition="in" filter="wipe(left)">
                                      <p:cBhvr>
                                        <p:cTn id="133" dur="1200"/>
                                        <p:tgtEl>
                                          <p:spTgt spid="41"/>
                                        </p:tgtEl>
                                      </p:cBhvr>
                                    </p:animEffect>
                                  </p:childTnLst>
                                </p:cTn>
                              </p:par>
                              <p:par>
                                <p:cTn id="139" presetID="53" presetClass="entr" presetSubtype="16" fill="hold" grpId="0" nodeType="withEffect">
                                  <p:stCondLst>
                                    <p:cond delay="1700"/>
                                  </p:stCondLst>
                                  <p:childTnLst>
                                    <p:set>
                                      <p:cBhvr>
                                        <p:cTn id="135" dur="1" fill="hold">
                                          <p:stCondLst>
                                            <p:cond delay="0"/>
                                          </p:stCondLst>
                                        </p:cTn>
                                        <p:tgtEl>
                                          <p:spTgt spid="14"/>
                                        </p:tgtEl>
                                        <p:attrNameLst>
                                          <p:attrName>style.visibility</p:attrName>
                                        </p:attrNameLst>
                                      </p:cBhvr>
                                      <p:to>
                                        <p:strVal val="visible"/>
                                      </p:to>
                                    </p:set>
                                    <p:anim calcmode="lin" valueType="num">
                                      <p:cBhvr additive="base">
                                        <p:cTn id="136" dur="400" fill="hold"/>
                                        <p:tgtEl>
                                          <p:spTgt spid="14"/>
                                        </p:tgtEl>
                                        <p:attrNameLst>
                                          <p:attrName>ppt_w</p:attrName>
                                        </p:attrNameLst>
                                      </p:cBhvr>
                                      <p:tavLst>
                                        <p:tav tm="0">
                                          <p:val>
                                            <p:strVal val="0"/>
                                          </p:val>
                                        </p:tav>
                                        <p:tav tm="100000">
                                          <p:val>
                                            <p:strVal val="#ppt_w"/>
                                          </p:val>
                                        </p:tav>
                                      </p:tavLst>
                                    </p:anim>
                                    <p:anim calcmode="lin" valueType="num">
                                      <p:cBhvr additive="base">
                                        <p:cTn id="137" dur="400" fill="hold"/>
                                        <p:tgtEl>
                                          <p:spTgt spid="14"/>
                                        </p:tgtEl>
                                        <p:attrNameLst>
                                          <p:attrName>ppt_h</p:attrName>
                                        </p:attrNameLst>
                                      </p:cBhvr>
                                      <p:tavLst>
                                        <p:tav tm="0">
                                          <p:val>
                                            <p:strVal val="0"/>
                                          </p:val>
                                        </p:tav>
                                        <p:tav tm="100000">
                                          <p:val>
                                            <p:strVal val="#ppt_h"/>
                                          </p:val>
                                        </p:tav>
                                      </p:tavLst>
                                    </p:anim>
                                    <p:animEffect transition="in" filter="fade">
                                      <p:cBhvr>
                                        <p:cTn id="138" dur="400"/>
                                        <p:tgtEl>
                                          <p:spTgt spid="14"/>
                                        </p:tgtEl>
                                      </p:cBhvr>
                                    </p:animEffect>
                                  </p:childTnLst>
                                </p:cTn>
                              </p:par>
                              <p:par>
                                <p:cTn id="144" presetID="42" presetClass="entr" presetSubtype="0" fill="hold" grpId="0" nodeType="withEffect">
                                  <p:stCondLst>
                                    <p:cond delay="1700"/>
                                  </p:stCondLst>
                                  <p:childTnLst>
                                    <p:set>
                                      <p:cBhvr>
                                        <p:cTn id="140" dur="1" fill="hold">
                                          <p:stCondLst>
                                            <p:cond delay="0"/>
                                          </p:stCondLst>
                                        </p:cTn>
                                        <p:tgtEl>
                                          <p:spTgt spid="15"/>
                                        </p:tgtEl>
                                        <p:attrNameLst>
                                          <p:attrName>style.visibility</p:attrName>
                                        </p:attrNameLst>
                                      </p:cBhvr>
                                      <p:to>
                                        <p:strVal val="visible"/>
                                      </p:to>
                                    </p:set>
                                    <p:animEffect transition="in" filter="fade">
                                      <p:cBhvr>
                                        <p:cTn id="141" dur="600"/>
                                        <p:tgtEl>
                                          <p:spTgt spid="15"/>
                                        </p:tgtEl>
                                      </p:cBhvr>
                                    </p:animEffect>
                                    <p:anim calcmode="lin" valueType="num">
                                      <p:cBhvr additive="base">
                                        <p:cTn id="142" dur="600" fill="hold"/>
                                        <p:tgtEl>
                                          <p:spTgt spid="15"/>
                                        </p:tgtEl>
                                        <p:attrNameLst>
                                          <p:attrName>ppt_x</p:attrName>
                                        </p:attrNameLst>
                                      </p:cBhvr>
                                      <p:tavLst>
                                        <p:tav tm="0">
                                          <p:val>
                                            <p:strVal val="#ppt_x"/>
                                          </p:val>
                                        </p:tav>
                                        <p:tav tm="100000">
                                          <p:val>
                                            <p:strVal val="#ppt_x"/>
                                          </p:val>
                                        </p:tav>
                                      </p:tavLst>
                                    </p:anim>
                                    <p:anim calcmode="lin" valueType="num">
                                      <p:cBhvr additive="base">
                                        <p:cTn id="143" dur="600" fill="hold"/>
                                        <p:tgtEl>
                                          <p:spTgt spid="15"/>
                                        </p:tgtEl>
                                        <p:attrNameLst>
                                          <p:attrName>ppt_y</p:attrName>
                                        </p:attrNameLst>
                                      </p:cBhvr>
                                      <p:tavLst>
                                        <p:tav tm="0">
                                          <p:val>
                                            <p:strVal val="#ppt_y+.06"/>
                                          </p:val>
                                        </p:tav>
                                        <p:tav tm="100000">
                                          <p:val>
                                            <p:strVal val="#ppt_y"/>
                                          </p:val>
                                        </p:tav>
                                      </p:tavLst>
                                    </p:anim>
                                  </p:childTnLst>
                                </p:cTn>
                              </p:par>
                              <p:par>
                                <p:cTn id="149" presetID="53" presetClass="entr" presetSubtype="32" fill="hold" grpId="0" nodeType="withEffect">
                                  <p:stCondLst>
                                    <p:cond delay="2600"/>
                                  </p:stCondLst>
                                  <p:childTnLst>
                                    <p:set>
                                      <p:cBhvr>
                                        <p:cTn id="145" dur="1" fill="hold">
                                          <p:stCondLst>
                                            <p:cond delay="0"/>
                                          </p:stCondLst>
                                        </p:cTn>
                                        <p:tgtEl>
                                          <p:spTgt spid="22"/>
                                        </p:tgtEl>
                                        <p:attrNameLst>
                                          <p:attrName>style.visibility</p:attrName>
                                        </p:attrNameLst>
                                      </p:cBhvr>
                                      <p:to>
                                        <p:strVal val="visible"/>
                                      </p:to>
                                    </p:set>
                                    <p:anim calcmode="lin" valueType="num">
                                      <p:cBhvr additive="base">
                                        <p:cTn id="146" dur="450" fill="hold"/>
                                        <p:tgtEl>
                                          <p:spTgt spid="22"/>
                                        </p:tgtEl>
                                        <p:attrNameLst>
                                          <p:attrName>ppt_w</p:attrName>
                                        </p:attrNameLst>
                                      </p:cBhvr>
                                      <p:tavLst>
                                        <p:tav tm="0">
                                          <p:val>
                                            <p:strVal val="#ppt_w*2.4"/>
                                          </p:val>
                                        </p:tav>
                                        <p:tav tm="100000">
                                          <p:val>
                                            <p:strVal val="#ppt_w"/>
                                          </p:val>
                                        </p:tav>
                                      </p:tavLst>
                                    </p:anim>
                                    <p:anim calcmode="lin" valueType="num">
                                      <p:cBhvr additive="base">
                                        <p:cTn id="147" dur="450" fill="hold"/>
                                        <p:tgtEl>
                                          <p:spTgt spid="22"/>
                                        </p:tgtEl>
                                        <p:attrNameLst>
                                          <p:attrName>ppt_h</p:attrName>
                                        </p:attrNameLst>
                                      </p:cBhvr>
                                      <p:tavLst>
                                        <p:tav tm="0">
                                          <p:val>
                                            <p:strVal val="#ppt_h*2.4"/>
                                          </p:val>
                                        </p:tav>
                                        <p:tav tm="100000">
                                          <p:val>
                                            <p:strVal val="#ppt_h"/>
                                          </p:val>
                                        </p:tav>
                                      </p:tavLst>
                                    </p:anim>
                                    <p:animEffect transition="in" filter="fade">
                                      <p:cBhvr>
                                        <p:cTn id="148" dur="450"/>
                                        <p:tgtEl>
                                          <p:spTgt spid="22"/>
                                        </p:tgtEl>
                                      </p:cBhvr>
                                    </p:animEffect>
                                  </p:childTnLst>
                                </p:cTn>
                              </p:par>
                              <p:par>
                                <p:cTn id="154" presetID="42" presetClass="entr" presetSubtype="0" fill="hold" grpId="0" nodeType="withEffect">
                                  <p:stCondLst>
                                    <p:cond delay="3200"/>
                                  </p:stCondLst>
                                  <p:childTnLst>
                                    <p:set>
                                      <p:cBhvr>
                                        <p:cTn id="150" dur="1" fill="hold">
                                          <p:stCondLst>
                                            <p:cond delay="0"/>
                                          </p:stCondLst>
                                        </p:cTn>
                                        <p:tgtEl>
                                          <p:spTgt spid="16"/>
                                        </p:tgtEl>
                                        <p:attrNameLst>
                                          <p:attrName>style.visibility</p:attrName>
                                        </p:attrNameLst>
                                      </p:cBhvr>
                                      <p:to>
                                        <p:strVal val="visible"/>
                                      </p:to>
                                    </p:set>
                                    <p:animEffect transition="in" filter="fade">
                                      <p:cBhvr>
                                        <p:cTn id="151" dur="700"/>
                                        <p:tgtEl>
                                          <p:spTgt spid="16"/>
                                        </p:tgtEl>
                                      </p:cBhvr>
                                    </p:animEffect>
                                    <p:anim calcmode="lin" valueType="num">
                                      <p:cBhvr additive="base">
                                        <p:cTn id="152" dur="700" fill="hold"/>
                                        <p:tgtEl>
                                          <p:spTgt spid="16"/>
                                        </p:tgtEl>
                                        <p:attrNameLst>
                                          <p:attrName>ppt_x</p:attrName>
                                        </p:attrNameLst>
                                      </p:cBhvr>
                                      <p:tavLst>
                                        <p:tav tm="0">
                                          <p:val>
                                            <p:strVal val="#ppt_x"/>
                                          </p:val>
                                        </p:tav>
                                        <p:tav tm="100000">
                                          <p:val>
                                            <p:strVal val="#ppt_x"/>
                                          </p:val>
                                        </p:tav>
                                      </p:tavLst>
                                    </p:anim>
                                    <p:anim calcmode="lin" valueType="num">
                                      <p:cBhvr additive="base">
                                        <p:cTn id="153" dur="700" fill="hold"/>
                                        <p:tgtEl>
                                          <p:spTgt spid="1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animBg="1"/>
      <p:bldP spid="18" grpId="0" animBg="1"/>
      <p:bldP spid="4" grpId="0" animBg="1"/>
      <p:bldP spid="5" grpId="0" animBg="1"/>
      <p:bldP spid="6" grpId="0" animBg="1"/>
      <p:bldP spid="19" grpId="0" animBg="1"/>
      <p:bldP spid="17" grpId="1" animBg="1"/>
      <p:bldP spid="7" grpId="0" animBg="1"/>
      <p:bldP spid="20" grpId="0" animBg="1"/>
      <p:bldP spid="23" grpId="0" animBg="1"/>
      <p:bldP spid="24" grpId="0" animBg="1"/>
      <p:bldP spid="26" grpId="0" animBg="1"/>
      <p:bldP spid="25" grpId="0" animBg="1"/>
      <p:bldP spid="27" grpId="0" animBg="1"/>
      <p:bldP spid="28" grpId="0" animBg="1"/>
      <p:bldP spid="30" grpId="0" animBg="1"/>
      <p:bldP spid="8" grpId="0" animBg="1"/>
      <p:bldP spid="9" grpId="0" animBg="1"/>
      <p:bldP spid="21" grpId="0" animBg="1"/>
      <p:bldP spid="29" grpId="0" animBg="1"/>
      <p:bldP spid="31" grpId="0" animBg="1"/>
      <p:bldP spid="32" grpId="0" animBg="1"/>
      <p:bldP spid="34" grpId="0" animBg="1"/>
      <p:bldP spid="10" grpId="0" animBg="1"/>
      <p:bldP spid="11" grpId="0" animBg="1"/>
      <p:bldP spid="33" grpId="0" animBg="1"/>
      <p:bldP spid="35" grpId="0" animBg="1"/>
      <p:bldP spid="36" grpId="0" animBg="1"/>
      <p:bldP spid="38" grpId="0" animBg="1"/>
      <p:bldP spid="37" grpId="0" animBg="1"/>
      <p:bldP spid="12" grpId="0" animBg="1"/>
      <p:bldP spid="13" grpId="0" animBg="1"/>
      <p:bldP spid="39" grpId="0" animBg="1"/>
      <p:bldP spid="40" grpId="0" animBg="1"/>
      <p:bldP spid="42" grpId="0" animBg="1"/>
      <p:bldP spid="41" grpId="0" animBg="1"/>
      <p:bldP spid="14" grpId="0" animBg="1"/>
      <p:bldP spid="15" grpId="0" animBg="1"/>
      <p:bldP spid="22"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26"/>
        </a:solidFill>
      </p:bgPr>
    </p:bg>
    <p:spTree>
      <p:nvGrpSpPr>
        <p:cNvPr id="1" name=""/>
        <p:cNvGrpSpPr/>
        <p:nvPr/>
      </p:nvGrpSpPr>
      <p:grpSpPr>
        <a:xfrm>
          <a:off x="0" y="0"/>
          <a:ext cx="0" cy="0"/>
          <a:chOff x="0" y="0"/>
          <a:chExt cx="0" cy="0"/>
        </a:xfrm>
      </p:grpSpPr>
      <p:sp>
        <p:nvSpPr>
          <p:cNvPr id="3" name="heading"/>
          <p:cNvSpPr txBox="1"/>
          <p:nvPr/>
        </p:nvSpPr>
        <p:spPr>
          <a:xfrm>
            <a:off x="812800" y="749300"/>
            <a:ext cx="10566400" cy="1016000"/>
          </a:xfrm>
          <a:prstGeom prst="rect">
            <a:avLst/>
          </a:prstGeom>
          <a:noFill/>
          <a:ln/>
        </p:spPr>
        <p:txBody>
          <a:bodyPr wrap="square" lIns="0" tIns="0" rIns="0" bIns="0" rtlCol="0" anchor="t"/>
          <a:lstStyle/>
          <a:p>
            <a:pPr indent="0" marL="0">
              <a:lnSpc>
                <a:spcPct val="95000"/>
              </a:lnSpc>
              <a:buNone/>
            </a:pPr>
            <a:r>
              <a:rPr lang="en-US" sz="3200" b="1" dirty="0">
                <a:solidFill>
                  <a:srgbClr val="F3F5F2"/>
                </a:solidFill>
                <a:latin typeface="Segoe UI" pitchFamily="34" charset="0"/>
                <a:ea typeface="Segoe UI" pitchFamily="34" charset="-122"/>
                <a:cs typeface="Segoe UI" pitchFamily="34" charset="-120"/>
              </a:rPr>
              <a:t>Door 5 – bKash: a strong lock, but the scammer asks you for the key</a:t>
            </a:r>
            <a:endParaRPr lang="en-US" sz="3200" dirty="0"/>
          </a:p>
        </p:txBody>
      </p:sp>
      <p:sp>
        <p:nvSpPr>
          <p:cNvPr id="4" name="banbg"/>
          <p:cNvSpPr/>
          <p:nvPr/>
        </p:nvSpPr>
        <p:spPr>
          <a:xfrm>
            <a:off x="812800" y="2006600"/>
            <a:ext cx="6413500" cy="812800"/>
          </a:xfrm>
          <a:prstGeom prst="roundRect">
            <a:avLst>
              <a:gd name="adj" fmla="val 9000"/>
            </a:avLst>
          </a:prstGeom>
          <a:solidFill>
            <a:srgbClr val="16233A"/>
          </a:solidFill>
          <a:ln/>
        </p:spPr>
      </p:sp>
      <p:sp>
        <p:nvSpPr>
          <p:cNvPr id="5" name="banbar"/>
          <p:cNvSpPr/>
          <p:nvPr/>
        </p:nvSpPr>
        <p:spPr>
          <a:xfrm>
            <a:off x="812800" y="2006600"/>
            <a:ext cx="63500" cy="812800"/>
          </a:xfrm>
          <a:prstGeom prst="rect">
            <a:avLst/>
          </a:prstGeom>
          <a:solidFill>
            <a:srgbClr val="F2A541"/>
          </a:solidFill>
          <a:ln/>
        </p:spPr>
      </p:sp>
      <p:sp>
        <p:nvSpPr>
          <p:cNvPr id="6" name="ban"/>
          <p:cNvSpPr txBox="1"/>
          <p:nvPr/>
        </p:nvSpPr>
        <p:spPr>
          <a:xfrm>
            <a:off x="1016000" y="2095500"/>
            <a:ext cx="6096000" cy="660400"/>
          </a:xfrm>
          <a:prstGeom prst="rect">
            <a:avLst/>
          </a:prstGeom>
          <a:noFill/>
          <a:ln/>
        </p:spPr>
        <p:txBody>
          <a:bodyPr wrap="square" lIns="0" tIns="0" rIns="0" bIns="0" rtlCol="0" anchor="ctr"/>
          <a:lstStyle/>
          <a:p>
            <a:pPr indent="0" marL="0">
              <a:buNone/>
            </a:pPr>
            <a:r>
              <a:rPr lang="en-US" sz="1400" b="1" dirty="0">
                <a:solidFill>
                  <a:srgbClr val="F2A541"/>
                </a:solidFill>
                <a:latin typeface="Segoe UI" pitchFamily="34" charset="0"/>
                <a:ea typeface="Segoe UI" pitchFamily="34" charset="-122"/>
                <a:cs typeface="Segoe UI" pitchFamily="34" charset="-120"/>
              </a:rPr>
              <a:t>11:58 PM</a:t>
            </a:r>
            <a:pPr indent="0" marL="0">
              <a:buNone/>
            </a:pPr>
            <a:r>
              <a:rPr lang="en-US" sz="1400" dirty="0">
                <a:solidFill>
                  <a:srgbClr val="F3F5F2"/>
                </a:solidFill>
                <a:latin typeface="Segoe UI" pitchFamily="34" charset="0"/>
                <a:ea typeface="Segoe UI" pitchFamily="34" charset="-122"/>
                <a:cs typeface="Segoe UI" pitchFamily="34" charset="-120"/>
              </a:rPr>
              <a:t> · From her WhatsApp, friends get “urgent” bKash money requests. Then a call “from bKash” asks Nusrat to read out her OTP.</a:t>
            </a:r>
            <a:endParaRPr lang="en-US" sz="1400" dirty="0"/>
          </a:p>
        </p:txBody>
      </p:sp>
      <p:sp>
        <p:nvSpPr>
          <p:cNvPr id="7" name="cap"/>
          <p:cNvSpPr txBox="1"/>
          <p:nvPr/>
        </p:nvSpPr>
        <p:spPr>
          <a:xfrm>
            <a:off x="812800" y="2959100"/>
            <a:ext cx="3810000" cy="203200"/>
          </a:xfrm>
          <a:prstGeom prst="rect">
            <a:avLst/>
          </a:prstGeom>
          <a:noFill/>
          <a:ln/>
        </p:spPr>
        <p:txBody>
          <a:bodyPr wrap="square" lIns="0" tIns="0" rIns="0" bIns="0" rtlCol="0" anchor="t"/>
          <a:lstStyle/>
          <a:p>
            <a:pPr indent="0" marL="0">
              <a:buNone/>
            </a:pPr>
            <a:r>
              <a:rPr lang="en-US" sz="1200" b="1" spc="300" kern="0" dirty="0">
                <a:solidFill>
                  <a:srgbClr val="3FD0C9"/>
                </a:solidFill>
                <a:latin typeface="Segoe UI" pitchFamily="34" charset="0"/>
                <a:ea typeface="Segoe UI" pitchFamily="34" charset="-122"/>
                <a:cs typeface="Segoe UI" pitchFamily="34" charset="-120"/>
              </a:rPr>
              <a:t>LOCKS IT OFFERS</a:t>
            </a:r>
            <a:endParaRPr lang="en-US" sz="1200" dirty="0"/>
          </a:p>
        </p:txBody>
      </p:sp>
      <p:sp>
        <p:nvSpPr>
          <p:cNvPr id="8" name="chk0"/>
          <p:cNvSpPr/>
          <p:nvPr/>
        </p:nvSpPr>
        <p:spPr>
          <a:xfrm>
            <a:off x="812800" y="32639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9" name="it0"/>
          <p:cNvSpPr txBox="1"/>
          <p:nvPr/>
        </p:nvSpPr>
        <p:spPr>
          <a:xfrm>
            <a:off x="1143000" y="32512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An OTP on first login, and a PIN for every login and transaction</a:t>
            </a:r>
            <a:endParaRPr lang="en-US" sz="1400" dirty="0"/>
          </a:p>
        </p:txBody>
      </p:sp>
      <p:sp>
        <p:nvSpPr>
          <p:cNvPr id="10" name="chk1"/>
          <p:cNvSpPr/>
          <p:nvPr/>
        </p:nvSpPr>
        <p:spPr>
          <a:xfrm>
            <a:off x="812800" y="3657600"/>
            <a:ext cx="215900" cy="215900"/>
          </a:xfrm>
          <a:prstGeom prst="roundRect">
            <a:avLst>
              <a:gd name="adj" fmla="val 211765"/>
            </a:avLst>
          </a:prstGeom>
          <a:solidFill>
            <a:srgbClr val="3FD0C9"/>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1" name="it1"/>
          <p:cNvSpPr txBox="1"/>
          <p:nvPr/>
        </p:nvSpPr>
        <p:spPr>
          <a:xfrm>
            <a:off x="1143000" y="3644900"/>
            <a:ext cx="6032500" cy="3302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Face ID and fingerprint login (since December 2023)</a:t>
            </a:r>
            <a:endParaRPr lang="en-US" sz="1400" dirty="0"/>
          </a:p>
        </p:txBody>
      </p:sp>
      <p:sp>
        <p:nvSpPr>
          <p:cNvPr id="12" name="chk2"/>
          <p:cNvSpPr/>
          <p:nvPr/>
        </p:nvSpPr>
        <p:spPr>
          <a:xfrm>
            <a:off x="812800" y="4051300"/>
            <a:ext cx="215900" cy="215900"/>
          </a:xfrm>
          <a:prstGeom prst="roundRect">
            <a:avLst>
              <a:gd name="adj" fmla="val 211765"/>
            </a:avLst>
          </a:prstGeom>
          <a:solidFill>
            <a:srgbClr val="FF6B5E"/>
          </a:solidFill>
          <a:ln/>
        </p:spPr>
        <p:txBody>
          <a:bodyPr wrap="square" lIns="0" tIns="0" rIns="0" bIns="0" rtlCol="0" anchor="ctr"/>
          <a:lstStyle/>
          <a:p>
            <a:pPr algn="ctr" indent="0" marL="0">
              <a:buNone/>
            </a:pPr>
            <a:r>
              <a:rPr lang="en-US" sz="1200" b="1" dirty="0">
                <a:solidFill>
                  <a:srgbClr val="0E1726"/>
                </a:solidFill>
                <a:latin typeface="Segoe UI" pitchFamily="34" charset="0"/>
                <a:ea typeface="Segoe UI" pitchFamily="34" charset="-122"/>
                <a:cs typeface="Segoe UI" pitchFamily="34" charset="-120"/>
              </a:rPr>
              <a:t>!</a:t>
            </a:r>
            <a:endParaRPr lang="en-US" sz="1200" dirty="0"/>
          </a:p>
        </p:txBody>
      </p:sp>
      <p:sp>
        <p:nvSpPr>
          <p:cNvPr id="13" name="it2"/>
          <p:cNvSpPr txBox="1"/>
          <p:nvPr/>
        </p:nvSpPr>
        <p:spPr>
          <a:xfrm>
            <a:off x="1143000" y="4038600"/>
            <a:ext cx="6032500" cy="520700"/>
          </a:xfrm>
          <a:prstGeom prst="rect">
            <a:avLst/>
          </a:prstGeom>
          <a:noFill/>
          <a:ln/>
        </p:spPr>
        <p:txBody>
          <a:bodyPr wrap="square" lIns="0" tIns="0" rIns="0" bIns="0" rtlCol="0" anchor="t"/>
          <a:lstStyle/>
          <a:p>
            <a:pPr indent="0" marL="0">
              <a:buNone/>
            </a:pPr>
            <a:r>
              <a:rPr lang="en-US" sz="1400" dirty="0">
                <a:solidFill>
                  <a:srgbClr val="F3F5F2"/>
                </a:solidFill>
                <a:latin typeface="Segoe UI" pitchFamily="34" charset="0"/>
                <a:ea typeface="Segoe UI" pitchFamily="34" charset="-122"/>
                <a:cs typeface="Segoe UI" pitchFamily="34" charset="-120"/>
              </a:rPr>
              <a:t>Biggest weakness: the user. Scammers pose as agents or bKash officials to get the OTP</a:t>
            </a:r>
            <a:endParaRPr lang="en-US" sz="1400" dirty="0"/>
          </a:p>
        </p:txBody>
      </p:sp>
      <p:sp>
        <p:nvSpPr>
          <p:cNvPr id="14" name="fix"/>
          <p:cNvSpPr/>
          <p:nvPr/>
        </p:nvSpPr>
        <p:spPr>
          <a:xfrm>
            <a:off x="812800" y="5181600"/>
            <a:ext cx="6413500" cy="711200"/>
          </a:xfrm>
          <a:prstGeom prst="roundRect">
            <a:avLst>
              <a:gd name="adj" fmla="val 15429"/>
            </a:avLst>
          </a:prstGeom>
          <a:solidFill>
            <a:srgbClr val="3FD0C9"/>
          </a:solidFill>
          <a:ln/>
        </p:spPr>
        <p:txBody>
          <a:bodyPr wrap="square" lIns="165100" tIns="165100" rIns="165100" bIns="165100" rtlCol="0" anchor="ctr"/>
          <a:lstStyle/>
          <a:p>
            <a:pPr algn="l" indent="0" marL="0">
              <a:buNone/>
            </a:pPr>
            <a:r>
              <a:rPr lang="en-US" sz="1400" b="1" dirty="0">
                <a:solidFill>
                  <a:srgbClr val="0E1726"/>
                </a:solidFill>
                <a:latin typeface="Segoe UI" pitchFamily="34" charset="0"/>
                <a:ea typeface="Segoe UI" pitchFamily="34" charset="-122"/>
                <a:cs typeface="Segoe UI" pitchFamily="34" charset="-120"/>
              </a:rPr>
              <a:t>My fix: </a:t>
            </a:r>
            <a:pPr algn="l" indent="0" marL="0">
              <a:buNone/>
            </a:pPr>
            <a:r>
              <a:rPr lang="en-US" sz="1400" dirty="0">
                <a:solidFill>
                  <a:srgbClr val="0E1726"/>
                </a:solidFill>
                <a:latin typeface="Segoe UI" pitchFamily="34" charset="0"/>
                <a:ea typeface="Segoe UI" pitchFamily="34" charset="-122"/>
                <a:cs typeface="Segoe UI" pitchFamily="34" charset="-120"/>
              </a:rPr>
              <a:t>a separate warning for PIN-reset codes, and a short hold on transfers after a PIN reset code is sent</a:t>
            </a:r>
            <a:endParaRPr lang="en-US" sz="1400" dirty="0"/>
          </a:p>
        </p:txBody>
      </p:sp>
      <p:sp>
        <p:nvSpPr>
          <p:cNvPr id="15" name="dash"/>
          <p:cNvSpPr/>
          <p:nvPr/>
        </p:nvSpPr>
        <p:spPr>
          <a:xfrm>
            <a:off x="7969250" y="2203450"/>
            <a:ext cx="1752600" cy="1752600"/>
          </a:xfrm>
          <a:prstGeom prst="ellipse">
            <a:avLst/>
          </a:prstGeom>
          <a:ln w="19050">
            <a:solidFill>
              <a:srgbClr val="3A5A80"/>
            </a:solidFill>
            <a:prstDash val="sysDot"/>
          </a:ln>
        </p:spPr>
      </p:sp>
      <p:sp>
        <p:nvSpPr>
          <p:cNvPr id="16" name="trackring"/>
          <p:cNvSpPr/>
          <p:nvPr/>
        </p:nvSpPr>
        <p:spPr>
          <a:xfrm>
            <a:off x="8147050" y="2381250"/>
            <a:ext cx="1397000" cy="1397000"/>
          </a:xfrm>
          <a:prstGeom prst="ellipse">
            <a:avLst/>
          </a:prstGeom>
          <a:ln w="139700">
            <a:solidFill>
              <a:srgbClr val="1E2E48"/>
            </a:solidFill>
            <a:prstDash val="solid"/>
          </a:ln>
        </p:spPr>
      </p:sp>
      <p:sp>
        <p:nvSpPr>
          <p:cNvPr id="17" name="arc"/>
          <p:cNvSpPr/>
          <p:nvPr/>
        </p:nvSpPr>
        <p:spPr>
          <a:xfrm>
            <a:off x="8077200" y="2311400"/>
            <a:ext cx="1536700" cy="1536700"/>
          </a:xfrm>
          <a:prstGeom prst="blockArc">
            <a:avLst>
              <a:gd name="adj1" fmla="val 16200000"/>
              <a:gd name="adj2" fmla="val 7560000"/>
              <a:gd name="adj3" fmla="val 9100"/>
            </a:avLst>
          </a:prstGeom>
          <a:solidFill>
            <a:srgbClr val="F2A541"/>
          </a:solidFill>
          <a:ln/>
        </p:spPr>
      </p:sp>
      <p:sp>
        <p:nvSpPr>
          <p:cNvPr id="18" name="score"/>
          <p:cNvSpPr txBox="1"/>
          <p:nvPr/>
        </p:nvSpPr>
        <p:spPr>
          <a:xfrm>
            <a:off x="8147050" y="2667000"/>
            <a:ext cx="1397000" cy="571500"/>
          </a:xfrm>
          <a:prstGeom prst="rect">
            <a:avLst/>
          </a:prstGeom>
          <a:noFill/>
          <a:ln/>
        </p:spPr>
        <p:txBody>
          <a:bodyPr wrap="square" lIns="0" tIns="0" rIns="0" bIns="0" rtlCol="0" anchor="t"/>
          <a:lstStyle/>
          <a:p>
            <a:pPr algn="ctr" indent="0" marL="0">
              <a:buNone/>
            </a:pPr>
            <a:r>
              <a:rPr lang="en-US" sz="4200" b="1" dirty="0">
                <a:solidFill>
                  <a:srgbClr val="F3F5F2"/>
                </a:solidFill>
                <a:latin typeface="Segoe UI" pitchFamily="34" charset="0"/>
                <a:ea typeface="Segoe UI" pitchFamily="34" charset="-122"/>
                <a:cs typeface="Segoe UI" pitchFamily="34" charset="-120"/>
              </a:rPr>
              <a:t>15</a:t>
            </a:r>
            <a:endParaRPr lang="en-US" sz="4200" dirty="0"/>
          </a:p>
        </p:txBody>
      </p:sp>
      <p:sp>
        <p:nvSpPr>
          <p:cNvPr id="19" name="of"/>
          <p:cNvSpPr txBox="1"/>
          <p:nvPr/>
        </p:nvSpPr>
        <p:spPr>
          <a:xfrm>
            <a:off x="8147050" y="3251200"/>
            <a:ext cx="1397000" cy="203200"/>
          </a:xfrm>
          <a:prstGeom prst="rect">
            <a:avLst/>
          </a:prstGeom>
          <a:noFill/>
          <a:ln/>
        </p:spPr>
        <p:txBody>
          <a:bodyPr wrap="square" lIns="0" tIns="0" rIns="0" bIns="0" rtlCol="0" anchor="t"/>
          <a:lstStyle/>
          <a:p>
            <a:pPr algn="ctr" indent="0" marL="0">
              <a:buNone/>
            </a:pPr>
            <a:r>
              <a:rPr lang="en-US" sz="1200" dirty="0">
                <a:solidFill>
                  <a:srgbClr val="BFD0DF"/>
                </a:solidFill>
                <a:latin typeface="Segoe UI" pitchFamily="34" charset="0"/>
                <a:ea typeface="Segoe UI" pitchFamily="34" charset="-122"/>
                <a:cs typeface="Segoe UI" pitchFamily="34" charset="-120"/>
              </a:rPr>
              <a:t>out of 25</a:t>
            </a:r>
            <a:endParaRPr lang="en-US" sz="1200" dirty="0"/>
          </a:p>
        </p:txBody>
      </p:sp>
      <p:sp>
        <p:nvSpPr>
          <p:cNvPr id="20" name="stamp"/>
          <p:cNvSpPr/>
          <p:nvPr/>
        </p:nvSpPr>
        <p:spPr>
          <a:xfrm rot="-600000">
            <a:off x="9906000" y="2730500"/>
            <a:ext cx="1460500" cy="381000"/>
          </a:xfrm>
          <a:prstGeom prst="roundRect">
            <a:avLst>
              <a:gd name="adj" fmla="val 36000"/>
            </a:avLst>
          </a:prstGeom>
          <a:solidFill>
            <a:srgbClr val="0E1726"/>
          </a:solidFill>
          <a:ln w="38100">
            <a:solidFill>
              <a:srgbClr val="F2A541"/>
            </a:solidFill>
          </a:ln>
        </p:spPr>
        <p:txBody>
          <a:bodyPr wrap="square" lIns="0" tIns="0" rIns="0" bIns="0" rtlCol="0" anchor="ctr"/>
          <a:lstStyle/>
          <a:p>
            <a:pPr algn="ctr" indent="0" marL="0">
              <a:buNone/>
            </a:pPr>
            <a:r>
              <a:rPr lang="en-US" sz="1600" b="1" spc="300" kern="0" dirty="0">
                <a:solidFill>
                  <a:srgbClr val="F2A541"/>
                </a:solidFill>
                <a:latin typeface="Segoe UI" pitchFamily="34" charset="0"/>
                <a:ea typeface="Segoe UI" pitchFamily="34" charset="-122"/>
                <a:cs typeface="Segoe UI" pitchFamily="34" charset="-120"/>
              </a:rPr>
              <a:t>AT RISK</a:t>
            </a:r>
            <a:endParaRPr lang="en-US" sz="1600" dirty="0"/>
          </a:p>
        </p:txBody>
      </p:sp>
      <p:sp>
        <p:nvSpPr>
          <p:cNvPr id="21" name="lab0"/>
          <p:cNvSpPr txBox="1"/>
          <p:nvPr/>
        </p:nvSpPr>
        <p:spPr>
          <a:xfrm>
            <a:off x="7734300" y="42164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Login</a:t>
            </a:r>
            <a:endParaRPr lang="en-US" sz="1200" dirty="0"/>
          </a:p>
        </p:txBody>
      </p:sp>
      <p:sp>
        <p:nvSpPr>
          <p:cNvPr id="22" name="trk0"/>
          <p:cNvSpPr/>
          <p:nvPr/>
        </p:nvSpPr>
        <p:spPr>
          <a:xfrm>
            <a:off x="8775700" y="4254500"/>
            <a:ext cx="2095500" cy="139700"/>
          </a:xfrm>
          <a:prstGeom prst="roundRect">
            <a:avLst>
              <a:gd name="adj" fmla="val 327273"/>
            </a:avLst>
          </a:prstGeom>
          <a:solidFill>
            <a:srgbClr val="1E2E48"/>
          </a:solidFill>
          <a:ln/>
        </p:spPr>
      </p:sp>
      <p:sp>
        <p:nvSpPr>
          <p:cNvPr id="23" name="bar0"/>
          <p:cNvSpPr/>
          <p:nvPr/>
        </p:nvSpPr>
        <p:spPr>
          <a:xfrm>
            <a:off x="8775700" y="4254500"/>
            <a:ext cx="1676400" cy="139700"/>
          </a:xfrm>
          <a:prstGeom prst="roundRect">
            <a:avLst>
              <a:gd name="adj" fmla="val 327273"/>
            </a:avLst>
          </a:prstGeom>
          <a:solidFill>
            <a:srgbClr val="3FD0C9"/>
          </a:solidFill>
          <a:ln/>
        </p:spPr>
      </p:sp>
      <p:sp>
        <p:nvSpPr>
          <p:cNvPr id="24" name="val0"/>
          <p:cNvSpPr txBox="1"/>
          <p:nvPr/>
        </p:nvSpPr>
        <p:spPr>
          <a:xfrm>
            <a:off x="10985500" y="42164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4</a:t>
            </a:r>
            <a:endParaRPr lang="en-US" sz="1200" dirty="0"/>
          </a:p>
        </p:txBody>
      </p:sp>
      <p:sp>
        <p:nvSpPr>
          <p:cNvPr id="25" name="lab1"/>
          <p:cNvSpPr txBox="1"/>
          <p:nvPr/>
        </p:nvSpPr>
        <p:spPr>
          <a:xfrm>
            <a:off x="7734300" y="44958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Encryption</a:t>
            </a:r>
            <a:endParaRPr lang="en-US" sz="1200" dirty="0"/>
          </a:p>
        </p:txBody>
      </p:sp>
      <p:sp>
        <p:nvSpPr>
          <p:cNvPr id="26" name="trk1"/>
          <p:cNvSpPr/>
          <p:nvPr/>
        </p:nvSpPr>
        <p:spPr>
          <a:xfrm>
            <a:off x="8775700" y="4533900"/>
            <a:ext cx="2095500" cy="139700"/>
          </a:xfrm>
          <a:prstGeom prst="roundRect">
            <a:avLst>
              <a:gd name="adj" fmla="val 327273"/>
            </a:avLst>
          </a:prstGeom>
          <a:solidFill>
            <a:srgbClr val="1E2E48"/>
          </a:solidFill>
          <a:ln/>
        </p:spPr>
      </p:sp>
      <p:sp>
        <p:nvSpPr>
          <p:cNvPr id="27" name="bar1"/>
          <p:cNvSpPr/>
          <p:nvPr/>
        </p:nvSpPr>
        <p:spPr>
          <a:xfrm>
            <a:off x="8775700" y="4533900"/>
            <a:ext cx="1257300" cy="139700"/>
          </a:xfrm>
          <a:prstGeom prst="roundRect">
            <a:avLst>
              <a:gd name="adj" fmla="val 327273"/>
            </a:avLst>
          </a:prstGeom>
          <a:solidFill>
            <a:srgbClr val="3FD0C9"/>
          </a:solidFill>
          <a:ln/>
        </p:spPr>
      </p:sp>
      <p:sp>
        <p:nvSpPr>
          <p:cNvPr id="28" name="val1"/>
          <p:cNvSpPr txBox="1"/>
          <p:nvPr/>
        </p:nvSpPr>
        <p:spPr>
          <a:xfrm>
            <a:off x="10985500" y="44958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3</a:t>
            </a:r>
            <a:endParaRPr lang="en-US" sz="1200" dirty="0"/>
          </a:p>
        </p:txBody>
      </p:sp>
      <p:sp>
        <p:nvSpPr>
          <p:cNvPr id="29" name="lab2"/>
          <p:cNvSpPr txBox="1"/>
          <p:nvPr/>
        </p:nvSpPr>
        <p:spPr>
          <a:xfrm>
            <a:off x="7734300" y="47752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Alerts</a:t>
            </a:r>
            <a:endParaRPr lang="en-US" sz="1200" dirty="0"/>
          </a:p>
        </p:txBody>
      </p:sp>
      <p:sp>
        <p:nvSpPr>
          <p:cNvPr id="30" name="trk2"/>
          <p:cNvSpPr/>
          <p:nvPr/>
        </p:nvSpPr>
        <p:spPr>
          <a:xfrm>
            <a:off x="8775700" y="4813300"/>
            <a:ext cx="2095500" cy="139700"/>
          </a:xfrm>
          <a:prstGeom prst="roundRect">
            <a:avLst>
              <a:gd name="adj" fmla="val 327273"/>
            </a:avLst>
          </a:prstGeom>
          <a:solidFill>
            <a:srgbClr val="1E2E48"/>
          </a:solidFill>
          <a:ln/>
        </p:spPr>
      </p:sp>
      <p:sp>
        <p:nvSpPr>
          <p:cNvPr id="31" name="bar2"/>
          <p:cNvSpPr/>
          <p:nvPr/>
        </p:nvSpPr>
        <p:spPr>
          <a:xfrm>
            <a:off x="8775700" y="4813300"/>
            <a:ext cx="1257300" cy="139700"/>
          </a:xfrm>
          <a:prstGeom prst="roundRect">
            <a:avLst>
              <a:gd name="adj" fmla="val 327273"/>
            </a:avLst>
          </a:prstGeom>
          <a:solidFill>
            <a:srgbClr val="3FD0C9"/>
          </a:solidFill>
          <a:ln/>
        </p:spPr>
      </p:sp>
      <p:sp>
        <p:nvSpPr>
          <p:cNvPr id="32" name="val2"/>
          <p:cNvSpPr txBox="1"/>
          <p:nvPr/>
        </p:nvSpPr>
        <p:spPr>
          <a:xfrm>
            <a:off x="10985500" y="47752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3</a:t>
            </a:r>
            <a:endParaRPr lang="en-US" sz="1200" dirty="0"/>
          </a:p>
        </p:txBody>
      </p:sp>
      <p:sp>
        <p:nvSpPr>
          <p:cNvPr id="33" name="lab3"/>
          <p:cNvSpPr txBox="1"/>
          <p:nvPr/>
        </p:nvSpPr>
        <p:spPr>
          <a:xfrm>
            <a:off x="7734300" y="50546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Recovery</a:t>
            </a:r>
            <a:endParaRPr lang="en-US" sz="1200" dirty="0"/>
          </a:p>
        </p:txBody>
      </p:sp>
      <p:sp>
        <p:nvSpPr>
          <p:cNvPr id="34" name="trk3"/>
          <p:cNvSpPr/>
          <p:nvPr/>
        </p:nvSpPr>
        <p:spPr>
          <a:xfrm>
            <a:off x="8775700" y="5092700"/>
            <a:ext cx="2095500" cy="139700"/>
          </a:xfrm>
          <a:prstGeom prst="roundRect">
            <a:avLst>
              <a:gd name="adj" fmla="val 327273"/>
            </a:avLst>
          </a:prstGeom>
          <a:solidFill>
            <a:srgbClr val="1E2E48"/>
          </a:solidFill>
          <a:ln/>
        </p:spPr>
      </p:sp>
      <p:sp>
        <p:nvSpPr>
          <p:cNvPr id="35" name="bar3"/>
          <p:cNvSpPr/>
          <p:nvPr/>
        </p:nvSpPr>
        <p:spPr>
          <a:xfrm>
            <a:off x="8775700" y="5092700"/>
            <a:ext cx="838200" cy="139700"/>
          </a:xfrm>
          <a:prstGeom prst="roundRect">
            <a:avLst>
              <a:gd name="adj" fmla="val 327273"/>
            </a:avLst>
          </a:prstGeom>
          <a:solidFill>
            <a:srgbClr val="FF6B5E"/>
          </a:solidFill>
          <a:ln/>
        </p:spPr>
      </p:sp>
      <p:sp>
        <p:nvSpPr>
          <p:cNvPr id="36" name="val3"/>
          <p:cNvSpPr txBox="1"/>
          <p:nvPr/>
        </p:nvSpPr>
        <p:spPr>
          <a:xfrm>
            <a:off x="10985500" y="50546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2</a:t>
            </a:r>
            <a:endParaRPr lang="en-US" sz="1200" dirty="0"/>
          </a:p>
        </p:txBody>
      </p:sp>
      <p:sp>
        <p:nvSpPr>
          <p:cNvPr id="37" name="lab4"/>
          <p:cNvSpPr txBox="1"/>
          <p:nvPr/>
        </p:nvSpPr>
        <p:spPr>
          <a:xfrm>
            <a:off x="7734300" y="5334000"/>
            <a:ext cx="952500" cy="2159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Privacy</a:t>
            </a:r>
            <a:endParaRPr lang="en-US" sz="1200" dirty="0"/>
          </a:p>
        </p:txBody>
      </p:sp>
      <p:sp>
        <p:nvSpPr>
          <p:cNvPr id="38" name="trk4"/>
          <p:cNvSpPr/>
          <p:nvPr/>
        </p:nvSpPr>
        <p:spPr>
          <a:xfrm>
            <a:off x="8775700" y="5372100"/>
            <a:ext cx="2095500" cy="139700"/>
          </a:xfrm>
          <a:prstGeom prst="roundRect">
            <a:avLst>
              <a:gd name="adj" fmla="val 327273"/>
            </a:avLst>
          </a:prstGeom>
          <a:solidFill>
            <a:srgbClr val="1E2E48"/>
          </a:solidFill>
          <a:ln/>
        </p:spPr>
      </p:sp>
      <p:sp>
        <p:nvSpPr>
          <p:cNvPr id="39" name="bar4"/>
          <p:cNvSpPr/>
          <p:nvPr/>
        </p:nvSpPr>
        <p:spPr>
          <a:xfrm>
            <a:off x="8775700" y="5372100"/>
            <a:ext cx="1257300" cy="139700"/>
          </a:xfrm>
          <a:prstGeom prst="roundRect">
            <a:avLst>
              <a:gd name="adj" fmla="val 327273"/>
            </a:avLst>
          </a:prstGeom>
          <a:solidFill>
            <a:srgbClr val="3FD0C9"/>
          </a:solidFill>
          <a:ln/>
        </p:spPr>
      </p:sp>
      <p:sp>
        <p:nvSpPr>
          <p:cNvPr id="40" name="val4"/>
          <p:cNvSpPr txBox="1"/>
          <p:nvPr/>
        </p:nvSpPr>
        <p:spPr>
          <a:xfrm>
            <a:off x="10985500" y="5334000"/>
            <a:ext cx="381000" cy="215900"/>
          </a:xfrm>
          <a:prstGeom prst="rect">
            <a:avLst/>
          </a:prstGeom>
          <a:noFill/>
          <a:ln/>
        </p:spPr>
        <p:txBody>
          <a:bodyPr wrap="square" lIns="0" tIns="0" rIns="0" bIns="0" rtlCol="0" anchor="t"/>
          <a:lstStyle/>
          <a:p>
            <a:pPr algn="r" indent="0" marL="0">
              <a:buNone/>
            </a:pPr>
            <a:r>
              <a:rPr lang="en-US" sz="1200" b="1" dirty="0">
                <a:solidFill>
                  <a:srgbClr val="F3F5F2"/>
                </a:solidFill>
                <a:latin typeface="Segoe UI" pitchFamily="34" charset="0"/>
                <a:ea typeface="Segoe UI" pitchFamily="34" charset="-122"/>
                <a:cs typeface="Segoe UI" pitchFamily="34" charset="-120"/>
              </a:rPr>
              <a:t>3</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45" fill="hold">
                      <p:stCondLst>
                        <p:cond delay="indefinite"/>
                        <p:cond evt="onBegin" delay="0">
                          <p:tn val="2"/>
                        </p:cond>
                      </p:stCondLst>
                      <p:childTnLst>
                        <p:par>
                          <p:cTn id="146"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childTnLst>
                                </p:cTn>
                              </p:par>
                              <p:par>
                                <p:cTn id="16" presetID="42" presetClass="entr" presetSubtype="0"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800"/>
                                        <p:tgtEl>
                                          <p:spTgt spid="4"/>
                                        </p:tgtEl>
                                      </p:cBhvr>
                                    </p:animEffect>
                                    <p:anim calcmode="lin" valueType="num">
                                      <p:cBhvr additive="base">
                                        <p:cTn id="14" dur="800" fill="hold"/>
                                        <p:tgtEl>
                                          <p:spTgt spid="4"/>
                                        </p:tgtEl>
                                        <p:attrNameLst>
                                          <p:attrName>ppt_x</p:attrName>
                                        </p:attrNameLst>
                                      </p:cBhvr>
                                      <p:tavLst>
                                        <p:tav tm="0">
                                          <p:val>
                                            <p:strVal val="#ppt_x-.05"/>
                                          </p:val>
                                        </p:tav>
                                        <p:tav tm="100000">
                                          <p:val>
                                            <p:strVal val="#ppt_x"/>
                                          </p:val>
                                        </p:tav>
                                      </p:tavLst>
                                    </p:anim>
                                    <p:anim calcmode="lin" valueType="num">
                                      <p:cBhvr additive="base">
                                        <p:cTn id="15" dur="800" fill="hold"/>
                                        <p:tgtEl>
                                          <p:spTgt spid="4"/>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2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800"/>
                                        <p:tgtEl>
                                          <p:spTgt spid="5"/>
                                        </p:tgtEl>
                                      </p:cBhvr>
                                    </p:animEffect>
                                    <p:anim calcmode="lin" valueType="num">
                                      <p:cBhvr additive="base">
                                        <p:cTn id="19" dur="800" fill="hold"/>
                                        <p:tgtEl>
                                          <p:spTgt spid="5"/>
                                        </p:tgtEl>
                                        <p:attrNameLst>
                                          <p:attrName>ppt_x</p:attrName>
                                        </p:attrNameLst>
                                      </p:cBhvr>
                                      <p:tavLst>
                                        <p:tav tm="0">
                                          <p:val>
                                            <p:strVal val="#ppt_x-.05"/>
                                          </p:val>
                                        </p:tav>
                                        <p:tav tm="100000">
                                          <p:val>
                                            <p:strVal val="#ppt_x"/>
                                          </p:val>
                                        </p:tav>
                                      </p:tavLst>
                                    </p:anim>
                                    <p:anim calcmode="lin" valueType="num">
                                      <p:cBhvr additive="base">
                                        <p:cTn id="20" dur="8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2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800"/>
                                        <p:tgtEl>
                                          <p:spTgt spid="6"/>
                                        </p:tgtEl>
                                      </p:cBhvr>
                                    </p:animEffect>
                                    <p:anim calcmode="lin" valueType="num">
                                      <p:cBhvr additive="base">
                                        <p:cTn id="24" dur="800" fill="hold"/>
                                        <p:tgtEl>
                                          <p:spTgt spid="6"/>
                                        </p:tgtEl>
                                        <p:attrNameLst>
                                          <p:attrName>ppt_x</p:attrName>
                                        </p:attrNameLst>
                                      </p:cBhvr>
                                      <p:tavLst>
                                        <p:tav tm="0">
                                          <p:val>
                                            <p:strVal val="#ppt_x-.05"/>
                                          </p:val>
                                        </p:tav>
                                        <p:tav tm="100000">
                                          <p:val>
                                            <p:strVal val="#ppt_x"/>
                                          </p:val>
                                        </p:tav>
                                      </p:tavLst>
                                    </p:anim>
                                    <p:anim calcmode="lin" valueType="num">
                                      <p:cBhvr additive="base">
                                        <p:cTn id="25" dur="800" fill="hold"/>
                                        <p:tgtEl>
                                          <p:spTgt spid="6"/>
                                        </p:tgtEl>
                                        <p:attrNameLst>
                                          <p:attrName>ppt_y</p:attrName>
                                        </p:attrNameLst>
                                      </p:cBhvr>
                                      <p:tavLst>
                                        <p:tav tm="0">
                                          <p:val>
                                            <p:strVal val="#ppt_y"/>
                                          </p:val>
                                        </p:tav>
                                        <p:tav tm="100000">
                                          <p:val>
                                            <p:strVal val="#ppt_y"/>
                                          </p:val>
                                        </p:tav>
                                      </p:tavLst>
                                    </p:anim>
                                  </p:childTnLst>
                                </p:cTn>
                              </p:par>
                              <p:par>
                                <p:cTn id="29" presetID="21" presetClass="entr" presetSubtype="1" fill="hold" grpId="0" nodeType="withEffect">
                                  <p:stCondLst>
                                    <p:cond delay="400"/>
                                  </p:stCondLst>
                                  <p:childTnLst>
                                    <p:set>
                                      <p:cBhvr>
                                        <p:cTn id="27" dur="1" fill="hold">
                                          <p:stCondLst>
                                            <p:cond delay="0"/>
                                          </p:stCondLst>
                                        </p:cTn>
                                        <p:tgtEl>
                                          <p:spTgt spid="17"/>
                                        </p:tgtEl>
                                        <p:attrNameLst>
                                          <p:attrName>style.visibility</p:attrName>
                                        </p:attrNameLst>
                                      </p:cBhvr>
                                      <p:to>
                                        <p:strVal val="visible"/>
                                      </p:to>
                                    </p:set>
                                    <p:animEffect transition="in" filter="wheel(1)">
                                      <p:cBhvr>
                                        <p:cTn id="28" dur="1800"/>
                                        <p:tgtEl>
                                          <p:spTgt spid="17"/>
                                        </p:tgtEl>
                                      </p:cBhvr>
                                    </p:animEffect>
                                  </p:childTnLst>
                                </p:cTn>
                              </p:par>
                              <p:par>
                                <p:cTn id="31" presetID="8" presetClass="emph" presetSubtype="0" fill="hold" grpId="1" nodeType="withEffect" repeatCount="indefinite">
                                  <p:stCondLst>
                                    <p:cond delay="600"/>
                                  </p:stCondLst>
                                  <p:childTnLst>
                                    <p:animRot by="21600000">
                                      <p:cBhvr>
                                        <p:cTn id="30" dur="14000" fill="hold"/>
                                        <p:tgtEl>
                                          <p:spTgt spid="15"/>
                                        </p:tgtEl>
                                        <p:attrNameLst>
                                          <p:attrName>r</p:attrName>
                                        </p:attrNameLst>
                                      </p:cBhvr>
                                    </p:animRot>
                                  </p:childTnLst>
                                </p:cTn>
                              </p:par>
                              <p:par>
                                <p:cTn id="36" presetID="42" presetClass="entr" presetSubtype="0" fill="hold" grpId="0" nodeType="withEffect">
                                  <p:stCondLst>
                                    <p:cond delay="90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anim calcmode="lin" valueType="num">
                                      <p:cBhvr additive="base">
                                        <p:cTn id="34" dur="600" fill="hold"/>
                                        <p:tgtEl>
                                          <p:spTgt spid="7"/>
                                        </p:tgtEl>
                                        <p:attrNameLst>
                                          <p:attrName>ppt_x</p:attrName>
                                        </p:attrNameLst>
                                      </p:cBhvr>
                                      <p:tavLst>
                                        <p:tav tm="0">
                                          <p:val>
                                            <p:strVal val="#ppt_x"/>
                                          </p:val>
                                        </p:tav>
                                        <p:tav tm="100000">
                                          <p:val>
                                            <p:strVal val="#ppt_x"/>
                                          </p:val>
                                        </p:tav>
                                      </p:tavLst>
                                    </p:anim>
                                    <p:anim calcmode="lin" valueType="num">
                                      <p:cBhvr additive="base">
                                        <p:cTn id="35" dur="600" fill="hold"/>
                                        <p:tgtEl>
                                          <p:spTgt spid="7"/>
                                        </p:tgtEl>
                                        <p:attrNameLst>
                                          <p:attrName>ppt_y</p:attrName>
                                        </p:attrNameLst>
                                      </p:cBhvr>
                                      <p:tavLst>
                                        <p:tav tm="0">
                                          <p:val>
                                            <p:strVal val="#ppt_y+.06"/>
                                          </p:val>
                                        </p:tav>
                                        <p:tav tm="100000">
                                          <p:val>
                                            <p:strVal val="#ppt_y"/>
                                          </p:val>
                                        </p:tav>
                                      </p:tavLst>
                                    </p:anim>
                                  </p:childTnLst>
                                </p:cTn>
                              </p:par>
                              <p:par>
                                <p:cTn id="41" presetID="53" presetClass="entr" presetSubtype="16" fill="hold" grpId="0" nodeType="withEffect">
                                  <p:stCondLst>
                                    <p:cond delay="900"/>
                                  </p:stCondLst>
                                  <p:childTnLst>
                                    <p:set>
                                      <p:cBhvr>
                                        <p:cTn id="37" dur="1" fill="hold">
                                          <p:stCondLst>
                                            <p:cond delay="0"/>
                                          </p:stCondLst>
                                        </p:cTn>
                                        <p:tgtEl>
                                          <p:spTgt spid="18"/>
                                        </p:tgtEl>
                                        <p:attrNameLst>
                                          <p:attrName>style.visibility</p:attrName>
                                        </p:attrNameLst>
                                      </p:cBhvr>
                                      <p:to>
                                        <p:strVal val="visible"/>
                                      </p:to>
                                    </p:set>
                                    <p:anim calcmode="lin" valueType="num">
                                      <p:cBhvr additive="base">
                                        <p:cTn id="38" dur="600" fill="hold"/>
                                        <p:tgtEl>
                                          <p:spTgt spid="18"/>
                                        </p:tgtEl>
                                        <p:attrNameLst>
                                          <p:attrName>ppt_w</p:attrName>
                                        </p:attrNameLst>
                                      </p:cBhvr>
                                      <p:tavLst>
                                        <p:tav tm="0">
                                          <p:val>
                                            <p:strVal val="0"/>
                                          </p:val>
                                        </p:tav>
                                        <p:tav tm="100000">
                                          <p:val>
                                            <p:strVal val="#ppt_w"/>
                                          </p:val>
                                        </p:tav>
                                      </p:tavLst>
                                    </p:anim>
                                    <p:anim calcmode="lin" valueType="num">
                                      <p:cBhvr additive="base">
                                        <p:cTn id="39" dur="600" fill="hold"/>
                                        <p:tgtEl>
                                          <p:spTgt spid="18"/>
                                        </p:tgtEl>
                                        <p:attrNameLst>
                                          <p:attrName>ppt_h</p:attrName>
                                        </p:attrNameLst>
                                      </p:cBhvr>
                                      <p:tavLst>
                                        <p:tav tm="0">
                                          <p:val>
                                            <p:strVal val="0"/>
                                          </p:val>
                                        </p:tav>
                                        <p:tav tm="100000">
                                          <p:val>
                                            <p:strVal val="#ppt_h"/>
                                          </p:val>
                                        </p:tav>
                                      </p:tavLst>
                                    </p:anim>
                                    <p:animEffect transition="in" filter="fade">
                                      <p:cBhvr>
                                        <p:cTn id="40" dur="600"/>
                                        <p:tgtEl>
                                          <p:spTgt spid="18"/>
                                        </p:tgtEl>
                                      </p:cBhvr>
                                    </p:animEffect>
                                  </p:childTnLst>
                                </p:cTn>
                              </p:par>
                              <p:par>
                                <p:cTn id="44" presetID="10" presetClass="entr" presetSubtype="0" fill="hold" grpId="0" nodeType="withEffect">
                                  <p:stCondLst>
                                    <p:cond delay="90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par>
                                <p:cTn id="47" presetID="10" presetClass="entr" presetSubtype="0" fill="hold" grpId="0" nodeType="withEffect">
                                  <p:stCondLst>
                                    <p:cond delay="90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par>
                                <p:cTn id="50" presetID="10" presetClass="entr" presetSubtype="0" fill="hold" grpId="0" nodeType="withEffect">
                                  <p:stCondLst>
                                    <p:cond delay="90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par>
                                <p:cTn id="53" presetID="22" presetClass="entr" presetSubtype="8" fill="hold" grpId="0" nodeType="withEffect">
                                  <p:stCondLst>
                                    <p:cond delay="1000"/>
                                  </p:stCondLst>
                                  <p:childTnLst>
                                    <p:set>
                                      <p:cBhvr>
                                        <p:cTn id="51" dur="1" fill="hold">
                                          <p:stCondLst>
                                            <p:cond delay="0"/>
                                          </p:stCondLst>
                                        </p:cTn>
                                        <p:tgtEl>
                                          <p:spTgt spid="23"/>
                                        </p:tgtEl>
                                        <p:attrNameLst>
                                          <p:attrName>style.visibility</p:attrName>
                                        </p:attrNameLst>
                                      </p:cBhvr>
                                      <p:to>
                                        <p:strVal val="visible"/>
                                      </p:to>
                                    </p:set>
                                    <p:animEffect transition="in" filter="wipe(left)">
                                      <p:cBhvr>
                                        <p:cTn id="52" dur="1200"/>
                                        <p:tgtEl>
                                          <p:spTgt spid="23"/>
                                        </p:tgtEl>
                                      </p:cBhvr>
                                    </p:animEffect>
                                  </p:childTnLst>
                                </p:cTn>
                              </p:par>
                              <p:par>
                                <p:cTn id="56" presetID="10" presetClass="entr" presetSubtype="0" fill="hold" grpId="0" nodeType="withEffect">
                                  <p:stCondLst>
                                    <p:cond delay="105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par>
                                <p:cTn id="59" presetID="10" presetClass="entr" presetSubtype="0" fill="hold" grpId="0" nodeType="withEffect">
                                  <p:stCondLst>
                                    <p:cond delay="105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par>
                                <p:cTn id="62" presetID="10" presetClass="entr" presetSubtype="0" fill="hold" grpId="0" nodeType="withEffect">
                                  <p:stCondLst>
                                    <p:cond delay="105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childTnLst>
                                </p:cTn>
                              </p:par>
                              <p:par>
                                <p:cTn id="67" presetID="53" presetClass="entr" presetSubtype="16" fill="hold" grpId="0" nodeType="withEffect">
                                  <p:stCondLst>
                                    <p:cond delay="1100"/>
                                  </p:stCondLst>
                                  <p:childTnLst>
                                    <p:set>
                                      <p:cBhvr>
                                        <p:cTn id="63" dur="1" fill="hold">
                                          <p:stCondLst>
                                            <p:cond delay="0"/>
                                          </p:stCondLst>
                                        </p:cTn>
                                        <p:tgtEl>
                                          <p:spTgt spid="8"/>
                                        </p:tgtEl>
                                        <p:attrNameLst>
                                          <p:attrName>style.visibility</p:attrName>
                                        </p:attrNameLst>
                                      </p:cBhvr>
                                      <p:to>
                                        <p:strVal val="visible"/>
                                      </p:to>
                                    </p:set>
                                    <p:anim calcmode="lin" valueType="num">
                                      <p:cBhvr additive="base">
                                        <p:cTn id="64" dur="400" fill="hold"/>
                                        <p:tgtEl>
                                          <p:spTgt spid="8"/>
                                        </p:tgtEl>
                                        <p:attrNameLst>
                                          <p:attrName>ppt_w</p:attrName>
                                        </p:attrNameLst>
                                      </p:cBhvr>
                                      <p:tavLst>
                                        <p:tav tm="0">
                                          <p:val>
                                            <p:strVal val="0"/>
                                          </p:val>
                                        </p:tav>
                                        <p:tav tm="100000">
                                          <p:val>
                                            <p:strVal val="#ppt_w"/>
                                          </p:val>
                                        </p:tav>
                                      </p:tavLst>
                                    </p:anim>
                                    <p:anim calcmode="lin" valueType="num">
                                      <p:cBhvr additive="base">
                                        <p:cTn id="65" dur="400" fill="hold"/>
                                        <p:tgtEl>
                                          <p:spTgt spid="8"/>
                                        </p:tgtEl>
                                        <p:attrNameLst>
                                          <p:attrName>ppt_h</p:attrName>
                                        </p:attrNameLst>
                                      </p:cBhvr>
                                      <p:tavLst>
                                        <p:tav tm="0">
                                          <p:val>
                                            <p:strVal val="0"/>
                                          </p:val>
                                        </p:tav>
                                        <p:tav tm="100000">
                                          <p:val>
                                            <p:strVal val="#ppt_h"/>
                                          </p:val>
                                        </p:tav>
                                      </p:tavLst>
                                    </p:anim>
                                    <p:animEffect transition="in" filter="fade">
                                      <p:cBhvr>
                                        <p:cTn id="66" dur="400"/>
                                        <p:tgtEl>
                                          <p:spTgt spid="8"/>
                                        </p:tgtEl>
                                      </p:cBhvr>
                                    </p:animEffect>
                                  </p:childTnLst>
                                </p:cTn>
                              </p:par>
                              <p:par>
                                <p:cTn id="72" presetID="42" presetClass="entr" presetSubtype="0" fill="hold" grpId="0" nodeType="withEffect">
                                  <p:stCondLst>
                                    <p:cond delay="1100"/>
                                  </p:stCondLst>
                                  <p:childTnLst>
                                    <p:set>
                                      <p:cBhvr>
                                        <p:cTn id="68" dur="1" fill="hold">
                                          <p:stCondLst>
                                            <p:cond delay="0"/>
                                          </p:stCondLst>
                                        </p:cTn>
                                        <p:tgtEl>
                                          <p:spTgt spid="9"/>
                                        </p:tgtEl>
                                        <p:attrNameLst>
                                          <p:attrName>style.visibility</p:attrName>
                                        </p:attrNameLst>
                                      </p:cBhvr>
                                      <p:to>
                                        <p:strVal val="visible"/>
                                      </p:to>
                                    </p:set>
                                    <p:animEffect transition="in" filter="fade">
                                      <p:cBhvr>
                                        <p:cTn id="69" dur="600"/>
                                        <p:tgtEl>
                                          <p:spTgt spid="9"/>
                                        </p:tgtEl>
                                      </p:cBhvr>
                                    </p:animEffect>
                                    <p:anim calcmode="lin" valueType="num">
                                      <p:cBhvr additive="base">
                                        <p:cTn id="70" dur="600" fill="hold"/>
                                        <p:tgtEl>
                                          <p:spTgt spid="9"/>
                                        </p:tgtEl>
                                        <p:attrNameLst>
                                          <p:attrName>ppt_x</p:attrName>
                                        </p:attrNameLst>
                                      </p:cBhvr>
                                      <p:tavLst>
                                        <p:tav tm="0">
                                          <p:val>
                                            <p:strVal val="#ppt_x"/>
                                          </p:val>
                                        </p:tav>
                                        <p:tav tm="100000">
                                          <p:val>
                                            <p:strVal val="#ppt_x"/>
                                          </p:val>
                                        </p:tav>
                                      </p:tavLst>
                                    </p:anim>
                                    <p:anim calcmode="lin" valueType="num">
                                      <p:cBhvr additive="base">
                                        <p:cTn id="71" dur="600" fill="hold"/>
                                        <p:tgtEl>
                                          <p:spTgt spid="9"/>
                                        </p:tgtEl>
                                        <p:attrNameLst>
                                          <p:attrName>ppt_y</p:attrName>
                                        </p:attrNameLst>
                                      </p:cBhvr>
                                      <p:tavLst>
                                        <p:tav tm="0">
                                          <p:val>
                                            <p:strVal val="#ppt_y+.06"/>
                                          </p:val>
                                        </p:tav>
                                        <p:tav tm="100000">
                                          <p:val>
                                            <p:strVal val="#ppt_y"/>
                                          </p:val>
                                        </p:tav>
                                      </p:tavLst>
                                    </p:anim>
                                  </p:childTnLst>
                                </p:cTn>
                              </p:par>
                              <p:par>
                                <p:cTn id="75" presetID="10" presetClass="entr" presetSubtype="0" fill="hold" grpId="0" nodeType="withEffect">
                                  <p:stCondLst>
                                    <p:cond delay="110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childTnLst>
                                </p:cTn>
                              </p:par>
                              <p:par>
                                <p:cTn id="78" presetID="22" presetClass="entr" presetSubtype="8" fill="hold" grpId="0" nodeType="withEffect">
                                  <p:stCondLst>
                                    <p:cond delay="1150"/>
                                  </p:stCondLst>
                                  <p:childTnLst>
                                    <p:set>
                                      <p:cBhvr>
                                        <p:cTn id="76" dur="1" fill="hold">
                                          <p:stCondLst>
                                            <p:cond delay="0"/>
                                          </p:stCondLst>
                                        </p:cTn>
                                        <p:tgtEl>
                                          <p:spTgt spid="27"/>
                                        </p:tgtEl>
                                        <p:attrNameLst>
                                          <p:attrName>style.visibility</p:attrName>
                                        </p:attrNameLst>
                                      </p:cBhvr>
                                      <p:to>
                                        <p:strVal val="visible"/>
                                      </p:to>
                                    </p:set>
                                    <p:animEffect transition="in" filter="wipe(left)">
                                      <p:cBhvr>
                                        <p:cTn id="77" dur="1200"/>
                                        <p:tgtEl>
                                          <p:spTgt spid="27"/>
                                        </p:tgtEl>
                                      </p:cBhvr>
                                    </p:animEffect>
                                  </p:childTnLst>
                                </p:cTn>
                              </p:par>
                              <p:par>
                                <p:cTn id="81" presetID="10" presetClass="entr" presetSubtype="0" fill="hold" grpId="0" nodeType="withEffect">
                                  <p:stCondLst>
                                    <p:cond delay="120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4" presetID="10" presetClass="entr" presetSubtype="0" fill="hold" grpId="0" nodeType="withEffect">
                                  <p:stCondLst>
                                    <p:cond delay="120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par>
                                <p:cTn id="87" presetID="10" presetClass="entr" presetSubtype="0" fill="hold" grpId="0" nodeType="withEffect">
                                  <p:stCondLst>
                                    <p:cond delay="120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500"/>
                                        <p:tgtEl>
                                          <p:spTgt spid="32"/>
                                        </p:tgtEl>
                                      </p:cBhvr>
                                    </p:animEffect>
                                  </p:childTnLst>
                                </p:cTn>
                              </p:par>
                              <p:par>
                                <p:cTn id="92" presetID="53" presetClass="entr" presetSubtype="16" fill="hold" grpId="0" nodeType="withEffect">
                                  <p:stCondLst>
                                    <p:cond delay="1300"/>
                                  </p:stCondLst>
                                  <p:childTnLst>
                                    <p:set>
                                      <p:cBhvr>
                                        <p:cTn id="88" dur="1" fill="hold">
                                          <p:stCondLst>
                                            <p:cond delay="0"/>
                                          </p:stCondLst>
                                        </p:cTn>
                                        <p:tgtEl>
                                          <p:spTgt spid="10"/>
                                        </p:tgtEl>
                                        <p:attrNameLst>
                                          <p:attrName>style.visibility</p:attrName>
                                        </p:attrNameLst>
                                      </p:cBhvr>
                                      <p:to>
                                        <p:strVal val="visible"/>
                                      </p:to>
                                    </p:set>
                                    <p:anim calcmode="lin" valueType="num">
                                      <p:cBhvr additive="base">
                                        <p:cTn id="89" dur="400" fill="hold"/>
                                        <p:tgtEl>
                                          <p:spTgt spid="10"/>
                                        </p:tgtEl>
                                        <p:attrNameLst>
                                          <p:attrName>ppt_w</p:attrName>
                                        </p:attrNameLst>
                                      </p:cBhvr>
                                      <p:tavLst>
                                        <p:tav tm="0">
                                          <p:val>
                                            <p:strVal val="0"/>
                                          </p:val>
                                        </p:tav>
                                        <p:tav tm="100000">
                                          <p:val>
                                            <p:strVal val="#ppt_w"/>
                                          </p:val>
                                        </p:tav>
                                      </p:tavLst>
                                    </p:anim>
                                    <p:anim calcmode="lin" valueType="num">
                                      <p:cBhvr additive="base">
                                        <p:cTn id="90" dur="400" fill="hold"/>
                                        <p:tgtEl>
                                          <p:spTgt spid="10"/>
                                        </p:tgtEl>
                                        <p:attrNameLst>
                                          <p:attrName>ppt_h</p:attrName>
                                        </p:attrNameLst>
                                      </p:cBhvr>
                                      <p:tavLst>
                                        <p:tav tm="0">
                                          <p:val>
                                            <p:strVal val="0"/>
                                          </p:val>
                                        </p:tav>
                                        <p:tav tm="100000">
                                          <p:val>
                                            <p:strVal val="#ppt_h"/>
                                          </p:val>
                                        </p:tav>
                                      </p:tavLst>
                                    </p:anim>
                                    <p:animEffect transition="in" filter="fade">
                                      <p:cBhvr>
                                        <p:cTn id="91" dur="400"/>
                                        <p:tgtEl>
                                          <p:spTgt spid="10"/>
                                        </p:tgtEl>
                                      </p:cBhvr>
                                    </p:animEffect>
                                  </p:childTnLst>
                                </p:cTn>
                              </p:par>
                              <p:par>
                                <p:cTn id="97" presetID="42" presetClass="entr" presetSubtype="0" fill="hold" grpId="0" nodeType="withEffect">
                                  <p:stCondLst>
                                    <p:cond delay="1300"/>
                                  </p:stCondLst>
                                  <p:childTnLst>
                                    <p:set>
                                      <p:cBhvr>
                                        <p:cTn id="93" dur="1" fill="hold">
                                          <p:stCondLst>
                                            <p:cond delay="0"/>
                                          </p:stCondLst>
                                        </p:cTn>
                                        <p:tgtEl>
                                          <p:spTgt spid="11"/>
                                        </p:tgtEl>
                                        <p:attrNameLst>
                                          <p:attrName>style.visibility</p:attrName>
                                        </p:attrNameLst>
                                      </p:cBhvr>
                                      <p:to>
                                        <p:strVal val="visible"/>
                                      </p:to>
                                    </p:set>
                                    <p:animEffect transition="in" filter="fade">
                                      <p:cBhvr>
                                        <p:cTn id="94" dur="600"/>
                                        <p:tgtEl>
                                          <p:spTgt spid="11"/>
                                        </p:tgtEl>
                                      </p:cBhvr>
                                    </p:animEffect>
                                    <p:anim calcmode="lin" valueType="num">
                                      <p:cBhvr additive="base">
                                        <p:cTn id="95" dur="600" fill="hold"/>
                                        <p:tgtEl>
                                          <p:spTgt spid="11"/>
                                        </p:tgtEl>
                                        <p:attrNameLst>
                                          <p:attrName>ppt_x</p:attrName>
                                        </p:attrNameLst>
                                      </p:cBhvr>
                                      <p:tavLst>
                                        <p:tav tm="0">
                                          <p:val>
                                            <p:strVal val="#ppt_x"/>
                                          </p:val>
                                        </p:tav>
                                        <p:tav tm="100000">
                                          <p:val>
                                            <p:strVal val="#ppt_x"/>
                                          </p:val>
                                        </p:tav>
                                      </p:tavLst>
                                    </p:anim>
                                    <p:anim calcmode="lin" valueType="num">
                                      <p:cBhvr additive="base">
                                        <p:cTn id="96" dur="600" fill="hold"/>
                                        <p:tgtEl>
                                          <p:spTgt spid="11"/>
                                        </p:tgtEl>
                                        <p:attrNameLst>
                                          <p:attrName>ppt_y</p:attrName>
                                        </p:attrNameLst>
                                      </p:cBhvr>
                                      <p:tavLst>
                                        <p:tav tm="0">
                                          <p:val>
                                            <p:strVal val="#ppt_y+.06"/>
                                          </p:val>
                                        </p:tav>
                                        <p:tav tm="100000">
                                          <p:val>
                                            <p:strVal val="#ppt_y"/>
                                          </p:val>
                                        </p:tav>
                                      </p:tavLst>
                                    </p:anim>
                                  </p:childTnLst>
                                </p:cTn>
                              </p:par>
                              <p:par>
                                <p:cTn id="100" presetID="22" presetClass="entr" presetSubtype="8" fill="hold" grpId="0" nodeType="withEffect">
                                  <p:stCondLst>
                                    <p:cond delay="1300"/>
                                  </p:stCondLst>
                                  <p:childTnLst>
                                    <p:set>
                                      <p:cBhvr>
                                        <p:cTn id="98" dur="1" fill="hold">
                                          <p:stCondLst>
                                            <p:cond delay="0"/>
                                          </p:stCondLst>
                                        </p:cTn>
                                        <p:tgtEl>
                                          <p:spTgt spid="31"/>
                                        </p:tgtEl>
                                        <p:attrNameLst>
                                          <p:attrName>style.visibility</p:attrName>
                                        </p:attrNameLst>
                                      </p:cBhvr>
                                      <p:to>
                                        <p:strVal val="visible"/>
                                      </p:to>
                                    </p:set>
                                    <p:animEffect transition="in" filter="wipe(left)">
                                      <p:cBhvr>
                                        <p:cTn id="99" dur="1200"/>
                                        <p:tgtEl>
                                          <p:spTgt spid="31"/>
                                        </p:tgtEl>
                                      </p:cBhvr>
                                    </p:animEffect>
                                  </p:childTnLst>
                                </p:cTn>
                              </p:par>
                              <p:par>
                                <p:cTn id="103" presetID="10" presetClass="entr" presetSubtype="0" fill="hold" grpId="0" nodeType="withEffect">
                                  <p:stCondLst>
                                    <p:cond delay="135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500"/>
                                        <p:tgtEl>
                                          <p:spTgt spid="33"/>
                                        </p:tgtEl>
                                      </p:cBhvr>
                                    </p:animEffect>
                                  </p:childTnLst>
                                </p:cTn>
                              </p:par>
                              <p:par>
                                <p:cTn id="106" presetID="10" presetClass="entr" presetSubtype="0" fill="hold" grpId="0" nodeType="withEffect">
                                  <p:stCondLst>
                                    <p:cond delay="1350"/>
                                  </p:stCondLst>
                                  <p:childTnLst>
                                    <p:set>
                                      <p:cBhvr>
                                        <p:cTn id="104" dur="1" fill="hold">
                                          <p:stCondLst>
                                            <p:cond delay="0"/>
                                          </p:stCondLst>
                                        </p:cTn>
                                        <p:tgtEl>
                                          <p:spTgt spid="34"/>
                                        </p:tgtEl>
                                        <p:attrNameLst>
                                          <p:attrName>style.visibility</p:attrName>
                                        </p:attrNameLst>
                                      </p:cBhvr>
                                      <p:to>
                                        <p:strVal val="visible"/>
                                      </p:to>
                                    </p:set>
                                    <p:animEffect transition="in" filter="fade">
                                      <p:cBhvr>
                                        <p:cTn id="105" dur="500"/>
                                        <p:tgtEl>
                                          <p:spTgt spid="34"/>
                                        </p:tgtEl>
                                      </p:cBhvr>
                                    </p:animEffect>
                                  </p:childTnLst>
                                </p:cTn>
                              </p:par>
                              <p:par>
                                <p:cTn id="109" presetID="10" presetClass="entr" presetSubtype="0" fill="hold" grpId="0" nodeType="withEffect">
                                  <p:stCondLst>
                                    <p:cond delay="135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500"/>
                                        <p:tgtEl>
                                          <p:spTgt spid="36"/>
                                        </p:tgtEl>
                                      </p:cBhvr>
                                    </p:animEffect>
                                  </p:childTnLst>
                                </p:cTn>
                              </p:par>
                              <p:par>
                                <p:cTn id="112" presetID="22" presetClass="entr" presetSubtype="8" fill="hold" grpId="0" nodeType="withEffect">
                                  <p:stCondLst>
                                    <p:cond delay="1450"/>
                                  </p:stCondLst>
                                  <p:childTnLst>
                                    <p:set>
                                      <p:cBhvr>
                                        <p:cTn id="110" dur="1" fill="hold">
                                          <p:stCondLst>
                                            <p:cond delay="0"/>
                                          </p:stCondLst>
                                        </p:cTn>
                                        <p:tgtEl>
                                          <p:spTgt spid="35"/>
                                        </p:tgtEl>
                                        <p:attrNameLst>
                                          <p:attrName>style.visibility</p:attrName>
                                        </p:attrNameLst>
                                      </p:cBhvr>
                                      <p:to>
                                        <p:strVal val="visible"/>
                                      </p:to>
                                    </p:set>
                                    <p:animEffect transition="in" filter="wipe(left)">
                                      <p:cBhvr>
                                        <p:cTn id="111" dur="1200"/>
                                        <p:tgtEl>
                                          <p:spTgt spid="35"/>
                                        </p:tgtEl>
                                      </p:cBhvr>
                                    </p:animEffect>
                                  </p:childTnLst>
                                </p:cTn>
                              </p:par>
                              <p:par>
                                <p:cTn id="117" presetID="53" presetClass="entr" presetSubtype="16" fill="hold" grpId="0" nodeType="withEffect">
                                  <p:stCondLst>
                                    <p:cond delay="1500"/>
                                  </p:stCondLst>
                                  <p:childTnLst>
                                    <p:set>
                                      <p:cBhvr>
                                        <p:cTn id="113" dur="1" fill="hold">
                                          <p:stCondLst>
                                            <p:cond delay="0"/>
                                          </p:stCondLst>
                                        </p:cTn>
                                        <p:tgtEl>
                                          <p:spTgt spid="12"/>
                                        </p:tgtEl>
                                        <p:attrNameLst>
                                          <p:attrName>style.visibility</p:attrName>
                                        </p:attrNameLst>
                                      </p:cBhvr>
                                      <p:to>
                                        <p:strVal val="visible"/>
                                      </p:to>
                                    </p:set>
                                    <p:anim calcmode="lin" valueType="num">
                                      <p:cBhvr additive="base">
                                        <p:cTn id="114" dur="400" fill="hold"/>
                                        <p:tgtEl>
                                          <p:spTgt spid="12"/>
                                        </p:tgtEl>
                                        <p:attrNameLst>
                                          <p:attrName>ppt_w</p:attrName>
                                        </p:attrNameLst>
                                      </p:cBhvr>
                                      <p:tavLst>
                                        <p:tav tm="0">
                                          <p:val>
                                            <p:strVal val="0"/>
                                          </p:val>
                                        </p:tav>
                                        <p:tav tm="100000">
                                          <p:val>
                                            <p:strVal val="#ppt_w"/>
                                          </p:val>
                                        </p:tav>
                                      </p:tavLst>
                                    </p:anim>
                                    <p:anim calcmode="lin" valueType="num">
                                      <p:cBhvr additive="base">
                                        <p:cTn id="115" dur="400" fill="hold"/>
                                        <p:tgtEl>
                                          <p:spTgt spid="12"/>
                                        </p:tgtEl>
                                        <p:attrNameLst>
                                          <p:attrName>ppt_h</p:attrName>
                                        </p:attrNameLst>
                                      </p:cBhvr>
                                      <p:tavLst>
                                        <p:tav tm="0">
                                          <p:val>
                                            <p:strVal val="0"/>
                                          </p:val>
                                        </p:tav>
                                        <p:tav tm="100000">
                                          <p:val>
                                            <p:strVal val="#ppt_h"/>
                                          </p:val>
                                        </p:tav>
                                      </p:tavLst>
                                    </p:anim>
                                    <p:animEffect transition="in" filter="fade">
                                      <p:cBhvr>
                                        <p:cTn id="116" dur="400"/>
                                        <p:tgtEl>
                                          <p:spTgt spid="12"/>
                                        </p:tgtEl>
                                      </p:cBhvr>
                                    </p:animEffect>
                                  </p:childTnLst>
                                </p:cTn>
                              </p:par>
                              <p:par>
                                <p:cTn id="122" presetID="42" presetClass="entr" presetSubtype="0" fill="hold" grpId="0" nodeType="withEffect">
                                  <p:stCondLst>
                                    <p:cond delay="1500"/>
                                  </p:stCondLst>
                                  <p:childTnLst>
                                    <p:set>
                                      <p:cBhvr>
                                        <p:cTn id="118" dur="1" fill="hold">
                                          <p:stCondLst>
                                            <p:cond delay="0"/>
                                          </p:stCondLst>
                                        </p:cTn>
                                        <p:tgtEl>
                                          <p:spTgt spid="13"/>
                                        </p:tgtEl>
                                        <p:attrNameLst>
                                          <p:attrName>style.visibility</p:attrName>
                                        </p:attrNameLst>
                                      </p:cBhvr>
                                      <p:to>
                                        <p:strVal val="visible"/>
                                      </p:to>
                                    </p:set>
                                    <p:animEffect transition="in" filter="fade">
                                      <p:cBhvr>
                                        <p:cTn id="119" dur="600"/>
                                        <p:tgtEl>
                                          <p:spTgt spid="13"/>
                                        </p:tgtEl>
                                      </p:cBhvr>
                                    </p:animEffect>
                                    <p:anim calcmode="lin" valueType="num">
                                      <p:cBhvr additive="base">
                                        <p:cTn id="120" dur="600" fill="hold"/>
                                        <p:tgtEl>
                                          <p:spTgt spid="13"/>
                                        </p:tgtEl>
                                        <p:attrNameLst>
                                          <p:attrName>ppt_x</p:attrName>
                                        </p:attrNameLst>
                                      </p:cBhvr>
                                      <p:tavLst>
                                        <p:tav tm="0">
                                          <p:val>
                                            <p:strVal val="#ppt_x"/>
                                          </p:val>
                                        </p:tav>
                                        <p:tav tm="100000">
                                          <p:val>
                                            <p:strVal val="#ppt_x"/>
                                          </p:val>
                                        </p:tav>
                                      </p:tavLst>
                                    </p:anim>
                                    <p:anim calcmode="lin" valueType="num">
                                      <p:cBhvr additive="base">
                                        <p:cTn id="121" dur="600" fill="hold"/>
                                        <p:tgtEl>
                                          <p:spTgt spid="13"/>
                                        </p:tgtEl>
                                        <p:attrNameLst>
                                          <p:attrName>ppt_y</p:attrName>
                                        </p:attrNameLst>
                                      </p:cBhvr>
                                      <p:tavLst>
                                        <p:tav tm="0">
                                          <p:val>
                                            <p:strVal val="#ppt_y+.06"/>
                                          </p:val>
                                        </p:tav>
                                        <p:tav tm="100000">
                                          <p:val>
                                            <p:strVal val="#ppt_y"/>
                                          </p:val>
                                        </p:tav>
                                      </p:tavLst>
                                    </p:anim>
                                  </p:childTnLst>
                                </p:cTn>
                              </p:par>
                              <p:par>
                                <p:cTn id="125" presetID="10" presetClass="entr" presetSubtype="0" fill="hold" grpId="0" nodeType="withEffect">
                                  <p:stCondLst>
                                    <p:cond delay="1500"/>
                                  </p:stCondLst>
                                  <p:childTnLst>
                                    <p:set>
                                      <p:cBhvr>
                                        <p:cTn id="123" dur="1" fill="hold">
                                          <p:stCondLst>
                                            <p:cond delay="0"/>
                                          </p:stCondLst>
                                        </p:cTn>
                                        <p:tgtEl>
                                          <p:spTgt spid="37"/>
                                        </p:tgtEl>
                                        <p:attrNameLst>
                                          <p:attrName>style.visibility</p:attrName>
                                        </p:attrNameLst>
                                      </p:cBhvr>
                                      <p:to>
                                        <p:strVal val="visible"/>
                                      </p:to>
                                    </p:set>
                                    <p:animEffect transition="in" filter="fade">
                                      <p:cBhvr>
                                        <p:cTn id="124" dur="500"/>
                                        <p:tgtEl>
                                          <p:spTgt spid="37"/>
                                        </p:tgtEl>
                                      </p:cBhvr>
                                    </p:animEffect>
                                  </p:childTnLst>
                                </p:cTn>
                              </p:par>
                              <p:par>
                                <p:cTn id="128" presetID="10" presetClass="entr" presetSubtype="0" fill="hold" grpId="0" nodeType="withEffect">
                                  <p:stCondLst>
                                    <p:cond delay="1500"/>
                                  </p:stCondLst>
                                  <p:childTnLst>
                                    <p:set>
                                      <p:cBhvr>
                                        <p:cTn id="126" dur="1" fill="hold">
                                          <p:stCondLst>
                                            <p:cond delay="0"/>
                                          </p:stCondLst>
                                        </p:cTn>
                                        <p:tgtEl>
                                          <p:spTgt spid="38"/>
                                        </p:tgtEl>
                                        <p:attrNameLst>
                                          <p:attrName>style.visibility</p:attrName>
                                        </p:attrNameLst>
                                      </p:cBhvr>
                                      <p:to>
                                        <p:strVal val="visible"/>
                                      </p:to>
                                    </p:set>
                                    <p:animEffect transition="in" filter="fade">
                                      <p:cBhvr>
                                        <p:cTn id="127" dur="500"/>
                                        <p:tgtEl>
                                          <p:spTgt spid="38"/>
                                        </p:tgtEl>
                                      </p:cBhvr>
                                    </p:animEffect>
                                  </p:childTnLst>
                                </p:cTn>
                              </p:par>
                              <p:par>
                                <p:cTn id="131" presetID="10" presetClass="entr" presetSubtype="0" fill="hold" grpId="0" nodeType="withEffect">
                                  <p:stCondLst>
                                    <p:cond delay="1500"/>
                                  </p:stCondLst>
                                  <p:childTnLst>
                                    <p:set>
                                      <p:cBhvr>
                                        <p:cTn id="129" dur="1" fill="hold">
                                          <p:stCondLst>
                                            <p:cond delay="0"/>
                                          </p:stCondLst>
                                        </p:cTn>
                                        <p:tgtEl>
                                          <p:spTgt spid="40"/>
                                        </p:tgtEl>
                                        <p:attrNameLst>
                                          <p:attrName>style.visibility</p:attrName>
                                        </p:attrNameLst>
                                      </p:cBhvr>
                                      <p:to>
                                        <p:strVal val="visible"/>
                                      </p:to>
                                    </p:set>
                                    <p:animEffect transition="in" filter="fade">
                                      <p:cBhvr>
                                        <p:cTn id="130" dur="500"/>
                                        <p:tgtEl>
                                          <p:spTgt spid="40"/>
                                        </p:tgtEl>
                                      </p:cBhvr>
                                    </p:animEffect>
                                  </p:childTnLst>
                                </p:cTn>
                              </p:par>
                              <p:par>
                                <p:cTn id="134" presetID="22" presetClass="entr" presetSubtype="8" fill="hold" grpId="0" nodeType="withEffect">
                                  <p:stCondLst>
                                    <p:cond delay="1600"/>
                                  </p:stCondLst>
                                  <p:childTnLst>
                                    <p:set>
                                      <p:cBhvr>
                                        <p:cTn id="132" dur="1" fill="hold">
                                          <p:stCondLst>
                                            <p:cond delay="0"/>
                                          </p:stCondLst>
                                        </p:cTn>
                                        <p:tgtEl>
                                          <p:spTgt spid="39"/>
                                        </p:tgtEl>
                                        <p:attrNameLst>
                                          <p:attrName>style.visibility</p:attrName>
                                        </p:attrNameLst>
                                      </p:cBhvr>
                                      <p:to>
                                        <p:strVal val="visible"/>
                                      </p:to>
                                    </p:set>
                                    <p:animEffect transition="in" filter="wipe(left)">
                                      <p:cBhvr>
                                        <p:cTn id="133" dur="1200"/>
                                        <p:tgtEl>
                                          <p:spTgt spid="39"/>
                                        </p:tgtEl>
                                      </p:cBhvr>
                                    </p:animEffect>
                                  </p:childTnLst>
                                </p:cTn>
                              </p:par>
                              <p:par>
                                <p:cTn id="139" presetID="53" presetClass="entr" presetSubtype="32" fill="hold" grpId="0" nodeType="withEffect">
                                  <p:stCondLst>
                                    <p:cond delay="2600"/>
                                  </p:stCondLst>
                                  <p:childTnLst>
                                    <p:set>
                                      <p:cBhvr>
                                        <p:cTn id="135" dur="1" fill="hold">
                                          <p:stCondLst>
                                            <p:cond delay="0"/>
                                          </p:stCondLst>
                                        </p:cTn>
                                        <p:tgtEl>
                                          <p:spTgt spid="20"/>
                                        </p:tgtEl>
                                        <p:attrNameLst>
                                          <p:attrName>style.visibility</p:attrName>
                                        </p:attrNameLst>
                                      </p:cBhvr>
                                      <p:to>
                                        <p:strVal val="visible"/>
                                      </p:to>
                                    </p:set>
                                    <p:anim calcmode="lin" valueType="num">
                                      <p:cBhvr additive="base">
                                        <p:cTn id="136" dur="450" fill="hold"/>
                                        <p:tgtEl>
                                          <p:spTgt spid="20"/>
                                        </p:tgtEl>
                                        <p:attrNameLst>
                                          <p:attrName>ppt_w</p:attrName>
                                        </p:attrNameLst>
                                      </p:cBhvr>
                                      <p:tavLst>
                                        <p:tav tm="0">
                                          <p:val>
                                            <p:strVal val="#ppt_w*2.4"/>
                                          </p:val>
                                        </p:tav>
                                        <p:tav tm="100000">
                                          <p:val>
                                            <p:strVal val="#ppt_w"/>
                                          </p:val>
                                        </p:tav>
                                      </p:tavLst>
                                    </p:anim>
                                    <p:anim calcmode="lin" valueType="num">
                                      <p:cBhvr additive="base">
                                        <p:cTn id="137" dur="450" fill="hold"/>
                                        <p:tgtEl>
                                          <p:spTgt spid="20"/>
                                        </p:tgtEl>
                                        <p:attrNameLst>
                                          <p:attrName>ppt_h</p:attrName>
                                        </p:attrNameLst>
                                      </p:cBhvr>
                                      <p:tavLst>
                                        <p:tav tm="0">
                                          <p:val>
                                            <p:strVal val="#ppt_h*2.4"/>
                                          </p:val>
                                        </p:tav>
                                        <p:tav tm="100000">
                                          <p:val>
                                            <p:strVal val="#ppt_h"/>
                                          </p:val>
                                        </p:tav>
                                      </p:tavLst>
                                    </p:anim>
                                    <p:animEffect transition="in" filter="fade">
                                      <p:cBhvr>
                                        <p:cTn id="138" dur="450"/>
                                        <p:tgtEl>
                                          <p:spTgt spid="20"/>
                                        </p:tgtEl>
                                      </p:cBhvr>
                                    </p:animEffect>
                                  </p:childTnLst>
                                </p:cTn>
                              </p:par>
                              <p:par>
                                <p:cTn id="144" presetID="42" presetClass="entr" presetSubtype="0" fill="hold" grpId="0" nodeType="withEffect">
                                  <p:stCondLst>
                                    <p:cond delay="3200"/>
                                  </p:stCondLst>
                                  <p:childTnLst>
                                    <p:set>
                                      <p:cBhvr>
                                        <p:cTn id="140" dur="1" fill="hold">
                                          <p:stCondLst>
                                            <p:cond delay="0"/>
                                          </p:stCondLst>
                                        </p:cTn>
                                        <p:tgtEl>
                                          <p:spTgt spid="14"/>
                                        </p:tgtEl>
                                        <p:attrNameLst>
                                          <p:attrName>style.visibility</p:attrName>
                                        </p:attrNameLst>
                                      </p:cBhvr>
                                      <p:to>
                                        <p:strVal val="visible"/>
                                      </p:to>
                                    </p:set>
                                    <p:animEffect transition="in" filter="fade">
                                      <p:cBhvr>
                                        <p:cTn id="141" dur="700"/>
                                        <p:tgtEl>
                                          <p:spTgt spid="14"/>
                                        </p:tgtEl>
                                      </p:cBhvr>
                                    </p:animEffect>
                                    <p:anim calcmode="lin" valueType="num">
                                      <p:cBhvr additive="base">
                                        <p:cTn id="142" dur="700" fill="hold"/>
                                        <p:tgtEl>
                                          <p:spTgt spid="14"/>
                                        </p:tgtEl>
                                        <p:attrNameLst>
                                          <p:attrName>ppt_x</p:attrName>
                                        </p:attrNameLst>
                                      </p:cBhvr>
                                      <p:tavLst>
                                        <p:tav tm="0">
                                          <p:val>
                                            <p:strVal val="#ppt_x"/>
                                          </p:val>
                                        </p:tav>
                                        <p:tav tm="100000">
                                          <p:val>
                                            <p:strVal val="#ppt_x"/>
                                          </p:val>
                                        </p:tav>
                                      </p:tavLst>
                                    </p:anim>
                                    <p:anim calcmode="lin" valueType="num">
                                      <p:cBhvr additive="base">
                                        <p:cTn id="143" dur="700" fill="hold"/>
                                        <p:tgtEl>
                                          <p:spTgt spid="1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P spid="16" grpId="0" animBg="1"/>
      <p:bldP spid="4" grpId="0" animBg="1"/>
      <p:bldP spid="5" grpId="0" animBg="1"/>
      <p:bldP spid="6" grpId="0" animBg="1"/>
      <p:bldP spid="17" grpId="0" animBg="1"/>
      <p:bldP spid="15" grpId="1" animBg="1"/>
      <p:bldP spid="7" grpId="0" animBg="1"/>
      <p:bldP spid="18" grpId="0" animBg="1"/>
      <p:bldP spid="21" grpId="0" animBg="1"/>
      <p:bldP spid="22" grpId="0" animBg="1"/>
      <p:bldP spid="24" grpId="0" animBg="1"/>
      <p:bldP spid="23" grpId="0" animBg="1"/>
      <p:bldP spid="25" grpId="0" animBg="1"/>
      <p:bldP spid="26" grpId="0" animBg="1"/>
      <p:bldP spid="28" grpId="0" animBg="1"/>
      <p:bldP spid="8" grpId="0" animBg="1"/>
      <p:bldP spid="9" grpId="0" animBg="1"/>
      <p:bldP spid="19" grpId="0" animBg="1"/>
      <p:bldP spid="27" grpId="0" animBg="1"/>
      <p:bldP spid="29" grpId="0" animBg="1"/>
      <p:bldP spid="30" grpId="0" animBg="1"/>
      <p:bldP spid="32" grpId="0" animBg="1"/>
      <p:bldP spid="10" grpId="0" animBg="1"/>
      <p:bldP spid="11" grpId="0" animBg="1"/>
      <p:bldP spid="31" grpId="0" animBg="1"/>
      <p:bldP spid="33" grpId="0" animBg="1"/>
      <p:bldP spid="34" grpId="0" animBg="1"/>
      <p:bldP spid="36" grpId="0" animBg="1"/>
      <p:bldP spid="35" grpId="0" animBg="1"/>
      <p:bldP spid="12" grpId="0" animBg="1"/>
      <p:bldP spid="13" grpId="0" animBg="1"/>
      <p:bldP spid="37" grpId="0" animBg="1"/>
      <p:bldP spid="38" grpId="0" animBg="1"/>
      <p:bldP spid="40" grpId="0" animBg="1"/>
      <p:bldP spid="39" grpId="0" animBg="1"/>
      <p:bldP spid="20"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726"/>
        </a:solidFill>
      </p:bgPr>
    </p:bg>
    <p:spTree>
      <p:nvGrpSpPr>
        <p:cNvPr id="1" name=""/>
        <p:cNvGrpSpPr/>
        <p:nvPr/>
      </p:nvGrpSpPr>
      <p:grpSpPr>
        <a:xfrm>
          <a:off x="0" y="0"/>
          <a:ext cx="0" cy="0"/>
          <a:chOff x="0" y="0"/>
          <a:chExt cx="0" cy="0"/>
        </a:xfrm>
      </p:grpSpPr>
      <p:sp>
        <p:nvSpPr>
          <p:cNvPr id="3" name="heading"/>
          <p:cNvSpPr txBox="1"/>
          <p:nvPr/>
        </p:nvSpPr>
        <p:spPr>
          <a:xfrm>
            <a:off x="812800" y="749300"/>
            <a:ext cx="10566400" cy="1016000"/>
          </a:xfrm>
          <a:prstGeom prst="rect">
            <a:avLst/>
          </a:prstGeom>
          <a:noFill/>
          <a:ln/>
        </p:spPr>
        <p:txBody>
          <a:bodyPr wrap="square" lIns="0" tIns="0" rIns="0" bIns="0" rtlCol="0" anchor="t"/>
          <a:lstStyle/>
          <a:p>
            <a:pPr indent="0" marL="0">
              <a:lnSpc>
                <a:spcPct val="95000"/>
              </a:lnSpc>
              <a:buNone/>
            </a:pPr>
            <a:r>
              <a:rPr lang="en-US" sz="3200" b="1" dirty="0">
                <a:solidFill>
                  <a:srgbClr val="F3F5F2"/>
                </a:solidFill>
                <a:latin typeface="Segoe UI" pitchFamily="34" charset="0"/>
                <a:ea typeface="Segoe UI" pitchFamily="34" charset="-122"/>
                <a:cs typeface="Segoe UI" pitchFamily="34" charset="-120"/>
              </a:rPr>
              <a:t>Rewind: which locks held? WhatsApp is the most secure by default</a:t>
            </a:r>
            <a:endParaRPr lang="en-US" sz="3200" dirty="0"/>
          </a:p>
        </p:txBody>
      </p:sp>
      <p:sp>
        <p:nvSpPr>
          <p:cNvPr id="4" name="rl0"/>
          <p:cNvSpPr txBox="1"/>
          <p:nvPr/>
        </p:nvSpPr>
        <p:spPr>
          <a:xfrm>
            <a:off x="812800" y="2070100"/>
            <a:ext cx="1270000" cy="279400"/>
          </a:xfrm>
          <a:prstGeom prst="rect">
            <a:avLst/>
          </a:prstGeom>
          <a:noFill/>
          <a:ln/>
        </p:spPr>
        <p:txBody>
          <a:bodyPr wrap="square" lIns="0" tIns="0" rIns="0" bIns="0" rtlCol="0" anchor="t"/>
          <a:lstStyle/>
          <a:p>
            <a:pPr indent="0" marL="0">
              <a:buNone/>
            </a:pPr>
            <a:r>
              <a:rPr lang="en-US" sz="1500" b="1" dirty="0">
                <a:solidFill>
                  <a:srgbClr val="F3F5F2"/>
                </a:solidFill>
                <a:latin typeface="Segoe UI" pitchFamily="34" charset="0"/>
                <a:ea typeface="Segoe UI" pitchFamily="34" charset="-122"/>
                <a:cs typeface="Segoe UI" pitchFamily="34" charset="-120"/>
              </a:rPr>
              <a:t>WhatsApp</a:t>
            </a:r>
            <a:endParaRPr lang="en-US" sz="1500" dirty="0"/>
          </a:p>
        </p:txBody>
      </p:sp>
      <p:sp>
        <p:nvSpPr>
          <p:cNvPr id="5" name="rb0"/>
          <p:cNvSpPr/>
          <p:nvPr/>
        </p:nvSpPr>
        <p:spPr>
          <a:xfrm>
            <a:off x="2146300" y="2032000"/>
            <a:ext cx="3556000" cy="330200"/>
          </a:xfrm>
          <a:prstGeom prst="roundRect">
            <a:avLst>
              <a:gd name="adj" fmla="val 49846"/>
            </a:avLst>
          </a:prstGeom>
          <a:solidFill>
            <a:srgbClr val="F2A541"/>
          </a:solidFill>
          <a:ln/>
        </p:spPr>
      </p:sp>
      <p:sp>
        <p:nvSpPr>
          <p:cNvPr id="6" name="rv0"/>
          <p:cNvSpPr txBox="1"/>
          <p:nvPr/>
        </p:nvSpPr>
        <p:spPr>
          <a:xfrm>
            <a:off x="5829300" y="2044700"/>
            <a:ext cx="571500" cy="317500"/>
          </a:xfrm>
          <a:prstGeom prst="rect">
            <a:avLst/>
          </a:prstGeom>
          <a:noFill/>
          <a:ln/>
        </p:spPr>
        <p:txBody>
          <a:bodyPr wrap="square" lIns="0" tIns="0" rIns="0" bIns="0" rtlCol="0" anchor="t"/>
          <a:lstStyle/>
          <a:p>
            <a:pPr indent="0" marL="0">
              <a:buNone/>
            </a:pPr>
            <a:r>
              <a:rPr lang="en-US" sz="1800" b="1" dirty="0">
                <a:solidFill>
                  <a:srgbClr val="F3F5F2"/>
                </a:solidFill>
                <a:latin typeface="Segoe UI" pitchFamily="34" charset="0"/>
                <a:ea typeface="Segoe UI" pitchFamily="34" charset="-122"/>
                <a:cs typeface="Segoe UI" pitchFamily="34" charset="-120"/>
              </a:rPr>
              <a:t>20</a:t>
            </a:r>
            <a:endParaRPr lang="en-US" sz="1800" dirty="0"/>
          </a:p>
        </p:txBody>
      </p:sp>
      <p:sp>
        <p:nvSpPr>
          <p:cNvPr id="7" name="rl1"/>
          <p:cNvSpPr txBox="1"/>
          <p:nvPr/>
        </p:nvSpPr>
        <p:spPr>
          <a:xfrm>
            <a:off x="812800" y="2540000"/>
            <a:ext cx="1270000" cy="279400"/>
          </a:xfrm>
          <a:prstGeom prst="rect">
            <a:avLst/>
          </a:prstGeom>
          <a:noFill/>
          <a:ln/>
        </p:spPr>
        <p:txBody>
          <a:bodyPr wrap="square" lIns="0" tIns="0" rIns="0" bIns="0" rtlCol="0" anchor="t"/>
          <a:lstStyle/>
          <a:p>
            <a:pPr indent="0" marL="0">
              <a:buNone/>
            </a:pPr>
            <a:r>
              <a:rPr lang="en-US" sz="1500" b="1" dirty="0">
                <a:solidFill>
                  <a:srgbClr val="F3F5F2"/>
                </a:solidFill>
                <a:latin typeface="Segoe UI" pitchFamily="34" charset="0"/>
                <a:ea typeface="Segoe UI" pitchFamily="34" charset="-122"/>
                <a:cs typeface="Segoe UI" pitchFamily="34" charset="-120"/>
              </a:rPr>
              <a:t>Gmail</a:t>
            </a:r>
            <a:endParaRPr lang="en-US" sz="1500" dirty="0"/>
          </a:p>
        </p:txBody>
      </p:sp>
      <p:sp>
        <p:nvSpPr>
          <p:cNvPr id="8" name="rb1"/>
          <p:cNvSpPr/>
          <p:nvPr/>
        </p:nvSpPr>
        <p:spPr>
          <a:xfrm>
            <a:off x="2146300" y="2501900"/>
            <a:ext cx="3556000" cy="330200"/>
          </a:xfrm>
          <a:prstGeom prst="roundRect">
            <a:avLst>
              <a:gd name="adj" fmla="val 49846"/>
            </a:avLst>
          </a:prstGeom>
          <a:solidFill>
            <a:srgbClr val="F2A541"/>
          </a:solidFill>
          <a:ln/>
        </p:spPr>
      </p:sp>
      <p:sp>
        <p:nvSpPr>
          <p:cNvPr id="9" name="rv1"/>
          <p:cNvSpPr txBox="1"/>
          <p:nvPr/>
        </p:nvSpPr>
        <p:spPr>
          <a:xfrm>
            <a:off x="5829300" y="2514600"/>
            <a:ext cx="571500" cy="317500"/>
          </a:xfrm>
          <a:prstGeom prst="rect">
            <a:avLst/>
          </a:prstGeom>
          <a:noFill/>
          <a:ln/>
        </p:spPr>
        <p:txBody>
          <a:bodyPr wrap="square" lIns="0" tIns="0" rIns="0" bIns="0" rtlCol="0" anchor="t"/>
          <a:lstStyle/>
          <a:p>
            <a:pPr indent="0" marL="0">
              <a:buNone/>
            </a:pPr>
            <a:r>
              <a:rPr lang="en-US" sz="1800" b="1" dirty="0">
                <a:solidFill>
                  <a:srgbClr val="F3F5F2"/>
                </a:solidFill>
                <a:latin typeface="Segoe UI" pitchFamily="34" charset="0"/>
                <a:ea typeface="Segoe UI" pitchFamily="34" charset="-122"/>
                <a:cs typeface="Segoe UI" pitchFamily="34" charset="-120"/>
              </a:rPr>
              <a:t>20</a:t>
            </a:r>
            <a:endParaRPr lang="en-US" sz="1800" dirty="0"/>
          </a:p>
        </p:txBody>
      </p:sp>
      <p:sp>
        <p:nvSpPr>
          <p:cNvPr id="10" name="rl2"/>
          <p:cNvSpPr txBox="1"/>
          <p:nvPr/>
        </p:nvSpPr>
        <p:spPr>
          <a:xfrm>
            <a:off x="812800" y="3009900"/>
            <a:ext cx="1270000" cy="279400"/>
          </a:xfrm>
          <a:prstGeom prst="rect">
            <a:avLst/>
          </a:prstGeom>
          <a:noFill/>
          <a:ln/>
        </p:spPr>
        <p:txBody>
          <a:bodyPr wrap="square" lIns="0" tIns="0" rIns="0" bIns="0" rtlCol="0" anchor="t"/>
          <a:lstStyle/>
          <a:p>
            <a:pPr indent="0" marL="0">
              <a:buNone/>
            </a:pPr>
            <a:r>
              <a:rPr lang="en-US" sz="1500" b="1" dirty="0">
                <a:solidFill>
                  <a:srgbClr val="F3F5F2"/>
                </a:solidFill>
                <a:latin typeface="Segoe UI" pitchFamily="34" charset="0"/>
                <a:ea typeface="Segoe UI" pitchFamily="34" charset="-122"/>
                <a:cs typeface="Segoe UI" pitchFamily="34" charset="-120"/>
              </a:rPr>
              <a:t>Facebook</a:t>
            </a:r>
            <a:endParaRPr lang="en-US" sz="1500" dirty="0"/>
          </a:p>
        </p:txBody>
      </p:sp>
      <p:sp>
        <p:nvSpPr>
          <p:cNvPr id="11" name="rb2"/>
          <p:cNvSpPr/>
          <p:nvPr/>
        </p:nvSpPr>
        <p:spPr>
          <a:xfrm>
            <a:off x="2146300" y="2971800"/>
            <a:ext cx="2844800" cy="330200"/>
          </a:xfrm>
          <a:prstGeom prst="roundRect">
            <a:avLst>
              <a:gd name="adj" fmla="val 49846"/>
            </a:avLst>
          </a:prstGeom>
          <a:solidFill>
            <a:srgbClr val="3A5A80"/>
          </a:solidFill>
          <a:ln/>
        </p:spPr>
      </p:sp>
      <p:sp>
        <p:nvSpPr>
          <p:cNvPr id="12" name="rv2"/>
          <p:cNvSpPr txBox="1"/>
          <p:nvPr/>
        </p:nvSpPr>
        <p:spPr>
          <a:xfrm>
            <a:off x="5118100" y="2984500"/>
            <a:ext cx="571500" cy="317500"/>
          </a:xfrm>
          <a:prstGeom prst="rect">
            <a:avLst/>
          </a:prstGeom>
          <a:noFill/>
          <a:ln/>
        </p:spPr>
        <p:txBody>
          <a:bodyPr wrap="square" lIns="0" tIns="0" rIns="0" bIns="0" rtlCol="0" anchor="t"/>
          <a:lstStyle/>
          <a:p>
            <a:pPr indent="0" marL="0">
              <a:buNone/>
            </a:pPr>
            <a:r>
              <a:rPr lang="en-US" sz="1800" b="1" dirty="0">
                <a:solidFill>
                  <a:srgbClr val="F3F5F2"/>
                </a:solidFill>
                <a:latin typeface="Segoe UI" pitchFamily="34" charset="0"/>
                <a:ea typeface="Segoe UI" pitchFamily="34" charset="-122"/>
                <a:cs typeface="Segoe UI" pitchFamily="34" charset="-120"/>
              </a:rPr>
              <a:t>16</a:t>
            </a:r>
            <a:endParaRPr lang="en-US" sz="1800" dirty="0"/>
          </a:p>
        </p:txBody>
      </p:sp>
      <p:sp>
        <p:nvSpPr>
          <p:cNvPr id="13" name="rl3"/>
          <p:cNvSpPr txBox="1"/>
          <p:nvPr/>
        </p:nvSpPr>
        <p:spPr>
          <a:xfrm>
            <a:off x="812800" y="3479800"/>
            <a:ext cx="1270000" cy="279400"/>
          </a:xfrm>
          <a:prstGeom prst="rect">
            <a:avLst/>
          </a:prstGeom>
          <a:noFill/>
          <a:ln/>
        </p:spPr>
        <p:txBody>
          <a:bodyPr wrap="square" lIns="0" tIns="0" rIns="0" bIns="0" rtlCol="0" anchor="t"/>
          <a:lstStyle/>
          <a:p>
            <a:pPr indent="0" marL="0">
              <a:buNone/>
            </a:pPr>
            <a:r>
              <a:rPr lang="en-US" sz="1500" b="1" dirty="0">
                <a:solidFill>
                  <a:srgbClr val="F3F5F2"/>
                </a:solidFill>
                <a:latin typeface="Segoe UI" pitchFamily="34" charset="0"/>
                <a:ea typeface="Segoe UI" pitchFamily="34" charset="-122"/>
                <a:cs typeface="Segoe UI" pitchFamily="34" charset="-120"/>
              </a:rPr>
              <a:t>Instagram</a:t>
            </a:r>
            <a:endParaRPr lang="en-US" sz="1500" dirty="0"/>
          </a:p>
        </p:txBody>
      </p:sp>
      <p:sp>
        <p:nvSpPr>
          <p:cNvPr id="14" name="rb3"/>
          <p:cNvSpPr/>
          <p:nvPr/>
        </p:nvSpPr>
        <p:spPr>
          <a:xfrm>
            <a:off x="2146300" y="3441700"/>
            <a:ext cx="2844800" cy="330200"/>
          </a:xfrm>
          <a:prstGeom prst="roundRect">
            <a:avLst>
              <a:gd name="adj" fmla="val 49846"/>
            </a:avLst>
          </a:prstGeom>
          <a:solidFill>
            <a:srgbClr val="3A5A80"/>
          </a:solidFill>
          <a:ln/>
        </p:spPr>
      </p:sp>
      <p:sp>
        <p:nvSpPr>
          <p:cNvPr id="15" name="rv3"/>
          <p:cNvSpPr txBox="1"/>
          <p:nvPr/>
        </p:nvSpPr>
        <p:spPr>
          <a:xfrm>
            <a:off x="5118100" y="3454400"/>
            <a:ext cx="571500" cy="317500"/>
          </a:xfrm>
          <a:prstGeom prst="rect">
            <a:avLst/>
          </a:prstGeom>
          <a:noFill/>
          <a:ln/>
        </p:spPr>
        <p:txBody>
          <a:bodyPr wrap="square" lIns="0" tIns="0" rIns="0" bIns="0" rtlCol="0" anchor="t"/>
          <a:lstStyle/>
          <a:p>
            <a:pPr indent="0" marL="0">
              <a:buNone/>
            </a:pPr>
            <a:r>
              <a:rPr lang="en-US" sz="1800" b="1" dirty="0">
                <a:solidFill>
                  <a:srgbClr val="F3F5F2"/>
                </a:solidFill>
                <a:latin typeface="Segoe UI" pitchFamily="34" charset="0"/>
                <a:ea typeface="Segoe UI" pitchFamily="34" charset="-122"/>
                <a:cs typeface="Segoe UI" pitchFamily="34" charset="-120"/>
              </a:rPr>
              <a:t>16</a:t>
            </a:r>
            <a:endParaRPr lang="en-US" sz="1800" dirty="0"/>
          </a:p>
        </p:txBody>
      </p:sp>
      <p:sp>
        <p:nvSpPr>
          <p:cNvPr id="16" name="rl4"/>
          <p:cNvSpPr txBox="1"/>
          <p:nvPr/>
        </p:nvSpPr>
        <p:spPr>
          <a:xfrm>
            <a:off x="812800" y="3949700"/>
            <a:ext cx="1270000" cy="279400"/>
          </a:xfrm>
          <a:prstGeom prst="rect">
            <a:avLst/>
          </a:prstGeom>
          <a:noFill/>
          <a:ln/>
        </p:spPr>
        <p:txBody>
          <a:bodyPr wrap="square" lIns="0" tIns="0" rIns="0" bIns="0" rtlCol="0" anchor="t"/>
          <a:lstStyle/>
          <a:p>
            <a:pPr indent="0" marL="0">
              <a:buNone/>
            </a:pPr>
            <a:r>
              <a:rPr lang="en-US" sz="1500" b="1" dirty="0">
                <a:solidFill>
                  <a:srgbClr val="F3F5F2"/>
                </a:solidFill>
                <a:latin typeface="Segoe UI" pitchFamily="34" charset="0"/>
                <a:ea typeface="Segoe UI" pitchFamily="34" charset="-122"/>
                <a:cs typeface="Segoe UI" pitchFamily="34" charset="-120"/>
              </a:rPr>
              <a:t>bKash</a:t>
            </a:r>
            <a:endParaRPr lang="en-US" sz="1500" dirty="0"/>
          </a:p>
        </p:txBody>
      </p:sp>
      <p:sp>
        <p:nvSpPr>
          <p:cNvPr id="17" name="rb4"/>
          <p:cNvSpPr/>
          <p:nvPr/>
        </p:nvSpPr>
        <p:spPr>
          <a:xfrm>
            <a:off x="2146300" y="3911600"/>
            <a:ext cx="2667000" cy="330200"/>
          </a:xfrm>
          <a:prstGeom prst="roundRect">
            <a:avLst>
              <a:gd name="adj" fmla="val 49846"/>
            </a:avLst>
          </a:prstGeom>
          <a:solidFill>
            <a:srgbClr val="3A5A80"/>
          </a:solidFill>
          <a:ln/>
        </p:spPr>
      </p:sp>
      <p:sp>
        <p:nvSpPr>
          <p:cNvPr id="18" name="rv4"/>
          <p:cNvSpPr txBox="1"/>
          <p:nvPr/>
        </p:nvSpPr>
        <p:spPr>
          <a:xfrm>
            <a:off x="4940300" y="3924300"/>
            <a:ext cx="571500" cy="317500"/>
          </a:xfrm>
          <a:prstGeom prst="rect">
            <a:avLst/>
          </a:prstGeom>
          <a:noFill/>
          <a:ln/>
        </p:spPr>
        <p:txBody>
          <a:bodyPr wrap="square" lIns="0" tIns="0" rIns="0" bIns="0" rtlCol="0" anchor="t"/>
          <a:lstStyle/>
          <a:p>
            <a:pPr indent="0" marL="0">
              <a:buNone/>
            </a:pPr>
            <a:r>
              <a:rPr lang="en-US" sz="1800" b="1" dirty="0">
                <a:solidFill>
                  <a:srgbClr val="F3F5F2"/>
                </a:solidFill>
                <a:latin typeface="Segoe UI" pitchFamily="34" charset="0"/>
                <a:ea typeface="Segoe UI" pitchFamily="34" charset="-122"/>
                <a:cs typeface="Segoe UI" pitchFamily="34" charset="-120"/>
              </a:rPr>
              <a:t>15</a:t>
            </a:r>
            <a:endParaRPr lang="en-US" sz="1800" dirty="0"/>
          </a:p>
        </p:txBody>
      </p:sp>
      <p:sp>
        <p:nvSpPr>
          <p:cNvPr id="19" name="axis"/>
          <p:cNvSpPr txBox="1"/>
          <p:nvPr/>
        </p:nvSpPr>
        <p:spPr>
          <a:xfrm>
            <a:off x="2146300" y="4406900"/>
            <a:ext cx="3810000" cy="203200"/>
          </a:xfrm>
          <a:prstGeom prst="rect">
            <a:avLst/>
          </a:prstGeom>
          <a:noFill/>
          <a:ln/>
        </p:spPr>
        <p:txBody>
          <a:bodyPr wrap="square" lIns="0" tIns="0" rIns="0" bIns="0" rtlCol="0" anchor="t"/>
          <a:lstStyle/>
          <a:p>
            <a:pPr indent="0" marL="0">
              <a:buNone/>
            </a:pPr>
            <a:r>
              <a:rPr lang="en-US" sz="1200" dirty="0">
                <a:solidFill>
                  <a:srgbClr val="BFD0DF"/>
                </a:solidFill>
                <a:latin typeface="Segoe UI" pitchFamily="34" charset="0"/>
                <a:ea typeface="Segoe UI" pitchFamily="34" charset="-122"/>
                <a:cs typeface="Segoe UI" pitchFamily="34" charset="-120"/>
              </a:rPr>
              <a:t>Total score out of 25</a:t>
            </a:r>
            <a:endParaRPr lang="en-US" sz="1200" dirty="0"/>
          </a:p>
        </p:txBody>
      </p:sp>
      <p:sp>
        <p:nvSpPr>
          <p:cNvPr id="20" name="cb0"/>
          <p:cNvSpPr/>
          <p:nvPr/>
        </p:nvSpPr>
        <p:spPr>
          <a:xfrm>
            <a:off x="7543800" y="2032000"/>
            <a:ext cx="3835400" cy="787400"/>
          </a:xfrm>
          <a:prstGeom prst="roundRect">
            <a:avLst>
              <a:gd name="adj" fmla="val 9290"/>
            </a:avLst>
          </a:prstGeom>
          <a:solidFill>
            <a:srgbClr val="16233A"/>
          </a:solidFill>
          <a:ln/>
        </p:spPr>
      </p:sp>
      <p:sp>
        <p:nvSpPr>
          <p:cNvPr id="21" name="cbar0"/>
          <p:cNvSpPr/>
          <p:nvPr/>
        </p:nvSpPr>
        <p:spPr>
          <a:xfrm>
            <a:off x="7543800" y="2032000"/>
            <a:ext cx="63500" cy="787400"/>
          </a:xfrm>
          <a:prstGeom prst="rect">
            <a:avLst/>
          </a:prstGeom>
          <a:solidFill>
            <a:srgbClr val="F2A541"/>
          </a:solidFill>
          <a:ln/>
        </p:spPr>
      </p:sp>
      <p:sp>
        <p:nvSpPr>
          <p:cNvPr id="22" name="ct0"/>
          <p:cNvSpPr txBox="1"/>
          <p:nvPr/>
        </p:nvSpPr>
        <p:spPr>
          <a:xfrm>
            <a:off x="7747000" y="2133600"/>
            <a:ext cx="3530600" cy="609600"/>
          </a:xfrm>
          <a:prstGeom prst="rect">
            <a:avLst/>
          </a:prstGeom>
          <a:noFill/>
          <a:ln/>
        </p:spPr>
        <p:txBody>
          <a:bodyPr wrap="square" lIns="0" tIns="0" rIns="0" bIns="0" rtlCol="0" anchor="t"/>
          <a:lstStyle/>
          <a:p>
            <a:pPr indent="0" marL="0">
              <a:buNone/>
            </a:pPr>
            <a:r>
              <a:rPr lang="en-US" sz="1400" b="1" dirty="0">
                <a:solidFill>
                  <a:srgbClr val="F3F5F2"/>
                </a:solidFill>
                <a:latin typeface="Segoe UI" pitchFamily="34" charset="0"/>
                <a:ea typeface="Segoe UI" pitchFamily="34" charset="-122"/>
                <a:cs typeface="Segoe UI" pitchFamily="34" charset="-120"/>
              </a:rPr>
              <a:t>Most secure by default: WhatsApp</a:t>
            </a:r>
            <a:endParaRPr lang="en-US" sz="1600" dirty="0"/>
          </a:p>
          <a:p>
            <a:pPr indent="0" marL="0">
              <a:buNone/>
            </a:pPr>
            <a:r>
              <a:rPr lang="en-US" sz="1200" dirty="0">
                <a:solidFill>
                  <a:srgbClr val="BFD0DF"/>
                </a:solidFill>
                <a:latin typeface="Segoe UI" pitchFamily="34" charset="0"/>
                <a:ea typeface="Segoe UI" pitchFamily="34" charset="-122"/>
                <a:cs typeface="Segoe UI" pitchFamily="34" charset="-120"/>
              </a:rPr>
              <a:t>Encryption is on from install; it was never broken</a:t>
            </a:r>
            <a:endParaRPr lang="en-US" sz="1600" dirty="0"/>
          </a:p>
        </p:txBody>
      </p:sp>
      <p:sp>
        <p:nvSpPr>
          <p:cNvPr id="23" name="cb1"/>
          <p:cNvSpPr/>
          <p:nvPr/>
        </p:nvSpPr>
        <p:spPr>
          <a:xfrm>
            <a:off x="7543800" y="2921000"/>
            <a:ext cx="3835400" cy="787400"/>
          </a:xfrm>
          <a:prstGeom prst="roundRect">
            <a:avLst>
              <a:gd name="adj" fmla="val 9290"/>
            </a:avLst>
          </a:prstGeom>
          <a:solidFill>
            <a:srgbClr val="16233A"/>
          </a:solidFill>
          <a:ln/>
        </p:spPr>
      </p:sp>
      <p:sp>
        <p:nvSpPr>
          <p:cNvPr id="24" name="cbar1"/>
          <p:cNvSpPr/>
          <p:nvPr/>
        </p:nvSpPr>
        <p:spPr>
          <a:xfrm>
            <a:off x="7543800" y="2921000"/>
            <a:ext cx="63500" cy="787400"/>
          </a:xfrm>
          <a:prstGeom prst="rect">
            <a:avLst/>
          </a:prstGeom>
          <a:solidFill>
            <a:srgbClr val="3FD0C9"/>
          </a:solidFill>
          <a:ln/>
        </p:spPr>
      </p:sp>
      <p:sp>
        <p:nvSpPr>
          <p:cNvPr id="25" name="ct1"/>
          <p:cNvSpPr txBox="1"/>
          <p:nvPr/>
        </p:nvSpPr>
        <p:spPr>
          <a:xfrm>
            <a:off x="7747000" y="3022600"/>
            <a:ext cx="3530600" cy="609600"/>
          </a:xfrm>
          <a:prstGeom prst="rect">
            <a:avLst/>
          </a:prstGeom>
          <a:noFill/>
          <a:ln/>
        </p:spPr>
        <p:txBody>
          <a:bodyPr wrap="square" lIns="0" tIns="0" rIns="0" bIns="0" rtlCol="0" anchor="t"/>
          <a:lstStyle/>
          <a:p>
            <a:pPr indent="0" marL="0">
              <a:buNone/>
            </a:pPr>
            <a:r>
              <a:rPr lang="en-US" sz="1400" b="1" dirty="0">
                <a:solidFill>
                  <a:srgbClr val="F3F5F2"/>
                </a:solidFill>
                <a:latin typeface="Segoe UI" pitchFamily="34" charset="0"/>
                <a:ea typeface="Segoe UI" pitchFamily="34" charset="-122"/>
                <a:cs typeface="Segoe UI" pitchFamily="34" charset="-120"/>
              </a:rPr>
              <a:t>Protect first: Gmail</a:t>
            </a:r>
            <a:endParaRPr lang="en-US" sz="1600" dirty="0"/>
          </a:p>
          <a:p>
            <a:pPr indent="0" marL="0">
              <a:buNone/>
            </a:pPr>
            <a:r>
              <a:rPr lang="en-US" sz="1200" dirty="0">
                <a:solidFill>
                  <a:srgbClr val="BFD0DF"/>
                </a:solidFill>
                <a:latin typeface="Segoe UI" pitchFamily="34" charset="0"/>
                <a:ea typeface="Segoe UI" pitchFamily="34" charset="-122"/>
                <a:cs typeface="Segoe UI" pitchFamily="34" charset="-120"/>
              </a:rPr>
              <a:t>The master key: once it fell, two more doors followed</a:t>
            </a:r>
            <a:endParaRPr lang="en-US" sz="1600" dirty="0"/>
          </a:p>
        </p:txBody>
      </p:sp>
      <p:sp>
        <p:nvSpPr>
          <p:cNvPr id="26" name="cb2"/>
          <p:cNvSpPr/>
          <p:nvPr/>
        </p:nvSpPr>
        <p:spPr>
          <a:xfrm>
            <a:off x="7543800" y="3810000"/>
            <a:ext cx="3835400" cy="787400"/>
          </a:xfrm>
          <a:prstGeom prst="roundRect">
            <a:avLst>
              <a:gd name="adj" fmla="val 9290"/>
            </a:avLst>
          </a:prstGeom>
          <a:solidFill>
            <a:srgbClr val="16233A"/>
          </a:solidFill>
          <a:ln/>
        </p:spPr>
      </p:sp>
      <p:sp>
        <p:nvSpPr>
          <p:cNvPr id="27" name="cbar2"/>
          <p:cNvSpPr/>
          <p:nvPr/>
        </p:nvSpPr>
        <p:spPr>
          <a:xfrm>
            <a:off x="7543800" y="3810000"/>
            <a:ext cx="63500" cy="787400"/>
          </a:xfrm>
          <a:prstGeom prst="rect">
            <a:avLst/>
          </a:prstGeom>
          <a:solidFill>
            <a:srgbClr val="FF6B5E"/>
          </a:solidFill>
          <a:ln/>
        </p:spPr>
      </p:sp>
      <p:sp>
        <p:nvSpPr>
          <p:cNvPr id="28" name="ct2"/>
          <p:cNvSpPr txBox="1"/>
          <p:nvPr/>
        </p:nvSpPr>
        <p:spPr>
          <a:xfrm>
            <a:off x="7747000" y="3911600"/>
            <a:ext cx="3530600" cy="609600"/>
          </a:xfrm>
          <a:prstGeom prst="rect">
            <a:avLst/>
          </a:prstGeom>
          <a:noFill/>
          <a:ln/>
        </p:spPr>
        <p:txBody>
          <a:bodyPr wrap="square" lIns="0" tIns="0" rIns="0" bIns="0" rtlCol="0" anchor="t"/>
          <a:lstStyle/>
          <a:p>
            <a:pPr indent="0" marL="0">
              <a:buNone/>
            </a:pPr>
            <a:r>
              <a:rPr lang="en-US" sz="1400" b="1" dirty="0">
                <a:solidFill>
                  <a:srgbClr val="F3F5F2"/>
                </a:solidFill>
                <a:latin typeface="Segoe UI" pitchFamily="34" charset="0"/>
                <a:ea typeface="Segoe UI" pitchFamily="34" charset="-122"/>
                <a:cs typeface="Segoe UI" pitchFamily="34" charset="-120"/>
              </a:rPr>
              <a:t>Lowest: bKash</a:t>
            </a:r>
            <a:endParaRPr lang="en-US" sz="1600" dirty="0"/>
          </a:p>
          <a:p>
            <a:pPr indent="0" marL="0">
              <a:buNone/>
            </a:pPr>
            <a:r>
              <a:rPr lang="en-US" sz="1200" dirty="0">
                <a:solidFill>
                  <a:srgbClr val="BFD0DF"/>
                </a:solidFill>
                <a:latin typeface="Segoe UI" pitchFamily="34" charset="0"/>
                <a:ea typeface="Segoe UI" pitchFamily="34" charset="-122"/>
                <a:cs typeface="Segoe UI" pitchFamily="34" charset="-120"/>
              </a:rPr>
              <a:t>Scammers target the user, not the app</a:t>
            </a:r>
            <a:endParaRPr lang="en-US" sz="1600" dirty="0"/>
          </a:p>
        </p:txBody>
      </p:sp>
      <p:sp>
        <p:nvSpPr>
          <p:cNvPr id="29" name="banner"/>
          <p:cNvSpPr/>
          <p:nvPr/>
        </p:nvSpPr>
        <p:spPr>
          <a:xfrm>
            <a:off x="812800" y="5016500"/>
            <a:ext cx="10566400" cy="635000"/>
          </a:xfrm>
          <a:prstGeom prst="roundRect">
            <a:avLst>
              <a:gd name="adj" fmla="val 21600"/>
            </a:avLst>
          </a:prstGeom>
          <a:solidFill>
            <a:srgbClr val="F2A541"/>
          </a:solidFill>
          <a:ln/>
        </p:spPr>
        <p:txBody>
          <a:bodyPr wrap="square" lIns="0" tIns="0" rIns="0" bIns="0" rtlCol="0" anchor="ctr"/>
          <a:lstStyle/>
          <a:p>
            <a:pPr algn="ctr" indent="0" marL="0">
              <a:buNone/>
            </a:pPr>
            <a:r>
              <a:rPr lang="en-US" sz="1800" b="1" dirty="0">
                <a:solidFill>
                  <a:srgbClr val="0E1726"/>
                </a:solidFill>
                <a:latin typeface="Segoe UI" pitchFamily="34" charset="0"/>
                <a:ea typeface="Segoe UI" pitchFamily="34" charset="-122"/>
                <a:cs typeface="Segoe UI" pitchFamily="34" charset="-120"/>
              </a:rPr>
              <a:t>Not a single lock was broken. Every door was opened from the inside.</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18" fill="hold">
                      <p:stCondLst>
                        <p:cond delay="indefinite"/>
                        <p:cond evt="onBegin" delay="0">
                          <p:tn val="2"/>
                        </p:cond>
                      </p:stCondLst>
                      <p:childTnLst>
                        <p:par>
                          <p:cTn id="119"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childTnLst>
                                </p:cTn>
                              </p:par>
                              <p:par>
                                <p:cTn id="8"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11" presetID="22" presetClass="entr" presetSubtype="8" fill="hold" grpId="0"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1400"/>
                                        <p:tgtEl>
                                          <p:spTgt spid="5"/>
                                        </p:tgtEl>
                                      </p:cBhvr>
                                    </p:animEffect>
                                  </p:childTnLst>
                                </p:cTn>
                              </p:par>
                              <p:par>
                                <p:cTn id="14" presetID="10" presetClass="entr" presetSubtype="0" fill="hold" grpId="0" nodeType="withEffect">
                                  <p:stCondLst>
                                    <p:cond delay="4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7" presetID="22" presetClass="entr" presetSubtype="8" fill="hold" grpId="0" nodeType="withEffect">
                                  <p:stCondLst>
                                    <p:cond delay="50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1400"/>
                                        <p:tgtEl>
                                          <p:spTgt spid="8"/>
                                        </p:tgtEl>
                                      </p:cBhvr>
                                    </p:animEffect>
                                  </p:childTnLst>
                                </p:cTn>
                              </p:par>
                              <p:par>
                                <p:cTn id="20" presetID="10" presetClass="entr" presetSubtype="0" fill="hold" grpId="0" nodeType="withEffect">
                                  <p:stCondLst>
                                    <p:cond delay="6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3" presetID="22" presetClass="entr" presetSubtype="8" fill="hold" grpId="0" nodeType="withEffect">
                                  <p:stCondLst>
                                    <p:cond delay="70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1400"/>
                                        <p:tgtEl>
                                          <p:spTgt spid="11"/>
                                        </p:tgtEl>
                                      </p:cBhvr>
                                    </p:animEffect>
                                  </p:childTnLst>
                                </p:cTn>
                              </p:par>
                              <p:par>
                                <p:cTn id="26" presetID="10" presetClass="entr" presetSubtype="0" fill="hold" grpId="0" nodeType="withEffect">
                                  <p:stCondLst>
                                    <p:cond delay="80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9" presetID="22" presetClass="entr" presetSubtype="8" fill="hold" grpId="0" nodeType="withEffect">
                                  <p:stCondLst>
                                    <p:cond delay="90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1400"/>
                                        <p:tgtEl>
                                          <p:spTgt spid="14"/>
                                        </p:tgtEl>
                                      </p:cBhvr>
                                    </p:animEffect>
                                  </p:childTnLst>
                                </p:cTn>
                              </p:par>
                              <p:par>
                                <p:cTn id="32" presetID="10" presetClass="entr" presetSubtype="0" fill="hold" grpId="0" nodeType="withEffect">
                                  <p:stCondLst>
                                    <p:cond delay="100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5" presetID="22" presetClass="entr" presetSubtype="8" fill="hold" grpId="0" nodeType="withEffect">
                                  <p:stCondLst>
                                    <p:cond delay="110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1400"/>
                                        <p:tgtEl>
                                          <p:spTgt spid="17"/>
                                        </p:tgtEl>
                                      </p:cBhvr>
                                    </p:animEffect>
                                  </p:childTnLst>
                                </p:cTn>
                              </p:par>
                              <p:par>
                                <p:cTn id="40" presetID="53" presetClass="entr" presetSubtype="16" fill="hold" grpId="0" nodeType="withEffect">
                                  <p:stCondLst>
                                    <p:cond delay="150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400" fill="hold"/>
                                        <p:tgtEl>
                                          <p:spTgt spid="6"/>
                                        </p:tgtEl>
                                        <p:attrNameLst>
                                          <p:attrName>ppt_w</p:attrName>
                                        </p:attrNameLst>
                                      </p:cBhvr>
                                      <p:tavLst>
                                        <p:tav tm="0">
                                          <p:val>
                                            <p:strVal val="0"/>
                                          </p:val>
                                        </p:tav>
                                        <p:tav tm="100000">
                                          <p:val>
                                            <p:strVal val="#ppt_w"/>
                                          </p:val>
                                        </p:tav>
                                      </p:tavLst>
                                    </p:anim>
                                    <p:anim calcmode="lin" valueType="num">
                                      <p:cBhvr additive="base">
                                        <p:cTn id="38" dur="400" fill="hold"/>
                                        <p:tgtEl>
                                          <p:spTgt spid="6"/>
                                        </p:tgtEl>
                                        <p:attrNameLst>
                                          <p:attrName>ppt_h</p:attrName>
                                        </p:attrNameLst>
                                      </p:cBhvr>
                                      <p:tavLst>
                                        <p:tav tm="0">
                                          <p:val>
                                            <p:strVal val="0"/>
                                          </p:val>
                                        </p:tav>
                                        <p:tav tm="100000">
                                          <p:val>
                                            <p:strVal val="#ppt_h"/>
                                          </p:val>
                                        </p:tav>
                                      </p:tavLst>
                                    </p:anim>
                                    <p:animEffect transition="in" filter="fade">
                                      <p:cBhvr>
                                        <p:cTn id="39" dur="400"/>
                                        <p:tgtEl>
                                          <p:spTgt spid="6"/>
                                        </p:tgtEl>
                                      </p:cBhvr>
                                    </p:animEffect>
                                  </p:childTnLst>
                                </p:cTn>
                              </p:par>
                              <p:par>
                                <p:cTn id="43" presetID="10" presetClass="entr" presetSubtype="0" fill="hold" grpId="0" nodeType="withEffect">
                                  <p:stCondLst>
                                    <p:cond delay="160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8" presetID="53" presetClass="entr" presetSubtype="16" fill="hold" grpId="0" nodeType="withEffect">
                                  <p:stCondLst>
                                    <p:cond delay="170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400" fill="hold"/>
                                        <p:tgtEl>
                                          <p:spTgt spid="9"/>
                                        </p:tgtEl>
                                        <p:attrNameLst>
                                          <p:attrName>ppt_w</p:attrName>
                                        </p:attrNameLst>
                                      </p:cBhvr>
                                      <p:tavLst>
                                        <p:tav tm="0">
                                          <p:val>
                                            <p:strVal val="0"/>
                                          </p:val>
                                        </p:tav>
                                        <p:tav tm="100000">
                                          <p:val>
                                            <p:strVal val="#ppt_w"/>
                                          </p:val>
                                        </p:tav>
                                      </p:tavLst>
                                    </p:anim>
                                    <p:anim calcmode="lin" valueType="num">
                                      <p:cBhvr additive="base">
                                        <p:cTn id="46" dur="400" fill="hold"/>
                                        <p:tgtEl>
                                          <p:spTgt spid="9"/>
                                        </p:tgtEl>
                                        <p:attrNameLst>
                                          <p:attrName>ppt_h</p:attrName>
                                        </p:attrNameLst>
                                      </p:cBhvr>
                                      <p:tavLst>
                                        <p:tav tm="0">
                                          <p:val>
                                            <p:strVal val="0"/>
                                          </p:val>
                                        </p:tav>
                                        <p:tav tm="100000">
                                          <p:val>
                                            <p:strVal val="#ppt_h"/>
                                          </p:val>
                                        </p:tav>
                                      </p:tavLst>
                                    </p:anim>
                                    <p:animEffect transition="in" filter="fade">
                                      <p:cBhvr>
                                        <p:cTn id="47" dur="400"/>
                                        <p:tgtEl>
                                          <p:spTgt spid="9"/>
                                        </p:tgtEl>
                                      </p:cBhvr>
                                    </p:animEffect>
                                  </p:childTnLst>
                                </p:cTn>
                              </p:par>
                              <p:par>
                                <p:cTn id="53" presetID="53" presetClass="entr" presetSubtype="16" fill="hold" grpId="0" nodeType="withEffect">
                                  <p:stCondLst>
                                    <p:cond delay="190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400" fill="hold"/>
                                        <p:tgtEl>
                                          <p:spTgt spid="12"/>
                                        </p:tgtEl>
                                        <p:attrNameLst>
                                          <p:attrName>ppt_w</p:attrName>
                                        </p:attrNameLst>
                                      </p:cBhvr>
                                      <p:tavLst>
                                        <p:tav tm="0">
                                          <p:val>
                                            <p:strVal val="0"/>
                                          </p:val>
                                        </p:tav>
                                        <p:tav tm="100000">
                                          <p:val>
                                            <p:strVal val="#ppt_w"/>
                                          </p:val>
                                        </p:tav>
                                      </p:tavLst>
                                    </p:anim>
                                    <p:anim calcmode="lin" valueType="num">
                                      <p:cBhvr additive="base">
                                        <p:cTn id="51" dur="400" fill="hold"/>
                                        <p:tgtEl>
                                          <p:spTgt spid="12"/>
                                        </p:tgtEl>
                                        <p:attrNameLst>
                                          <p:attrName>ppt_h</p:attrName>
                                        </p:attrNameLst>
                                      </p:cBhvr>
                                      <p:tavLst>
                                        <p:tav tm="0">
                                          <p:val>
                                            <p:strVal val="0"/>
                                          </p:val>
                                        </p:tav>
                                        <p:tav tm="100000">
                                          <p:val>
                                            <p:strVal val="#ppt_h"/>
                                          </p:val>
                                        </p:tav>
                                      </p:tavLst>
                                    </p:anim>
                                    <p:animEffect transition="in" filter="fade">
                                      <p:cBhvr>
                                        <p:cTn id="52" dur="400"/>
                                        <p:tgtEl>
                                          <p:spTgt spid="12"/>
                                        </p:tgtEl>
                                      </p:cBhvr>
                                    </p:animEffect>
                                  </p:childTnLst>
                                </p:cTn>
                              </p:par>
                              <p:par>
                                <p:cTn id="58" presetID="53" presetClass="entr" presetSubtype="16" fill="hold" grpId="0" nodeType="withEffect">
                                  <p:stCondLst>
                                    <p:cond delay="210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400" fill="hold"/>
                                        <p:tgtEl>
                                          <p:spTgt spid="15"/>
                                        </p:tgtEl>
                                        <p:attrNameLst>
                                          <p:attrName>ppt_w</p:attrName>
                                        </p:attrNameLst>
                                      </p:cBhvr>
                                      <p:tavLst>
                                        <p:tav tm="0">
                                          <p:val>
                                            <p:strVal val="0"/>
                                          </p:val>
                                        </p:tav>
                                        <p:tav tm="100000">
                                          <p:val>
                                            <p:strVal val="#ppt_w"/>
                                          </p:val>
                                        </p:tav>
                                      </p:tavLst>
                                    </p:anim>
                                    <p:anim calcmode="lin" valueType="num">
                                      <p:cBhvr additive="base">
                                        <p:cTn id="56" dur="400" fill="hold"/>
                                        <p:tgtEl>
                                          <p:spTgt spid="15"/>
                                        </p:tgtEl>
                                        <p:attrNameLst>
                                          <p:attrName>ppt_h</p:attrName>
                                        </p:attrNameLst>
                                      </p:cBhvr>
                                      <p:tavLst>
                                        <p:tav tm="0">
                                          <p:val>
                                            <p:strVal val="0"/>
                                          </p:val>
                                        </p:tav>
                                        <p:tav tm="100000">
                                          <p:val>
                                            <p:strVal val="#ppt_h"/>
                                          </p:val>
                                        </p:tav>
                                      </p:tavLst>
                                    </p:anim>
                                    <p:animEffect transition="in" filter="fade">
                                      <p:cBhvr>
                                        <p:cTn id="57" dur="400"/>
                                        <p:tgtEl>
                                          <p:spTgt spid="15"/>
                                        </p:tgtEl>
                                      </p:cBhvr>
                                    </p:animEffect>
                                  </p:childTnLst>
                                </p:cTn>
                              </p:par>
                              <p:par>
                                <p:cTn id="63" presetID="42" presetClass="entr" presetSubtype="0" fill="hold" grpId="0" nodeType="withEffect">
                                  <p:stCondLst>
                                    <p:cond delay="220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700"/>
                                        <p:tgtEl>
                                          <p:spTgt spid="20"/>
                                        </p:tgtEl>
                                      </p:cBhvr>
                                    </p:animEffect>
                                    <p:anim calcmode="lin" valueType="num">
                                      <p:cBhvr additive="base">
                                        <p:cTn id="61" dur="700" fill="hold"/>
                                        <p:tgtEl>
                                          <p:spTgt spid="20"/>
                                        </p:tgtEl>
                                        <p:attrNameLst>
                                          <p:attrName>ppt_x</p:attrName>
                                        </p:attrNameLst>
                                      </p:cBhvr>
                                      <p:tavLst>
                                        <p:tav tm="0">
                                          <p:val>
                                            <p:strVal val="#ppt_x"/>
                                          </p:val>
                                        </p:tav>
                                        <p:tav tm="100000">
                                          <p:val>
                                            <p:strVal val="#ppt_x"/>
                                          </p:val>
                                        </p:tav>
                                      </p:tavLst>
                                    </p:anim>
                                    <p:anim calcmode="lin" valueType="num">
                                      <p:cBhvr additive="base">
                                        <p:cTn id="62" dur="700" fill="hold"/>
                                        <p:tgtEl>
                                          <p:spTgt spid="20"/>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220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700"/>
                                        <p:tgtEl>
                                          <p:spTgt spid="21"/>
                                        </p:tgtEl>
                                      </p:cBhvr>
                                    </p:animEffect>
                                    <p:anim calcmode="lin" valueType="num">
                                      <p:cBhvr additive="base">
                                        <p:cTn id="66" dur="700" fill="hold"/>
                                        <p:tgtEl>
                                          <p:spTgt spid="21"/>
                                        </p:tgtEl>
                                        <p:attrNameLst>
                                          <p:attrName>ppt_x</p:attrName>
                                        </p:attrNameLst>
                                      </p:cBhvr>
                                      <p:tavLst>
                                        <p:tav tm="0">
                                          <p:val>
                                            <p:strVal val="#ppt_x"/>
                                          </p:val>
                                        </p:tav>
                                        <p:tav tm="100000">
                                          <p:val>
                                            <p:strVal val="#ppt_x"/>
                                          </p:val>
                                        </p:tav>
                                      </p:tavLst>
                                    </p:anim>
                                    <p:anim calcmode="lin" valueType="num">
                                      <p:cBhvr additive="base">
                                        <p:cTn id="67" dur="700" fill="hold"/>
                                        <p:tgtEl>
                                          <p:spTgt spid="21"/>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220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700"/>
                                        <p:tgtEl>
                                          <p:spTgt spid="22"/>
                                        </p:tgtEl>
                                      </p:cBhvr>
                                    </p:animEffect>
                                    <p:anim calcmode="lin" valueType="num">
                                      <p:cBhvr additive="base">
                                        <p:cTn id="71" dur="700" fill="hold"/>
                                        <p:tgtEl>
                                          <p:spTgt spid="22"/>
                                        </p:tgtEl>
                                        <p:attrNameLst>
                                          <p:attrName>ppt_x</p:attrName>
                                        </p:attrNameLst>
                                      </p:cBhvr>
                                      <p:tavLst>
                                        <p:tav tm="0">
                                          <p:val>
                                            <p:strVal val="#ppt_x"/>
                                          </p:val>
                                        </p:tav>
                                        <p:tav tm="100000">
                                          <p:val>
                                            <p:strVal val="#ppt_x"/>
                                          </p:val>
                                        </p:tav>
                                      </p:tavLst>
                                    </p:anim>
                                    <p:anim calcmode="lin" valueType="num">
                                      <p:cBhvr additive="base">
                                        <p:cTn id="72" dur="700" fill="hold"/>
                                        <p:tgtEl>
                                          <p:spTgt spid="22"/>
                                        </p:tgtEl>
                                        <p:attrNameLst>
                                          <p:attrName>ppt_y</p:attrName>
                                        </p:attrNameLst>
                                      </p:cBhvr>
                                      <p:tavLst>
                                        <p:tav tm="0">
                                          <p:val>
                                            <p:strVal val="#ppt_y+.06"/>
                                          </p:val>
                                        </p:tav>
                                        <p:tav tm="100000">
                                          <p:val>
                                            <p:strVal val="#ppt_y"/>
                                          </p:val>
                                        </p:tav>
                                      </p:tavLst>
                                    </p:anim>
                                  </p:childTnLst>
                                </p:cTn>
                              </p:par>
                              <p:par>
                                <p:cTn id="78" presetID="53" presetClass="entr" presetSubtype="16" fill="hold" grpId="0" nodeType="withEffect">
                                  <p:stCondLst>
                                    <p:cond delay="2300"/>
                                  </p:stCondLst>
                                  <p:childTnLst>
                                    <p:set>
                                      <p:cBhvr>
                                        <p:cTn id="74" dur="1" fill="hold">
                                          <p:stCondLst>
                                            <p:cond delay="0"/>
                                          </p:stCondLst>
                                        </p:cTn>
                                        <p:tgtEl>
                                          <p:spTgt spid="18"/>
                                        </p:tgtEl>
                                        <p:attrNameLst>
                                          <p:attrName>style.visibility</p:attrName>
                                        </p:attrNameLst>
                                      </p:cBhvr>
                                      <p:to>
                                        <p:strVal val="visible"/>
                                      </p:to>
                                    </p:set>
                                    <p:anim calcmode="lin" valueType="num">
                                      <p:cBhvr additive="base">
                                        <p:cTn id="75" dur="400" fill="hold"/>
                                        <p:tgtEl>
                                          <p:spTgt spid="18"/>
                                        </p:tgtEl>
                                        <p:attrNameLst>
                                          <p:attrName>ppt_w</p:attrName>
                                        </p:attrNameLst>
                                      </p:cBhvr>
                                      <p:tavLst>
                                        <p:tav tm="0">
                                          <p:val>
                                            <p:strVal val="0"/>
                                          </p:val>
                                        </p:tav>
                                        <p:tav tm="100000">
                                          <p:val>
                                            <p:strVal val="#ppt_w"/>
                                          </p:val>
                                        </p:tav>
                                      </p:tavLst>
                                    </p:anim>
                                    <p:anim calcmode="lin" valueType="num">
                                      <p:cBhvr additive="base">
                                        <p:cTn id="76" dur="400" fill="hold"/>
                                        <p:tgtEl>
                                          <p:spTgt spid="18"/>
                                        </p:tgtEl>
                                        <p:attrNameLst>
                                          <p:attrName>ppt_h</p:attrName>
                                        </p:attrNameLst>
                                      </p:cBhvr>
                                      <p:tavLst>
                                        <p:tav tm="0">
                                          <p:val>
                                            <p:strVal val="0"/>
                                          </p:val>
                                        </p:tav>
                                        <p:tav tm="100000">
                                          <p:val>
                                            <p:strVal val="#ppt_h"/>
                                          </p:val>
                                        </p:tav>
                                      </p:tavLst>
                                    </p:anim>
                                    <p:animEffect transition="in" filter="fade">
                                      <p:cBhvr>
                                        <p:cTn id="77" dur="400"/>
                                        <p:tgtEl>
                                          <p:spTgt spid="18"/>
                                        </p:tgtEl>
                                      </p:cBhvr>
                                    </p:animEffect>
                                  </p:childTnLst>
                                </p:cTn>
                              </p:par>
                              <p:par>
                                <p:cTn id="80" presetID="6" presetClass="emph" presetSubtype="0" fill="hold" grpId="1" nodeType="withEffect" autoRev="1" repeatCount="indefinite">
                                  <p:stCondLst>
                                    <p:cond delay="2600"/>
                                  </p:stCondLst>
                                  <p:childTnLst>
                                    <p:animScale>
                                      <p:cBhvr>
                                        <p:cTn id="79" dur="1200" fill="hold"/>
                                        <p:tgtEl>
                                          <p:spTgt spid="5"/>
                                        </p:tgtEl>
                                      </p:cBhvr>
                                      <p:by x="103000" y="103000"/>
                                    </p:animScale>
                                  </p:childTnLst>
                                </p:cTn>
                              </p:par>
                              <p:par>
                                <p:cTn id="85" presetID="42" presetClass="entr" presetSubtype="0" fill="hold" grpId="0" nodeType="withEffect">
                                  <p:stCondLst>
                                    <p:cond delay="260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700"/>
                                        <p:tgtEl>
                                          <p:spTgt spid="23"/>
                                        </p:tgtEl>
                                      </p:cBhvr>
                                    </p:animEffect>
                                    <p:anim calcmode="lin" valueType="num">
                                      <p:cBhvr additive="base">
                                        <p:cTn id="83" dur="700" fill="hold"/>
                                        <p:tgtEl>
                                          <p:spTgt spid="23"/>
                                        </p:tgtEl>
                                        <p:attrNameLst>
                                          <p:attrName>ppt_x</p:attrName>
                                        </p:attrNameLst>
                                      </p:cBhvr>
                                      <p:tavLst>
                                        <p:tav tm="0">
                                          <p:val>
                                            <p:strVal val="#ppt_x"/>
                                          </p:val>
                                        </p:tav>
                                        <p:tav tm="100000">
                                          <p:val>
                                            <p:strVal val="#ppt_x"/>
                                          </p:val>
                                        </p:tav>
                                      </p:tavLst>
                                    </p:anim>
                                    <p:anim calcmode="lin" valueType="num">
                                      <p:cBhvr additive="base">
                                        <p:cTn id="84" dur="700" fill="hold"/>
                                        <p:tgtEl>
                                          <p:spTgt spid="23"/>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260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700"/>
                                        <p:tgtEl>
                                          <p:spTgt spid="24"/>
                                        </p:tgtEl>
                                      </p:cBhvr>
                                    </p:animEffect>
                                    <p:anim calcmode="lin" valueType="num">
                                      <p:cBhvr additive="base">
                                        <p:cTn id="88" dur="700" fill="hold"/>
                                        <p:tgtEl>
                                          <p:spTgt spid="24"/>
                                        </p:tgtEl>
                                        <p:attrNameLst>
                                          <p:attrName>ppt_x</p:attrName>
                                        </p:attrNameLst>
                                      </p:cBhvr>
                                      <p:tavLst>
                                        <p:tav tm="0">
                                          <p:val>
                                            <p:strVal val="#ppt_x"/>
                                          </p:val>
                                        </p:tav>
                                        <p:tav tm="100000">
                                          <p:val>
                                            <p:strVal val="#ppt_x"/>
                                          </p:val>
                                        </p:tav>
                                      </p:tavLst>
                                    </p:anim>
                                    <p:anim calcmode="lin" valueType="num">
                                      <p:cBhvr additive="base">
                                        <p:cTn id="89" dur="700" fill="hold"/>
                                        <p:tgtEl>
                                          <p:spTgt spid="24"/>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260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700"/>
                                        <p:tgtEl>
                                          <p:spTgt spid="25"/>
                                        </p:tgtEl>
                                      </p:cBhvr>
                                    </p:animEffect>
                                    <p:anim calcmode="lin" valueType="num">
                                      <p:cBhvr additive="base">
                                        <p:cTn id="93" dur="700" fill="hold"/>
                                        <p:tgtEl>
                                          <p:spTgt spid="25"/>
                                        </p:tgtEl>
                                        <p:attrNameLst>
                                          <p:attrName>ppt_x</p:attrName>
                                        </p:attrNameLst>
                                      </p:cBhvr>
                                      <p:tavLst>
                                        <p:tav tm="0">
                                          <p:val>
                                            <p:strVal val="#ppt_x"/>
                                          </p:val>
                                        </p:tav>
                                        <p:tav tm="100000">
                                          <p:val>
                                            <p:strVal val="#ppt_x"/>
                                          </p:val>
                                        </p:tav>
                                      </p:tavLst>
                                    </p:anim>
                                    <p:anim calcmode="lin" valueType="num">
                                      <p:cBhvr additive="base">
                                        <p:cTn id="94" dur="700" fill="hold"/>
                                        <p:tgtEl>
                                          <p:spTgt spid="25"/>
                                        </p:tgtEl>
                                        <p:attrNameLst>
                                          <p:attrName>ppt_y</p:attrName>
                                        </p:attrNameLst>
                                      </p:cBhvr>
                                      <p:tavLst>
                                        <p:tav tm="0">
                                          <p:val>
                                            <p:strVal val="#ppt_y+.06"/>
                                          </p:val>
                                        </p:tav>
                                        <p:tav tm="100000">
                                          <p:val>
                                            <p:strVal val="#ppt_y"/>
                                          </p:val>
                                        </p:tav>
                                      </p:tavLst>
                                    </p:anim>
                                  </p:childTnLst>
                                </p:cTn>
                              </p:par>
                              <p:par>
                                <p:cTn id="97" presetID="6" presetClass="emph" presetSubtype="0" fill="hold" grpId="1" nodeType="withEffect" autoRev="1" repeatCount="indefinite">
                                  <p:stCondLst>
                                    <p:cond delay="2900"/>
                                  </p:stCondLst>
                                  <p:childTnLst>
                                    <p:animScale>
                                      <p:cBhvr>
                                        <p:cTn id="96" dur="1200" fill="hold"/>
                                        <p:tgtEl>
                                          <p:spTgt spid="8"/>
                                        </p:tgtEl>
                                      </p:cBhvr>
                                      <p:by x="103000" y="103000"/>
                                    </p:animScale>
                                  </p:childTnLst>
                                </p:cTn>
                              </p:par>
                              <p:par>
                                <p:cTn id="102" presetID="42" presetClass="entr" presetSubtype="0" fill="hold" grpId="0" nodeType="withEffect">
                                  <p:stCondLst>
                                    <p:cond delay="300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700"/>
                                        <p:tgtEl>
                                          <p:spTgt spid="26"/>
                                        </p:tgtEl>
                                      </p:cBhvr>
                                    </p:animEffect>
                                    <p:anim calcmode="lin" valueType="num">
                                      <p:cBhvr additive="base">
                                        <p:cTn id="100" dur="700" fill="hold"/>
                                        <p:tgtEl>
                                          <p:spTgt spid="26"/>
                                        </p:tgtEl>
                                        <p:attrNameLst>
                                          <p:attrName>ppt_x</p:attrName>
                                        </p:attrNameLst>
                                      </p:cBhvr>
                                      <p:tavLst>
                                        <p:tav tm="0">
                                          <p:val>
                                            <p:strVal val="#ppt_x"/>
                                          </p:val>
                                        </p:tav>
                                        <p:tav tm="100000">
                                          <p:val>
                                            <p:strVal val="#ppt_x"/>
                                          </p:val>
                                        </p:tav>
                                      </p:tavLst>
                                    </p:anim>
                                    <p:anim calcmode="lin" valueType="num">
                                      <p:cBhvr additive="base">
                                        <p:cTn id="101" dur="700" fill="hold"/>
                                        <p:tgtEl>
                                          <p:spTgt spid="26"/>
                                        </p:tgtEl>
                                        <p:attrNameLst>
                                          <p:attrName>ppt_y</p:attrName>
                                        </p:attrNameLst>
                                      </p:cBhvr>
                                      <p:tavLst>
                                        <p:tav tm="0">
                                          <p:val>
                                            <p:strVal val="#ppt_y+.06"/>
                                          </p:val>
                                        </p:tav>
                                        <p:tav tm="100000">
                                          <p:val>
                                            <p:strVal val="#ppt_y"/>
                                          </p:val>
                                        </p:tav>
                                      </p:tavLst>
                                    </p:anim>
                                  </p:childTnLst>
                                </p:cTn>
                              </p:par>
                              <p:par>
                                <p:cTn id="107" presetID="42" presetClass="entr" presetSubtype="0" fill="hold" grpId="0" nodeType="withEffect">
                                  <p:stCondLst>
                                    <p:cond delay="300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4" dur="700"/>
                                        <p:tgtEl>
                                          <p:spTgt spid="27"/>
                                        </p:tgtEl>
                                      </p:cBhvr>
                                    </p:animEffect>
                                    <p:anim calcmode="lin" valueType="num">
                                      <p:cBhvr additive="base">
                                        <p:cTn id="105" dur="700" fill="hold"/>
                                        <p:tgtEl>
                                          <p:spTgt spid="27"/>
                                        </p:tgtEl>
                                        <p:attrNameLst>
                                          <p:attrName>ppt_x</p:attrName>
                                        </p:attrNameLst>
                                      </p:cBhvr>
                                      <p:tavLst>
                                        <p:tav tm="0">
                                          <p:val>
                                            <p:strVal val="#ppt_x"/>
                                          </p:val>
                                        </p:tav>
                                        <p:tav tm="100000">
                                          <p:val>
                                            <p:strVal val="#ppt_x"/>
                                          </p:val>
                                        </p:tav>
                                      </p:tavLst>
                                    </p:anim>
                                    <p:anim calcmode="lin" valueType="num">
                                      <p:cBhvr additive="base">
                                        <p:cTn id="106" dur="700" fill="hold"/>
                                        <p:tgtEl>
                                          <p:spTgt spid="27"/>
                                        </p:tgtEl>
                                        <p:attrNameLst>
                                          <p:attrName>ppt_y</p:attrName>
                                        </p:attrNameLst>
                                      </p:cBhvr>
                                      <p:tavLst>
                                        <p:tav tm="0">
                                          <p:val>
                                            <p:strVal val="#ppt_y+.06"/>
                                          </p:val>
                                        </p:tav>
                                        <p:tav tm="100000">
                                          <p:val>
                                            <p:strVal val="#ppt_y"/>
                                          </p:val>
                                        </p:tav>
                                      </p:tavLst>
                                    </p:anim>
                                  </p:childTnLst>
                                </p:cTn>
                              </p:par>
                              <p:par>
                                <p:cTn id="112" presetID="42" presetClass="entr" presetSubtype="0" fill="hold" grpId="0" nodeType="withEffect">
                                  <p:stCondLst>
                                    <p:cond delay="300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09" dur="700"/>
                                        <p:tgtEl>
                                          <p:spTgt spid="28"/>
                                        </p:tgtEl>
                                      </p:cBhvr>
                                    </p:animEffect>
                                    <p:anim calcmode="lin" valueType="num">
                                      <p:cBhvr additive="base">
                                        <p:cTn id="110" dur="700" fill="hold"/>
                                        <p:tgtEl>
                                          <p:spTgt spid="28"/>
                                        </p:tgtEl>
                                        <p:attrNameLst>
                                          <p:attrName>ppt_x</p:attrName>
                                        </p:attrNameLst>
                                      </p:cBhvr>
                                      <p:tavLst>
                                        <p:tav tm="0">
                                          <p:val>
                                            <p:strVal val="#ppt_x"/>
                                          </p:val>
                                        </p:tav>
                                        <p:tav tm="100000">
                                          <p:val>
                                            <p:strVal val="#ppt_x"/>
                                          </p:val>
                                        </p:tav>
                                      </p:tavLst>
                                    </p:anim>
                                    <p:anim calcmode="lin" valueType="num">
                                      <p:cBhvr additive="base">
                                        <p:cTn id="111" dur="700" fill="hold"/>
                                        <p:tgtEl>
                                          <p:spTgt spid="28"/>
                                        </p:tgtEl>
                                        <p:attrNameLst>
                                          <p:attrName>ppt_y</p:attrName>
                                        </p:attrNameLst>
                                      </p:cBhvr>
                                      <p:tavLst>
                                        <p:tav tm="0">
                                          <p:val>
                                            <p:strVal val="#ppt_y+.06"/>
                                          </p:val>
                                        </p:tav>
                                        <p:tav tm="100000">
                                          <p:val>
                                            <p:strVal val="#ppt_y"/>
                                          </p:val>
                                        </p:tav>
                                      </p:tavLst>
                                    </p:anim>
                                  </p:childTnLst>
                                </p:cTn>
                              </p:par>
                              <p:par>
                                <p:cTn id="117" presetID="53" presetClass="entr" presetSubtype="16" fill="hold" grpId="0" nodeType="withEffect">
                                  <p:stCondLst>
                                    <p:cond delay="4000"/>
                                  </p:stCondLst>
                                  <p:childTnLst>
                                    <p:set>
                                      <p:cBhvr>
                                        <p:cTn id="113" dur="1" fill="hold">
                                          <p:stCondLst>
                                            <p:cond delay="0"/>
                                          </p:stCondLst>
                                        </p:cTn>
                                        <p:tgtEl>
                                          <p:spTgt spid="29"/>
                                        </p:tgtEl>
                                        <p:attrNameLst>
                                          <p:attrName>style.visibility</p:attrName>
                                        </p:attrNameLst>
                                      </p:cBhvr>
                                      <p:to>
                                        <p:strVal val="visible"/>
                                      </p:to>
                                    </p:set>
                                    <p:anim calcmode="lin" valueType="num">
                                      <p:cBhvr additive="base">
                                        <p:cTn id="114" dur="600" fill="hold"/>
                                        <p:tgtEl>
                                          <p:spTgt spid="29"/>
                                        </p:tgtEl>
                                        <p:attrNameLst>
                                          <p:attrName>ppt_w</p:attrName>
                                        </p:attrNameLst>
                                      </p:cBhvr>
                                      <p:tavLst>
                                        <p:tav tm="0">
                                          <p:val>
                                            <p:strVal val="0"/>
                                          </p:val>
                                        </p:tav>
                                        <p:tav tm="100000">
                                          <p:val>
                                            <p:strVal val="#ppt_w"/>
                                          </p:val>
                                        </p:tav>
                                      </p:tavLst>
                                    </p:anim>
                                    <p:anim calcmode="lin" valueType="num">
                                      <p:cBhvr additive="base">
                                        <p:cTn id="115" dur="600" fill="hold"/>
                                        <p:tgtEl>
                                          <p:spTgt spid="29"/>
                                        </p:tgtEl>
                                        <p:attrNameLst>
                                          <p:attrName>ppt_h</p:attrName>
                                        </p:attrNameLst>
                                      </p:cBhvr>
                                      <p:tavLst>
                                        <p:tav tm="0">
                                          <p:val>
                                            <p:strVal val="0"/>
                                          </p:val>
                                        </p:tav>
                                        <p:tav tm="100000">
                                          <p:val>
                                            <p:strVal val="#ppt_h"/>
                                          </p:val>
                                        </p:tav>
                                      </p:tavLst>
                                    </p:anim>
                                    <p:animEffect transition="in" filter="fade">
                                      <p:cBhvr>
                                        <p:cTn id="116"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10" grpId="0" animBg="1"/>
      <p:bldP spid="11" grpId="0" animBg="1"/>
      <p:bldP spid="13" grpId="0" animBg="1"/>
      <p:bldP spid="14" grpId="0" animBg="1"/>
      <p:bldP spid="16" grpId="0" animBg="1"/>
      <p:bldP spid="17" grpId="0" animBg="1"/>
      <p:bldP spid="6" grpId="0" animBg="1"/>
      <p:bldP spid="19" grpId="0" animBg="1"/>
      <p:bldP spid="9" grpId="0" animBg="1"/>
      <p:bldP spid="12" grpId="0" animBg="1"/>
      <p:bldP spid="15" grpId="0" animBg="1"/>
      <p:bldP spid="20" grpId="0" animBg="1"/>
      <p:bldP spid="21" grpId="0" animBg="1"/>
      <p:bldP spid="22" grpId="0" animBg="1"/>
      <p:bldP spid="18" grpId="0" animBg="1"/>
      <p:bldP spid="5" grpId="1" animBg="1"/>
      <p:bldP spid="23" grpId="0" animBg="1"/>
      <p:bldP spid="24" grpId="0" animBg="1"/>
      <p:bldP spid="25" grpId="0" animBg="1"/>
      <p:bldP spid="8" grpId="1" animBg="1"/>
      <p:bldP spid="26" grpId="0" animBg="1"/>
      <p:bldP spid="27" grpId="0" animBg="1"/>
      <p:bldP spid="28" grpId="0" animBg="1"/>
      <p:bldP spid="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726"/>
        </a:solidFill>
      </p:bgPr>
    </p:bg>
    <p:spTree>
      <p:nvGrpSpPr>
        <p:cNvPr id="1" name=""/>
        <p:cNvGrpSpPr/>
        <p:nvPr/>
      </p:nvGrpSpPr>
      <p:grpSpPr>
        <a:xfrm>
          <a:off x="0" y="0"/>
          <a:ext cx="0" cy="0"/>
          <a:chOff x="0" y="0"/>
          <a:chExt cx="0" cy="0"/>
        </a:xfrm>
      </p:grpSpPr>
      <p:sp>
        <p:nvSpPr>
          <p:cNvPr id="3" name="heading"/>
          <p:cNvSpPr txBox="1"/>
          <p:nvPr/>
        </p:nvSpPr>
        <p:spPr>
          <a:xfrm>
            <a:off x="812800" y="749300"/>
            <a:ext cx="10566400" cy="1016000"/>
          </a:xfrm>
          <a:prstGeom prst="rect">
            <a:avLst/>
          </a:prstGeom>
          <a:noFill/>
          <a:ln/>
        </p:spPr>
        <p:txBody>
          <a:bodyPr wrap="square" lIns="0" tIns="0" rIns="0" bIns="0" rtlCol="0" anchor="t"/>
          <a:lstStyle/>
          <a:p>
            <a:pPr indent="0" marL="0">
              <a:lnSpc>
                <a:spcPct val="95000"/>
              </a:lnSpc>
              <a:buNone/>
            </a:pPr>
            <a:r>
              <a:rPr lang="en-US" sz="3200" b="1" dirty="0">
                <a:solidFill>
                  <a:srgbClr val="F3F5F2"/>
                </a:solidFill>
                <a:latin typeface="Segoe UI" pitchFamily="34" charset="0"/>
                <a:ea typeface="Segoe UI" pitchFamily="34" charset="-122"/>
                <a:cs typeface="Segoe UI" pitchFamily="34" charset="-120"/>
              </a:rPr>
              <a:t>Replay the night: same night, different ending</a:t>
            </a:r>
            <a:endParaRPr lang="en-US" sz="3200" dirty="0"/>
          </a:p>
        </p:txBody>
      </p:sp>
      <p:sp>
        <p:nvSpPr>
          <p:cNvPr id="4" name="row0"/>
          <p:cNvSpPr/>
          <p:nvPr/>
        </p:nvSpPr>
        <p:spPr>
          <a:xfrm>
            <a:off x="812800" y="1905000"/>
            <a:ext cx="10566400" cy="508000"/>
          </a:xfrm>
          <a:prstGeom prst="roundRect">
            <a:avLst>
              <a:gd name="adj" fmla="val 27000"/>
            </a:avLst>
          </a:prstGeom>
          <a:solidFill>
            <a:srgbClr val="16233A"/>
          </a:solidFill>
          <a:ln/>
        </p:spPr>
      </p:sp>
      <p:sp>
        <p:nvSpPr>
          <p:cNvPr id="5" name="rt0"/>
          <p:cNvSpPr txBox="1"/>
          <p:nvPr/>
        </p:nvSpPr>
        <p:spPr>
          <a:xfrm>
            <a:off x="965200" y="2032000"/>
            <a:ext cx="1016000" cy="254000"/>
          </a:xfrm>
          <a:prstGeom prst="rect">
            <a:avLst/>
          </a:prstGeom>
          <a:noFill/>
          <a:ln/>
        </p:spPr>
        <p:txBody>
          <a:bodyPr wrap="square" lIns="0" tIns="0" rIns="0" bIns="0" rtlCol="0" anchor="t"/>
          <a:lstStyle/>
          <a:p>
            <a:pPr indent="0" marL="0">
              <a:buNone/>
            </a:pPr>
            <a:r>
              <a:rPr lang="en-US" sz="1400" b="1" dirty="0">
                <a:solidFill>
                  <a:srgbClr val="F2A541"/>
                </a:solidFill>
                <a:latin typeface="Segoe UI" pitchFamily="34" charset="0"/>
                <a:ea typeface="Segoe UI" pitchFamily="34" charset="-122"/>
                <a:cs typeface="Segoe UI" pitchFamily="34" charset="-120"/>
              </a:rPr>
              <a:t>11:49 PM</a:t>
            </a:r>
            <a:endParaRPr lang="en-US" sz="1400" dirty="0"/>
          </a:p>
        </p:txBody>
      </p:sp>
      <p:sp>
        <p:nvSpPr>
          <p:cNvPr id="6" name="ra0"/>
          <p:cNvSpPr txBox="1"/>
          <p:nvPr/>
        </p:nvSpPr>
        <p:spPr>
          <a:xfrm>
            <a:off x="2095500" y="2019300"/>
            <a:ext cx="6477000" cy="279400"/>
          </a:xfrm>
          <a:prstGeom prst="rect">
            <a:avLst/>
          </a:prstGeom>
          <a:noFill/>
          <a:ln/>
        </p:spPr>
        <p:txBody>
          <a:bodyPr wrap="square" lIns="0" tIns="0" rIns="0" bIns="0" rtlCol="0" anchor="t"/>
          <a:lstStyle/>
          <a:p>
            <a:pPr indent="0" marL="0">
              <a:buNone/>
            </a:pPr>
            <a:r>
              <a:rPr lang="en-US" sz="1500" dirty="0">
                <a:solidFill>
                  <a:srgbClr val="F3F5F2"/>
                </a:solidFill>
                <a:latin typeface="Segoe UI" pitchFamily="34" charset="0"/>
                <a:ea typeface="Segoe UI" pitchFamily="34" charset="-122"/>
                <a:cs typeface="Segoe UI" pitchFamily="34" charset="-120"/>
              </a:rPr>
              <a:t>Set a WhatsApp two-step PIN</a:t>
            </a:r>
            <a:endParaRPr lang="en-US" sz="1500" dirty="0"/>
          </a:p>
        </p:txBody>
      </p:sp>
      <p:sp>
        <p:nvSpPr>
          <p:cNvPr id="7" name="bad0"/>
          <p:cNvSpPr/>
          <p:nvPr/>
        </p:nvSpPr>
        <p:spPr>
          <a:xfrm>
            <a:off x="8839200" y="1981200"/>
            <a:ext cx="2413000" cy="355600"/>
          </a:xfrm>
          <a:prstGeom prst="roundRect">
            <a:avLst>
              <a:gd name="adj" fmla="val 38571"/>
            </a:avLst>
          </a:prstGeom>
          <a:solidFill>
            <a:srgbClr val="0E1726"/>
          </a:solidFill>
          <a:ln w="25400">
            <a:solidFill>
              <a:srgbClr val="FF6B5E"/>
            </a:solidFill>
          </a:ln>
        </p:spPr>
        <p:txBody>
          <a:bodyPr wrap="square" lIns="0" tIns="0" rIns="0" bIns="0" rtlCol="0" anchor="ctr"/>
          <a:lstStyle/>
          <a:p>
            <a:pPr algn="ctr" indent="0" marL="0">
              <a:buNone/>
            </a:pPr>
            <a:r>
              <a:rPr lang="en-US" sz="1300" b="1" spc="200" kern="0" dirty="0">
                <a:solidFill>
                  <a:srgbClr val="FF6B5E"/>
                </a:solidFill>
                <a:latin typeface="Segoe UI" pitchFamily="34" charset="0"/>
                <a:ea typeface="Segoe UI" pitchFamily="34" charset="-122"/>
                <a:cs typeface="Segoe UI" pitchFamily="34" charset="-120"/>
              </a:rPr>
              <a:t>BREACHED</a:t>
            </a:r>
            <a:endParaRPr lang="en-US" sz="1300" dirty="0"/>
          </a:p>
        </p:txBody>
      </p:sp>
      <p:sp>
        <p:nvSpPr>
          <p:cNvPr id="8" name="good0"/>
          <p:cNvSpPr/>
          <p:nvPr/>
        </p:nvSpPr>
        <p:spPr>
          <a:xfrm>
            <a:off x="8839200" y="1981200"/>
            <a:ext cx="2413000" cy="355600"/>
          </a:xfrm>
          <a:prstGeom prst="roundRect">
            <a:avLst>
              <a:gd name="adj" fmla="val 38571"/>
            </a:avLst>
          </a:prstGeom>
          <a:solidFill>
            <a:srgbClr val="3FD0C9"/>
          </a:solidFill>
          <a:ln/>
        </p:spPr>
        <p:txBody>
          <a:bodyPr wrap="square" lIns="0" tIns="0" rIns="0" bIns="0" rtlCol="0" anchor="ctr"/>
          <a:lstStyle/>
          <a:p>
            <a:pPr algn="ctr" indent="0" marL="0">
              <a:buNone/>
            </a:pPr>
            <a:r>
              <a:rPr lang="en-US" sz="1300" b="1" spc="200" kern="0" dirty="0">
                <a:solidFill>
                  <a:srgbClr val="0E1726"/>
                </a:solidFill>
                <a:latin typeface="Segoe UI" pitchFamily="34" charset="0"/>
                <a:ea typeface="Segoe UI" pitchFamily="34" charset="-122"/>
                <a:cs typeface="Segoe UI" pitchFamily="34" charset="-120"/>
              </a:rPr>
              <a:t>HIJACK BLOCKED</a:t>
            </a:r>
            <a:endParaRPr lang="en-US" sz="1300" dirty="0"/>
          </a:p>
        </p:txBody>
      </p:sp>
      <p:sp>
        <p:nvSpPr>
          <p:cNvPr id="9" name="row1"/>
          <p:cNvSpPr/>
          <p:nvPr/>
        </p:nvSpPr>
        <p:spPr>
          <a:xfrm>
            <a:off x="812800" y="2489200"/>
            <a:ext cx="10566400" cy="508000"/>
          </a:xfrm>
          <a:prstGeom prst="roundRect">
            <a:avLst>
              <a:gd name="adj" fmla="val 27000"/>
            </a:avLst>
          </a:prstGeom>
          <a:solidFill>
            <a:srgbClr val="16233A"/>
          </a:solidFill>
          <a:ln/>
        </p:spPr>
      </p:sp>
      <p:sp>
        <p:nvSpPr>
          <p:cNvPr id="10" name="rt1"/>
          <p:cNvSpPr txBox="1"/>
          <p:nvPr/>
        </p:nvSpPr>
        <p:spPr>
          <a:xfrm>
            <a:off x="965200" y="2616200"/>
            <a:ext cx="1016000" cy="254000"/>
          </a:xfrm>
          <a:prstGeom prst="rect">
            <a:avLst/>
          </a:prstGeom>
          <a:noFill/>
          <a:ln/>
        </p:spPr>
        <p:txBody>
          <a:bodyPr wrap="square" lIns="0" tIns="0" rIns="0" bIns="0" rtlCol="0" anchor="t"/>
          <a:lstStyle/>
          <a:p>
            <a:pPr indent="0" marL="0">
              <a:buNone/>
            </a:pPr>
            <a:r>
              <a:rPr lang="en-US" sz="1400" b="1" dirty="0">
                <a:solidFill>
                  <a:srgbClr val="F2A541"/>
                </a:solidFill>
                <a:latin typeface="Segoe UI" pitchFamily="34" charset="0"/>
                <a:ea typeface="Segoe UI" pitchFamily="34" charset="-122"/>
                <a:cs typeface="Segoe UI" pitchFamily="34" charset="-120"/>
              </a:rPr>
              <a:t>11:49 PM</a:t>
            </a:r>
            <a:endParaRPr lang="en-US" sz="1400" dirty="0"/>
          </a:p>
        </p:txBody>
      </p:sp>
      <p:sp>
        <p:nvSpPr>
          <p:cNvPr id="11" name="ra1"/>
          <p:cNvSpPr txBox="1"/>
          <p:nvPr/>
        </p:nvSpPr>
        <p:spPr>
          <a:xfrm>
            <a:off x="2095500" y="2603500"/>
            <a:ext cx="6477000" cy="279400"/>
          </a:xfrm>
          <a:prstGeom prst="rect">
            <a:avLst/>
          </a:prstGeom>
          <a:noFill/>
          <a:ln/>
        </p:spPr>
        <p:txBody>
          <a:bodyPr wrap="square" lIns="0" tIns="0" rIns="0" bIns="0" rtlCol="0" anchor="t"/>
          <a:lstStyle/>
          <a:p>
            <a:pPr indent="0" marL="0">
              <a:buNone/>
            </a:pPr>
            <a:r>
              <a:rPr lang="en-US" sz="1500" dirty="0">
                <a:solidFill>
                  <a:srgbClr val="F3F5F2"/>
                </a:solidFill>
                <a:latin typeface="Segoe UI" pitchFamily="34" charset="0"/>
                <a:ea typeface="Segoe UI" pitchFamily="34" charset="-122"/>
                <a:cs typeface="Segoe UI" pitchFamily="34" charset="-120"/>
              </a:rPr>
              <a:t>Never share a code, even with friends</a:t>
            </a:r>
            <a:endParaRPr lang="en-US" sz="1500" dirty="0"/>
          </a:p>
        </p:txBody>
      </p:sp>
      <p:sp>
        <p:nvSpPr>
          <p:cNvPr id="12" name="bad1"/>
          <p:cNvSpPr/>
          <p:nvPr/>
        </p:nvSpPr>
        <p:spPr>
          <a:xfrm>
            <a:off x="8839200" y="2565400"/>
            <a:ext cx="2413000" cy="355600"/>
          </a:xfrm>
          <a:prstGeom prst="roundRect">
            <a:avLst>
              <a:gd name="adj" fmla="val 38571"/>
            </a:avLst>
          </a:prstGeom>
          <a:solidFill>
            <a:srgbClr val="0E1726"/>
          </a:solidFill>
          <a:ln w="25400">
            <a:solidFill>
              <a:srgbClr val="FF6B5E"/>
            </a:solidFill>
          </a:ln>
        </p:spPr>
        <p:txBody>
          <a:bodyPr wrap="square" lIns="0" tIns="0" rIns="0" bIns="0" rtlCol="0" anchor="ctr"/>
          <a:lstStyle/>
          <a:p>
            <a:pPr algn="ctr" indent="0" marL="0">
              <a:buNone/>
            </a:pPr>
            <a:r>
              <a:rPr lang="en-US" sz="1300" b="1" spc="200" kern="0" dirty="0">
                <a:solidFill>
                  <a:srgbClr val="FF6B5E"/>
                </a:solidFill>
                <a:latin typeface="Segoe UI" pitchFamily="34" charset="0"/>
                <a:ea typeface="Segoe UI" pitchFamily="34" charset="-122"/>
                <a:cs typeface="Segoe UI" pitchFamily="34" charset="-120"/>
              </a:rPr>
              <a:t>BREACHED</a:t>
            </a:r>
            <a:endParaRPr lang="en-US" sz="1300" dirty="0"/>
          </a:p>
        </p:txBody>
      </p:sp>
      <p:sp>
        <p:nvSpPr>
          <p:cNvPr id="13" name="good1"/>
          <p:cNvSpPr/>
          <p:nvPr/>
        </p:nvSpPr>
        <p:spPr>
          <a:xfrm>
            <a:off x="8839200" y="2565400"/>
            <a:ext cx="2413000" cy="355600"/>
          </a:xfrm>
          <a:prstGeom prst="roundRect">
            <a:avLst>
              <a:gd name="adj" fmla="val 38571"/>
            </a:avLst>
          </a:prstGeom>
          <a:solidFill>
            <a:srgbClr val="3FD0C9"/>
          </a:solidFill>
          <a:ln/>
        </p:spPr>
        <p:txBody>
          <a:bodyPr wrap="square" lIns="0" tIns="0" rIns="0" bIns="0" rtlCol="0" anchor="ctr"/>
          <a:lstStyle/>
          <a:p>
            <a:pPr algn="ctr" indent="0" marL="0">
              <a:buNone/>
            </a:pPr>
            <a:r>
              <a:rPr lang="en-US" sz="1300" b="1" spc="200" kern="0" dirty="0">
                <a:solidFill>
                  <a:srgbClr val="0E1726"/>
                </a:solidFill>
                <a:latin typeface="Segoe UI" pitchFamily="34" charset="0"/>
                <a:ea typeface="Segoe UI" pitchFamily="34" charset="-122"/>
                <a:cs typeface="Segoe UI" pitchFamily="34" charset="-120"/>
              </a:rPr>
              <a:t>DOOR STAYS SHUT</a:t>
            </a:r>
            <a:endParaRPr lang="en-US" sz="1300" dirty="0"/>
          </a:p>
        </p:txBody>
      </p:sp>
      <p:sp>
        <p:nvSpPr>
          <p:cNvPr id="14" name="row2"/>
          <p:cNvSpPr/>
          <p:nvPr/>
        </p:nvSpPr>
        <p:spPr>
          <a:xfrm>
            <a:off x="812800" y="3073400"/>
            <a:ext cx="10566400" cy="508000"/>
          </a:xfrm>
          <a:prstGeom prst="roundRect">
            <a:avLst>
              <a:gd name="adj" fmla="val 27000"/>
            </a:avLst>
          </a:prstGeom>
          <a:solidFill>
            <a:srgbClr val="16233A"/>
          </a:solidFill>
          <a:ln/>
        </p:spPr>
      </p:sp>
      <p:sp>
        <p:nvSpPr>
          <p:cNvPr id="15" name="rt2"/>
          <p:cNvSpPr txBox="1"/>
          <p:nvPr/>
        </p:nvSpPr>
        <p:spPr>
          <a:xfrm>
            <a:off x="965200" y="3200400"/>
            <a:ext cx="1016000" cy="254000"/>
          </a:xfrm>
          <a:prstGeom prst="rect">
            <a:avLst/>
          </a:prstGeom>
          <a:noFill/>
          <a:ln/>
        </p:spPr>
        <p:txBody>
          <a:bodyPr wrap="square" lIns="0" tIns="0" rIns="0" bIns="0" rtlCol="0" anchor="t"/>
          <a:lstStyle/>
          <a:p>
            <a:pPr indent="0" marL="0">
              <a:buNone/>
            </a:pPr>
            <a:r>
              <a:rPr lang="en-US" sz="1400" b="1" dirty="0">
                <a:solidFill>
                  <a:srgbClr val="F2A541"/>
                </a:solidFill>
                <a:latin typeface="Segoe UI" pitchFamily="34" charset="0"/>
                <a:ea typeface="Segoe UI" pitchFamily="34" charset="-122"/>
                <a:cs typeface="Segoe UI" pitchFamily="34" charset="-120"/>
              </a:rPr>
              <a:t>12:20 AM</a:t>
            </a:r>
            <a:endParaRPr lang="en-US" sz="1400" dirty="0"/>
          </a:p>
        </p:txBody>
      </p:sp>
      <p:sp>
        <p:nvSpPr>
          <p:cNvPr id="16" name="ra2"/>
          <p:cNvSpPr txBox="1"/>
          <p:nvPr/>
        </p:nvSpPr>
        <p:spPr>
          <a:xfrm>
            <a:off x="2095500" y="3187700"/>
            <a:ext cx="6477000" cy="279400"/>
          </a:xfrm>
          <a:prstGeom prst="rect">
            <a:avLst/>
          </a:prstGeom>
          <a:noFill/>
          <a:ln/>
        </p:spPr>
        <p:txBody>
          <a:bodyPr wrap="square" lIns="0" tIns="0" rIns="0" bIns="0" rtlCol="0" anchor="t"/>
          <a:lstStyle/>
          <a:p>
            <a:pPr indent="0" marL="0">
              <a:buNone/>
            </a:pPr>
            <a:r>
              <a:rPr lang="en-US" sz="1500" dirty="0">
                <a:solidFill>
                  <a:srgbClr val="F3F5F2"/>
                </a:solidFill>
                <a:latin typeface="Segoe UI" pitchFamily="34" charset="0"/>
                <a:ea typeface="Segoe UI" pitchFamily="34" charset="-122"/>
                <a:cs typeface="Segoe UI" pitchFamily="34" charset="-120"/>
              </a:rPr>
              <a:t>A unique password and a passkey on Gmail</a:t>
            </a:r>
            <a:endParaRPr lang="en-US" sz="1500" dirty="0"/>
          </a:p>
        </p:txBody>
      </p:sp>
      <p:sp>
        <p:nvSpPr>
          <p:cNvPr id="17" name="bad2"/>
          <p:cNvSpPr/>
          <p:nvPr/>
        </p:nvSpPr>
        <p:spPr>
          <a:xfrm>
            <a:off x="8839200" y="3149600"/>
            <a:ext cx="2413000" cy="355600"/>
          </a:xfrm>
          <a:prstGeom prst="roundRect">
            <a:avLst>
              <a:gd name="adj" fmla="val 38571"/>
            </a:avLst>
          </a:prstGeom>
          <a:solidFill>
            <a:srgbClr val="0E1726"/>
          </a:solidFill>
          <a:ln w="25400">
            <a:solidFill>
              <a:srgbClr val="FF6B5E"/>
            </a:solidFill>
          </a:ln>
        </p:spPr>
        <p:txBody>
          <a:bodyPr wrap="square" lIns="0" tIns="0" rIns="0" bIns="0" rtlCol="0" anchor="ctr"/>
          <a:lstStyle/>
          <a:p>
            <a:pPr algn="ctr" indent="0" marL="0">
              <a:buNone/>
            </a:pPr>
            <a:r>
              <a:rPr lang="en-US" sz="1300" b="1" spc="200" kern="0" dirty="0">
                <a:solidFill>
                  <a:srgbClr val="FF6B5E"/>
                </a:solidFill>
                <a:latin typeface="Segoe UI" pitchFamily="34" charset="0"/>
                <a:ea typeface="Segoe UI" pitchFamily="34" charset="-122"/>
                <a:cs typeface="Segoe UI" pitchFamily="34" charset="-120"/>
              </a:rPr>
              <a:t>BREACHED</a:t>
            </a:r>
            <a:endParaRPr lang="en-US" sz="1300" dirty="0"/>
          </a:p>
        </p:txBody>
      </p:sp>
      <p:sp>
        <p:nvSpPr>
          <p:cNvPr id="18" name="good2"/>
          <p:cNvSpPr/>
          <p:nvPr/>
        </p:nvSpPr>
        <p:spPr>
          <a:xfrm>
            <a:off x="8839200" y="3149600"/>
            <a:ext cx="2413000" cy="355600"/>
          </a:xfrm>
          <a:prstGeom prst="roundRect">
            <a:avLst>
              <a:gd name="adj" fmla="val 38571"/>
            </a:avLst>
          </a:prstGeom>
          <a:solidFill>
            <a:srgbClr val="3FD0C9"/>
          </a:solidFill>
          <a:ln/>
        </p:spPr>
        <p:txBody>
          <a:bodyPr wrap="square" lIns="0" tIns="0" rIns="0" bIns="0" rtlCol="0" anchor="ctr"/>
          <a:lstStyle/>
          <a:p>
            <a:pPr algn="ctr" indent="0" marL="0">
              <a:buNone/>
            </a:pPr>
            <a:r>
              <a:rPr lang="en-US" sz="1300" b="1" spc="200" kern="0" dirty="0">
                <a:solidFill>
                  <a:srgbClr val="0E1726"/>
                </a:solidFill>
                <a:latin typeface="Segoe UI" pitchFamily="34" charset="0"/>
                <a:ea typeface="Segoe UI" pitchFamily="34" charset="-122"/>
                <a:cs typeface="Segoe UI" pitchFamily="34" charset="-120"/>
              </a:rPr>
              <a:t>MASTER KEY SAFE</a:t>
            </a:r>
            <a:endParaRPr lang="en-US" sz="1300" dirty="0"/>
          </a:p>
        </p:txBody>
      </p:sp>
      <p:sp>
        <p:nvSpPr>
          <p:cNvPr id="19" name="row3"/>
          <p:cNvSpPr/>
          <p:nvPr/>
        </p:nvSpPr>
        <p:spPr>
          <a:xfrm>
            <a:off x="812800" y="3657600"/>
            <a:ext cx="10566400" cy="508000"/>
          </a:xfrm>
          <a:prstGeom prst="roundRect">
            <a:avLst>
              <a:gd name="adj" fmla="val 27000"/>
            </a:avLst>
          </a:prstGeom>
          <a:solidFill>
            <a:srgbClr val="16233A"/>
          </a:solidFill>
          <a:ln/>
        </p:spPr>
      </p:sp>
      <p:sp>
        <p:nvSpPr>
          <p:cNvPr id="20" name="rt3"/>
          <p:cNvSpPr txBox="1"/>
          <p:nvPr/>
        </p:nvSpPr>
        <p:spPr>
          <a:xfrm>
            <a:off x="965200" y="3784600"/>
            <a:ext cx="1016000" cy="254000"/>
          </a:xfrm>
          <a:prstGeom prst="rect">
            <a:avLst/>
          </a:prstGeom>
          <a:noFill/>
          <a:ln/>
        </p:spPr>
        <p:txBody>
          <a:bodyPr wrap="square" lIns="0" tIns="0" rIns="0" bIns="0" rtlCol="0" anchor="t"/>
          <a:lstStyle/>
          <a:p>
            <a:pPr indent="0" marL="0">
              <a:buNone/>
            </a:pPr>
            <a:r>
              <a:rPr lang="en-US" sz="1400" b="1" dirty="0">
                <a:solidFill>
                  <a:srgbClr val="F2A541"/>
                </a:solidFill>
                <a:latin typeface="Segoe UI" pitchFamily="34" charset="0"/>
                <a:ea typeface="Segoe UI" pitchFamily="34" charset="-122"/>
                <a:cs typeface="Segoe UI" pitchFamily="34" charset="-120"/>
              </a:rPr>
              <a:t>12:35 AM</a:t>
            </a:r>
            <a:endParaRPr lang="en-US" sz="1400" dirty="0"/>
          </a:p>
        </p:txBody>
      </p:sp>
      <p:sp>
        <p:nvSpPr>
          <p:cNvPr id="21" name="ra3"/>
          <p:cNvSpPr txBox="1"/>
          <p:nvPr/>
        </p:nvSpPr>
        <p:spPr>
          <a:xfrm>
            <a:off x="2095500" y="3771900"/>
            <a:ext cx="6477000" cy="279400"/>
          </a:xfrm>
          <a:prstGeom prst="rect">
            <a:avLst/>
          </a:prstGeom>
          <a:noFill/>
          <a:ln/>
        </p:spPr>
        <p:txBody>
          <a:bodyPr wrap="square" lIns="0" tIns="0" rIns="0" bIns="0" rtlCol="0" anchor="t"/>
          <a:lstStyle/>
          <a:p>
            <a:pPr indent="0" marL="0">
              <a:buNone/>
            </a:pPr>
            <a:r>
              <a:rPr lang="en-US" sz="1500" dirty="0">
                <a:solidFill>
                  <a:srgbClr val="F3F5F2"/>
                </a:solidFill>
                <a:latin typeface="Segoe UI" pitchFamily="34" charset="0"/>
                <a:ea typeface="Segoe UI" pitchFamily="34" charset="-122"/>
                <a:cs typeface="Segoe UI" pitchFamily="34" charset="-120"/>
              </a:rPr>
              <a:t>Check recovery email and phone; keep alerts on</a:t>
            </a:r>
            <a:endParaRPr lang="en-US" sz="1500" dirty="0"/>
          </a:p>
        </p:txBody>
      </p:sp>
      <p:sp>
        <p:nvSpPr>
          <p:cNvPr id="22" name="bad3"/>
          <p:cNvSpPr/>
          <p:nvPr/>
        </p:nvSpPr>
        <p:spPr>
          <a:xfrm>
            <a:off x="8839200" y="3733800"/>
            <a:ext cx="2413000" cy="355600"/>
          </a:xfrm>
          <a:prstGeom prst="roundRect">
            <a:avLst>
              <a:gd name="adj" fmla="val 38571"/>
            </a:avLst>
          </a:prstGeom>
          <a:solidFill>
            <a:srgbClr val="0E1726"/>
          </a:solidFill>
          <a:ln w="25400">
            <a:solidFill>
              <a:srgbClr val="FF6B5E"/>
            </a:solidFill>
          </a:ln>
        </p:spPr>
        <p:txBody>
          <a:bodyPr wrap="square" lIns="0" tIns="0" rIns="0" bIns="0" rtlCol="0" anchor="ctr"/>
          <a:lstStyle/>
          <a:p>
            <a:pPr algn="ctr" indent="0" marL="0">
              <a:buNone/>
            </a:pPr>
            <a:r>
              <a:rPr lang="en-US" sz="1300" b="1" spc="200" kern="0" dirty="0">
                <a:solidFill>
                  <a:srgbClr val="FF6B5E"/>
                </a:solidFill>
                <a:latin typeface="Segoe UI" pitchFamily="34" charset="0"/>
                <a:ea typeface="Segoe UI" pitchFamily="34" charset="-122"/>
                <a:cs typeface="Segoe UI" pitchFamily="34" charset="-120"/>
              </a:rPr>
              <a:t>BREACHED</a:t>
            </a:r>
            <a:endParaRPr lang="en-US" sz="1300" dirty="0"/>
          </a:p>
        </p:txBody>
      </p:sp>
      <p:sp>
        <p:nvSpPr>
          <p:cNvPr id="23" name="good3"/>
          <p:cNvSpPr/>
          <p:nvPr/>
        </p:nvSpPr>
        <p:spPr>
          <a:xfrm>
            <a:off x="8839200" y="3733800"/>
            <a:ext cx="2413000" cy="355600"/>
          </a:xfrm>
          <a:prstGeom prst="roundRect">
            <a:avLst>
              <a:gd name="adj" fmla="val 38571"/>
            </a:avLst>
          </a:prstGeom>
          <a:solidFill>
            <a:srgbClr val="3FD0C9"/>
          </a:solidFill>
          <a:ln/>
        </p:spPr>
        <p:txBody>
          <a:bodyPr wrap="square" lIns="0" tIns="0" rIns="0" bIns="0" rtlCol="0" anchor="ctr"/>
          <a:lstStyle/>
          <a:p>
            <a:pPr algn="ctr" indent="0" marL="0">
              <a:buNone/>
            </a:pPr>
            <a:r>
              <a:rPr lang="en-US" sz="1300" b="1" spc="200" kern="0" dirty="0">
                <a:solidFill>
                  <a:srgbClr val="0E1726"/>
                </a:solidFill>
                <a:latin typeface="Segoe UI" pitchFamily="34" charset="0"/>
                <a:ea typeface="Segoe UI" pitchFamily="34" charset="-122"/>
                <a:cs typeface="Segoe UI" pitchFamily="34" charset="-120"/>
              </a:rPr>
              <a:t>TAKEOVER SPOTTED</a:t>
            </a:r>
            <a:endParaRPr lang="en-US" sz="1300" dirty="0"/>
          </a:p>
        </p:txBody>
      </p:sp>
      <p:sp>
        <p:nvSpPr>
          <p:cNvPr id="24" name="row4"/>
          <p:cNvSpPr/>
          <p:nvPr/>
        </p:nvSpPr>
        <p:spPr>
          <a:xfrm>
            <a:off x="812800" y="4241800"/>
            <a:ext cx="10566400" cy="508000"/>
          </a:xfrm>
          <a:prstGeom prst="roundRect">
            <a:avLst>
              <a:gd name="adj" fmla="val 27000"/>
            </a:avLst>
          </a:prstGeom>
          <a:solidFill>
            <a:srgbClr val="16233A"/>
          </a:solidFill>
          <a:ln/>
        </p:spPr>
      </p:sp>
      <p:sp>
        <p:nvSpPr>
          <p:cNvPr id="25" name="rt4"/>
          <p:cNvSpPr txBox="1"/>
          <p:nvPr/>
        </p:nvSpPr>
        <p:spPr>
          <a:xfrm>
            <a:off x="965200" y="4368800"/>
            <a:ext cx="1016000" cy="254000"/>
          </a:xfrm>
          <a:prstGeom prst="rect">
            <a:avLst/>
          </a:prstGeom>
          <a:noFill/>
          <a:ln/>
        </p:spPr>
        <p:txBody>
          <a:bodyPr wrap="square" lIns="0" tIns="0" rIns="0" bIns="0" rtlCol="0" anchor="t"/>
          <a:lstStyle/>
          <a:p>
            <a:pPr indent="0" marL="0">
              <a:buNone/>
            </a:pPr>
            <a:r>
              <a:rPr lang="en-US" sz="1400" b="1" dirty="0">
                <a:solidFill>
                  <a:srgbClr val="F2A541"/>
                </a:solidFill>
                <a:latin typeface="Segoe UI" pitchFamily="34" charset="0"/>
                <a:ea typeface="Segoe UI" pitchFamily="34" charset="-122"/>
                <a:cs typeface="Segoe UI" pitchFamily="34" charset="-120"/>
              </a:rPr>
              <a:t>1:10 AM</a:t>
            </a:r>
            <a:endParaRPr lang="en-US" sz="1400" dirty="0"/>
          </a:p>
        </p:txBody>
      </p:sp>
      <p:sp>
        <p:nvSpPr>
          <p:cNvPr id="26" name="ra4"/>
          <p:cNvSpPr txBox="1"/>
          <p:nvPr/>
        </p:nvSpPr>
        <p:spPr>
          <a:xfrm>
            <a:off x="2095500" y="4356100"/>
            <a:ext cx="6477000" cy="279400"/>
          </a:xfrm>
          <a:prstGeom prst="rect">
            <a:avLst/>
          </a:prstGeom>
          <a:noFill/>
          <a:ln/>
        </p:spPr>
        <p:txBody>
          <a:bodyPr wrap="square" lIns="0" tIns="0" rIns="0" bIns="0" rtlCol="0" anchor="t"/>
          <a:lstStyle/>
          <a:p>
            <a:pPr indent="0" marL="0">
              <a:buNone/>
            </a:pPr>
            <a:r>
              <a:rPr lang="en-US" sz="1500" dirty="0">
                <a:solidFill>
                  <a:srgbClr val="F3F5F2"/>
                </a:solidFill>
                <a:latin typeface="Segoe UI" pitchFamily="34" charset="0"/>
                <a:ea typeface="Segoe UI" pitchFamily="34" charset="-122"/>
                <a:cs typeface="Segoe UI" pitchFamily="34" charset="-120"/>
              </a:rPr>
              <a:t>Log out devices you do not recognise</a:t>
            </a:r>
            <a:endParaRPr lang="en-US" sz="1500" dirty="0"/>
          </a:p>
        </p:txBody>
      </p:sp>
      <p:sp>
        <p:nvSpPr>
          <p:cNvPr id="27" name="bad4"/>
          <p:cNvSpPr/>
          <p:nvPr/>
        </p:nvSpPr>
        <p:spPr>
          <a:xfrm>
            <a:off x="8839200" y="4318000"/>
            <a:ext cx="2413000" cy="355600"/>
          </a:xfrm>
          <a:prstGeom prst="roundRect">
            <a:avLst>
              <a:gd name="adj" fmla="val 38571"/>
            </a:avLst>
          </a:prstGeom>
          <a:solidFill>
            <a:srgbClr val="0E1726"/>
          </a:solidFill>
          <a:ln w="25400">
            <a:solidFill>
              <a:srgbClr val="FF6B5E"/>
            </a:solidFill>
          </a:ln>
        </p:spPr>
        <p:txBody>
          <a:bodyPr wrap="square" lIns="0" tIns="0" rIns="0" bIns="0" rtlCol="0" anchor="ctr"/>
          <a:lstStyle/>
          <a:p>
            <a:pPr algn="ctr" indent="0" marL="0">
              <a:buNone/>
            </a:pPr>
            <a:r>
              <a:rPr lang="en-US" sz="1300" b="1" spc="200" kern="0" dirty="0">
                <a:solidFill>
                  <a:srgbClr val="FF6B5E"/>
                </a:solidFill>
                <a:latin typeface="Segoe UI" pitchFamily="34" charset="0"/>
                <a:ea typeface="Segoe UI" pitchFamily="34" charset="-122"/>
                <a:cs typeface="Segoe UI" pitchFamily="34" charset="-120"/>
              </a:rPr>
              <a:t>BREACHED</a:t>
            </a:r>
            <a:endParaRPr lang="en-US" sz="1300" dirty="0"/>
          </a:p>
        </p:txBody>
      </p:sp>
      <p:sp>
        <p:nvSpPr>
          <p:cNvPr id="28" name="good4"/>
          <p:cNvSpPr/>
          <p:nvPr/>
        </p:nvSpPr>
        <p:spPr>
          <a:xfrm>
            <a:off x="8839200" y="4318000"/>
            <a:ext cx="2413000" cy="355600"/>
          </a:xfrm>
          <a:prstGeom prst="roundRect">
            <a:avLst>
              <a:gd name="adj" fmla="val 38571"/>
            </a:avLst>
          </a:prstGeom>
          <a:solidFill>
            <a:srgbClr val="3FD0C9"/>
          </a:solidFill>
          <a:ln/>
        </p:spPr>
        <p:txBody>
          <a:bodyPr wrap="square" lIns="0" tIns="0" rIns="0" bIns="0" rtlCol="0" anchor="ctr"/>
          <a:lstStyle/>
          <a:p>
            <a:pPr algn="ctr" indent="0" marL="0">
              <a:buNone/>
            </a:pPr>
            <a:r>
              <a:rPr lang="en-US" sz="1300" b="1" spc="200" kern="0" dirty="0">
                <a:solidFill>
                  <a:srgbClr val="0E1726"/>
                </a:solidFill>
                <a:latin typeface="Segoe UI" pitchFamily="34" charset="0"/>
                <a:ea typeface="Segoe UI" pitchFamily="34" charset="-122"/>
                <a:cs typeface="Segoe UI" pitchFamily="34" charset="-120"/>
              </a:rPr>
              <a:t>ATTACKER REMOVED</a:t>
            </a:r>
            <a:endParaRPr lang="en-US" sz="1300" dirty="0"/>
          </a:p>
        </p:txBody>
      </p:sp>
      <p:sp>
        <p:nvSpPr>
          <p:cNvPr id="29" name="typed"/>
          <p:cNvSpPr txBox="1"/>
          <p:nvPr/>
        </p:nvSpPr>
        <p:spPr>
          <a:xfrm>
            <a:off x="812800" y="5003800"/>
            <a:ext cx="10566400" cy="381000"/>
          </a:xfrm>
          <a:prstGeom prst="rect">
            <a:avLst/>
          </a:prstGeom>
          <a:noFill/>
          <a:ln/>
        </p:spPr>
        <p:txBody>
          <a:bodyPr wrap="square" lIns="0" tIns="0" rIns="0" bIns="0" rtlCol="0" anchor="t"/>
          <a:lstStyle/>
          <a:p>
            <a:pPr algn="ctr" indent="0" marL="0">
              <a:buNone/>
            </a:pPr>
            <a:r>
              <a:rPr lang="en-US" sz="2000" b="1" dirty="0">
                <a:solidFill>
                  <a:srgbClr val="F3F5F2"/>
                </a:solidFill>
                <a:latin typeface="Segoe UI" pitchFamily="34" charset="0"/>
                <a:ea typeface="Segoe UI" pitchFamily="34" charset="-122"/>
                <a:cs typeface="Segoe UI" pitchFamily="34" charset="-120"/>
              </a:rPr>
              <a:t>11:47 PM. The message arrives. This time, Nusrat says no.</a:t>
            </a:r>
            <a:endParaRPr lang="en-US" sz="2000" dirty="0"/>
          </a:p>
        </p:txBody>
      </p:sp>
      <p:sp>
        <p:nvSpPr>
          <p:cNvPr id="30" name="end"/>
          <p:cNvSpPr txBox="1"/>
          <p:nvPr/>
        </p:nvSpPr>
        <p:spPr>
          <a:xfrm>
            <a:off x="812800" y="5511800"/>
            <a:ext cx="10566400" cy="330200"/>
          </a:xfrm>
          <a:prstGeom prst="rect">
            <a:avLst/>
          </a:prstGeom>
          <a:noFill/>
          <a:ln/>
        </p:spPr>
        <p:txBody>
          <a:bodyPr wrap="square" lIns="0" tIns="0" rIns="0" bIns="0" rtlCol="0" anchor="t"/>
          <a:lstStyle/>
          <a:p>
            <a:pPr algn="ctr" indent="0" marL="0">
              <a:buNone/>
            </a:pPr>
            <a:r>
              <a:rPr lang="en-US" sz="1800" b="1" dirty="0">
                <a:solidFill>
                  <a:srgbClr val="3FD0C9"/>
                </a:solidFill>
                <a:latin typeface="Segoe UI" pitchFamily="34" charset="0"/>
                <a:ea typeface="Segoe UI" pitchFamily="34" charset="-122"/>
                <a:cs typeface="Segoe UI" pitchFamily="34" charset="-120"/>
              </a:rPr>
              <a:t>The most secure app is the one you set up.</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75" fill="hold">
                      <p:stCondLst>
                        <p:cond delay="indefinite"/>
                        <p:cond evt="onBegin" delay="0">
                          <p:tn val="2"/>
                        </p:cond>
                      </p:stCondLst>
                      <p:childTnLst>
                        <p:par>
                          <p:cTn id="176"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3"/>
                                        </p:tgtEl>
                                        <p:attrNameLst>
                                          <p:attrName>style.visibility</p:attrName>
                                        </p:attrNameLst>
                                      </p:cBhvr>
                                      <p:to>
                                        <p:strVal val="visible"/>
                                      </p:to>
                                    </p:set>
                                    <p:animEffect transition="in" filter="fade">
                                      <p:cBhvr>
                                        <p:cTn id="4" dur="600"/>
                                        <p:tgtEl>
                                          <p:spTgt spid="3"/>
                                        </p:tgtEl>
                                      </p:cBhvr>
                                    </p:animEffect>
                                  </p:childTnLst>
                                </p:cTn>
                              </p:par>
                              <p:par>
                                <p:cTn id="10" presetID="42"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fill="hold"/>
                                        <p:tgtEl>
                                          <p:spTgt spid="4"/>
                                        </p:tgtEl>
                                        <p:attrNameLst>
                                          <p:attrName>ppt_x</p:attrName>
                                        </p:attrNameLst>
                                      </p:cBhvr>
                                      <p:tavLst>
                                        <p:tav tm="0">
                                          <p:val>
                                            <p:strVal val="#ppt_x"/>
                                          </p:val>
                                        </p:tav>
                                        <p:tav tm="100000">
                                          <p:val>
                                            <p:strVal val="#ppt_x"/>
                                          </p:val>
                                        </p:tav>
                                      </p:tavLst>
                                    </p:anim>
                                    <p:anim calcmode="lin" valueType="num">
                                      <p:cBhvr additive="base">
                                        <p:cTn id="9" dur="600" fill="hold"/>
                                        <p:tgtEl>
                                          <p:spTgt spid="4"/>
                                        </p:tgtEl>
                                        <p:attrNameLst>
                                          <p:attrName>ppt_y</p:attrName>
                                        </p:attrNameLst>
                                      </p:cBhvr>
                                      <p:tavLst>
                                        <p:tav tm="0">
                                          <p:val>
                                            <p:strVal val="#ppt_y+.06"/>
                                          </p:val>
                                        </p:tav>
                                        <p:tav tm="100000">
                                          <p:val>
                                            <p:strVal val="#ppt_y"/>
                                          </p:val>
                                        </p:tav>
                                      </p:tavLst>
                                    </p:anim>
                                  </p:childTnLst>
                                </p:cTn>
                              </p:par>
                              <p:par>
                                <p:cTn id="15" presetID="42" presetClass="entr" presetSubtype="0" fill="hold" grpId="0" nodeType="withEffect">
                                  <p:stCondLst>
                                    <p:cond delay="2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fill="hold"/>
                                        <p:tgtEl>
                                          <p:spTgt spid="5"/>
                                        </p:tgtEl>
                                        <p:attrNameLst>
                                          <p:attrName>ppt_x</p:attrName>
                                        </p:attrNameLst>
                                      </p:cBhvr>
                                      <p:tavLst>
                                        <p:tav tm="0">
                                          <p:val>
                                            <p:strVal val="#ppt_x"/>
                                          </p:val>
                                        </p:tav>
                                        <p:tav tm="100000">
                                          <p:val>
                                            <p:strVal val="#ppt_x"/>
                                          </p:val>
                                        </p:tav>
                                      </p:tavLst>
                                    </p:anim>
                                    <p:anim calcmode="lin" valueType="num">
                                      <p:cBhvr additive="base">
                                        <p:cTn id="14" dur="600" fill="hold"/>
                                        <p:tgtEl>
                                          <p:spTgt spid="5"/>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2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fill="hold"/>
                                        <p:tgtEl>
                                          <p:spTgt spid="6"/>
                                        </p:tgtEl>
                                        <p:attrNameLst>
                                          <p:attrName>ppt_x</p:attrName>
                                        </p:attrNameLst>
                                      </p:cBhvr>
                                      <p:tavLst>
                                        <p:tav tm="0">
                                          <p:val>
                                            <p:strVal val="#ppt_x"/>
                                          </p:val>
                                        </p:tav>
                                        <p:tav tm="100000">
                                          <p:val>
                                            <p:strVal val="#ppt_x"/>
                                          </p:val>
                                        </p:tav>
                                      </p:tavLst>
                                    </p:anim>
                                    <p:anim calcmode="lin" valueType="num">
                                      <p:cBhvr additive="base">
                                        <p:cTn id="19" dur="600" fill="hold"/>
                                        <p:tgtEl>
                                          <p:spTgt spid="6"/>
                                        </p:tgtEl>
                                        <p:attrNameLst>
                                          <p:attrName>ppt_y</p:attrName>
                                        </p:attrNameLst>
                                      </p:cBhvr>
                                      <p:tavLst>
                                        <p:tav tm="0">
                                          <p:val>
                                            <p:strVal val="#ppt_y+.06"/>
                                          </p:val>
                                        </p:tav>
                                        <p:tav tm="100000">
                                          <p:val>
                                            <p:strVal val="#ppt_y"/>
                                          </p:val>
                                        </p:tav>
                                      </p:tavLst>
                                    </p:anim>
                                  </p:childTnLst>
                                </p:cTn>
                              </p:par>
                              <p:par>
                                <p:cTn id="25" presetID="42" presetClass="entr" presetSubtype="0" fill="hold" grpId="0"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fill="hold"/>
                                        <p:tgtEl>
                                          <p:spTgt spid="7"/>
                                        </p:tgtEl>
                                        <p:attrNameLst>
                                          <p:attrName>ppt_x</p:attrName>
                                        </p:attrNameLst>
                                      </p:cBhvr>
                                      <p:tavLst>
                                        <p:tav tm="0">
                                          <p:val>
                                            <p:strVal val="#ppt_x"/>
                                          </p:val>
                                        </p:tav>
                                        <p:tav tm="100000">
                                          <p:val>
                                            <p:strVal val="#ppt_x"/>
                                          </p:val>
                                        </p:tav>
                                      </p:tavLst>
                                    </p:anim>
                                    <p:anim calcmode="lin" valueType="num">
                                      <p:cBhvr additive="base">
                                        <p:cTn id="24" dur="600" fill="hold"/>
                                        <p:tgtEl>
                                          <p:spTgt spid="7"/>
                                        </p:tgtEl>
                                        <p:attrNameLst>
                                          <p:attrName>ppt_y</p:attrName>
                                        </p:attrNameLst>
                                      </p:cBhvr>
                                      <p:tavLst>
                                        <p:tav tm="0">
                                          <p:val>
                                            <p:strVal val="#ppt_y+.06"/>
                                          </p:val>
                                        </p:tav>
                                        <p:tav tm="100000">
                                          <p:val>
                                            <p:strVal val="#ppt_y"/>
                                          </p:val>
                                        </p:tav>
                                      </p:tavLst>
                                    </p:anim>
                                  </p:childTnLst>
                                </p:cTn>
                              </p:par>
                              <p:par>
                                <p:cTn id="30" presetID="42" presetClass="entr" presetSubtype="0" fill="hold" grpId="0" nodeType="withEffect">
                                  <p:stCondLst>
                                    <p:cond delay="4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600"/>
                                        <p:tgtEl>
                                          <p:spTgt spid="9"/>
                                        </p:tgtEl>
                                      </p:cBhvr>
                                    </p:animEffect>
                                    <p:anim calcmode="lin" valueType="num">
                                      <p:cBhvr additive="base">
                                        <p:cTn id="28" dur="600" fill="hold"/>
                                        <p:tgtEl>
                                          <p:spTgt spid="9"/>
                                        </p:tgtEl>
                                        <p:attrNameLst>
                                          <p:attrName>ppt_x</p:attrName>
                                        </p:attrNameLst>
                                      </p:cBhvr>
                                      <p:tavLst>
                                        <p:tav tm="0">
                                          <p:val>
                                            <p:strVal val="#ppt_x"/>
                                          </p:val>
                                        </p:tav>
                                        <p:tav tm="100000">
                                          <p:val>
                                            <p:strVal val="#ppt_x"/>
                                          </p:val>
                                        </p:tav>
                                      </p:tavLst>
                                    </p:anim>
                                    <p:anim calcmode="lin" valueType="num">
                                      <p:cBhvr additive="base">
                                        <p:cTn id="29" dur="600" fill="hold"/>
                                        <p:tgtEl>
                                          <p:spTgt spid="9"/>
                                        </p:tgtEl>
                                        <p:attrNameLst>
                                          <p:attrName>ppt_y</p:attrName>
                                        </p:attrNameLst>
                                      </p:cBhvr>
                                      <p:tavLst>
                                        <p:tav tm="0">
                                          <p:val>
                                            <p:strVal val="#ppt_y+.06"/>
                                          </p:val>
                                        </p:tav>
                                        <p:tav tm="100000">
                                          <p:val>
                                            <p:strVal val="#ppt_y"/>
                                          </p:val>
                                        </p:tav>
                                      </p:tavLst>
                                    </p:anim>
                                  </p:childTnLst>
                                </p:cTn>
                              </p:par>
                              <p:par>
                                <p:cTn id="35" presetID="42" presetClass="entr" presetSubtype="0" fill="hold" grpId="0" nodeType="withEffect">
                                  <p:stCondLst>
                                    <p:cond delay="40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600"/>
                                        <p:tgtEl>
                                          <p:spTgt spid="10"/>
                                        </p:tgtEl>
                                      </p:cBhvr>
                                    </p:animEffect>
                                    <p:anim calcmode="lin" valueType="num">
                                      <p:cBhvr additive="base">
                                        <p:cTn id="33" dur="600" fill="hold"/>
                                        <p:tgtEl>
                                          <p:spTgt spid="10"/>
                                        </p:tgtEl>
                                        <p:attrNameLst>
                                          <p:attrName>ppt_x</p:attrName>
                                        </p:attrNameLst>
                                      </p:cBhvr>
                                      <p:tavLst>
                                        <p:tav tm="0">
                                          <p:val>
                                            <p:strVal val="#ppt_x"/>
                                          </p:val>
                                        </p:tav>
                                        <p:tav tm="100000">
                                          <p:val>
                                            <p:strVal val="#ppt_x"/>
                                          </p:val>
                                        </p:tav>
                                      </p:tavLst>
                                    </p:anim>
                                    <p:anim calcmode="lin" valueType="num">
                                      <p:cBhvr additive="base">
                                        <p:cTn id="34" dur="600" fill="hold"/>
                                        <p:tgtEl>
                                          <p:spTgt spid="10"/>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4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600"/>
                                        <p:tgtEl>
                                          <p:spTgt spid="11"/>
                                        </p:tgtEl>
                                      </p:cBhvr>
                                    </p:animEffect>
                                    <p:anim calcmode="lin" valueType="num">
                                      <p:cBhvr additive="base">
                                        <p:cTn id="38" dur="600" fill="hold"/>
                                        <p:tgtEl>
                                          <p:spTgt spid="11"/>
                                        </p:tgtEl>
                                        <p:attrNameLst>
                                          <p:attrName>ppt_x</p:attrName>
                                        </p:attrNameLst>
                                      </p:cBhvr>
                                      <p:tavLst>
                                        <p:tav tm="0">
                                          <p:val>
                                            <p:strVal val="#ppt_x"/>
                                          </p:val>
                                        </p:tav>
                                        <p:tav tm="100000">
                                          <p:val>
                                            <p:strVal val="#ppt_x"/>
                                          </p:val>
                                        </p:tav>
                                      </p:tavLst>
                                    </p:anim>
                                    <p:anim calcmode="lin" valueType="num">
                                      <p:cBhvr additive="base">
                                        <p:cTn id="39" dur="600" fill="hold"/>
                                        <p:tgtEl>
                                          <p:spTgt spid="11"/>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40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600"/>
                                        <p:tgtEl>
                                          <p:spTgt spid="12"/>
                                        </p:tgtEl>
                                      </p:cBhvr>
                                    </p:animEffect>
                                    <p:anim calcmode="lin" valueType="num">
                                      <p:cBhvr additive="base">
                                        <p:cTn id="43" dur="600" fill="hold"/>
                                        <p:tgtEl>
                                          <p:spTgt spid="12"/>
                                        </p:tgtEl>
                                        <p:attrNameLst>
                                          <p:attrName>ppt_x</p:attrName>
                                        </p:attrNameLst>
                                      </p:cBhvr>
                                      <p:tavLst>
                                        <p:tav tm="0">
                                          <p:val>
                                            <p:strVal val="#ppt_x"/>
                                          </p:val>
                                        </p:tav>
                                        <p:tav tm="100000">
                                          <p:val>
                                            <p:strVal val="#ppt_x"/>
                                          </p:val>
                                        </p:tav>
                                      </p:tavLst>
                                    </p:anim>
                                    <p:anim calcmode="lin" valueType="num">
                                      <p:cBhvr additive="base">
                                        <p:cTn id="44" dur="600" fill="hold"/>
                                        <p:tgtEl>
                                          <p:spTgt spid="12"/>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60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600"/>
                                        <p:tgtEl>
                                          <p:spTgt spid="14"/>
                                        </p:tgtEl>
                                      </p:cBhvr>
                                    </p:animEffect>
                                    <p:anim calcmode="lin" valueType="num">
                                      <p:cBhvr additive="base">
                                        <p:cTn id="48" dur="600" fill="hold"/>
                                        <p:tgtEl>
                                          <p:spTgt spid="14"/>
                                        </p:tgtEl>
                                        <p:attrNameLst>
                                          <p:attrName>ppt_x</p:attrName>
                                        </p:attrNameLst>
                                      </p:cBhvr>
                                      <p:tavLst>
                                        <p:tav tm="0">
                                          <p:val>
                                            <p:strVal val="#ppt_x"/>
                                          </p:val>
                                        </p:tav>
                                        <p:tav tm="100000">
                                          <p:val>
                                            <p:strVal val="#ppt_x"/>
                                          </p:val>
                                        </p:tav>
                                      </p:tavLst>
                                    </p:anim>
                                    <p:anim calcmode="lin" valueType="num">
                                      <p:cBhvr additive="base">
                                        <p:cTn id="49" dur="600" fill="hold"/>
                                        <p:tgtEl>
                                          <p:spTgt spid="14"/>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60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600"/>
                                        <p:tgtEl>
                                          <p:spTgt spid="15"/>
                                        </p:tgtEl>
                                      </p:cBhvr>
                                    </p:animEffect>
                                    <p:anim calcmode="lin" valueType="num">
                                      <p:cBhvr additive="base">
                                        <p:cTn id="53" dur="600" fill="hold"/>
                                        <p:tgtEl>
                                          <p:spTgt spid="15"/>
                                        </p:tgtEl>
                                        <p:attrNameLst>
                                          <p:attrName>ppt_x</p:attrName>
                                        </p:attrNameLst>
                                      </p:cBhvr>
                                      <p:tavLst>
                                        <p:tav tm="0">
                                          <p:val>
                                            <p:strVal val="#ppt_x"/>
                                          </p:val>
                                        </p:tav>
                                        <p:tav tm="100000">
                                          <p:val>
                                            <p:strVal val="#ppt_x"/>
                                          </p:val>
                                        </p:tav>
                                      </p:tavLst>
                                    </p:anim>
                                    <p:anim calcmode="lin" valueType="num">
                                      <p:cBhvr additive="base">
                                        <p:cTn id="54" dur="600" fill="hold"/>
                                        <p:tgtEl>
                                          <p:spTgt spid="15"/>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60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600"/>
                                        <p:tgtEl>
                                          <p:spTgt spid="16"/>
                                        </p:tgtEl>
                                      </p:cBhvr>
                                    </p:animEffect>
                                    <p:anim calcmode="lin" valueType="num">
                                      <p:cBhvr additive="base">
                                        <p:cTn id="58" dur="600" fill="hold"/>
                                        <p:tgtEl>
                                          <p:spTgt spid="16"/>
                                        </p:tgtEl>
                                        <p:attrNameLst>
                                          <p:attrName>ppt_x</p:attrName>
                                        </p:attrNameLst>
                                      </p:cBhvr>
                                      <p:tavLst>
                                        <p:tav tm="0">
                                          <p:val>
                                            <p:strVal val="#ppt_x"/>
                                          </p:val>
                                        </p:tav>
                                        <p:tav tm="100000">
                                          <p:val>
                                            <p:strVal val="#ppt_x"/>
                                          </p:val>
                                        </p:tav>
                                      </p:tavLst>
                                    </p:anim>
                                    <p:anim calcmode="lin" valueType="num">
                                      <p:cBhvr additive="base">
                                        <p:cTn id="59" dur="600" fill="hold"/>
                                        <p:tgtEl>
                                          <p:spTgt spid="16"/>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60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600"/>
                                        <p:tgtEl>
                                          <p:spTgt spid="17"/>
                                        </p:tgtEl>
                                      </p:cBhvr>
                                    </p:animEffect>
                                    <p:anim calcmode="lin" valueType="num">
                                      <p:cBhvr additive="base">
                                        <p:cTn id="63" dur="600" fill="hold"/>
                                        <p:tgtEl>
                                          <p:spTgt spid="17"/>
                                        </p:tgtEl>
                                        <p:attrNameLst>
                                          <p:attrName>ppt_x</p:attrName>
                                        </p:attrNameLst>
                                      </p:cBhvr>
                                      <p:tavLst>
                                        <p:tav tm="0">
                                          <p:val>
                                            <p:strVal val="#ppt_x"/>
                                          </p:val>
                                        </p:tav>
                                        <p:tav tm="100000">
                                          <p:val>
                                            <p:strVal val="#ppt_x"/>
                                          </p:val>
                                        </p:tav>
                                      </p:tavLst>
                                    </p:anim>
                                    <p:anim calcmode="lin" valueType="num">
                                      <p:cBhvr additive="base">
                                        <p:cTn id="64" dur="600" fill="hold"/>
                                        <p:tgtEl>
                                          <p:spTgt spid="17"/>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80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600"/>
                                        <p:tgtEl>
                                          <p:spTgt spid="19"/>
                                        </p:tgtEl>
                                      </p:cBhvr>
                                    </p:animEffect>
                                    <p:anim calcmode="lin" valueType="num">
                                      <p:cBhvr additive="base">
                                        <p:cTn id="68" dur="600" fill="hold"/>
                                        <p:tgtEl>
                                          <p:spTgt spid="19"/>
                                        </p:tgtEl>
                                        <p:attrNameLst>
                                          <p:attrName>ppt_x</p:attrName>
                                        </p:attrNameLst>
                                      </p:cBhvr>
                                      <p:tavLst>
                                        <p:tav tm="0">
                                          <p:val>
                                            <p:strVal val="#ppt_x"/>
                                          </p:val>
                                        </p:tav>
                                        <p:tav tm="100000">
                                          <p:val>
                                            <p:strVal val="#ppt_x"/>
                                          </p:val>
                                        </p:tav>
                                      </p:tavLst>
                                    </p:anim>
                                    <p:anim calcmode="lin" valueType="num">
                                      <p:cBhvr additive="base">
                                        <p:cTn id="69" dur="600" fill="hold"/>
                                        <p:tgtEl>
                                          <p:spTgt spid="19"/>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80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600"/>
                                        <p:tgtEl>
                                          <p:spTgt spid="20"/>
                                        </p:tgtEl>
                                      </p:cBhvr>
                                    </p:animEffect>
                                    <p:anim calcmode="lin" valueType="num">
                                      <p:cBhvr additive="base">
                                        <p:cTn id="73" dur="600" fill="hold"/>
                                        <p:tgtEl>
                                          <p:spTgt spid="20"/>
                                        </p:tgtEl>
                                        <p:attrNameLst>
                                          <p:attrName>ppt_x</p:attrName>
                                        </p:attrNameLst>
                                      </p:cBhvr>
                                      <p:tavLst>
                                        <p:tav tm="0">
                                          <p:val>
                                            <p:strVal val="#ppt_x"/>
                                          </p:val>
                                        </p:tav>
                                        <p:tav tm="100000">
                                          <p:val>
                                            <p:strVal val="#ppt_x"/>
                                          </p:val>
                                        </p:tav>
                                      </p:tavLst>
                                    </p:anim>
                                    <p:anim calcmode="lin" valueType="num">
                                      <p:cBhvr additive="base">
                                        <p:cTn id="74" dur="600" fill="hold"/>
                                        <p:tgtEl>
                                          <p:spTgt spid="20"/>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80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600"/>
                                        <p:tgtEl>
                                          <p:spTgt spid="21"/>
                                        </p:tgtEl>
                                      </p:cBhvr>
                                    </p:animEffect>
                                    <p:anim calcmode="lin" valueType="num">
                                      <p:cBhvr additive="base">
                                        <p:cTn id="78" dur="600" fill="hold"/>
                                        <p:tgtEl>
                                          <p:spTgt spid="21"/>
                                        </p:tgtEl>
                                        <p:attrNameLst>
                                          <p:attrName>ppt_x</p:attrName>
                                        </p:attrNameLst>
                                      </p:cBhvr>
                                      <p:tavLst>
                                        <p:tav tm="0">
                                          <p:val>
                                            <p:strVal val="#ppt_x"/>
                                          </p:val>
                                        </p:tav>
                                        <p:tav tm="100000">
                                          <p:val>
                                            <p:strVal val="#ppt_x"/>
                                          </p:val>
                                        </p:tav>
                                      </p:tavLst>
                                    </p:anim>
                                    <p:anim calcmode="lin" valueType="num">
                                      <p:cBhvr additive="base">
                                        <p:cTn id="79" dur="600" fill="hold"/>
                                        <p:tgtEl>
                                          <p:spTgt spid="21"/>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80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600"/>
                                        <p:tgtEl>
                                          <p:spTgt spid="22"/>
                                        </p:tgtEl>
                                      </p:cBhvr>
                                    </p:animEffect>
                                    <p:anim calcmode="lin" valueType="num">
                                      <p:cBhvr additive="base">
                                        <p:cTn id="83" dur="600" fill="hold"/>
                                        <p:tgtEl>
                                          <p:spTgt spid="22"/>
                                        </p:tgtEl>
                                        <p:attrNameLst>
                                          <p:attrName>ppt_x</p:attrName>
                                        </p:attrNameLst>
                                      </p:cBhvr>
                                      <p:tavLst>
                                        <p:tav tm="0">
                                          <p:val>
                                            <p:strVal val="#ppt_x"/>
                                          </p:val>
                                        </p:tav>
                                        <p:tav tm="100000">
                                          <p:val>
                                            <p:strVal val="#ppt_x"/>
                                          </p:val>
                                        </p:tav>
                                      </p:tavLst>
                                    </p:anim>
                                    <p:anim calcmode="lin" valueType="num">
                                      <p:cBhvr additive="base">
                                        <p:cTn id="84" dur="600" fill="hold"/>
                                        <p:tgtEl>
                                          <p:spTgt spid="22"/>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100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600"/>
                                        <p:tgtEl>
                                          <p:spTgt spid="24"/>
                                        </p:tgtEl>
                                      </p:cBhvr>
                                    </p:animEffect>
                                    <p:anim calcmode="lin" valueType="num">
                                      <p:cBhvr additive="base">
                                        <p:cTn id="88" dur="600" fill="hold"/>
                                        <p:tgtEl>
                                          <p:spTgt spid="24"/>
                                        </p:tgtEl>
                                        <p:attrNameLst>
                                          <p:attrName>ppt_x</p:attrName>
                                        </p:attrNameLst>
                                      </p:cBhvr>
                                      <p:tavLst>
                                        <p:tav tm="0">
                                          <p:val>
                                            <p:strVal val="#ppt_x"/>
                                          </p:val>
                                        </p:tav>
                                        <p:tav tm="100000">
                                          <p:val>
                                            <p:strVal val="#ppt_x"/>
                                          </p:val>
                                        </p:tav>
                                      </p:tavLst>
                                    </p:anim>
                                    <p:anim calcmode="lin" valueType="num">
                                      <p:cBhvr additive="base">
                                        <p:cTn id="89" dur="600" fill="hold"/>
                                        <p:tgtEl>
                                          <p:spTgt spid="24"/>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100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600"/>
                                        <p:tgtEl>
                                          <p:spTgt spid="25"/>
                                        </p:tgtEl>
                                      </p:cBhvr>
                                    </p:animEffect>
                                    <p:anim calcmode="lin" valueType="num">
                                      <p:cBhvr additive="base">
                                        <p:cTn id="93" dur="600" fill="hold"/>
                                        <p:tgtEl>
                                          <p:spTgt spid="25"/>
                                        </p:tgtEl>
                                        <p:attrNameLst>
                                          <p:attrName>ppt_x</p:attrName>
                                        </p:attrNameLst>
                                      </p:cBhvr>
                                      <p:tavLst>
                                        <p:tav tm="0">
                                          <p:val>
                                            <p:strVal val="#ppt_x"/>
                                          </p:val>
                                        </p:tav>
                                        <p:tav tm="100000">
                                          <p:val>
                                            <p:strVal val="#ppt_x"/>
                                          </p:val>
                                        </p:tav>
                                      </p:tavLst>
                                    </p:anim>
                                    <p:anim calcmode="lin" valueType="num">
                                      <p:cBhvr additive="base">
                                        <p:cTn id="94" dur="600" fill="hold"/>
                                        <p:tgtEl>
                                          <p:spTgt spid="25"/>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100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600"/>
                                        <p:tgtEl>
                                          <p:spTgt spid="26"/>
                                        </p:tgtEl>
                                      </p:cBhvr>
                                    </p:animEffect>
                                    <p:anim calcmode="lin" valueType="num">
                                      <p:cBhvr additive="base">
                                        <p:cTn id="98" dur="600" fill="hold"/>
                                        <p:tgtEl>
                                          <p:spTgt spid="26"/>
                                        </p:tgtEl>
                                        <p:attrNameLst>
                                          <p:attrName>ppt_x</p:attrName>
                                        </p:attrNameLst>
                                      </p:cBhvr>
                                      <p:tavLst>
                                        <p:tav tm="0">
                                          <p:val>
                                            <p:strVal val="#ppt_x"/>
                                          </p:val>
                                        </p:tav>
                                        <p:tav tm="100000">
                                          <p:val>
                                            <p:strVal val="#ppt_x"/>
                                          </p:val>
                                        </p:tav>
                                      </p:tavLst>
                                    </p:anim>
                                    <p:anim calcmode="lin" valueType="num">
                                      <p:cBhvr additive="base">
                                        <p:cTn id="99" dur="600" fill="hold"/>
                                        <p:tgtEl>
                                          <p:spTgt spid="26"/>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100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600"/>
                                        <p:tgtEl>
                                          <p:spTgt spid="27"/>
                                        </p:tgtEl>
                                      </p:cBhvr>
                                    </p:animEffect>
                                    <p:anim calcmode="lin" valueType="num">
                                      <p:cBhvr additive="base">
                                        <p:cTn id="103" dur="600" fill="hold"/>
                                        <p:tgtEl>
                                          <p:spTgt spid="27"/>
                                        </p:tgtEl>
                                        <p:attrNameLst>
                                          <p:attrName>ppt_x</p:attrName>
                                        </p:attrNameLst>
                                      </p:cBhvr>
                                      <p:tavLst>
                                        <p:tav tm="0">
                                          <p:val>
                                            <p:strVal val="#ppt_x"/>
                                          </p:val>
                                        </p:tav>
                                        <p:tav tm="100000">
                                          <p:val>
                                            <p:strVal val="#ppt_x"/>
                                          </p:val>
                                        </p:tav>
                                      </p:tavLst>
                                    </p:anim>
                                    <p:anim calcmode="lin" valueType="num">
                                      <p:cBhvr additive="base">
                                        <p:cTn id="104" dur="600" fill="hold"/>
                                        <p:tgtEl>
                                          <p:spTgt spid="27"/>
                                        </p:tgtEl>
                                        <p:attrNameLst>
                                          <p:attrName>ppt_y</p:attrName>
                                        </p:attrNameLst>
                                      </p:cBhvr>
                                      <p:tavLst>
                                        <p:tav tm="0">
                                          <p:val>
                                            <p:strVal val="#ppt_y+.06"/>
                                          </p:val>
                                        </p:tav>
                                        <p:tav tm="100000">
                                          <p:val>
                                            <p:strVal val="#ppt_y"/>
                                          </p:val>
                                        </p:tav>
                                      </p:tavLst>
                                    </p:anim>
                                  </p:childTnLst>
                                </p:cTn>
                              </p:par>
                              <p:par>
                                <p:cTn id="108" presetID="10" presetClass="exit" presetSubtype="0" fill="hold" grpId="1" nodeType="withEffect">
                                  <p:stCondLst>
                                    <p:cond delay="1300"/>
                                  </p:stCondLst>
                                  <p:childTnLst>
                                    <p:animEffect transition="out" filter="fade">
                                      <p:cBhvr>
                                        <p:cTn id="106" dur="300"/>
                                        <p:tgtEl>
                                          <p:spTgt spid="7"/>
                                        </p:tgtEl>
                                      </p:cBhvr>
                                    </p:animEffect>
                                    <p:set>
                                      <p:cBhvr>
                                        <p:cTn id="107" dur="1" fill="hold">
                                          <p:stCondLst>
                                            <p:cond delay="299"/>
                                          </p:stCondLst>
                                        </p:cTn>
                                        <p:tgtEl>
                                          <p:spTgt spid="7"/>
                                        </p:tgtEl>
                                        <p:attrNameLst>
                                          <p:attrName>style.visibility</p:attrName>
                                        </p:attrNameLst>
                                      </p:cBhvr>
                                      <p:to>
                                        <p:strVal val="hidden"/>
                                      </p:to>
                                    </p:set>
                                  </p:childTnLst>
                                </p:cTn>
                              </p:par>
                              <p:par>
                                <p:cTn id="117" presetID="53" presetClass="entr" presetSubtype="16" fill="hold" grpId="0" nodeType="withEffect">
                                  <p:stCondLst>
                                    <p:cond delay="1300"/>
                                  </p:stCondLst>
                                  <p:childTnLst>
                                    <p:set>
                                      <p:cBhvr>
                                        <p:cTn id="113" dur="1" fill="hold">
                                          <p:stCondLst>
                                            <p:cond delay="0"/>
                                          </p:stCondLst>
                                        </p:cTn>
                                        <p:tgtEl>
                                          <p:spTgt spid="8"/>
                                        </p:tgtEl>
                                        <p:attrNameLst>
                                          <p:attrName>style.visibility</p:attrName>
                                        </p:attrNameLst>
                                      </p:cBhvr>
                                      <p:to>
                                        <p:strVal val="visible"/>
                                      </p:to>
                                    </p:set>
                                    <p:anim calcmode="lin" valueType="num">
                                      <p:cBhvr additive="base">
                                        <p:cTn id="114" dur="500" fill="hold"/>
                                        <p:tgtEl>
                                          <p:spTgt spid="8"/>
                                        </p:tgtEl>
                                        <p:attrNameLst>
                                          <p:attrName>ppt_w</p:attrName>
                                        </p:attrNameLst>
                                      </p:cBhvr>
                                      <p:tavLst>
                                        <p:tav tm="0">
                                          <p:val>
                                            <p:strVal val="#ppt_w"/>
                                          </p:val>
                                        </p:tav>
                                        <p:tav tm="100000">
                                          <p:val>
                                            <p:strVal val="#ppt_w"/>
                                          </p:val>
                                        </p:tav>
                                      </p:tavLst>
                                    </p:anim>
                                    <p:anim calcmode="lin" valueType="num">
                                      <p:cBhvr additive="base">
                                        <p:cTn id="115" dur="500" fill="hold"/>
                                        <p:tgtEl>
                                          <p:spTgt spid="8"/>
                                        </p:tgtEl>
                                        <p:attrNameLst>
                                          <p:attrName>ppt_h</p:attrName>
                                        </p:attrNameLst>
                                      </p:cBhvr>
                                      <p:tavLst>
                                        <p:tav tm="0">
                                          <p:val>
                                            <p:strVal val="0"/>
                                          </p:val>
                                        </p:tav>
                                        <p:tav tm="100000">
                                          <p:val>
                                            <p:strVal val="#ppt_h"/>
                                          </p:val>
                                        </p:tav>
                                      </p:tavLst>
                                    </p:anim>
                                    <p:animEffect transition="in" filter="fade">
                                      <p:cBhvr>
                                        <p:cTn id="116" dur="500"/>
                                        <p:tgtEl>
                                          <p:spTgt spid="8"/>
                                        </p:tgtEl>
                                      </p:cBhvr>
                                    </p:animEffect>
                                  </p:childTnLst>
                                </p:cTn>
                              </p:par>
                              <p:par>
                                <p:cTn id="120" presetID="10" presetClass="exit" presetSubtype="0" fill="hold" grpId="1" nodeType="withEffect">
                                  <p:stCondLst>
                                    <p:cond delay="2000"/>
                                  </p:stCondLst>
                                  <p:childTnLst>
                                    <p:animEffect transition="out" filter="fade">
                                      <p:cBhvr>
                                        <p:cTn id="118" dur="300"/>
                                        <p:tgtEl>
                                          <p:spTgt spid="12"/>
                                        </p:tgtEl>
                                      </p:cBhvr>
                                    </p:animEffect>
                                    <p:set>
                                      <p:cBhvr>
                                        <p:cTn id="119" dur="1" fill="hold">
                                          <p:stCondLst>
                                            <p:cond delay="299"/>
                                          </p:stCondLst>
                                        </p:cTn>
                                        <p:tgtEl>
                                          <p:spTgt spid="12"/>
                                        </p:tgtEl>
                                        <p:attrNameLst>
                                          <p:attrName>style.visibility</p:attrName>
                                        </p:attrNameLst>
                                      </p:cBhvr>
                                      <p:to>
                                        <p:strVal val="hidden"/>
                                      </p:to>
                                    </p:set>
                                  </p:childTnLst>
                                </p:cTn>
                              </p:par>
                              <p:par>
                                <p:cTn id="129" presetID="53" presetClass="entr" presetSubtype="16" fill="hold" grpId="0" nodeType="withEffect">
                                  <p:stCondLst>
                                    <p:cond delay="2000"/>
                                  </p:stCondLst>
                                  <p:childTnLst>
                                    <p:set>
                                      <p:cBhvr>
                                        <p:cTn id="125" dur="1" fill="hold">
                                          <p:stCondLst>
                                            <p:cond delay="0"/>
                                          </p:stCondLst>
                                        </p:cTn>
                                        <p:tgtEl>
                                          <p:spTgt spid="13"/>
                                        </p:tgtEl>
                                        <p:attrNameLst>
                                          <p:attrName>style.visibility</p:attrName>
                                        </p:attrNameLst>
                                      </p:cBhvr>
                                      <p:to>
                                        <p:strVal val="visible"/>
                                      </p:to>
                                    </p:set>
                                    <p:anim calcmode="lin" valueType="num">
                                      <p:cBhvr additive="base">
                                        <p:cTn id="126" dur="500" fill="hold"/>
                                        <p:tgtEl>
                                          <p:spTgt spid="13"/>
                                        </p:tgtEl>
                                        <p:attrNameLst>
                                          <p:attrName>ppt_w</p:attrName>
                                        </p:attrNameLst>
                                      </p:cBhvr>
                                      <p:tavLst>
                                        <p:tav tm="0">
                                          <p:val>
                                            <p:strVal val="#ppt_w"/>
                                          </p:val>
                                        </p:tav>
                                        <p:tav tm="100000">
                                          <p:val>
                                            <p:strVal val="#ppt_w"/>
                                          </p:val>
                                        </p:tav>
                                      </p:tavLst>
                                    </p:anim>
                                    <p:anim calcmode="lin" valueType="num">
                                      <p:cBhvr additive="base">
                                        <p:cTn id="127" dur="500" fill="hold"/>
                                        <p:tgtEl>
                                          <p:spTgt spid="13"/>
                                        </p:tgtEl>
                                        <p:attrNameLst>
                                          <p:attrName>ppt_h</p:attrName>
                                        </p:attrNameLst>
                                      </p:cBhvr>
                                      <p:tavLst>
                                        <p:tav tm="0">
                                          <p:val>
                                            <p:strVal val="0"/>
                                          </p:val>
                                        </p:tav>
                                        <p:tav tm="100000">
                                          <p:val>
                                            <p:strVal val="#ppt_h"/>
                                          </p:val>
                                        </p:tav>
                                      </p:tavLst>
                                    </p:anim>
                                    <p:animEffect transition="in" filter="fade">
                                      <p:cBhvr>
                                        <p:cTn id="128" dur="500"/>
                                        <p:tgtEl>
                                          <p:spTgt spid="13"/>
                                        </p:tgtEl>
                                      </p:cBhvr>
                                    </p:animEffect>
                                  </p:childTnLst>
                                </p:cTn>
                              </p:par>
                              <p:par>
                                <p:cTn id="132" presetID="10" presetClass="exit" presetSubtype="0" fill="hold" grpId="1" nodeType="withEffect">
                                  <p:stCondLst>
                                    <p:cond delay="2700"/>
                                  </p:stCondLst>
                                  <p:childTnLst>
                                    <p:animEffect transition="out" filter="fade">
                                      <p:cBhvr>
                                        <p:cTn id="130" dur="300"/>
                                        <p:tgtEl>
                                          <p:spTgt spid="17"/>
                                        </p:tgtEl>
                                      </p:cBhvr>
                                    </p:animEffect>
                                    <p:set>
                                      <p:cBhvr>
                                        <p:cTn id="131" dur="1" fill="hold">
                                          <p:stCondLst>
                                            <p:cond delay="299"/>
                                          </p:stCondLst>
                                        </p:cTn>
                                        <p:tgtEl>
                                          <p:spTgt spid="17"/>
                                        </p:tgtEl>
                                        <p:attrNameLst>
                                          <p:attrName>style.visibility</p:attrName>
                                        </p:attrNameLst>
                                      </p:cBhvr>
                                      <p:to>
                                        <p:strVal val="hidden"/>
                                      </p:to>
                                    </p:set>
                                  </p:childTnLst>
                                </p:cTn>
                              </p:par>
                              <p:par>
                                <p:cTn id="141" presetID="53" presetClass="entr" presetSubtype="16" fill="hold" grpId="0" nodeType="withEffect">
                                  <p:stCondLst>
                                    <p:cond delay="2700"/>
                                  </p:stCondLst>
                                  <p:childTnLst>
                                    <p:set>
                                      <p:cBhvr>
                                        <p:cTn id="137" dur="1" fill="hold">
                                          <p:stCondLst>
                                            <p:cond delay="0"/>
                                          </p:stCondLst>
                                        </p:cTn>
                                        <p:tgtEl>
                                          <p:spTgt spid="18"/>
                                        </p:tgtEl>
                                        <p:attrNameLst>
                                          <p:attrName>style.visibility</p:attrName>
                                        </p:attrNameLst>
                                      </p:cBhvr>
                                      <p:to>
                                        <p:strVal val="visible"/>
                                      </p:to>
                                    </p:set>
                                    <p:anim calcmode="lin" valueType="num">
                                      <p:cBhvr additive="base">
                                        <p:cTn id="138" dur="500" fill="hold"/>
                                        <p:tgtEl>
                                          <p:spTgt spid="18"/>
                                        </p:tgtEl>
                                        <p:attrNameLst>
                                          <p:attrName>ppt_w</p:attrName>
                                        </p:attrNameLst>
                                      </p:cBhvr>
                                      <p:tavLst>
                                        <p:tav tm="0">
                                          <p:val>
                                            <p:strVal val="#ppt_w"/>
                                          </p:val>
                                        </p:tav>
                                        <p:tav tm="100000">
                                          <p:val>
                                            <p:strVal val="#ppt_w"/>
                                          </p:val>
                                        </p:tav>
                                      </p:tavLst>
                                    </p:anim>
                                    <p:anim calcmode="lin" valueType="num">
                                      <p:cBhvr additive="base">
                                        <p:cTn id="139" dur="500" fill="hold"/>
                                        <p:tgtEl>
                                          <p:spTgt spid="18"/>
                                        </p:tgtEl>
                                        <p:attrNameLst>
                                          <p:attrName>ppt_h</p:attrName>
                                        </p:attrNameLst>
                                      </p:cBhvr>
                                      <p:tavLst>
                                        <p:tav tm="0">
                                          <p:val>
                                            <p:strVal val="0"/>
                                          </p:val>
                                        </p:tav>
                                        <p:tav tm="100000">
                                          <p:val>
                                            <p:strVal val="#ppt_h"/>
                                          </p:val>
                                        </p:tav>
                                      </p:tavLst>
                                    </p:anim>
                                    <p:animEffect transition="in" filter="fade">
                                      <p:cBhvr>
                                        <p:cTn id="140" dur="500"/>
                                        <p:tgtEl>
                                          <p:spTgt spid="18"/>
                                        </p:tgtEl>
                                      </p:cBhvr>
                                    </p:animEffect>
                                  </p:childTnLst>
                                </p:cTn>
                              </p:par>
                              <p:par>
                                <p:cTn id="144" presetID="10" presetClass="exit" presetSubtype="0" fill="hold" grpId="1" nodeType="withEffect">
                                  <p:stCondLst>
                                    <p:cond delay="3400"/>
                                  </p:stCondLst>
                                  <p:childTnLst>
                                    <p:animEffect transition="out" filter="fade">
                                      <p:cBhvr>
                                        <p:cTn id="142" dur="300"/>
                                        <p:tgtEl>
                                          <p:spTgt spid="22"/>
                                        </p:tgtEl>
                                      </p:cBhvr>
                                    </p:animEffect>
                                    <p:set>
                                      <p:cBhvr>
                                        <p:cTn id="143" dur="1" fill="hold">
                                          <p:stCondLst>
                                            <p:cond delay="299"/>
                                          </p:stCondLst>
                                        </p:cTn>
                                        <p:tgtEl>
                                          <p:spTgt spid="22"/>
                                        </p:tgtEl>
                                        <p:attrNameLst>
                                          <p:attrName>style.visibility</p:attrName>
                                        </p:attrNameLst>
                                      </p:cBhvr>
                                      <p:to>
                                        <p:strVal val="hidden"/>
                                      </p:to>
                                    </p:set>
                                  </p:childTnLst>
                                </p:cTn>
                              </p:par>
                              <p:par>
                                <p:cTn id="153" presetID="53" presetClass="entr" presetSubtype="16" fill="hold" grpId="0" nodeType="withEffect">
                                  <p:stCondLst>
                                    <p:cond delay="3400"/>
                                  </p:stCondLst>
                                  <p:childTnLst>
                                    <p:set>
                                      <p:cBhvr>
                                        <p:cTn id="149" dur="1" fill="hold">
                                          <p:stCondLst>
                                            <p:cond delay="0"/>
                                          </p:stCondLst>
                                        </p:cTn>
                                        <p:tgtEl>
                                          <p:spTgt spid="23"/>
                                        </p:tgtEl>
                                        <p:attrNameLst>
                                          <p:attrName>style.visibility</p:attrName>
                                        </p:attrNameLst>
                                      </p:cBhvr>
                                      <p:to>
                                        <p:strVal val="visible"/>
                                      </p:to>
                                    </p:set>
                                    <p:anim calcmode="lin" valueType="num">
                                      <p:cBhvr additive="base">
                                        <p:cTn id="150" dur="500" fill="hold"/>
                                        <p:tgtEl>
                                          <p:spTgt spid="23"/>
                                        </p:tgtEl>
                                        <p:attrNameLst>
                                          <p:attrName>ppt_w</p:attrName>
                                        </p:attrNameLst>
                                      </p:cBhvr>
                                      <p:tavLst>
                                        <p:tav tm="0">
                                          <p:val>
                                            <p:strVal val="#ppt_w"/>
                                          </p:val>
                                        </p:tav>
                                        <p:tav tm="100000">
                                          <p:val>
                                            <p:strVal val="#ppt_w"/>
                                          </p:val>
                                        </p:tav>
                                      </p:tavLst>
                                    </p:anim>
                                    <p:anim calcmode="lin" valueType="num">
                                      <p:cBhvr additive="base">
                                        <p:cTn id="151" dur="500" fill="hold"/>
                                        <p:tgtEl>
                                          <p:spTgt spid="23"/>
                                        </p:tgtEl>
                                        <p:attrNameLst>
                                          <p:attrName>ppt_h</p:attrName>
                                        </p:attrNameLst>
                                      </p:cBhvr>
                                      <p:tavLst>
                                        <p:tav tm="0">
                                          <p:val>
                                            <p:strVal val="0"/>
                                          </p:val>
                                        </p:tav>
                                        <p:tav tm="100000">
                                          <p:val>
                                            <p:strVal val="#ppt_h"/>
                                          </p:val>
                                        </p:tav>
                                      </p:tavLst>
                                    </p:anim>
                                    <p:animEffect transition="in" filter="fade">
                                      <p:cBhvr>
                                        <p:cTn id="152" dur="500"/>
                                        <p:tgtEl>
                                          <p:spTgt spid="23"/>
                                        </p:tgtEl>
                                      </p:cBhvr>
                                    </p:animEffect>
                                  </p:childTnLst>
                                </p:cTn>
                              </p:par>
                              <p:par>
                                <p:cTn id="156" presetID="10" presetClass="exit" presetSubtype="0" fill="hold" grpId="1" nodeType="withEffect">
                                  <p:stCondLst>
                                    <p:cond delay="4100"/>
                                  </p:stCondLst>
                                  <p:childTnLst>
                                    <p:animEffect transition="out" filter="fade">
                                      <p:cBhvr>
                                        <p:cTn id="154" dur="300"/>
                                        <p:tgtEl>
                                          <p:spTgt spid="27"/>
                                        </p:tgtEl>
                                      </p:cBhvr>
                                    </p:animEffect>
                                    <p:set>
                                      <p:cBhvr>
                                        <p:cTn id="155" dur="1" fill="hold">
                                          <p:stCondLst>
                                            <p:cond delay="299"/>
                                          </p:stCondLst>
                                        </p:cTn>
                                        <p:tgtEl>
                                          <p:spTgt spid="27"/>
                                        </p:tgtEl>
                                        <p:attrNameLst>
                                          <p:attrName>style.visibility</p:attrName>
                                        </p:attrNameLst>
                                      </p:cBhvr>
                                      <p:to>
                                        <p:strVal val="hidden"/>
                                      </p:to>
                                    </p:set>
                                  </p:childTnLst>
                                </p:cTn>
                              </p:par>
                              <p:par>
                                <p:cTn id="165" presetID="53" presetClass="entr" presetSubtype="16" fill="hold" grpId="0" nodeType="withEffect">
                                  <p:stCondLst>
                                    <p:cond delay="4100"/>
                                  </p:stCondLst>
                                  <p:childTnLst>
                                    <p:set>
                                      <p:cBhvr>
                                        <p:cTn id="161" dur="1" fill="hold">
                                          <p:stCondLst>
                                            <p:cond delay="0"/>
                                          </p:stCondLst>
                                        </p:cTn>
                                        <p:tgtEl>
                                          <p:spTgt spid="28"/>
                                        </p:tgtEl>
                                        <p:attrNameLst>
                                          <p:attrName>style.visibility</p:attrName>
                                        </p:attrNameLst>
                                      </p:cBhvr>
                                      <p:to>
                                        <p:strVal val="visible"/>
                                      </p:to>
                                    </p:set>
                                    <p:anim calcmode="lin" valueType="num">
                                      <p:cBhvr additive="base">
                                        <p:cTn id="162" dur="500" fill="hold"/>
                                        <p:tgtEl>
                                          <p:spTgt spid="28"/>
                                        </p:tgtEl>
                                        <p:attrNameLst>
                                          <p:attrName>ppt_w</p:attrName>
                                        </p:attrNameLst>
                                      </p:cBhvr>
                                      <p:tavLst>
                                        <p:tav tm="0">
                                          <p:val>
                                            <p:strVal val="#ppt_w"/>
                                          </p:val>
                                        </p:tav>
                                        <p:tav tm="100000">
                                          <p:val>
                                            <p:strVal val="#ppt_w"/>
                                          </p:val>
                                        </p:tav>
                                      </p:tavLst>
                                    </p:anim>
                                    <p:anim calcmode="lin" valueType="num">
                                      <p:cBhvr additive="base">
                                        <p:cTn id="163" dur="500" fill="hold"/>
                                        <p:tgtEl>
                                          <p:spTgt spid="28"/>
                                        </p:tgtEl>
                                        <p:attrNameLst>
                                          <p:attrName>ppt_h</p:attrName>
                                        </p:attrNameLst>
                                      </p:cBhvr>
                                      <p:tavLst>
                                        <p:tav tm="0">
                                          <p:val>
                                            <p:strVal val="0"/>
                                          </p:val>
                                        </p:tav>
                                        <p:tav tm="100000">
                                          <p:val>
                                            <p:strVal val="#ppt_h"/>
                                          </p:val>
                                        </p:tav>
                                      </p:tavLst>
                                    </p:anim>
                                    <p:animEffect transition="in" filter="fade">
                                      <p:cBhvr>
                                        <p:cTn id="164" dur="500"/>
                                        <p:tgtEl>
                                          <p:spTgt spid="28"/>
                                        </p:tgtEl>
                                      </p:cBhvr>
                                    </p:animEffect>
                                  </p:childTnLst>
                                </p:cTn>
                              </p:par>
                              <p:par>
                                <p:cTn id="167" presetID="1" presetClass="entr" presetSubtype="0" fill="hold" grpId="0" nodeType="withEffect">
                                  <p:stCondLst>
                                    <p:cond delay="5000"/>
                                  </p:stCondLst>
                                  <p:iterate type="lt">
                                    <p:tmAbs val="55"/>
                                  </p:iterate>
                                  <p:childTnLst>
                                    <p:set>
                                      <p:cBhvr>
                                        <p:cTn id="166" dur="1" fill="hold">
                                          <p:stCondLst>
                                            <p:cond delay="0"/>
                                          </p:stCondLst>
                                        </p:cTn>
                                        <p:tgtEl>
                                          <p:spTgt spid="29"/>
                                        </p:tgtEl>
                                        <p:attrNameLst>
                                          <p:attrName>style.visibility</p:attrName>
                                        </p:attrNameLst>
                                      </p:cBhvr>
                                      <p:to>
                                        <p:strVal val="visible"/>
                                      </p:to>
                                    </p:set>
                                  </p:childTnLst>
                                </p:cTn>
                              </p:par>
                              <p:par>
                                <p:cTn id="172" presetID="53" presetClass="entr" presetSubtype="16" fill="hold" grpId="0" nodeType="withEffect">
                                  <p:stCondLst>
                                    <p:cond delay="8600"/>
                                  </p:stCondLst>
                                  <p:childTnLst>
                                    <p:set>
                                      <p:cBhvr>
                                        <p:cTn id="168" dur="1" fill="hold">
                                          <p:stCondLst>
                                            <p:cond delay="0"/>
                                          </p:stCondLst>
                                        </p:cTn>
                                        <p:tgtEl>
                                          <p:spTgt spid="30"/>
                                        </p:tgtEl>
                                        <p:attrNameLst>
                                          <p:attrName>style.visibility</p:attrName>
                                        </p:attrNameLst>
                                      </p:cBhvr>
                                      <p:to>
                                        <p:strVal val="visible"/>
                                      </p:to>
                                    </p:set>
                                    <p:anim calcmode="lin" valueType="num">
                                      <p:cBhvr additive="base">
                                        <p:cTn id="169" dur="700" fill="hold"/>
                                        <p:tgtEl>
                                          <p:spTgt spid="30"/>
                                        </p:tgtEl>
                                        <p:attrNameLst>
                                          <p:attrName>ppt_w</p:attrName>
                                        </p:attrNameLst>
                                      </p:cBhvr>
                                      <p:tavLst>
                                        <p:tav tm="0">
                                          <p:val>
                                            <p:strVal val="0"/>
                                          </p:val>
                                        </p:tav>
                                        <p:tav tm="100000">
                                          <p:val>
                                            <p:strVal val="#ppt_w"/>
                                          </p:val>
                                        </p:tav>
                                      </p:tavLst>
                                    </p:anim>
                                    <p:anim calcmode="lin" valueType="num">
                                      <p:cBhvr additive="base">
                                        <p:cTn id="170" dur="700" fill="hold"/>
                                        <p:tgtEl>
                                          <p:spTgt spid="30"/>
                                        </p:tgtEl>
                                        <p:attrNameLst>
                                          <p:attrName>ppt_h</p:attrName>
                                        </p:attrNameLst>
                                      </p:cBhvr>
                                      <p:tavLst>
                                        <p:tav tm="0">
                                          <p:val>
                                            <p:strVal val="0"/>
                                          </p:val>
                                        </p:tav>
                                        <p:tav tm="100000">
                                          <p:val>
                                            <p:strVal val="#ppt_h"/>
                                          </p:val>
                                        </p:tav>
                                      </p:tavLst>
                                    </p:anim>
                                    <p:animEffect transition="in" filter="fade">
                                      <p:cBhvr>
                                        <p:cTn id="171" dur="700"/>
                                        <p:tgtEl>
                                          <p:spTgt spid="30"/>
                                        </p:tgtEl>
                                      </p:cBhvr>
                                    </p:animEffect>
                                  </p:childTnLst>
                                </p:cTn>
                              </p:par>
                              <p:par>
                                <p:cTn id="174" presetID="6" presetClass="emph" presetSubtype="0" fill="hold" grpId="1" nodeType="withEffect" autoRev="1" repeatCount="indefinite">
                                  <p:stCondLst>
                                    <p:cond delay="9500"/>
                                  </p:stCondLst>
                                  <p:childTnLst>
                                    <p:animScale>
                                      <p:cBhvr>
                                        <p:cTn id="173" dur="1000" fill="hold"/>
                                        <p:tgtEl>
                                          <p:spTgt spid="3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7" grpId="1" animBg="1"/>
      <p:bldP spid="8" grpId="0" animBg="1"/>
      <p:bldP spid="12" grpId="1" animBg="1"/>
      <p:bldP spid="13" grpId="0" animBg="1"/>
      <p:bldP spid="17" grpId="1" animBg="1"/>
      <p:bldP spid="18" grpId="0" animBg="1"/>
      <p:bldP spid="22" grpId="1" animBg="1"/>
      <p:bldP spid="23" grpId="0" animBg="1"/>
      <p:bldP spid="27" grpId="1" animBg="1"/>
      <p:bldP spid="28" grpId="0" animBg="1"/>
      <p:bldP spid="29" grpId="0" animBg="1"/>
      <p:bldP spid="30" grpId="0" animBg="1"/>
      <p:bldP spid="30"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Locked or Leaked? – Nusrat’s Night</dc:title>
  <dc:subject>PptxGenJS Presentation</dc:subject>
  <dc:creator>Ahnaf Akif</dc:creator>
  <cp:lastModifiedBy>Ahnaf Akif</cp:lastModifiedBy>
  <cp:revision>1</cp:revision>
  <dcterms:created xsi:type="dcterms:W3CDTF">2026-10-26T01:01:53Z</dcterms:created>
  <dcterms:modified xsi:type="dcterms:W3CDTF">2026-10-26T01:01:53Z</dcterms:modified>
</cp:coreProperties>
</file>