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e7e8379-9981-2d91-4d62-4d2aabd92ce7}">
          <p14:sldIdLst>
            <p14:sldId id="256"/>
            <p14:sldId id="257"/>
          </p14:sldIdLst>
        </p14:section>
        <p14:section name="Act I: The Hustle" id="{e35b32f1-13b5-6d90-bea4-341fd3a76147}">
          <p14:sldIdLst>
            <p14:sldId id="258"/>
            <p14:sldId id="259"/>
          </p14:sldIdLst>
        </p14:section>
        <p14:section name="Act II: The Deal" id="{1e0a5622-eee9-4799-528a-c2553bddfcbd}">
          <p14:sldIdLst>
            <p14:sldId id="260"/>
            <p14:sldId id="261"/>
            <p14:sldId id="262"/>
            <p14:sldId id="263"/>
          </p14:sldIdLst>
        </p14:section>
        <p14:section name="Act III: The Fall" id="{60013bca-468c-a3e0-8620-a99f76e86810}">
          <p14:sldIdLst>
            <p14:sldId id="264"/>
            <p14:sldId id="265"/>
          </p14:sldIdLst>
        </p14:section>
        <p14:section name="Verdict and Credits" id="{a3bbdfd3-8f32-1196-e419-baff3b3e2ec0}">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43 seconds · no clicks)
[HOW IT PLAYS] Everything is automatic. Start reading as soon as the slide opens; each scene's animation starts by itself at the time shown, paced to a 43-second reading. If you run ahead or behind, just keep going: it catches up on the next scene. The dialogue box shows dramatised paraphrases, not quotes from the film.
[0:00 · Scene 1 plays]
Thank you, Nabin. Act One: the Hustle. Scene one: David is a broke massage therapist in Miami. His bedsheet business has failed, and his girlfriend is pregnant. He needs money, fast.
[≈ 0:11 · Scene 2 starts by itself]
Scene two: he meets his old friend Efraim, whose company AEY bids online for the "crumbs" of military procurement: small contracts the big defence companies ignore. David joins him.
[≈ 0:22 · Scene 3 starts by itself]
Scene three: a shipment of pistols gets stuck in Jordan, so they fly out, use local fixers and drive it into Iraq. It works, and they get paid.
[≈ 0:32 · Scene 4 starts by itself]
Scene four: the money flows. New office, new cars. And David starts lying to his partner about what he really does.
[When the yellow quote appears, pause.] Now let's freeze the frame.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47 seconds · no clicks)
[HOW IT PLAYS] Everything is automatic. Start reading as soon as the slide opens; each scene's animation starts by itself at the time shown, paced to a 47-second reading. If you run ahead or behind, just keep going: it catches up on the next scene. The dialogue box shows dramatised paraphrases, not quotes from the film.
[0:00 · Scene 5 plays]
Thank you, Sweety. Act Two: the Deal.
Scene five: at an arms fair in Las Vegas, they meet Henry Girard, played by Bradley Cooper. Henry is on a terrorist watch list, so he cannot sell to the US government directly. He needs a front.
[≈ 0:18 · Scene 6 starts by itself]
Scene six: Henry has access to about 100 million rounds of old rifle ammunition sitting in Albania.
[≈ 0:25 · Scene 7 starts by itself]
Scene seven: with this cheap supply and a financier behind them, AEY underbids everyone and wins the Afghan army contract, worth around 300 million dollars.
[≈ 0:36 · Scene 8 starts by itself]
Scene eight: Efraim, greedy as ever, starts planning to cut Henry out of his share.
So let's pause again. Is this group actually organized crime?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45 seconds · no clicks)
[HOW IT PLAYS] Everything is automatic. Start reading as soon as the slide opens; each scene's animation starts by itself at the time shown, paced to a 45-second reading. If you run ahead or behind, just keep going: it catches up on the next scene. The dialogue box shows dramatised paraphrases, not quotes from the film.
[0:00 · Scene 9 plays]
Thank you, Imran. Act Three: the Fall.
Scene nine: David discovers the ammunition was made in China, which is banned under a US arms embargo, and by the contract itself.
[≈ 0:11 · Scene 10 starts by itself]
Scene ten: instead of reporting it, they have the rounds repacked to remove the Chinese markings. This really happened.
[≈ 0:19 · Scene 11 starts by itself]
Scene eleven: David is threatened in Albania, Efraim cheats him out of his money, and their friendship collapses.
[≈ 0:26 · Scene 12 starts by itself]
Scene twelve: the federal government steps in. In real life, the case was exposed by journalists in 2008. Efraim was sentenced to four years in prison, and David, who cooperated, to seven months of house arrest.
[Pause.] One last freeze-frame. How did they justify all this to themselves?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4.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4.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image" Target="../media/image-9-27.png"/><Relationship Id="rId28" Type="http://schemas.openxmlformats.org/officeDocument/2006/relationships/image" Target="../media/image-9-28.png"/><Relationship Id="rId29" Type="http://schemas.openxmlformats.org/officeDocument/2006/relationships/image" Target="../media/image-9-29.png"/><Relationship Id="rId30" Type="http://schemas.openxmlformats.org/officeDocument/2006/relationships/image" Target="../media/image-9-30.png"/><Relationship Id="rId31" Type="http://schemas.openxmlformats.org/officeDocument/2006/relationships/image" Target="../media/image-9-31.png"/><Relationship Id="rId32" Type="http://schemas.openxmlformats.org/officeDocument/2006/relationships/image" Target="../media/image-9-32.png"/><Relationship Id="rId33" Type="http://schemas.openxmlformats.org/officeDocument/2006/relationships/slideLayout" Target="../slideLayouts/slideLayout4.xml"/><Relationship Id="rId3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heets" descr="sheets">    </p:cNvPr>
          <p:cNvPicPr>
            <a:picLocks noChangeAspect="1"/>
          </p:cNvPicPr>
          <p:nvPr/>
        </p:nvPicPr>
        <p:blipFill>
          <a:blip r:embed="rId3"/>
          <a:stretch>
            <a:fillRect/>
          </a:stretch>
        </p:blipFill>
        <p:spPr>
          <a:xfrm>
            <a:off x="4206240" y="2834640"/>
            <a:ext cx="2103120" cy="1527048"/>
          </a:xfrm>
          <a:prstGeom prst="rect">
            <a:avLst/>
          </a:prstGeom>
        </p:spPr>
      </p:pic>
      <p:sp>
        <p:nvSpPr>
          <p:cNvPr id="9" name="unsold"/>
          <p:cNvSpPr/>
          <p:nvPr/>
        </p:nvSpPr>
        <p:spPr>
          <a:xfrm>
            <a:off x="4069080" y="2377440"/>
            <a:ext cx="2377440" cy="365760"/>
          </a:xfrm>
          <a:prstGeom prst="roundRect">
            <a:avLst>
              <a:gd name="adj" fmla="val 15000"/>
            </a:avLst>
          </a:prstGeom>
          <a:solidFill>
            <a:srgbClr val="E5383B"/>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UNSOLD · RETURNED</a:t>
            </a:r>
            <a:endParaRPr lang="en-US" sz="1400" dirty="0"/>
          </a:p>
        </p:txBody>
      </p:sp>
      <p:sp>
        <p:nvSpPr>
          <p:cNvPr id="10" name="thought"/>
          <p:cNvSpPr/>
          <p:nvPr/>
        </p:nvSpPr>
        <p:spPr>
          <a:xfrm>
            <a:off x="6309360" y="1143000"/>
            <a:ext cx="2651760" cy="1234440"/>
          </a:xfrm>
          <a:prstGeom prst="cloudCallout">
            <a:avLst/>
          </a:prstGeom>
          <a:solidFill>
            <a:srgbClr val="F4F1EA"/>
          </a:solidFill>
          <a:ln w="25400">
            <a:solidFill>
              <a:srgbClr val="0D0D0F"/>
            </a:solidFill>
          </a:ln>
        </p:spPr>
        <p:txBody>
          <a:bodyPr wrap="square" lIns="101600" tIns="101600" rIns="101600" bIns="101600" rtlCol="0" anchor="ctr"/>
          <a:lstStyle/>
          <a:p>
            <a:pPr algn="ctr" indent="0" marL="0">
              <a:buNone/>
            </a:pPr>
            <a:r>
              <a:rPr lang="en-US" sz="1500" b="1" dirty="0">
                <a:solidFill>
                  <a:srgbClr val="0D0D0F"/>
                </a:solidFill>
                <a:latin typeface="Calibri" pitchFamily="34" charset="0"/>
                <a:ea typeface="Calibri" pitchFamily="34" charset="-122"/>
                <a:cs typeface="Calibri" pitchFamily="34" charset="-120"/>
              </a:rPr>
              <a:t>A baby on the way… and no money.</a:t>
            </a:r>
            <a:endParaRPr lang="en-US" sz="1500" dirty="0"/>
          </a:p>
        </p:txBody>
      </p:sp>
      <p:pic>
        <p:nvPicPr>
          <p:cNvPr id="11" name="laptop" descr="laptop">    </p:cNvPr>
          <p:cNvPicPr>
            <a:picLocks noChangeAspect="1"/>
          </p:cNvPicPr>
          <p:nvPr/>
        </p:nvPicPr>
        <p:blipFill>
          <a:blip r:embed="rId4"/>
          <a:stretch>
            <a:fillRect/>
          </a:stretch>
        </p:blipFill>
        <p:spPr>
          <a:xfrm>
            <a:off x="4800600" y="1600200"/>
            <a:ext cx="2377440" cy="1618488"/>
          </a:xfrm>
          <a:prstGeom prst="rect">
            <a:avLst/>
          </a:prstGeom>
        </p:spPr>
      </p:pic>
      <p:sp>
        <p:nvSpPr>
          <p:cNvPr id="12" name="aey"/>
          <p:cNvSpPr/>
          <p:nvPr/>
        </p:nvSpPr>
        <p:spPr>
          <a:xfrm>
            <a:off x="4846320" y="3429000"/>
            <a:ext cx="228600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INC. · MIAMI</a:t>
            </a:r>
            <a:endParaRPr lang="en-US" sz="1400" dirty="0"/>
          </a:p>
        </p:txBody>
      </p:sp>
      <p:pic>
        <p:nvPicPr>
          <p:cNvPr id="13" name="map" descr="map">    </p:cNvPr>
          <p:cNvPicPr>
            <a:picLocks noChangeAspect="1"/>
          </p:cNvPicPr>
          <p:nvPr/>
        </p:nvPicPr>
        <p:blipFill>
          <a:blip r:embed="rId5"/>
          <a:stretch>
            <a:fillRect/>
          </a:stretch>
        </p:blipFill>
        <p:spPr>
          <a:xfrm>
            <a:off x="3886200" y="1097280"/>
            <a:ext cx="4206240" cy="2286000"/>
          </a:xfrm>
          <a:prstGeom prst="rect">
            <a:avLst/>
          </a:prstGeom>
        </p:spPr>
      </p:pic>
      <p:pic>
        <p:nvPicPr>
          <p:cNvPr id="14" name="plane" descr="plane">    </p:cNvPr>
          <p:cNvPicPr>
            <a:picLocks noChangeAspect="1"/>
          </p:cNvPicPr>
          <p:nvPr/>
        </p:nvPicPr>
        <p:blipFill>
          <a:blip r:embed="rId6"/>
          <a:stretch>
            <a:fillRect/>
          </a:stretch>
        </p:blipFill>
        <p:spPr>
          <a:xfrm>
            <a:off x="4480560" y="3337560"/>
            <a:ext cx="2377440" cy="914400"/>
          </a:xfrm>
          <a:prstGeom prst="rect">
            <a:avLst/>
          </a:prstGeom>
        </p:spPr>
      </p:pic>
      <p:pic>
        <p:nvPicPr>
          <p:cNvPr id="15" name="truck" descr="truck">    </p:cNvPr>
          <p:cNvPicPr>
            <a:picLocks noChangeAspect="1"/>
          </p:cNvPicPr>
          <p:nvPr/>
        </p:nvPicPr>
        <p:blipFill>
          <a:blip r:embed="rId7"/>
          <a:stretch>
            <a:fillRect/>
          </a:stretch>
        </p:blipFill>
        <p:spPr>
          <a:xfrm>
            <a:off x="3931920" y="2514600"/>
            <a:ext cx="4206240" cy="2011680"/>
          </a:xfrm>
          <a:prstGeom prst="rect">
            <a:avLst/>
          </a:prstGeom>
        </p:spPr>
      </p:pic>
      <p:pic>
        <p:nvPicPr>
          <p:cNvPr id="16" name="car" descr="car">    </p:cNvPr>
          <p:cNvPicPr>
            <a:picLocks noChangeAspect="1"/>
          </p:cNvPicPr>
          <p:nvPr/>
        </p:nvPicPr>
        <p:blipFill>
          <a:blip r:embed="rId8"/>
          <a:stretch>
            <a:fillRect/>
          </a:stretch>
        </p:blipFill>
        <p:spPr>
          <a:xfrm>
            <a:off x="4069080" y="2926080"/>
            <a:ext cx="3566160" cy="1444752"/>
          </a:xfrm>
          <a:prstGeom prst="rect">
            <a:avLst/>
          </a:prstGeom>
        </p:spPr>
      </p:pic>
      <p:pic>
        <p:nvPicPr>
          <p:cNvPr id="17" name="cash 0" descr="cash 0">    </p:cNvPr>
          <p:cNvPicPr>
            <a:picLocks noChangeAspect="1"/>
          </p:cNvPicPr>
          <p:nvPr/>
        </p:nvPicPr>
        <p:blipFill>
          <a:blip r:embed="rId9"/>
          <a:stretch>
            <a:fillRect/>
          </a:stretch>
        </p:blipFill>
        <p:spPr>
          <a:xfrm>
            <a:off x="4114800" y="1691640"/>
            <a:ext cx="1371600" cy="896112"/>
          </a:xfrm>
          <a:prstGeom prst="rect">
            <a:avLst/>
          </a:prstGeom>
        </p:spPr>
      </p:pic>
      <p:pic>
        <p:nvPicPr>
          <p:cNvPr id="18" name="cash 1" descr="cash 1">    </p:cNvPr>
          <p:cNvPicPr>
            <a:picLocks noChangeAspect="1"/>
          </p:cNvPicPr>
          <p:nvPr/>
        </p:nvPicPr>
        <p:blipFill>
          <a:blip r:embed="rId10"/>
          <a:stretch>
            <a:fillRect/>
          </a:stretch>
        </p:blipFill>
        <p:spPr>
          <a:xfrm>
            <a:off x="6309360" y="1691640"/>
            <a:ext cx="1371600" cy="896112"/>
          </a:xfrm>
          <a:prstGeom prst="rect">
            <a:avLst/>
          </a:prstGeom>
        </p:spPr>
      </p:pic>
      <p:pic>
        <p:nvPicPr>
          <p:cNvPr id="19" name="david worried" descr="david worried">    </p:cNvPr>
          <p:cNvPicPr>
            <a:picLocks noChangeAspect="1"/>
          </p:cNvPicPr>
          <p:nvPr/>
        </p:nvPicPr>
        <p:blipFill>
          <a:blip r:embed="rId11"/>
          <a:stretch>
            <a:fillRect/>
          </a:stretch>
        </p:blipFill>
        <p:spPr>
          <a:xfrm>
            <a:off x="685800" y="1645920"/>
            <a:ext cx="2902857" cy="4572000"/>
          </a:xfrm>
          <a:prstGeom prst="rect">
            <a:avLst/>
          </a:prstGeom>
        </p:spPr>
      </p:pic>
      <p:pic>
        <p:nvPicPr>
          <p:cNvPr id="20" name="david smile" descr="david smile">    </p:cNvPr>
          <p:cNvPicPr>
            <a:picLocks noChangeAspect="1"/>
          </p:cNvPicPr>
          <p:nvPr/>
        </p:nvPicPr>
        <p:blipFill>
          <a:blip r:embed="rId12"/>
          <a:stretch>
            <a:fillRect/>
          </a:stretch>
        </p:blipFill>
        <p:spPr>
          <a:xfrm>
            <a:off x="685800" y="1645920"/>
            <a:ext cx="2902857" cy="4572000"/>
          </a:xfrm>
          <a:prstGeom prst="rect">
            <a:avLst/>
          </a:prstGeom>
        </p:spPr>
      </p:pic>
      <p:pic>
        <p:nvPicPr>
          <p:cNvPr id="21" name="david suit" descr="david suit">    </p:cNvPr>
          <p:cNvPicPr>
            <a:picLocks noChangeAspect="1"/>
          </p:cNvPicPr>
          <p:nvPr/>
        </p:nvPicPr>
        <p:blipFill>
          <a:blip r:embed="rId13"/>
          <a:stretch>
            <a:fillRect/>
          </a:stretch>
        </p:blipFill>
        <p:spPr>
          <a:xfrm>
            <a:off x="685800" y="1645920"/>
            <a:ext cx="2902857" cy="4572000"/>
          </a:xfrm>
          <a:prstGeom prst="rect">
            <a:avLst/>
          </a:prstGeom>
        </p:spPr>
      </p:pic>
      <p:pic>
        <p:nvPicPr>
          <p:cNvPr id="22" name="david guilty" descr="david guilty">    </p:cNvPr>
          <p:cNvPicPr>
            <a:picLocks noChangeAspect="1"/>
          </p:cNvPicPr>
          <p:nvPr/>
        </p:nvPicPr>
        <p:blipFill>
          <a:blip r:embed="rId14"/>
          <a:stretch>
            <a:fillRect/>
          </a:stretch>
        </p:blipFill>
        <p:spPr>
          <a:xfrm>
            <a:off x="685800" y="1645920"/>
            <a:ext cx="2902857" cy="4572000"/>
          </a:xfrm>
          <a:prstGeom prst="rect">
            <a:avLst/>
          </a:prstGeom>
        </p:spPr>
      </p:pic>
      <p:pic>
        <p:nvPicPr>
          <p:cNvPr id="23" name="efraim smirk" descr="efraim smirk">    </p:cNvPr>
          <p:cNvPicPr>
            <a:picLocks noChangeAspect="1"/>
          </p:cNvPicPr>
          <p:nvPr/>
        </p:nvPicPr>
        <p:blipFill>
          <a:blip r:embed="rId15"/>
          <a:stretch>
            <a:fillRect/>
          </a:stretch>
        </p:blipFill>
        <p:spPr>
          <a:xfrm>
            <a:off x="8595360" y="1645920"/>
            <a:ext cx="2902857" cy="4572000"/>
          </a:xfrm>
          <a:prstGeom prst="rect">
            <a:avLst/>
          </a:prstGeom>
        </p:spPr>
      </p:pic>
      <p:pic>
        <p:nvPicPr>
          <p:cNvPr id="24" name="efraim grin" descr="efraim grin">    </p:cNvPr>
          <p:cNvPicPr>
            <a:picLocks noChangeAspect="1"/>
          </p:cNvPicPr>
          <p:nvPr/>
        </p:nvPicPr>
        <p:blipFill>
          <a:blip r:embed="rId16"/>
          <a:stretch>
            <a:fillRect/>
          </a:stretch>
        </p:blipFill>
        <p:spPr>
          <a:xfrm>
            <a:off x="8595360" y="1645920"/>
            <a:ext cx="2902857" cy="4572000"/>
          </a:xfrm>
          <a:prstGeom prst="rect">
            <a:avLst/>
          </a:prstGeom>
        </p:spPr>
      </p:pic>
      <p:pic>
        <p:nvPicPr>
          <p:cNvPr id="25" name="sweat" descr="sweat">    </p:cNvPr>
          <p:cNvPicPr>
            <a:picLocks noChangeAspect="1"/>
          </p:cNvPicPr>
          <p:nvPr/>
        </p:nvPicPr>
        <p:blipFill>
          <a:blip r:embed="rId17"/>
          <a:stretch>
            <a:fillRect/>
          </a:stretch>
        </p:blipFill>
        <p:spPr>
          <a:xfrm>
            <a:off x="2606040" y="2514600"/>
            <a:ext cx="310896" cy="457200"/>
          </a:xfrm>
          <a:prstGeom prst="rect">
            <a:avLst/>
          </a:prstGeom>
        </p:spPr>
      </p:pic>
      <p:pic>
        <p:nvPicPr>
          <p:cNvPr id="26" name="sweat2" descr="sweat2">    </p:cNvPr>
          <p:cNvPicPr>
            <a:picLocks noChangeAspect="1"/>
          </p:cNvPicPr>
          <p:nvPr/>
        </p:nvPicPr>
        <p:blipFill>
          <a:blip r:embed="rId18"/>
          <a:stretch>
            <a:fillRect/>
          </a:stretch>
        </p:blipFill>
        <p:spPr>
          <a:xfrm>
            <a:off x="2606040" y="2514600"/>
            <a:ext cx="310896" cy="457200"/>
          </a:xfrm>
          <a:prstGeom prst="rect">
            <a:avLst/>
          </a:prstGeom>
        </p:spPr>
      </p:pic>
      <p:pic>
        <p:nvPicPr>
          <p:cNvPr id="27" name="glint" descr="glint">    </p:cNvPr>
          <p:cNvPicPr>
            <a:picLocks noChangeAspect="1"/>
          </p:cNvPicPr>
          <p:nvPr/>
        </p:nvPicPr>
        <p:blipFill>
          <a:blip r:embed="rId19"/>
          <a:stretch>
            <a:fillRect/>
          </a:stretch>
        </p:blipFill>
        <p:spPr>
          <a:xfrm>
            <a:off x="9464040" y="2880360"/>
            <a:ext cx="502920" cy="502920"/>
          </a:xfrm>
          <a:prstGeom prst="rect">
            <a:avLst/>
          </a:prstGeom>
        </p:spPr>
      </p:pic>
      <p:pic>
        <p:nvPicPr>
          <p:cNvPr id="28" name="spark 0" descr="spark 0">    </p:cNvPr>
          <p:cNvPicPr>
            <a:picLocks noChangeAspect="1"/>
          </p:cNvPicPr>
          <p:nvPr/>
        </p:nvPicPr>
        <p:blipFill>
          <a:blip r:embed="rId20"/>
          <a:stretch>
            <a:fillRect/>
          </a:stretch>
        </p:blipFill>
        <p:spPr>
          <a:xfrm>
            <a:off x="3931920" y="1371600"/>
            <a:ext cx="411480" cy="411480"/>
          </a:xfrm>
          <a:prstGeom prst="rect">
            <a:avLst/>
          </a:prstGeom>
        </p:spPr>
      </p:pic>
      <p:pic>
        <p:nvPicPr>
          <p:cNvPr id="29" name="spark 1" descr="spark 1">    </p:cNvPr>
          <p:cNvPicPr>
            <a:picLocks noChangeAspect="1"/>
          </p:cNvPicPr>
          <p:nvPr/>
        </p:nvPicPr>
        <p:blipFill>
          <a:blip r:embed="rId21"/>
          <a:stretch>
            <a:fillRect/>
          </a:stretch>
        </p:blipFill>
        <p:spPr>
          <a:xfrm>
            <a:off x="7680960" y="1463040"/>
            <a:ext cx="457200" cy="457200"/>
          </a:xfrm>
          <a:prstGeom prst="rect">
            <a:avLst/>
          </a:prstGeom>
        </p:spPr>
      </p:pic>
      <p:pic>
        <p:nvPicPr>
          <p:cNvPr id="30" name="spark 2" descr="spark 2">    </p:cNvPr>
          <p:cNvPicPr>
            <a:picLocks noChangeAspect="1"/>
          </p:cNvPicPr>
          <p:nvPr/>
        </p:nvPicPr>
        <p:blipFill>
          <a:blip r:embed="rId22"/>
          <a:stretch>
            <a:fillRect/>
          </a:stretch>
        </p:blipFill>
        <p:spPr>
          <a:xfrm>
            <a:off x="5852160" y="2651760"/>
            <a:ext cx="320040" cy="3200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33"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 · MIAMI</a:t>
            </a:r>
            <a:endParaRPr lang="en-US" sz="1300" dirty="0"/>
          </a:p>
        </p:txBody>
      </p:sp>
      <p:sp>
        <p:nvSpPr>
          <p:cNvPr id="34"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5"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36"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2 · AEY INC.</a:t>
            </a:r>
            <a:endParaRPr lang="en-US" sz="1300" dirty="0"/>
          </a:p>
        </p:txBody>
      </p:sp>
      <p:sp>
        <p:nvSpPr>
          <p:cNvPr id="37"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8"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“crumbs” online. Small contracts the big firms ignore. Join me.</a:t>
            </a:r>
            <a:endParaRPr lang="en-US" sz="1800" dirty="0"/>
          </a:p>
        </p:txBody>
      </p:sp>
      <p:sp>
        <p:nvSpPr>
          <p:cNvPr id="39"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3 · JORDAN → IRAQ</a:t>
            </a:r>
            <a:endParaRPr lang="en-US" sz="1300" dirty="0"/>
          </a:p>
        </p:txBody>
      </p:sp>
      <p:sp>
        <p:nvSpPr>
          <p:cNvPr id="4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Pistols stuck in Jordan. They fly out, hire local fixers and drive the shipment into Iraq.</a:t>
            </a:r>
            <a:endParaRPr lang="en-US" sz="1800" dirty="0"/>
          </a:p>
        </p:txBody>
      </p:sp>
      <p:pic>
        <p:nvPicPr>
          <p:cNvPr id="42" name="flash 1" descr="preencoded.png">    </p:cNvPr>
          <p:cNvPicPr>
            <a:picLocks noChangeAspect="1"/>
          </p:cNvPicPr>
          <p:nvPr/>
        </p:nvPicPr>
        <p:blipFill>
          <a:blip r:embed="rId24"/>
          <a:stretch>
            <a:fillRect/>
          </a:stretch>
        </p:blipFill>
        <p:spPr>
          <a:xfrm>
            <a:off x="548640" y="868680"/>
            <a:ext cx="11094415" cy="5349240"/>
          </a:xfrm>
          <a:prstGeom prst="rect">
            <a:avLst/>
          </a:prstGeom>
        </p:spPr>
      </p:pic>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4 · HIGH LIFE</a:t>
            </a:r>
            <a:endParaRPr lang="en-US" sz="1300" dirty="0"/>
          </a:p>
        </p:txBody>
      </p:sp>
      <p:sp>
        <p:nvSpPr>
          <p:cNvPr id="4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New office, new cars. Welcome to the arms business, bro.</a:t>
            </a:r>
            <a:endParaRPr lang="en-US" sz="1800" dirty="0"/>
          </a:p>
        </p:txBody>
      </p:sp>
      <p:sp>
        <p:nvSpPr>
          <p:cNvPr id="46"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47"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(to himself) …and I can’t tell Iz what we really sell.</a:t>
            </a:r>
            <a:endParaRPr lang="en-US" sz="1800" dirty="0"/>
          </a:p>
        </p:txBody>
      </p:sp>
      <p:sp>
        <p:nvSpPr>
          <p:cNvPr id="48"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83" fill="hold">
                      <p:stCondLst>
                        <p:cond delay="indefinite"/>
                        <p:cond evt="onBegin" delay="0">
                          <p:tn val="2"/>
                        </p:cond>
                      </p:stCondLst>
                      <p:childTnLst>
                        <p:par>
                          <p:cTn id="284"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450"/>
                                        <p:tgtEl>
                                          <p:spTgt spid="32"/>
                                        </p:tgtEl>
                                      </p:cBhvr>
                                    </p:animEffect>
                                    <p:anim calcmode="lin" valueType="num">
                                      <p:cBhvr additive="base">
                                        <p:cTn id="10" dur="450" fill="hold"/>
                                        <p:tgtEl>
                                          <p:spTgt spid="32"/>
                                        </p:tgtEl>
                                        <p:attrNameLst>
                                          <p:attrName>ppt_x</p:attrName>
                                        </p:attrNameLst>
                                      </p:cBhvr>
                                      <p:tavLst>
                                        <p:tav tm="0">
                                          <p:val>
                                            <p:strVal val="#ppt_x-.05"/>
                                          </p:val>
                                        </p:tav>
                                        <p:tav tm="100000">
                                          <p:val>
                                            <p:strVal val="#ppt_x"/>
                                          </p:val>
                                        </p:tav>
                                      </p:tavLst>
                                    </p:anim>
                                    <p:anim calcmode="lin" valueType="num">
                                      <p:cBhvr additive="base">
                                        <p:cTn id="11" dur="450" fill="hold"/>
                                        <p:tgtEl>
                                          <p:spTgt spid="32"/>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2"/>
                                        </p:tgtEl>
                                      </p:cBhvr>
                                    </p:animEffect>
                                    <p:set>
                                      <p:cBhvr>
                                        <p:cTn id="21" dur="1" fill="hold">
                                          <p:stCondLst>
                                            <p:cond delay="399"/>
                                          </p:stCondLst>
                                        </p:cTn>
                                        <p:tgtEl>
                                          <p:spTgt spid="32"/>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anim calcmode="lin" valueType="num">
                                      <p:cBhvr additive="base">
                                        <p:cTn id="25" dur="500" fill="hold"/>
                                        <p:tgtEl>
                                          <p:spTgt spid="31"/>
                                        </p:tgtEl>
                                        <p:attrNameLst>
                                          <p:attrName>ppt_x</p:attrName>
                                        </p:attrNameLst>
                                      </p:cBhvr>
                                      <p:tavLst>
                                        <p:tav tm="0">
                                          <p:val>
                                            <p:strVal val="#ppt_x"/>
                                          </p:val>
                                        </p:tav>
                                        <p:tav tm="100000">
                                          <p:val>
                                            <p:strVal val="#ppt_x"/>
                                          </p:val>
                                        </p:tav>
                                      </p:tavLst>
                                    </p:anim>
                                    <p:anim calcmode="lin" valueType="num">
                                      <p:cBhvr additive="base">
                                        <p:cTn id="26" dur="500" fill="hold"/>
                                        <p:tgtEl>
                                          <p:spTgt spid="31"/>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anim calcmode="lin" valueType="num">
                                      <p:cBhvr additive="base">
                                        <p:cTn id="30" dur="400" fill="hold"/>
                                        <p:tgtEl>
                                          <p:spTgt spid="33"/>
                                        </p:tgtEl>
                                        <p:attrNameLst>
                                          <p:attrName>ppt_x</p:attrName>
                                        </p:attrNameLst>
                                      </p:cBhvr>
                                      <p:tavLst>
                                        <p:tav tm="0">
                                          <p:val>
                                            <p:strVal val="#ppt_x-.05"/>
                                          </p:val>
                                        </p:tav>
                                        <p:tav tm="100000">
                                          <p:val>
                                            <p:strVal val="#ppt_x"/>
                                          </p:val>
                                        </p:tav>
                                      </p:tavLst>
                                    </p:anim>
                                    <p:anim calcmode="lin" valueType="num">
                                      <p:cBhvr additive="base">
                                        <p:cTn id="31" dur="400" fill="hold"/>
                                        <p:tgtEl>
                                          <p:spTgt spid="33"/>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anim calcmode="lin" valueType="num">
                                      <p:cBhvr additive="base">
                                        <p:cTn id="35" dur="500" fill="hold"/>
                                        <p:tgtEl>
                                          <p:spTgt spid="19"/>
                                        </p:tgtEl>
                                        <p:attrNameLst>
                                          <p:attrName>ppt_x</p:attrName>
                                        </p:attrNameLst>
                                      </p:cBhvr>
                                      <p:tavLst>
                                        <p:tav tm="0">
                                          <p:val>
                                            <p:strVal val="#ppt_x-.05"/>
                                          </p:val>
                                        </p:tav>
                                        <p:tav tm="100000">
                                          <p:val>
                                            <p:strVal val="#ppt_x"/>
                                          </p:val>
                                        </p:tav>
                                      </p:tavLst>
                                    </p:anim>
                                    <p:anim calcmode="lin" valueType="num">
                                      <p:cBhvr additive="base">
                                        <p:cTn id="36" dur="500" fill="hold"/>
                                        <p:tgtEl>
                                          <p:spTgt spid="1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30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anim calcmode="lin" valueType="num">
                                      <p:cBhvr additive="base">
                                        <p:cTn id="40" dur="300" fill="hold"/>
                                        <p:tgtEl>
                                          <p:spTgt spid="34"/>
                                        </p:tgtEl>
                                        <p:attrNameLst>
                                          <p:attrName>ppt_x</p:attrName>
                                        </p:attrNameLst>
                                      </p:cBhvr>
                                      <p:tavLst>
                                        <p:tav tm="0">
                                          <p:val>
                                            <p:strVal val="#ppt_x-.05"/>
                                          </p:val>
                                        </p:tav>
                                        <p:tav tm="100000">
                                          <p:val>
                                            <p:strVal val="#ppt_x"/>
                                          </p:val>
                                        </p:tav>
                                      </p:tavLst>
                                    </p:anim>
                                    <p:anim calcmode="lin" valueType="num">
                                      <p:cBhvr additive="base">
                                        <p:cTn id="41" dur="300" fill="hold"/>
                                        <p:tgtEl>
                                          <p:spTgt spid="34"/>
                                        </p:tgtEl>
                                        <p:attrNameLst>
                                          <p:attrName>ppt_y</p:attrName>
                                        </p:attrNameLst>
                                      </p:cBhvr>
                                      <p:tavLst>
                                        <p:tav tm="0">
                                          <p:val>
                                            <p:strVal val="#ppt_y"/>
                                          </p:val>
                                        </p:tav>
                                        <p:tav tm="100000">
                                          <p:val>
                                            <p:strVal val="#ppt_y"/>
                                          </p:val>
                                        </p:tav>
                                      </p:tavLst>
                                    </p:anim>
                                  </p:childTnLst>
                                </p:cTn>
                              </p:par>
                              <p:par>
                                <p:cTn id="44" presetID="1" presetClass="entr" presetSubtype="0" fill="hold" grpId="0" nodeType="withEffect">
                                  <p:stCondLst>
                                    <p:cond delay="2450"/>
                                  </p:stCondLst>
                                  <p:iterate type="lt">
                                    <p:tmAbs val="30"/>
                                  </p:iterate>
                                  <p:childTnLst>
                                    <p:set>
                                      <p:cBhvr>
                                        <p:cTn id="43" dur="1" fill="hold">
                                          <p:stCondLst>
                                            <p:cond delay="0"/>
                                          </p:stCondLst>
                                        </p:cTn>
                                        <p:tgtEl>
                                          <p:spTgt spid="35"/>
                                        </p:tgtEl>
                                        <p:attrNameLst>
                                          <p:attrName>style.visibility</p:attrName>
                                        </p:attrNameLst>
                                      </p:cBhvr>
                                      <p:to>
                                        <p:strVal val="visible"/>
                                      </p:to>
                                    </p:set>
                                  </p:childTnLst>
                                </p:cTn>
                              </p:par>
                              <p:par>
                                <p:cTn id="48" presetID="2" presetClass="entr" presetSubtype="1" fill="hold" grpId="0" nodeType="withEffect">
                                  <p:stCondLst>
                                    <p:cond delay="2600"/>
                                  </p:stCondLst>
                                  <p:childTnLst>
                                    <p:set>
                                      <p:cBhvr>
                                        <p:cTn id="45" dur="1" fill="hold">
                                          <p:stCondLst>
                                            <p:cond delay="0"/>
                                          </p:stCondLst>
                                        </p:cTn>
                                        <p:tgtEl>
                                          <p:spTgt spid="8"/>
                                        </p:tgtEl>
                                        <p:attrNameLst>
                                          <p:attrName>style.visibility</p:attrName>
                                        </p:attrNameLst>
                                      </p:cBhvr>
                                      <p:to>
                                        <p:strVal val="visible"/>
                                      </p:to>
                                    </p:set>
                                    <p:anim calcmode="lin" valueType="num">
                                      <p:cBhvr additive="base">
                                        <p:cTn id="46" dur="600" fill="hold"/>
                                        <p:tgtEl>
                                          <p:spTgt spid="8"/>
                                        </p:tgtEl>
                                        <p:attrNameLst>
                                          <p:attrName>ppt_x</p:attrName>
                                        </p:attrNameLst>
                                      </p:cBhvr>
                                      <p:tavLst>
                                        <p:tav tm="0">
                                          <p:val>
                                            <p:strVal val="#ppt_x"/>
                                          </p:val>
                                        </p:tav>
                                        <p:tav tm="100000">
                                          <p:val>
                                            <p:strVal val="#ppt_x"/>
                                          </p:val>
                                        </p:tav>
                                      </p:tavLst>
                                    </p:anim>
                                    <p:anim calcmode="lin" valueType="num">
                                      <p:cBhvr additive="base">
                                        <p:cTn id="47" dur="600" fill="hold"/>
                                        <p:tgtEl>
                                          <p:spTgt spid="8"/>
                                        </p:tgtEl>
                                        <p:attrNameLst>
                                          <p:attrName>ppt_y</p:attrName>
                                        </p:attrNameLst>
                                      </p:cBhvr>
                                      <p:tavLst>
                                        <p:tav tm="0">
                                          <p:val>
                                            <p:strVal val="0-#ppt_h/2"/>
                                          </p:val>
                                        </p:tav>
                                        <p:tav tm="100000">
                                          <p:val>
                                            <p:strVal val="#ppt_y"/>
                                          </p:val>
                                        </p:tav>
                                      </p:tavLst>
                                    </p:anim>
                                  </p:childTnLst>
                                </p:cTn>
                              </p:par>
                              <p:par>
                                <p:cTn id="53" presetID="53" presetClass="entr" presetSubtype="16" fill="hold" grpId="0" nodeType="withEffect">
                                  <p:stCondLst>
                                    <p:cond delay="2700"/>
                                  </p:stCondLst>
                                  <p:childTnLst>
                                    <p:set>
                                      <p:cBhvr>
                                        <p:cTn id="49" dur="1" fill="hold">
                                          <p:stCondLst>
                                            <p:cond delay="0"/>
                                          </p:stCondLst>
                                        </p:cTn>
                                        <p:tgtEl>
                                          <p:spTgt spid="25"/>
                                        </p:tgtEl>
                                        <p:attrNameLst>
                                          <p:attrName>style.visibility</p:attrName>
                                        </p:attrNameLst>
                                      </p:cBhvr>
                                      <p:to>
                                        <p:strVal val="visible"/>
                                      </p:to>
                                    </p:set>
                                    <p:anim calcmode="lin" valueType="num">
                                      <p:cBhvr additive="base">
                                        <p:cTn id="50" dur="300" fill="hold"/>
                                        <p:tgtEl>
                                          <p:spTgt spid="25"/>
                                        </p:tgtEl>
                                        <p:attrNameLst>
                                          <p:attrName>ppt_w</p:attrName>
                                        </p:attrNameLst>
                                      </p:cBhvr>
                                      <p:tavLst>
                                        <p:tav tm="0">
                                          <p:val>
                                            <p:strVal val="0"/>
                                          </p:val>
                                        </p:tav>
                                        <p:tav tm="100000">
                                          <p:val>
                                            <p:strVal val="#ppt_w"/>
                                          </p:val>
                                        </p:tav>
                                      </p:tavLst>
                                    </p:anim>
                                    <p:anim calcmode="lin" valueType="num">
                                      <p:cBhvr additive="base">
                                        <p:cTn id="51" dur="300" fill="hold"/>
                                        <p:tgtEl>
                                          <p:spTgt spid="25"/>
                                        </p:tgtEl>
                                        <p:attrNameLst>
                                          <p:attrName>ppt_h</p:attrName>
                                        </p:attrNameLst>
                                      </p:cBhvr>
                                      <p:tavLst>
                                        <p:tav tm="0">
                                          <p:val>
                                            <p:strVal val="0"/>
                                          </p:val>
                                        </p:tav>
                                        <p:tav tm="100000">
                                          <p:val>
                                            <p:strVal val="#ppt_h"/>
                                          </p:val>
                                        </p:tav>
                                      </p:tavLst>
                                    </p:anim>
                                    <p:animEffect transition="in" filter="fade">
                                      <p:cBhvr>
                                        <p:cTn id="52" dur="300"/>
                                        <p:tgtEl>
                                          <p:spTgt spid="25"/>
                                        </p:tgtEl>
                                      </p:cBhvr>
                                    </p:animEffect>
                                  </p:childTnLst>
                                </p:cTn>
                              </p:par>
                              <p:par>
                                <p:cTn id="55" presetID="0" presetClass="path" presetSubtype="0" fill="hold" grpId="1" nodeType="withEffect" autoRev="1" repeatCount="6000">
                                  <p:stCondLst>
                                    <p:cond delay="3000"/>
                                  </p:stCondLst>
                                  <p:childTnLst>
                                    <p:animMotion origin="layout" path="M 0 0 L 0 -0.012 E" pathEditMode="relative" ptsTypes="AA">
                                      <p:cBhvr>
                                        <p:cTn id="54" dur="300" fill="hold"/>
                                        <p:tgtEl>
                                          <p:spTgt spid="25"/>
                                        </p:tgtEl>
                                        <p:attrNameLst>
                                          <p:attrName>ppt_x</p:attrName>
                                          <p:attrName>ppt_y</p:attrName>
                                        </p:attrNameLst>
                                      </p:cBhvr>
                                    </p:animMotion>
                                  </p:childTnLst>
                                </p:cTn>
                              </p:par>
                              <p:par>
                                <p:cTn id="60" presetID="53" presetClass="entr" presetSubtype="32" fill="hold" grpId="0" nodeType="withEffect">
                                  <p:stCondLst>
                                    <p:cond delay="3200"/>
                                  </p:stCondLst>
                                  <p:childTnLst>
                                    <p:set>
                                      <p:cBhvr>
                                        <p:cTn id="56" dur="1" fill="hold">
                                          <p:stCondLst>
                                            <p:cond delay="0"/>
                                          </p:stCondLst>
                                        </p:cTn>
                                        <p:tgtEl>
                                          <p:spTgt spid="9"/>
                                        </p:tgtEl>
                                        <p:attrNameLst>
                                          <p:attrName>style.visibility</p:attrName>
                                        </p:attrNameLst>
                                      </p:cBhvr>
                                      <p:to>
                                        <p:strVal val="visible"/>
                                      </p:to>
                                    </p:set>
                                    <p:anim calcmode="lin" valueType="num">
                                      <p:cBhvr additive="base">
                                        <p:cTn id="57" dur="400" fill="hold"/>
                                        <p:tgtEl>
                                          <p:spTgt spid="9"/>
                                        </p:tgtEl>
                                        <p:attrNameLst>
                                          <p:attrName>ppt_w</p:attrName>
                                        </p:attrNameLst>
                                      </p:cBhvr>
                                      <p:tavLst>
                                        <p:tav tm="0">
                                          <p:val>
                                            <p:strVal val="#ppt_w*2.4"/>
                                          </p:val>
                                        </p:tav>
                                        <p:tav tm="100000">
                                          <p:val>
                                            <p:strVal val="#ppt_w"/>
                                          </p:val>
                                        </p:tav>
                                      </p:tavLst>
                                    </p:anim>
                                    <p:anim calcmode="lin" valueType="num">
                                      <p:cBhvr additive="base">
                                        <p:cTn id="58" dur="400" fill="hold"/>
                                        <p:tgtEl>
                                          <p:spTgt spid="9"/>
                                        </p:tgtEl>
                                        <p:attrNameLst>
                                          <p:attrName>ppt_h</p:attrName>
                                        </p:attrNameLst>
                                      </p:cBhvr>
                                      <p:tavLst>
                                        <p:tav tm="0">
                                          <p:val>
                                            <p:strVal val="#ppt_h*2.4"/>
                                          </p:val>
                                        </p:tav>
                                        <p:tav tm="100000">
                                          <p:val>
                                            <p:strVal val="#ppt_h"/>
                                          </p:val>
                                        </p:tav>
                                      </p:tavLst>
                                    </p:anim>
                                    <p:animEffect transition="in" filter="fade">
                                      <p:cBhvr>
                                        <p:cTn id="59" dur="400"/>
                                        <p:tgtEl>
                                          <p:spTgt spid="9"/>
                                        </p:tgtEl>
                                      </p:cBhvr>
                                    </p:animEffect>
                                  </p:childTnLst>
                                </p:cTn>
                              </p:par>
                              <p:par>
                                <p:cTn id="65" presetID="53" presetClass="entr" presetSubtype="16" fill="hold" grpId="0" nodeType="withEffect">
                                  <p:stCondLst>
                                    <p:cond delay="3800"/>
                                  </p:stCondLst>
                                  <p:childTnLst>
                                    <p:set>
                                      <p:cBhvr>
                                        <p:cTn id="61" dur="1" fill="hold">
                                          <p:stCondLst>
                                            <p:cond delay="0"/>
                                          </p:stCondLst>
                                        </p:cTn>
                                        <p:tgtEl>
                                          <p:spTgt spid="10"/>
                                        </p:tgtEl>
                                        <p:attrNameLst>
                                          <p:attrName>style.visibility</p:attrName>
                                        </p:attrNameLst>
                                      </p:cBhvr>
                                      <p:to>
                                        <p:strVal val="visible"/>
                                      </p:to>
                                    </p:set>
                                    <p:anim calcmode="lin" valueType="num">
                                      <p:cBhvr additive="base">
                                        <p:cTn id="62" dur="500" fill="hold"/>
                                        <p:tgtEl>
                                          <p:spTgt spid="10"/>
                                        </p:tgtEl>
                                        <p:attrNameLst>
                                          <p:attrName>ppt_w</p:attrName>
                                        </p:attrNameLst>
                                      </p:cBhvr>
                                      <p:tavLst>
                                        <p:tav tm="0">
                                          <p:val>
                                            <p:strVal val="0"/>
                                          </p:val>
                                        </p:tav>
                                        <p:tav tm="100000">
                                          <p:val>
                                            <p:strVal val="#ppt_w"/>
                                          </p:val>
                                        </p:tav>
                                      </p:tavLst>
                                    </p:anim>
                                    <p:anim calcmode="lin" valueType="num">
                                      <p:cBhvr additive="base">
                                        <p:cTn id="63" dur="500" fill="hold"/>
                                        <p:tgtEl>
                                          <p:spTgt spid="10"/>
                                        </p:tgtEl>
                                        <p:attrNameLst>
                                          <p:attrName>ppt_h</p:attrName>
                                        </p:attrNameLst>
                                      </p:cBhvr>
                                      <p:tavLst>
                                        <p:tav tm="0">
                                          <p:val>
                                            <p:strVal val="0"/>
                                          </p:val>
                                        </p:tav>
                                        <p:tav tm="100000">
                                          <p:val>
                                            <p:strVal val="#ppt_h"/>
                                          </p:val>
                                        </p:tav>
                                      </p:tavLst>
                                    </p:anim>
                                    <p:animEffect transition="in" filter="fade">
                                      <p:cBhvr>
                                        <p:cTn id="64" dur="500"/>
                                        <p:tgtEl>
                                          <p:spTgt spid="10"/>
                                        </p:tgtEl>
                                      </p:cBhvr>
                                    </p:animEffect>
                                  </p:childTnLst>
                                </p:cTn>
                              </p:par>
                              <p:par>
                                <p:cTn id="68" presetID="10" presetClass="exit" presetSubtype="0" fill="hold" grpId="1" nodeType="withEffect">
                                  <p:stCondLst>
                                    <p:cond delay="11600"/>
                                  </p:stCondLst>
                                  <p:childTnLst>
                                    <p:animEffect transition="out" filter="fade">
                                      <p:cBhvr>
                                        <p:cTn id="66" dur="200"/>
                                        <p:tgtEl>
                                          <p:spTgt spid="33"/>
                                        </p:tgtEl>
                                      </p:cBhvr>
                                    </p:animEffect>
                                    <p:set>
                                      <p:cBhvr>
                                        <p:cTn id="67" dur="1" fill="hold">
                                          <p:stCondLst>
                                            <p:cond delay="199"/>
                                          </p:stCondLst>
                                        </p:cTn>
                                        <p:tgtEl>
                                          <p:spTgt spid="33"/>
                                        </p:tgtEl>
                                        <p:attrNameLst>
                                          <p:attrName>style.visibility</p:attrName>
                                        </p:attrNameLst>
                                      </p:cBhvr>
                                      <p:to>
                                        <p:strVal val="hidden"/>
                                      </p:to>
                                    </p:set>
                                  </p:childTnLst>
                                </p:cTn>
                              </p:par>
                              <p:par>
                                <p:cTn id="71" presetID="10" presetClass="exit" presetSubtype="0" fill="hold" grpId="1" nodeType="withEffect">
                                  <p:stCondLst>
                                    <p:cond delay="11600"/>
                                  </p:stCondLst>
                                  <p:childTnLst>
                                    <p:animEffect transition="out" filter="fade">
                                      <p:cBhvr>
                                        <p:cTn id="69" dur="250"/>
                                        <p:tgtEl>
                                          <p:spTgt spid="8"/>
                                        </p:tgtEl>
                                      </p:cBhvr>
                                    </p:animEffect>
                                    <p:set>
                                      <p:cBhvr>
                                        <p:cTn id="70" dur="1" fill="hold">
                                          <p:stCondLst>
                                            <p:cond delay="249"/>
                                          </p:stCondLst>
                                        </p:cTn>
                                        <p:tgtEl>
                                          <p:spTgt spid="8"/>
                                        </p:tgtEl>
                                        <p:attrNameLst>
                                          <p:attrName>style.visibility</p:attrName>
                                        </p:attrNameLst>
                                      </p:cBhvr>
                                      <p:to>
                                        <p:strVal val="hidden"/>
                                      </p:to>
                                    </p:set>
                                  </p:childTnLst>
                                </p:cTn>
                              </p:par>
                              <p:par>
                                <p:cTn id="74" presetID="10" presetClass="exit" presetSubtype="0" fill="hold" grpId="1" nodeType="withEffect">
                                  <p:stCondLst>
                                    <p:cond delay="11600"/>
                                  </p:stCondLst>
                                  <p:childTnLst>
                                    <p:animEffect transition="out" filter="fade">
                                      <p:cBhvr>
                                        <p:cTn id="72" dur="250"/>
                                        <p:tgtEl>
                                          <p:spTgt spid="9"/>
                                        </p:tgtEl>
                                      </p:cBhvr>
                                    </p:animEffect>
                                    <p:set>
                                      <p:cBhvr>
                                        <p:cTn id="73" dur="1" fill="hold">
                                          <p:stCondLst>
                                            <p:cond delay="249"/>
                                          </p:stCondLst>
                                        </p:cTn>
                                        <p:tgtEl>
                                          <p:spTgt spid="9"/>
                                        </p:tgtEl>
                                        <p:attrNameLst>
                                          <p:attrName>style.visibility</p:attrName>
                                        </p:attrNameLst>
                                      </p:cBhvr>
                                      <p:to>
                                        <p:strVal val="hidden"/>
                                      </p:to>
                                    </p:set>
                                  </p:childTnLst>
                                </p:cTn>
                              </p:par>
                              <p:par>
                                <p:cTn id="77" presetID="10" presetClass="exit" presetSubtype="0" fill="hold" grpId="1" nodeType="withEffect">
                                  <p:stCondLst>
                                    <p:cond delay="11600"/>
                                  </p:stCondLst>
                                  <p:childTnLst>
                                    <p:animEffect transition="out" filter="fade">
                                      <p:cBhvr>
                                        <p:cTn id="75" dur="250"/>
                                        <p:tgtEl>
                                          <p:spTgt spid="10"/>
                                        </p:tgtEl>
                                      </p:cBhvr>
                                    </p:animEffect>
                                    <p:set>
                                      <p:cBhvr>
                                        <p:cTn id="76" dur="1" fill="hold">
                                          <p:stCondLst>
                                            <p:cond delay="249"/>
                                          </p:stCondLst>
                                        </p:cTn>
                                        <p:tgtEl>
                                          <p:spTgt spid="10"/>
                                        </p:tgtEl>
                                        <p:attrNameLst>
                                          <p:attrName>style.visibility</p:attrName>
                                        </p:attrNameLst>
                                      </p:cBhvr>
                                      <p:to>
                                        <p:strVal val="hidden"/>
                                      </p:to>
                                    </p:set>
                                  </p:childTnLst>
                                </p:cTn>
                              </p:par>
                              <p:par>
                                <p:cTn id="80" presetID="10" presetClass="exit" presetSubtype="0" fill="hold" grpId="2" nodeType="withEffect">
                                  <p:stCondLst>
                                    <p:cond delay="11600"/>
                                  </p:stCondLst>
                                  <p:childTnLst>
                                    <p:animEffect transition="out" filter="fade">
                                      <p:cBhvr>
                                        <p:cTn id="78" dur="250"/>
                                        <p:tgtEl>
                                          <p:spTgt spid="25"/>
                                        </p:tgtEl>
                                      </p:cBhvr>
                                    </p:animEffect>
                                    <p:set>
                                      <p:cBhvr>
                                        <p:cTn id="79" dur="1" fill="hold">
                                          <p:stCondLst>
                                            <p:cond delay="249"/>
                                          </p:stCondLst>
                                        </p:cTn>
                                        <p:tgtEl>
                                          <p:spTgt spid="25"/>
                                        </p:tgtEl>
                                        <p:attrNameLst>
                                          <p:attrName>style.visibility</p:attrName>
                                        </p:attrNameLst>
                                      </p:cBhvr>
                                      <p:to>
                                        <p:strVal val="hidden"/>
                                      </p:to>
                                    </p:set>
                                  </p:childTnLst>
                                </p:cTn>
                              </p:par>
                              <p:par>
                                <p:cTn id="85" presetID="42" presetClass="entr" presetSubtype="0" fill="hold" grpId="0" nodeType="withEffect">
                                  <p:stCondLst>
                                    <p:cond delay="1170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anim calcmode="lin" valueType="num">
                                      <p:cBhvr additive="base">
                                        <p:cTn id="83" dur="400" fill="hold"/>
                                        <p:tgtEl>
                                          <p:spTgt spid="36"/>
                                        </p:tgtEl>
                                        <p:attrNameLst>
                                          <p:attrName>ppt_x</p:attrName>
                                        </p:attrNameLst>
                                      </p:cBhvr>
                                      <p:tavLst>
                                        <p:tav tm="0">
                                          <p:val>
                                            <p:strVal val="#ppt_x-.05"/>
                                          </p:val>
                                        </p:tav>
                                        <p:tav tm="100000">
                                          <p:val>
                                            <p:strVal val="#ppt_x"/>
                                          </p:val>
                                        </p:tav>
                                      </p:tavLst>
                                    </p:anim>
                                    <p:anim calcmode="lin" valueType="num">
                                      <p:cBhvr additive="base">
                                        <p:cTn id="84" dur="400" fill="hold"/>
                                        <p:tgtEl>
                                          <p:spTgt spid="36"/>
                                        </p:tgtEl>
                                        <p:attrNameLst>
                                          <p:attrName>ppt_y</p:attrName>
                                        </p:attrNameLst>
                                      </p:cBhvr>
                                      <p:tavLst>
                                        <p:tav tm="0">
                                          <p:val>
                                            <p:strVal val="#ppt_y"/>
                                          </p:val>
                                        </p:tav>
                                        <p:tav tm="100000">
                                          <p:val>
                                            <p:strVal val="#ppt_y"/>
                                          </p:val>
                                        </p:tav>
                                      </p:tavLst>
                                    </p:anim>
                                  </p:childTnLst>
                                </p:cTn>
                              </p:par>
                              <p:par>
                                <p:cTn id="88" presetID="10" presetClass="exit" presetSubtype="0" fill="hold" grpId="1" nodeType="withEffect">
                                  <p:stCondLst>
                                    <p:cond delay="11780"/>
                                  </p:stCondLst>
                                  <p:childTnLst>
                                    <p:animEffect transition="out" filter="fade">
                                      <p:cBhvr>
                                        <p:cTn id="86" dur="200"/>
                                        <p:tgtEl>
                                          <p:spTgt spid="34"/>
                                        </p:tgtEl>
                                      </p:cBhvr>
                                    </p:animEffect>
                                    <p:set>
                                      <p:cBhvr>
                                        <p:cTn id="87" dur="1" fill="hold">
                                          <p:stCondLst>
                                            <p:cond delay="199"/>
                                          </p:stCondLst>
                                        </p:cTn>
                                        <p:tgtEl>
                                          <p:spTgt spid="34"/>
                                        </p:tgtEl>
                                        <p:attrNameLst>
                                          <p:attrName>style.visibility</p:attrName>
                                        </p:attrNameLst>
                                      </p:cBhvr>
                                      <p:to>
                                        <p:strVal val="hidden"/>
                                      </p:to>
                                    </p:set>
                                  </p:childTnLst>
                                </p:cTn>
                              </p:par>
                              <p:par>
                                <p:cTn id="91" presetID="10" presetClass="exit" presetSubtype="0" fill="hold" grpId="1" nodeType="withEffect">
                                  <p:stCondLst>
                                    <p:cond delay="11780"/>
                                  </p:stCondLst>
                                  <p:childTnLst>
                                    <p:animEffect transition="out" filter="fade">
                                      <p:cBhvr>
                                        <p:cTn id="89" dur="200"/>
                                        <p:tgtEl>
                                          <p:spTgt spid="35"/>
                                        </p:tgtEl>
                                      </p:cBhvr>
                                    </p:animEffect>
                                    <p:set>
                                      <p:cBhvr>
                                        <p:cTn id="90" dur="1" fill="hold">
                                          <p:stCondLst>
                                            <p:cond delay="199"/>
                                          </p:stCondLst>
                                        </p:cTn>
                                        <p:tgtEl>
                                          <p:spTgt spid="35"/>
                                        </p:tgtEl>
                                        <p:attrNameLst>
                                          <p:attrName>style.visibility</p:attrName>
                                        </p:attrNameLst>
                                      </p:cBhvr>
                                      <p:to>
                                        <p:strVal val="hidden"/>
                                      </p:to>
                                    </p:set>
                                  </p:childTnLst>
                                </p:cTn>
                              </p:par>
                              <p:par>
                                <p:cTn id="96" presetID="42" presetClass="entr" presetSubtype="0" fill="hold" grpId="0" nodeType="withEffect">
                                  <p:stCondLst>
                                    <p:cond delay="1180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anim calcmode="lin" valueType="num">
                                      <p:cBhvr additive="base">
                                        <p:cTn id="94" dur="500" fill="hold"/>
                                        <p:tgtEl>
                                          <p:spTgt spid="23"/>
                                        </p:tgtEl>
                                        <p:attrNameLst>
                                          <p:attrName>ppt_x</p:attrName>
                                        </p:attrNameLst>
                                      </p:cBhvr>
                                      <p:tavLst>
                                        <p:tav tm="0">
                                          <p:val>
                                            <p:strVal val="#ppt_x+.05"/>
                                          </p:val>
                                        </p:tav>
                                        <p:tav tm="100000">
                                          <p:val>
                                            <p:strVal val="#ppt_x"/>
                                          </p:val>
                                        </p:tav>
                                      </p:tavLst>
                                    </p:anim>
                                    <p:anim calcmode="lin" valueType="num">
                                      <p:cBhvr additive="base">
                                        <p:cTn id="95" dur="500" fill="hold"/>
                                        <p:tgtEl>
                                          <p:spTgt spid="23"/>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1190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300"/>
                                        <p:tgtEl>
                                          <p:spTgt spid="37"/>
                                        </p:tgtEl>
                                      </p:cBhvr>
                                    </p:animEffect>
                                    <p:anim calcmode="lin" valueType="num">
                                      <p:cBhvr additive="base">
                                        <p:cTn id="99" dur="300" fill="hold"/>
                                        <p:tgtEl>
                                          <p:spTgt spid="37"/>
                                        </p:tgtEl>
                                        <p:attrNameLst>
                                          <p:attrName>ppt_x</p:attrName>
                                        </p:attrNameLst>
                                      </p:cBhvr>
                                      <p:tavLst>
                                        <p:tav tm="0">
                                          <p:val>
                                            <p:strVal val="#ppt_x-.05"/>
                                          </p:val>
                                        </p:tav>
                                        <p:tav tm="100000">
                                          <p:val>
                                            <p:strVal val="#ppt_x"/>
                                          </p:val>
                                        </p:tav>
                                      </p:tavLst>
                                    </p:anim>
                                    <p:anim calcmode="lin" valueType="num">
                                      <p:cBhvr additive="base">
                                        <p:cTn id="100" dur="300" fill="hold"/>
                                        <p:tgtEl>
                                          <p:spTgt spid="37"/>
                                        </p:tgtEl>
                                        <p:attrNameLst>
                                          <p:attrName>ppt_y</p:attrName>
                                        </p:attrNameLst>
                                      </p:cBhvr>
                                      <p:tavLst>
                                        <p:tav tm="0">
                                          <p:val>
                                            <p:strVal val="#ppt_y"/>
                                          </p:val>
                                        </p:tav>
                                        <p:tav tm="100000">
                                          <p:val>
                                            <p:strVal val="#ppt_y"/>
                                          </p:val>
                                        </p:tav>
                                      </p:tavLst>
                                    </p:anim>
                                  </p:childTnLst>
                                </p:cTn>
                              </p:par>
                              <p:par>
                                <p:cTn id="103" presetID="1" presetClass="entr" presetSubtype="0" fill="hold" grpId="0" nodeType="withEffect">
                                  <p:stCondLst>
                                    <p:cond delay="12050"/>
                                  </p:stCondLst>
                                  <p:iterate type="lt">
                                    <p:tmAbs val="30"/>
                                  </p:iterate>
                                  <p:childTnLst>
                                    <p:set>
                                      <p:cBhvr>
                                        <p:cTn id="102" dur="1" fill="hold">
                                          <p:stCondLst>
                                            <p:cond delay="0"/>
                                          </p:stCondLst>
                                        </p:cTn>
                                        <p:tgtEl>
                                          <p:spTgt spid="38"/>
                                        </p:tgtEl>
                                        <p:attrNameLst>
                                          <p:attrName>style.visibility</p:attrName>
                                        </p:attrNameLst>
                                      </p:cBhvr>
                                      <p:to>
                                        <p:strVal val="visible"/>
                                      </p:to>
                                    </p:set>
                                  </p:childTnLst>
                                </p:cTn>
                              </p:par>
                              <p:par>
                                <p:cTn id="108" presetID="53" presetClass="entr" presetSubtype="16" fill="hold" grpId="0" nodeType="withEffect">
                                  <p:stCondLst>
                                    <p:cond delay="12400"/>
                                  </p:stCondLst>
                                  <p:childTnLst>
                                    <p:set>
                                      <p:cBhvr>
                                        <p:cTn id="104" dur="1" fill="hold">
                                          <p:stCondLst>
                                            <p:cond delay="0"/>
                                          </p:stCondLst>
                                        </p:cTn>
                                        <p:tgtEl>
                                          <p:spTgt spid="27"/>
                                        </p:tgtEl>
                                        <p:attrNameLst>
                                          <p:attrName>style.visibility</p:attrName>
                                        </p:attrNameLst>
                                      </p:cBhvr>
                                      <p:to>
                                        <p:strVal val="visible"/>
                                      </p:to>
                                    </p:set>
                                    <p:anim calcmode="lin" valueType="num">
                                      <p:cBhvr additive="base">
                                        <p:cTn id="105" dur="300" fill="hold"/>
                                        <p:tgtEl>
                                          <p:spTgt spid="27"/>
                                        </p:tgtEl>
                                        <p:attrNameLst>
                                          <p:attrName>ppt_w</p:attrName>
                                        </p:attrNameLst>
                                      </p:cBhvr>
                                      <p:tavLst>
                                        <p:tav tm="0">
                                          <p:val>
                                            <p:strVal val="0"/>
                                          </p:val>
                                        </p:tav>
                                        <p:tav tm="100000">
                                          <p:val>
                                            <p:strVal val="#ppt_w"/>
                                          </p:val>
                                        </p:tav>
                                      </p:tavLst>
                                    </p:anim>
                                    <p:anim calcmode="lin" valueType="num">
                                      <p:cBhvr additive="base">
                                        <p:cTn id="106" dur="300" fill="hold"/>
                                        <p:tgtEl>
                                          <p:spTgt spid="27"/>
                                        </p:tgtEl>
                                        <p:attrNameLst>
                                          <p:attrName>ppt_h</p:attrName>
                                        </p:attrNameLst>
                                      </p:cBhvr>
                                      <p:tavLst>
                                        <p:tav tm="0">
                                          <p:val>
                                            <p:strVal val="0"/>
                                          </p:val>
                                        </p:tav>
                                        <p:tav tm="100000">
                                          <p:val>
                                            <p:strVal val="#ppt_h"/>
                                          </p:val>
                                        </p:tav>
                                      </p:tavLst>
                                    </p:anim>
                                    <p:animEffect transition="in" filter="fade">
                                      <p:cBhvr>
                                        <p:cTn id="107" dur="300"/>
                                        <p:tgtEl>
                                          <p:spTgt spid="27"/>
                                        </p:tgtEl>
                                      </p:cBhvr>
                                    </p:animEffect>
                                  </p:childTnLst>
                                </p:cTn>
                              </p:par>
                              <p:par>
                                <p:cTn id="113" presetID="53" presetClass="entr" presetSubtype="16" fill="hold" grpId="0" nodeType="withEffect">
                                  <p:stCondLst>
                                    <p:cond delay="12500"/>
                                  </p:stCondLst>
                                  <p:childTnLst>
                                    <p:set>
                                      <p:cBhvr>
                                        <p:cTn id="109" dur="1" fill="hold">
                                          <p:stCondLst>
                                            <p:cond delay="0"/>
                                          </p:stCondLst>
                                        </p:cTn>
                                        <p:tgtEl>
                                          <p:spTgt spid="11"/>
                                        </p:tgtEl>
                                        <p:attrNameLst>
                                          <p:attrName>style.visibility</p:attrName>
                                        </p:attrNameLst>
                                      </p:cBhvr>
                                      <p:to>
                                        <p:strVal val="visible"/>
                                      </p:to>
                                    </p:set>
                                    <p:anim calcmode="lin" valueType="num">
                                      <p:cBhvr additive="base">
                                        <p:cTn id="110" dur="500" fill="hold"/>
                                        <p:tgtEl>
                                          <p:spTgt spid="11"/>
                                        </p:tgtEl>
                                        <p:attrNameLst>
                                          <p:attrName>ppt_w</p:attrName>
                                        </p:attrNameLst>
                                      </p:cBhvr>
                                      <p:tavLst>
                                        <p:tav tm="0">
                                          <p:val>
                                            <p:strVal val="0"/>
                                          </p:val>
                                        </p:tav>
                                        <p:tav tm="100000">
                                          <p:val>
                                            <p:strVal val="#ppt_w"/>
                                          </p:val>
                                        </p:tav>
                                      </p:tavLst>
                                    </p:anim>
                                    <p:anim calcmode="lin" valueType="num">
                                      <p:cBhvr additive="base">
                                        <p:cTn id="111" dur="500" fill="hold"/>
                                        <p:tgtEl>
                                          <p:spTgt spid="11"/>
                                        </p:tgtEl>
                                        <p:attrNameLst>
                                          <p:attrName>ppt_h</p:attrName>
                                        </p:attrNameLst>
                                      </p:cBhvr>
                                      <p:tavLst>
                                        <p:tav tm="0">
                                          <p:val>
                                            <p:strVal val="0"/>
                                          </p:val>
                                        </p:tav>
                                        <p:tav tm="100000">
                                          <p:val>
                                            <p:strVal val="#ppt_h"/>
                                          </p:val>
                                        </p:tav>
                                      </p:tavLst>
                                    </p:anim>
                                    <p:animEffect transition="in" filter="fade">
                                      <p:cBhvr>
                                        <p:cTn id="112" dur="500"/>
                                        <p:tgtEl>
                                          <p:spTgt spid="11"/>
                                        </p:tgtEl>
                                      </p:cBhvr>
                                    </p:animEffect>
                                  </p:childTnLst>
                                </p:cTn>
                              </p:par>
                              <p:par>
                                <p:cTn id="115" presetID="8" presetClass="emph" presetSubtype="0" fill="hold" grpId="1" nodeType="withEffect" repeatCount="indefinite">
                                  <p:stCondLst>
                                    <p:cond delay="12700"/>
                                  </p:stCondLst>
                                  <p:childTnLst>
                                    <p:animRot by="21600000">
                                      <p:cBhvr>
                                        <p:cTn id="114" dur="1500" fill="hold"/>
                                        <p:tgtEl>
                                          <p:spTgt spid="27"/>
                                        </p:tgtEl>
                                        <p:attrNameLst>
                                          <p:attrName>r</p:attrName>
                                        </p:attrNameLst>
                                      </p:cBhvr>
                                    </p:animRot>
                                  </p:childTnLst>
                                </p:cTn>
                              </p:par>
                              <p:par>
                                <p:cTn id="120" presetID="53" presetClass="entr" presetSubtype="16" fill="hold" grpId="0" nodeType="withEffect">
                                  <p:stCondLst>
                                    <p:cond delay="13000"/>
                                  </p:stCondLst>
                                  <p:childTnLst>
                                    <p:set>
                                      <p:cBhvr>
                                        <p:cTn id="116" dur="1" fill="hold">
                                          <p:stCondLst>
                                            <p:cond delay="0"/>
                                          </p:stCondLst>
                                        </p:cTn>
                                        <p:tgtEl>
                                          <p:spTgt spid="12"/>
                                        </p:tgtEl>
                                        <p:attrNameLst>
                                          <p:attrName>style.visibility</p:attrName>
                                        </p:attrNameLst>
                                      </p:cBhvr>
                                      <p:to>
                                        <p:strVal val="visible"/>
                                      </p:to>
                                    </p:set>
                                    <p:anim calcmode="lin" valueType="num">
                                      <p:cBhvr additive="base">
                                        <p:cTn id="117" dur="400" fill="hold"/>
                                        <p:tgtEl>
                                          <p:spTgt spid="12"/>
                                        </p:tgtEl>
                                        <p:attrNameLst>
                                          <p:attrName>ppt_w</p:attrName>
                                        </p:attrNameLst>
                                      </p:cBhvr>
                                      <p:tavLst>
                                        <p:tav tm="0">
                                          <p:val>
                                            <p:strVal val="0"/>
                                          </p:val>
                                        </p:tav>
                                        <p:tav tm="100000">
                                          <p:val>
                                            <p:strVal val="#ppt_w"/>
                                          </p:val>
                                        </p:tav>
                                      </p:tavLst>
                                    </p:anim>
                                    <p:anim calcmode="lin" valueType="num">
                                      <p:cBhvr additive="base">
                                        <p:cTn id="118" dur="400" fill="hold"/>
                                        <p:tgtEl>
                                          <p:spTgt spid="12"/>
                                        </p:tgtEl>
                                        <p:attrNameLst>
                                          <p:attrName>ppt_h</p:attrName>
                                        </p:attrNameLst>
                                      </p:cBhvr>
                                      <p:tavLst>
                                        <p:tav tm="0">
                                          <p:val>
                                            <p:strVal val="0"/>
                                          </p:val>
                                        </p:tav>
                                        <p:tav tm="100000">
                                          <p:val>
                                            <p:strVal val="#ppt_h"/>
                                          </p:val>
                                        </p:tav>
                                      </p:tavLst>
                                    </p:anim>
                                    <p:animEffect transition="in" filter="fade">
                                      <p:cBhvr>
                                        <p:cTn id="119" dur="400"/>
                                        <p:tgtEl>
                                          <p:spTgt spid="12"/>
                                        </p:tgtEl>
                                      </p:cBhvr>
                                    </p:animEffect>
                                  </p:childTnLst>
                                </p:cTn>
                              </p:par>
                              <p:par>
                                <p:cTn id="123" presetID="10" presetClass="exit" presetSubtype="0" fill="hold" grpId="1" nodeType="withEffect">
                                  <p:stCondLst>
                                    <p:cond delay="15200"/>
                                  </p:stCondLst>
                                  <p:childTnLst>
                                    <p:animEffect transition="out" filter="fade">
                                      <p:cBhvr>
                                        <p:cTn id="121" dur="220"/>
                                        <p:tgtEl>
                                          <p:spTgt spid="19"/>
                                        </p:tgtEl>
                                      </p:cBhvr>
                                    </p:animEffect>
                                    <p:set>
                                      <p:cBhvr>
                                        <p:cTn id="122" dur="1" fill="hold">
                                          <p:stCondLst>
                                            <p:cond delay="219"/>
                                          </p:stCondLst>
                                        </p:cTn>
                                        <p:tgtEl>
                                          <p:spTgt spid="19"/>
                                        </p:tgtEl>
                                        <p:attrNameLst>
                                          <p:attrName>style.visibility</p:attrName>
                                        </p:attrNameLst>
                                      </p:cBhvr>
                                      <p:to>
                                        <p:strVal val="hidden"/>
                                      </p:to>
                                    </p:set>
                                  </p:childTnLst>
                                </p:cTn>
                              </p:par>
                              <p:par>
                                <p:cTn id="126" presetID="10" presetClass="entr" presetSubtype="0" fill="hold" grpId="0" nodeType="withEffect">
                                  <p:stCondLst>
                                    <p:cond delay="15200"/>
                                  </p:stCondLst>
                                  <p:childTnLst>
                                    <p:set>
                                      <p:cBhvr>
                                        <p:cTn id="124" dur="1" fill="hold">
                                          <p:stCondLst>
                                            <p:cond delay="0"/>
                                          </p:stCondLst>
                                        </p:cTn>
                                        <p:tgtEl>
                                          <p:spTgt spid="20"/>
                                        </p:tgtEl>
                                        <p:attrNameLst>
                                          <p:attrName>style.visibility</p:attrName>
                                        </p:attrNameLst>
                                      </p:cBhvr>
                                      <p:to>
                                        <p:strVal val="visible"/>
                                      </p:to>
                                    </p:set>
                                    <p:animEffect transition="in" filter="fade">
                                      <p:cBhvr>
                                        <p:cTn id="125" dur="220"/>
                                        <p:tgtEl>
                                          <p:spTgt spid="20"/>
                                        </p:tgtEl>
                                      </p:cBhvr>
                                    </p:animEffect>
                                  </p:childTnLst>
                                </p:cTn>
                              </p:par>
                              <p:par>
                                <p:cTn id="129" presetID="10" presetClass="exit" presetSubtype="0" fill="hold" grpId="1" nodeType="withEffect">
                                  <p:stCondLst>
                                    <p:cond delay="22400"/>
                                  </p:stCondLst>
                                  <p:childTnLst>
                                    <p:animEffect transition="out" filter="fade">
                                      <p:cBhvr>
                                        <p:cTn id="127" dur="200"/>
                                        <p:tgtEl>
                                          <p:spTgt spid="36"/>
                                        </p:tgtEl>
                                      </p:cBhvr>
                                    </p:animEffect>
                                    <p:set>
                                      <p:cBhvr>
                                        <p:cTn id="128" dur="1" fill="hold">
                                          <p:stCondLst>
                                            <p:cond delay="199"/>
                                          </p:stCondLst>
                                        </p:cTn>
                                        <p:tgtEl>
                                          <p:spTgt spid="36"/>
                                        </p:tgtEl>
                                        <p:attrNameLst>
                                          <p:attrName>style.visibility</p:attrName>
                                        </p:attrNameLst>
                                      </p:cBhvr>
                                      <p:to>
                                        <p:strVal val="hidden"/>
                                      </p:to>
                                    </p:set>
                                  </p:childTnLst>
                                </p:cTn>
                              </p:par>
                              <p:par>
                                <p:cTn id="132" presetID="10" presetClass="exit" presetSubtype="0" fill="hold" grpId="1" nodeType="withEffect">
                                  <p:stCondLst>
                                    <p:cond delay="22400"/>
                                  </p:stCondLst>
                                  <p:childTnLst>
                                    <p:animEffect transition="out" filter="fade">
                                      <p:cBhvr>
                                        <p:cTn id="130" dur="250"/>
                                        <p:tgtEl>
                                          <p:spTgt spid="11"/>
                                        </p:tgtEl>
                                      </p:cBhvr>
                                    </p:animEffect>
                                    <p:set>
                                      <p:cBhvr>
                                        <p:cTn id="131" dur="1" fill="hold">
                                          <p:stCondLst>
                                            <p:cond delay="249"/>
                                          </p:stCondLst>
                                        </p:cTn>
                                        <p:tgtEl>
                                          <p:spTgt spid="11"/>
                                        </p:tgtEl>
                                        <p:attrNameLst>
                                          <p:attrName>style.visibility</p:attrName>
                                        </p:attrNameLst>
                                      </p:cBhvr>
                                      <p:to>
                                        <p:strVal val="hidden"/>
                                      </p:to>
                                    </p:set>
                                  </p:childTnLst>
                                </p:cTn>
                              </p:par>
                              <p:par>
                                <p:cTn id="135" presetID="10" presetClass="exit" presetSubtype="0" fill="hold" grpId="1" nodeType="withEffect">
                                  <p:stCondLst>
                                    <p:cond delay="22400"/>
                                  </p:stCondLst>
                                  <p:childTnLst>
                                    <p:animEffect transition="out" filter="fade">
                                      <p:cBhvr>
                                        <p:cTn id="133" dur="250"/>
                                        <p:tgtEl>
                                          <p:spTgt spid="12"/>
                                        </p:tgtEl>
                                      </p:cBhvr>
                                    </p:animEffect>
                                    <p:set>
                                      <p:cBhvr>
                                        <p:cTn id="134" dur="1" fill="hold">
                                          <p:stCondLst>
                                            <p:cond delay="249"/>
                                          </p:stCondLst>
                                        </p:cTn>
                                        <p:tgtEl>
                                          <p:spTgt spid="12"/>
                                        </p:tgtEl>
                                        <p:attrNameLst>
                                          <p:attrName>style.visibility</p:attrName>
                                        </p:attrNameLst>
                                      </p:cBhvr>
                                      <p:to>
                                        <p:strVal val="hidden"/>
                                      </p:to>
                                    </p:set>
                                  </p:childTnLst>
                                </p:cTn>
                              </p:par>
                              <p:par>
                                <p:cTn id="138" presetID="10" presetClass="exit" presetSubtype="0" fill="hold" grpId="2" nodeType="withEffect">
                                  <p:stCondLst>
                                    <p:cond delay="22400"/>
                                  </p:stCondLst>
                                  <p:childTnLst>
                                    <p:animEffect transition="out" filter="fade">
                                      <p:cBhvr>
                                        <p:cTn id="136" dur="250"/>
                                        <p:tgtEl>
                                          <p:spTgt spid="27"/>
                                        </p:tgtEl>
                                      </p:cBhvr>
                                    </p:animEffect>
                                    <p:set>
                                      <p:cBhvr>
                                        <p:cTn id="137" dur="1" fill="hold">
                                          <p:stCondLst>
                                            <p:cond delay="249"/>
                                          </p:stCondLst>
                                        </p:cTn>
                                        <p:tgtEl>
                                          <p:spTgt spid="27"/>
                                        </p:tgtEl>
                                        <p:attrNameLst>
                                          <p:attrName>style.visibility</p:attrName>
                                        </p:attrNameLst>
                                      </p:cBhvr>
                                      <p:to>
                                        <p:strVal val="hidden"/>
                                      </p:to>
                                    </p:set>
                                  </p:childTnLst>
                                </p:cTn>
                              </p:par>
                              <p:par>
                                <p:cTn id="141" presetID="10" presetClass="exit" presetSubtype="0" fill="hold" grpId="1" nodeType="withEffect">
                                  <p:stCondLst>
                                    <p:cond delay="22480"/>
                                  </p:stCondLst>
                                  <p:childTnLst>
                                    <p:animEffect transition="out" filter="fade">
                                      <p:cBhvr>
                                        <p:cTn id="139" dur="200"/>
                                        <p:tgtEl>
                                          <p:spTgt spid="37"/>
                                        </p:tgtEl>
                                      </p:cBhvr>
                                    </p:animEffect>
                                    <p:set>
                                      <p:cBhvr>
                                        <p:cTn id="140" dur="1" fill="hold">
                                          <p:stCondLst>
                                            <p:cond delay="199"/>
                                          </p:stCondLst>
                                        </p:cTn>
                                        <p:tgtEl>
                                          <p:spTgt spid="37"/>
                                        </p:tgtEl>
                                        <p:attrNameLst>
                                          <p:attrName>style.visibility</p:attrName>
                                        </p:attrNameLst>
                                      </p:cBhvr>
                                      <p:to>
                                        <p:strVal val="hidden"/>
                                      </p:to>
                                    </p:set>
                                  </p:childTnLst>
                                </p:cTn>
                              </p:par>
                              <p:par>
                                <p:cTn id="144" presetID="10" presetClass="exit" presetSubtype="0" fill="hold" grpId="1" nodeType="withEffect">
                                  <p:stCondLst>
                                    <p:cond delay="22480"/>
                                  </p:stCondLst>
                                  <p:childTnLst>
                                    <p:animEffect transition="out" filter="fade">
                                      <p:cBhvr>
                                        <p:cTn id="142" dur="200"/>
                                        <p:tgtEl>
                                          <p:spTgt spid="38"/>
                                        </p:tgtEl>
                                      </p:cBhvr>
                                    </p:animEffect>
                                    <p:set>
                                      <p:cBhvr>
                                        <p:cTn id="143" dur="1" fill="hold">
                                          <p:stCondLst>
                                            <p:cond delay="199"/>
                                          </p:stCondLst>
                                        </p:cTn>
                                        <p:tgtEl>
                                          <p:spTgt spid="38"/>
                                        </p:tgtEl>
                                        <p:attrNameLst>
                                          <p:attrName>style.visibility</p:attrName>
                                        </p:attrNameLst>
                                      </p:cBhvr>
                                      <p:to>
                                        <p:strVal val="hidden"/>
                                      </p:to>
                                    </p:set>
                                  </p:childTnLst>
                                </p:cTn>
                              </p:par>
                              <p:par>
                                <p:cTn id="149" presetID="42" presetClass="entr" presetSubtype="0" fill="hold" grpId="0" nodeType="withEffect">
                                  <p:stCondLst>
                                    <p:cond delay="2250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00"/>
                                        <p:tgtEl>
                                          <p:spTgt spid="39"/>
                                        </p:tgtEl>
                                      </p:cBhvr>
                                    </p:animEffect>
                                    <p:anim calcmode="lin" valueType="num">
                                      <p:cBhvr additive="base">
                                        <p:cTn id="147" dur="400" fill="hold"/>
                                        <p:tgtEl>
                                          <p:spTgt spid="39"/>
                                        </p:tgtEl>
                                        <p:attrNameLst>
                                          <p:attrName>ppt_x</p:attrName>
                                        </p:attrNameLst>
                                      </p:cBhvr>
                                      <p:tavLst>
                                        <p:tav tm="0">
                                          <p:val>
                                            <p:strVal val="#ppt_x-.05"/>
                                          </p:val>
                                        </p:tav>
                                        <p:tav tm="100000">
                                          <p:val>
                                            <p:strVal val="#ppt_x"/>
                                          </p:val>
                                        </p:tav>
                                      </p:tavLst>
                                    </p:anim>
                                    <p:anim calcmode="lin" valueType="num">
                                      <p:cBhvr additive="base">
                                        <p:cTn id="148" dur="400" fill="hold"/>
                                        <p:tgtEl>
                                          <p:spTgt spid="39"/>
                                        </p:tgtEl>
                                        <p:attrNameLst>
                                          <p:attrName>ppt_y</p:attrName>
                                        </p:attrNameLst>
                                      </p:cBhvr>
                                      <p:tavLst>
                                        <p:tav tm="0">
                                          <p:val>
                                            <p:strVal val="#ppt_y"/>
                                          </p:val>
                                        </p:tav>
                                        <p:tav tm="100000">
                                          <p:val>
                                            <p:strVal val="#ppt_y"/>
                                          </p:val>
                                        </p:tav>
                                      </p:tavLst>
                                    </p:anim>
                                  </p:childTnLst>
                                </p:cTn>
                              </p:par>
                              <p:par>
                                <p:cTn id="152" presetID="22" presetClass="entr" presetSubtype="8" fill="hold" grpId="0" nodeType="withEffect">
                                  <p:stCondLst>
                                    <p:cond delay="22600"/>
                                  </p:stCondLst>
                                  <p:childTnLst>
                                    <p:set>
                                      <p:cBhvr>
                                        <p:cTn id="150" dur="1" fill="hold">
                                          <p:stCondLst>
                                            <p:cond delay="0"/>
                                          </p:stCondLst>
                                        </p:cTn>
                                        <p:tgtEl>
                                          <p:spTgt spid="13"/>
                                        </p:tgtEl>
                                        <p:attrNameLst>
                                          <p:attrName>style.visibility</p:attrName>
                                        </p:attrNameLst>
                                      </p:cBhvr>
                                      <p:to>
                                        <p:strVal val="visible"/>
                                      </p:to>
                                    </p:set>
                                    <p:animEffect transition="in" filter="wipe(left)">
                                      <p:cBhvr>
                                        <p:cTn id="151" dur="1100"/>
                                        <p:tgtEl>
                                          <p:spTgt spid="13"/>
                                        </p:tgtEl>
                                      </p:cBhvr>
                                    </p:animEffect>
                                  </p:childTnLst>
                                </p:cTn>
                              </p:par>
                              <p:par>
                                <p:cTn id="157" presetID="42" presetClass="entr" presetSubtype="0" fill="hold" grpId="0" nodeType="withEffect">
                                  <p:stCondLst>
                                    <p:cond delay="2260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300"/>
                                        <p:tgtEl>
                                          <p:spTgt spid="40"/>
                                        </p:tgtEl>
                                      </p:cBhvr>
                                    </p:animEffect>
                                    <p:anim calcmode="lin" valueType="num">
                                      <p:cBhvr additive="base">
                                        <p:cTn id="155" dur="300" fill="hold"/>
                                        <p:tgtEl>
                                          <p:spTgt spid="40"/>
                                        </p:tgtEl>
                                        <p:attrNameLst>
                                          <p:attrName>ppt_x</p:attrName>
                                        </p:attrNameLst>
                                      </p:cBhvr>
                                      <p:tavLst>
                                        <p:tav tm="0">
                                          <p:val>
                                            <p:strVal val="#ppt_x-.05"/>
                                          </p:val>
                                        </p:tav>
                                        <p:tav tm="100000">
                                          <p:val>
                                            <p:strVal val="#ppt_x"/>
                                          </p:val>
                                        </p:tav>
                                      </p:tavLst>
                                    </p:anim>
                                    <p:anim calcmode="lin" valueType="num">
                                      <p:cBhvr additive="base">
                                        <p:cTn id="156" dur="300" fill="hold"/>
                                        <p:tgtEl>
                                          <p:spTgt spid="40"/>
                                        </p:tgtEl>
                                        <p:attrNameLst>
                                          <p:attrName>ppt_y</p:attrName>
                                        </p:attrNameLst>
                                      </p:cBhvr>
                                      <p:tavLst>
                                        <p:tav tm="0">
                                          <p:val>
                                            <p:strVal val="#ppt_y"/>
                                          </p:val>
                                        </p:tav>
                                        <p:tav tm="100000">
                                          <p:val>
                                            <p:strVal val="#ppt_y"/>
                                          </p:val>
                                        </p:tav>
                                      </p:tavLst>
                                    </p:anim>
                                  </p:childTnLst>
                                </p:cTn>
                              </p:par>
                              <p:par>
                                <p:cTn id="159" presetID="1" presetClass="entr" presetSubtype="0" fill="hold" grpId="0" nodeType="withEffect">
                                  <p:stCondLst>
                                    <p:cond delay="22750"/>
                                  </p:stCondLst>
                                  <p:iterate type="lt">
                                    <p:tmAbs val="30"/>
                                  </p:iterate>
                                  <p:childTnLst>
                                    <p:set>
                                      <p:cBhvr>
                                        <p:cTn id="158" dur="1" fill="hold">
                                          <p:stCondLst>
                                            <p:cond delay="0"/>
                                          </p:stCondLst>
                                        </p:cTn>
                                        <p:tgtEl>
                                          <p:spTgt spid="41"/>
                                        </p:tgtEl>
                                        <p:attrNameLst>
                                          <p:attrName>style.visibility</p:attrName>
                                        </p:attrNameLst>
                                      </p:cBhvr>
                                      <p:to>
                                        <p:strVal val="visible"/>
                                      </p:to>
                                    </p:set>
                                  </p:childTnLst>
                                </p:cTn>
                              </p:par>
                              <p:par>
                                <p:cTn id="163" presetID="2" presetClass="entr" presetSubtype="8" fill="hold" grpId="0" nodeType="withEffect">
                                  <p:stCondLst>
                                    <p:cond delay="22900"/>
                                  </p:stCondLst>
                                  <p:childTnLst>
                                    <p:set>
                                      <p:cBhvr>
                                        <p:cTn id="160" dur="1" fill="hold">
                                          <p:stCondLst>
                                            <p:cond delay="0"/>
                                          </p:stCondLst>
                                        </p:cTn>
                                        <p:tgtEl>
                                          <p:spTgt spid="14"/>
                                        </p:tgtEl>
                                        <p:attrNameLst>
                                          <p:attrName>style.visibility</p:attrName>
                                        </p:attrNameLst>
                                      </p:cBhvr>
                                      <p:to>
                                        <p:strVal val="visible"/>
                                      </p:to>
                                    </p:set>
                                    <p:anim calcmode="lin" valueType="num">
                                      <p:cBhvr additive="base">
                                        <p:cTn id="161" dur="2300" fill="hold"/>
                                        <p:tgtEl>
                                          <p:spTgt spid="14"/>
                                        </p:tgtEl>
                                        <p:attrNameLst>
                                          <p:attrName>ppt_x</p:attrName>
                                        </p:attrNameLst>
                                      </p:cBhvr>
                                      <p:tavLst>
                                        <p:tav tm="0">
                                          <p:val>
                                            <p:strVal val="0-#ppt_w/2"/>
                                          </p:val>
                                        </p:tav>
                                        <p:tav tm="100000">
                                          <p:val>
                                            <p:strVal val="1+#ppt_w/2"/>
                                          </p:val>
                                        </p:tav>
                                      </p:tavLst>
                                    </p:anim>
                                    <p:anim calcmode="lin" valueType="num">
                                      <p:cBhvr additive="base">
                                        <p:cTn id="162" dur="2300" fill="hold"/>
                                        <p:tgtEl>
                                          <p:spTgt spid="14"/>
                                        </p:tgtEl>
                                        <p:attrNameLst>
                                          <p:attrName>ppt_y</p:attrName>
                                        </p:attrNameLst>
                                      </p:cBhvr>
                                      <p:tavLst>
                                        <p:tav tm="0">
                                          <p:val>
                                            <p:strVal val="#ppt_y"/>
                                          </p:val>
                                        </p:tav>
                                        <p:tav tm="100000">
                                          <p:val>
                                            <p:strVal val="#ppt_y"/>
                                          </p:val>
                                        </p:tav>
                                      </p:tavLst>
                                    </p:anim>
                                  </p:childTnLst>
                                </p:cTn>
                              </p:par>
                              <p:par>
                                <p:cTn id="166" presetID="10" presetClass="exit" presetSubtype="0" fill="hold" grpId="1" nodeType="withEffect">
                                  <p:stCondLst>
                                    <p:cond delay="25400"/>
                                  </p:stCondLst>
                                  <p:childTnLst>
                                    <p:animEffect transition="out" filter="fade">
                                      <p:cBhvr>
                                        <p:cTn id="164" dur="250"/>
                                        <p:tgtEl>
                                          <p:spTgt spid="13"/>
                                        </p:tgtEl>
                                      </p:cBhvr>
                                    </p:animEffect>
                                    <p:set>
                                      <p:cBhvr>
                                        <p:cTn id="165" dur="1" fill="hold">
                                          <p:stCondLst>
                                            <p:cond delay="249"/>
                                          </p:stCondLst>
                                        </p:cTn>
                                        <p:tgtEl>
                                          <p:spTgt spid="13"/>
                                        </p:tgtEl>
                                        <p:attrNameLst>
                                          <p:attrName>style.visibility</p:attrName>
                                        </p:attrNameLst>
                                      </p:cBhvr>
                                      <p:to>
                                        <p:strVal val="hidden"/>
                                      </p:to>
                                    </p:set>
                                  </p:childTnLst>
                                </p:cTn>
                              </p:par>
                              <p:par>
                                <p:cTn id="169" presetID="10" presetClass="entr" presetSubtype="0" fill="hold" grpId="0" nodeType="withEffect">
                                  <p:stCondLst>
                                    <p:cond delay="2550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80"/>
                                        <p:tgtEl>
                                          <p:spTgt spid="42"/>
                                        </p:tgtEl>
                                      </p:cBhvr>
                                    </p:animEffect>
                                  </p:childTnLst>
                                </p:cTn>
                              </p:par>
                              <p:par>
                                <p:cTn id="174" presetID="53" presetClass="entr" presetSubtype="16" fill="hold" grpId="0" nodeType="withEffect">
                                  <p:stCondLst>
                                    <p:cond delay="25500"/>
                                  </p:stCondLst>
                                  <p:childTnLst>
                                    <p:set>
                                      <p:cBhvr>
                                        <p:cTn id="170" dur="1" fill="hold">
                                          <p:stCondLst>
                                            <p:cond delay="0"/>
                                          </p:stCondLst>
                                        </p:cTn>
                                        <p:tgtEl>
                                          <p:spTgt spid="7"/>
                                        </p:tgtEl>
                                        <p:attrNameLst>
                                          <p:attrName>style.visibility</p:attrName>
                                        </p:attrNameLst>
                                      </p:cBhvr>
                                      <p:to>
                                        <p:strVal val="visible"/>
                                      </p:to>
                                    </p:set>
                                    <p:anim calcmode="lin" valueType="num">
                                      <p:cBhvr additive="base">
                                        <p:cTn id="171" dur="300" fill="hold"/>
                                        <p:tgtEl>
                                          <p:spTgt spid="7"/>
                                        </p:tgtEl>
                                        <p:attrNameLst>
                                          <p:attrName>ppt_w</p:attrName>
                                        </p:attrNameLst>
                                      </p:cBhvr>
                                      <p:tavLst>
                                        <p:tav tm="0">
                                          <p:val>
                                            <p:strVal val="0"/>
                                          </p:val>
                                        </p:tav>
                                        <p:tav tm="100000">
                                          <p:val>
                                            <p:strVal val="#ppt_w"/>
                                          </p:val>
                                        </p:tav>
                                      </p:tavLst>
                                    </p:anim>
                                    <p:anim calcmode="lin" valueType="num">
                                      <p:cBhvr additive="base">
                                        <p:cTn id="172" dur="300" fill="hold"/>
                                        <p:tgtEl>
                                          <p:spTgt spid="7"/>
                                        </p:tgtEl>
                                        <p:attrNameLst>
                                          <p:attrName>ppt_h</p:attrName>
                                        </p:attrNameLst>
                                      </p:cBhvr>
                                      <p:tavLst>
                                        <p:tav tm="0">
                                          <p:val>
                                            <p:strVal val="0"/>
                                          </p:val>
                                        </p:tav>
                                        <p:tav tm="100000">
                                          <p:val>
                                            <p:strVal val="#ppt_h"/>
                                          </p:val>
                                        </p:tav>
                                      </p:tavLst>
                                    </p:anim>
                                    <p:animEffect transition="in" filter="fade">
                                      <p:cBhvr>
                                        <p:cTn id="173" dur="300"/>
                                        <p:tgtEl>
                                          <p:spTgt spid="7"/>
                                        </p:tgtEl>
                                      </p:cBhvr>
                                    </p:animEffect>
                                  </p:childTnLst>
                                </p:cTn>
                              </p:par>
                              <p:par>
                                <p:cTn id="178" presetID="2" presetClass="entr" presetSubtype="8" fill="hold" grpId="0" nodeType="withEffect">
                                  <p:stCondLst>
                                    <p:cond delay="25600"/>
                                  </p:stCondLst>
                                  <p:childTnLst>
                                    <p:set>
                                      <p:cBhvr>
                                        <p:cTn id="175" dur="1" fill="hold">
                                          <p:stCondLst>
                                            <p:cond delay="0"/>
                                          </p:stCondLst>
                                        </p:cTn>
                                        <p:tgtEl>
                                          <p:spTgt spid="15"/>
                                        </p:tgtEl>
                                        <p:attrNameLst>
                                          <p:attrName>style.visibility</p:attrName>
                                        </p:attrNameLst>
                                      </p:cBhvr>
                                      <p:to>
                                        <p:strVal val="visible"/>
                                      </p:to>
                                    </p:set>
                                    <p:anim calcmode="lin" valueType="num">
                                      <p:cBhvr additive="base">
                                        <p:cTn id="176" dur="2600" fill="hold"/>
                                        <p:tgtEl>
                                          <p:spTgt spid="15"/>
                                        </p:tgtEl>
                                        <p:attrNameLst>
                                          <p:attrName>ppt_x</p:attrName>
                                        </p:attrNameLst>
                                      </p:cBhvr>
                                      <p:tavLst>
                                        <p:tav tm="0">
                                          <p:val>
                                            <p:strVal val="0-#ppt_w/2"/>
                                          </p:val>
                                        </p:tav>
                                        <p:tav tm="100000">
                                          <p:val>
                                            <p:strVal val="1+#ppt_w/2"/>
                                          </p:val>
                                        </p:tav>
                                      </p:tavLst>
                                    </p:anim>
                                    <p:anim calcmode="lin" valueType="num">
                                      <p:cBhvr additive="base">
                                        <p:cTn id="177" dur="2600" fill="hold"/>
                                        <p:tgtEl>
                                          <p:spTgt spid="15"/>
                                        </p:tgtEl>
                                        <p:attrNameLst>
                                          <p:attrName>ppt_y</p:attrName>
                                        </p:attrNameLst>
                                      </p:cBhvr>
                                      <p:tavLst>
                                        <p:tav tm="0">
                                          <p:val>
                                            <p:strVal val="#ppt_y"/>
                                          </p:val>
                                        </p:tav>
                                        <p:tav tm="100000">
                                          <p:val>
                                            <p:strVal val="#ppt_y"/>
                                          </p:val>
                                        </p:tav>
                                      </p:tavLst>
                                    </p:anim>
                                  </p:childTnLst>
                                </p:cTn>
                              </p:par>
                              <p:par>
                                <p:cTn id="181" presetID="10" presetClass="exit" presetSubtype="0" fill="hold" grpId="1" nodeType="withEffect">
                                  <p:stCondLst>
                                    <p:cond delay="25620"/>
                                  </p:stCondLst>
                                  <p:childTnLst>
                                    <p:animEffect transition="out" filter="fade">
                                      <p:cBhvr>
                                        <p:cTn id="179" dur="380"/>
                                        <p:tgtEl>
                                          <p:spTgt spid="42"/>
                                        </p:tgtEl>
                                      </p:cBhvr>
                                    </p:animEffect>
                                    <p:set>
                                      <p:cBhvr>
                                        <p:cTn id="180" dur="1" fill="hold">
                                          <p:stCondLst>
                                            <p:cond delay="379"/>
                                          </p:stCondLst>
                                        </p:cTn>
                                        <p:tgtEl>
                                          <p:spTgt spid="42"/>
                                        </p:tgtEl>
                                        <p:attrNameLst>
                                          <p:attrName>style.visibility</p:attrName>
                                        </p:attrNameLst>
                                      </p:cBhvr>
                                      <p:to>
                                        <p:strVal val="hidden"/>
                                      </p:to>
                                    </p:set>
                                  </p:childTnLst>
                                </p:cTn>
                              </p:par>
                              <p:par>
                                <p:cTn id="184" presetID="10" presetClass="exit" presetSubtype="0" fill="hold" grpId="1" nodeType="withEffect">
                                  <p:stCondLst>
                                    <p:cond delay="28400"/>
                                  </p:stCondLst>
                                  <p:childTnLst>
                                    <p:animEffect transition="out" filter="fade">
                                      <p:cBhvr>
                                        <p:cTn id="182" dur="400"/>
                                        <p:tgtEl>
                                          <p:spTgt spid="7"/>
                                        </p:tgtEl>
                                      </p:cBhvr>
                                    </p:animEffect>
                                    <p:set>
                                      <p:cBhvr>
                                        <p:cTn id="183" dur="1" fill="hold">
                                          <p:stCondLst>
                                            <p:cond delay="399"/>
                                          </p:stCondLst>
                                        </p:cTn>
                                        <p:tgtEl>
                                          <p:spTgt spid="7"/>
                                        </p:tgtEl>
                                        <p:attrNameLst>
                                          <p:attrName>style.visibility</p:attrName>
                                        </p:attrNameLst>
                                      </p:cBhvr>
                                      <p:to>
                                        <p:strVal val="hidden"/>
                                      </p:to>
                                    </p:set>
                                  </p:childTnLst>
                                </p:cTn>
                              </p:par>
                              <p:par>
                                <p:cTn id="187" presetID="10" presetClass="exit" presetSubtype="0" fill="hold" grpId="1" nodeType="withEffect">
                                  <p:stCondLst>
                                    <p:cond delay="32900"/>
                                  </p:stCondLst>
                                  <p:childTnLst>
                                    <p:animEffect transition="out" filter="fade">
                                      <p:cBhvr>
                                        <p:cTn id="185" dur="200"/>
                                        <p:tgtEl>
                                          <p:spTgt spid="39"/>
                                        </p:tgtEl>
                                      </p:cBhvr>
                                    </p:animEffect>
                                    <p:set>
                                      <p:cBhvr>
                                        <p:cTn id="186" dur="1" fill="hold">
                                          <p:stCondLst>
                                            <p:cond delay="199"/>
                                          </p:stCondLst>
                                        </p:cTn>
                                        <p:tgtEl>
                                          <p:spTgt spid="39"/>
                                        </p:tgtEl>
                                        <p:attrNameLst>
                                          <p:attrName>style.visibility</p:attrName>
                                        </p:attrNameLst>
                                      </p:cBhvr>
                                      <p:to>
                                        <p:strVal val="hidden"/>
                                      </p:to>
                                    </p:set>
                                  </p:childTnLst>
                                </p:cTn>
                              </p:par>
                              <p:par>
                                <p:cTn id="192" presetID="42" presetClass="entr" presetSubtype="0" fill="hold" grpId="0" nodeType="withEffect">
                                  <p:stCondLst>
                                    <p:cond delay="33000"/>
                                  </p:stCondLst>
                                  <p:childTnLst>
                                    <p:set>
                                      <p:cBhvr>
                                        <p:cTn id="188" dur="1" fill="hold">
                                          <p:stCondLst>
                                            <p:cond delay="0"/>
                                          </p:stCondLst>
                                        </p:cTn>
                                        <p:tgtEl>
                                          <p:spTgt spid="43"/>
                                        </p:tgtEl>
                                        <p:attrNameLst>
                                          <p:attrName>style.visibility</p:attrName>
                                        </p:attrNameLst>
                                      </p:cBhvr>
                                      <p:to>
                                        <p:strVal val="visible"/>
                                      </p:to>
                                    </p:set>
                                    <p:animEffect transition="in" filter="fade">
                                      <p:cBhvr>
                                        <p:cTn id="189" dur="400"/>
                                        <p:tgtEl>
                                          <p:spTgt spid="43"/>
                                        </p:tgtEl>
                                      </p:cBhvr>
                                    </p:animEffect>
                                    <p:anim calcmode="lin" valueType="num">
                                      <p:cBhvr additive="base">
                                        <p:cTn id="190" dur="400" fill="hold"/>
                                        <p:tgtEl>
                                          <p:spTgt spid="43"/>
                                        </p:tgtEl>
                                        <p:attrNameLst>
                                          <p:attrName>ppt_x</p:attrName>
                                        </p:attrNameLst>
                                      </p:cBhvr>
                                      <p:tavLst>
                                        <p:tav tm="0">
                                          <p:val>
                                            <p:strVal val="#ppt_x-.05"/>
                                          </p:val>
                                        </p:tav>
                                        <p:tav tm="100000">
                                          <p:val>
                                            <p:strVal val="#ppt_x"/>
                                          </p:val>
                                        </p:tav>
                                      </p:tavLst>
                                    </p:anim>
                                    <p:anim calcmode="lin" valueType="num">
                                      <p:cBhvr additive="base">
                                        <p:cTn id="191" dur="400" fill="hold"/>
                                        <p:tgtEl>
                                          <p:spTgt spid="43"/>
                                        </p:tgtEl>
                                        <p:attrNameLst>
                                          <p:attrName>ppt_y</p:attrName>
                                        </p:attrNameLst>
                                      </p:cBhvr>
                                      <p:tavLst>
                                        <p:tav tm="0">
                                          <p:val>
                                            <p:strVal val="#ppt_y"/>
                                          </p:val>
                                        </p:tav>
                                        <p:tav tm="100000">
                                          <p:val>
                                            <p:strVal val="#ppt_y"/>
                                          </p:val>
                                        </p:tav>
                                      </p:tavLst>
                                    </p:anim>
                                  </p:childTnLst>
                                </p:cTn>
                              </p:par>
                              <p:par>
                                <p:cTn id="195" presetID="10" presetClass="exit" presetSubtype="0" fill="hold" grpId="1" nodeType="withEffect">
                                  <p:stCondLst>
                                    <p:cond delay="33080"/>
                                  </p:stCondLst>
                                  <p:childTnLst>
                                    <p:animEffect transition="out" filter="fade">
                                      <p:cBhvr>
                                        <p:cTn id="193" dur="200"/>
                                        <p:tgtEl>
                                          <p:spTgt spid="40"/>
                                        </p:tgtEl>
                                      </p:cBhvr>
                                    </p:animEffect>
                                    <p:set>
                                      <p:cBhvr>
                                        <p:cTn id="194" dur="1" fill="hold">
                                          <p:stCondLst>
                                            <p:cond delay="199"/>
                                          </p:stCondLst>
                                        </p:cTn>
                                        <p:tgtEl>
                                          <p:spTgt spid="40"/>
                                        </p:tgtEl>
                                        <p:attrNameLst>
                                          <p:attrName>style.visibility</p:attrName>
                                        </p:attrNameLst>
                                      </p:cBhvr>
                                      <p:to>
                                        <p:strVal val="hidden"/>
                                      </p:to>
                                    </p:set>
                                  </p:childTnLst>
                                </p:cTn>
                              </p:par>
                              <p:par>
                                <p:cTn id="198" presetID="10" presetClass="exit" presetSubtype="0" fill="hold" grpId="1" nodeType="withEffect">
                                  <p:stCondLst>
                                    <p:cond delay="33080"/>
                                  </p:stCondLst>
                                  <p:childTnLst>
                                    <p:animEffect transition="out" filter="fade">
                                      <p:cBhvr>
                                        <p:cTn id="196" dur="200"/>
                                        <p:tgtEl>
                                          <p:spTgt spid="41"/>
                                        </p:tgtEl>
                                      </p:cBhvr>
                                    </p:animEffect>
                                    <p:set>
                                      <p:cBhvr>
                                        <p:cTn id="197" dur="1" fill="hold">
                                          <p:stCondLst>
                                            <p:cond delay="199"/>
                                          </p:stCondLst>
                                        </p:cTn>
                                        <p:tgtEl>
                                          <p:spTgt spid="41"/>
                                        </p:tgtEl>
                                        <p:attrNameLst>
                                          <p:attrName>style.visibility</p:attrName>
                                        </p:attrNameLst>
                                      </p:cBhvr>
                                      <p:to>
                                        <p:strVal val="hidden"/>
                                      </p:to>
                                    </p:set>
                                  </p:childTnLst>
                                </p:cTn>
                              </p:par>
                              <p:par>
                                <p:cTn id="201" presetID="10" presetClass="exit" presetSubtype="0" fill="hold" grpId="1" nodeType="withEffect">
                                  <p:stCondLst>
                                    <p:cond delay="33100"/>
                                  </p:stCondLst>
                                  <p:childTnLst>
                                    <p:animEffect transition="out" filter="fade">
                                      <p:cBhvr>
                                        <p:cTn id="199" dur="220"/>
                                        <p:tgtEl>
                                          <p:spTgt spid="20"/>
                                        </p:tgtEl>
                                      </p:cBhvr>
                                    </p:animEffect>
                                    <p:set>
                                      <p:cBhvr>
                                        <p:cTn id="200" dur="1" fill="hold">
                                          <p:stCondLst>
                                            <p:cond delay="219"/>
                                          </p:stCondLst>
                                        </p:cTn>
                                        <p:tgtEl>
                                          <p:spTgt spid="20"/>
                                        </p:tgtEl>
                                        <p:attrNameLst>
                                          <p:attrName>style.visibility</p:attrName>
                                        </p:attrNameLst>
                                      </p:cBhvr>
                                      <p:to>
                                        <p:strVal val="hidden"/>
                                      </p:to>
                                    </p:set>
                                  </p:childTnLst>
                                </p:cTn>
                              </p:par>
                              <p:par>
                                <p:cTn id="204" presetID="10" presetClass="entr" presetSubtype="0" fill="hold" grpId="0" nodeType="withEffect">
                                  <p:stCondLst>
                                    <p:cond delay="33100"/>
                                  </p:stCondLst>
                                  <p:childTnLst>
                                    <p:set>
                                      <p:cBhvr>
                                        <p:cTn id="202" dur="1" fill="hold">
                                          <p:stCondLst>
                                            <p:cond delay="0"/>
                                          </p:stCondLst>
                                        </p:cTn>
                                        <p:tgtEl>
                                          <p:spTgt spid="21"/>
                                        </p:tgtEl>
                                        <p:attrNameLst>
                                          <p:attrName>style.visibility</p:attrName>
                                        </p:attrNameLst>
                                      </p:cBhvr>
                                      <p:to>
                                        <p:strVal val="visible"/>
                                      </p:to>
                                    </p:set>
                                    <p:animEffect transition="in" filter="fade">
                                      <p:cBhvr>
                                        <p:cTn id="203" dur="220"/>
                                        <p:tgtEl>
                                          <p:spTgt spid="21"/>
                                        </p:tgtEl>
                                      </p:cBhvr>
                                    </p:animEffect>
                                  </p:childTnLst>
                                </p:cTn>
                              </p:par>
                              <p:par>
                                <p:cTn id="207" presetID="10" presetClass="exit" presetSubtype="0" fill="hold" grpId="1" nodeType="withEffect">
                                  <p:stCondLst>
                                    <p:cond delay="33100"/>
                                  </p:stCondLst>
                                  <p:childTnLst>
                                    <p:animEffect transition="out" filter="fade">
                                      <p:cBhvr>
                                        <p:cTn id="205" dur="220"/>
                                        <p:tgtEl>
                                          <p:spTgt spid="23"/>
                                        </p:tgtEl>
                                      </p:cBhvr>
                                    </p:animEffect>
                                    <p:set>
                                      <p:cBhvr>
                                        <p:cTn id="206" dur="1" fill="hold">
                                          <p:stCondLst>
                                            <p:cond delay="219"/>
                                          </p:stCondLst>
                                        </p:cTn>
                                        <p:tgtEl>
                                          <p:spTgt spid="23"/>
                                        </p:tgtEl>
                                        <p:attrNameLst>
                                          <p:attrName>style.visibility</p:attrName>
                                        </p:attrNameLst>
                                      </p:cBhvr>
                                      <p:to>
                                        <p:strVal val="hidden"/>
                                      </p:to>
                                    </p:set>
                                  </p:childTnLst>
                                </p:cTn>
                              </p:par>
                              <p:par>
                                <p:cTn id="210" presetID="10" presetClass="entr" presetSubtype="0" fill="hold" grpId="0" nodeType="withEffect">
                                  <p:stCondLst>
                                    <p:cond delay="33100"/>
                                  </p:stCondLst>
                                  <p:childTnLst>
                                    <p:set>
                                      <p:cBhvr>
                                        <p:cTn id="208" dur="1" fill="hold">
                                          <p:stCondLst>
                                            <p:cond delay="0"/>
                                          </p:stCondLst>
                                        </p:cTn>
                                        <p:tgtEl>
                                          <p:spTgt spid="24"/>
                                        </p:tgtEl>
                                        <p:attrNameLst>
                                          <p:attrName>style.visibility</p:attrName>
                                        </p:attrNameLst>
                                      </p:cBhvr>
                                      <p:to>
                                        <p:strVal val="visible"/>
                                      </p:to>
                                    </p:set>
                                    <p:animEffect transition="in" filter="fade">
                                      <p:cBhvr>
                                        <p:cTn id="209" dur="220"/>
                                        <p:tgtEl>
                                          <p:spTgt spid="24"/>
                                        </p:tgtEl>
                                      </p:cBhvr>
                                    </p:animEffect>
                                  </p:childTnLst>
                                </p:cTn>
                              </p:par>
                              <p:par>
                                <p:cTn id="214" presetID="2" presetClass="entr" presetSubtype="8" fill="hold" grpId="0" nodeType="withEffect">
                                  <p:stCondLst>
                                    <p:cond delay="33200"/>
                                  </p:stCondLst>
                                  <p:childTnLst>
                                    <p:set>
                                      <p:cBhvr>
                                        <p:cTn id="211" dur="1" fill="hold">
                                          <p:stCondLst>
                                            <p:cond delay="0"/>
                                          </p:stCondLst>
                                        </p:cTn>
                                        <p:tgtEl>
                                          <p:spTgt spid="16"/>
                                        </p:tgtEl>
                                        <p:attrNameLst>
                                          <p:attrName>style.visibility</p:attrName>
                                        </p:attrNameLst>
                                      </p:cBhvr>
                                      <p:to>
                                        <p:strVal val="visible"/>
                                      </p:to>
                                    </p:set>
                                    <p:anim calcmode="lin" valueType="num">
                                      <p:cBhvr additive="base">
                                        <p:cTn id="212" dur="900" fill="hold"/>
                                        <p:tgtEl>
                                          <p:spTgt spid="16"/>
                                        </p:tgtEl>
                                        <p:attrNameLst>
                                          <p:attrName>ppt_x</p:attrName>
                                        </p:attrNameLst>
                                      </p:cBhvr>
                                      <p:tavLst>
                                        <p:tav tm="0">
                                          <p:val>
                                            <p:strVal val="0-#ppt_w/2"/>
                                          </p:val>
                                        </p:tav>
                                        <p:tav tm="100000">
                                          <p:val>
                                            <p:strVal val="#ppt_x"/>
                                          </p:val>
                                        </p:tav>
                                      </p:tavLst>
                                    </p:anim>
                                    <p:anim calcmode="lin" valueType="num">
                                      <p:cBhvr additive="base">
                                        <p:cTn id="213" dur="900" fill="hold"/>
                                        <p:tgtEl>
                                          <p:spTgt spid="16"/>
                                        </p:tgtEl>
                                        <p:attrNameLst>
                                          <p:attrName>ppt_y</p:attrName>
                                        </p:attrNameLst>
                                      </p:cBhvr>
                                      <p:tavLst>
                                        <p:tav tm="0">
                                          <p:val>
                                            <p:strVal val="#ppt_y"/>
                                          </p:val>
                                        </p:tav>
                                        <p:tav tm="100000">
                                          <p:val>
                                            <p:strVal val="#ppt_y"/>
                                          </p:val>
                                        </p:tav>
                                      </p:tavLst>
                                    </p:anim>
                                  </p:childTnLst>
                                </p:cTn>
                              </p:par>
                              <p:par>
                                <p:cTn id="219" presetID="42" presetClass="entr" presetSubtype="0" fill="hold" grpId="0" nodeType="withEffect">
                                  <p:stCondLst>
                                    <p:cond delay="33200"/>
                                  </p:stCondLst>
                                  <p:childTnLst>
                                    <p:set>
                                      <p:cBhvr>
                                        <p:cTn id="215" dur="1" fill="hold">
                                          <p:stCondLst>
                                            <p:cond delay="0"/>
                                          </p:stCondLst>
                                        </p:cTn>
                                        <p:tgtEl>
                                          <p:spTgt spid="44"/>
                                        </p:tgtEl>
                                        <p:attrNameLst>
                                          <p:attrName>style.visibility</p:attrName>
                                        </p:attrNameLst>
                                      </p:cBhvr>
                                      <p:to>
                                        <p:strVal val="visible"/>
                                      </p:to>
                                    </p:set>
                                    <p:animEffect transition="in" filter="fade">
                                      <p:cBhvr>
                                        <p:cTn id="216" dur="300"/>
                                        <p:tgtEl>
                                          <p:spTgt spid="44"/>
                                        </p:tgtEl>
                                      </p:cBhvr>
                                    </p:animEffect>
                                    <p:anim calcmode="lin" valueType="num">
                                      <p:cBhvr additive="base">
                                        <p:cTn id="217" dur="300" fill="hold"/>
                                        <p:tgtEl>
                                          <p:spTgt spid="44"/>
                                        </p:tgtEl>
                                        <p:attrNameLst>
                                          <p:attrName>ppt_x</p:attrName>
                                        </p:attrNameLst>
                                      </p:cBhvr>
                                      <p:tavLst>
                                        <p:tav tm="0">
                                          <p:val>
                                            <p:strVal val="#ppt_x-.05"/>
                                          </p:val>
                                        </p:tav>
                                        <p:tav tm="100000">
                                          <p:val>
                                            <p:strVal val="#ppt_x"/>
                                          </p:val>
                                        </p:tav>
                                      </p:tavLst>
                                    </p:anim>
                                    <p:anim calcmode="lin" valueType="num">
                                      <p:cBhvr additive="base">
                                        <p:cTn id="218" dur="300" fill="hold"/>
                                        <p:tgtEl>
                                          <p:spTgt spid="44"/>
                                        </p:tgtEl>
                                        <p:attrNameLst>
                                          <p:attrName>ppt_y</p:attrName>
                                        </p:attrNameLst>
                                      </p:cBhvr>
                                      <p:tavLst>
                                        <p:tav tm="0">
                                          <p:val>
                                            <p:strVal val="#ppt_y"/>
                                          </p:val>
                                        </p:tav>
                                        <p:tav tm="100000">
                                          <p:val>
                                            <p:strVal val="#ppt_y"/>
                                          </p:val>
                                        </p:tav>
                                      </p:tavLst>
                                    </p:anim>
                                  </p:childTnLst>
                                </p:cTn>
                              </p:par>
                              <p:par>
                                <p:cTn id="221" presetID="1" presetClass="entr" presetSubtype="0" fill="hold" grpId="0" nodeType="withEffect">
                                  <p:stCondLst>
                                    <p:cond delay="33350"/>
                                  </p:stCondLst>
                                  <p:iterate type="lt">
                                    <p:tmAbs val="30"/>
                                  </p:iterate>
                                  <p:childTnLst>
                                    <p:set>
                                      <p:cBhvr>
                                        <p:cTn id="220" dur="1" fill="hold">
                                          <p:stCondLst>
                                            <p:cond delay="0"/>
                                          </p:stCondLst>
                                        </p:cTn>
                                        <p:tgtEl>
                                          <p:spTgt spid="45"/>
                                        </p:tgtEl>
                                        <p:attrNameLst>
                                          <p:attrName>style.visibility</p:attrName>
                                        </p:attrNameLst>
                                      </p:cBhvr>
                                      <p:to>
                                        <p:strVal val="visible"/>
                                      </p:to>
                                    </p:set>
                                  </p:childTnLst>
                                </p:cTn>
                              </p:par>
                              <p:par>
                                <p:cTn id="226" presetID="53" presetClass="entr" presetSubtype="32" fill="hold" grpId="0" nodeType="withEffect">
                                  <p:stCondLst>
                                    <p:cond delay="33900"/>
                                  </p:stCondLst>
                                  <p:childTnLst>
                                    <p:set>
                                      <p:cBhvr>
                                        <p:cTn id="222" dur="1" fill="hold">
                                          <p:stCondLst>
                                            <p:cond delay="0"/>
                                          </p:stCondLst>
                                        </p:cTn>
                                        <p:tgtEl>
                                          <p:spTgt spid="17"/>
                                        </p:tgtEl>
                                        <p:attrNameLst>
                                          <p:attrName>style.visibility</p:attrName>
                                        </p:attrNameLst>
                                      </p:cBhvr>
                                      <p:to>
                                        <p:strVal val="visible"/>
                                      </p:to>
                                    </p:set>
                                    <p:anim calcmode="lin" valueType="num">
                                      <p:cBhvr additive="base">
                                        <p:cTn id="223" dur="400" fill="hold"/>
                                        <p:tgtEl>
                                          <p:spTgt spid="17"/>
                                        </p:tgtEl>
                                        <p:attrNameLst>
                                          <p:attrName>ppt_w</p:attrName>
                                        </p:attrNameLst>
                                      </p:cBhvr>
                                      <p:tavLst>
                                        <p:tav tm="0">
                                          <p:val>
                                            <p:strVal val="#ppt_w*2.4"/>
                                          </p:val>
                                        </p:tav>
                                        <p:tav tm="100000">
                                          <p:val>
                                            <p:strVal val="#ppt_w"/>
                                          </p:val>
                                        </p:tav>
                                      </p:tavLst>
                                    </p:anim>
                                    <p:anim calcmode="lin" valueType="num">
                                      <p:cBhvr additive="base">
                                        <p:cTn id="224" dur="400" fill="hold"/>
                                        <p:tgtEl>
                                          <p:spTgt spid="17"/>
                                        </p:tgtEl>
                                        <p:attrNameLst>
                                          <p:attrName>ppt_h</p:attrName>
                                        </p:attrNameLst>
                                      </p:cBhvr>
                                      <p:tavLst>
                                        <p:tav tm="0">
                                          <p:val>
                                            <p:strVal val="#ppt_h*2.4"/>
                                          </p:val>
                                        </p:tav>
                                        <p:tav tm="100000">
                                          <p:val>
                                            <p:strVal val="#ppt_h"/>
                                          </p:val>
                                        </p:tav>
                                      </p:tavLst>
                                    </p:anim>
                                    <p:animEffect transition="in" filter="fade">
                                      <p:cBhvr>
                                        <p:cTn id="225" dur="400"/>
                                        <p:tgtEl>
                                          <p:spTgt spid="17"/>
                                        </p:tgtEl>
                                      </p:cBhvr>
                                    </p:animEffect>
                                  </p:childTnLst>
                                </p:cTn>
                              </p:par>
                              <p:par>
                                <p:cTn id="231" presetID="53" presetClass="entr" presetSubtype="32" fill="hold" grpId="0" nodeType="withEffect">
                                  <p:stCondLst>
                                    <p:cond delay="34100"/>
                                  </p:stCondLst>
                                  <p:childTnLst>
                                    <p:set>
                                      <p:cBhvr>
                                        <p:cTn id="227" dur="1" fill="hold">
                                          <p:stCondLst>
                                            <p:cond delay="0"/>
                                          </p:stCondLst>
                                        </p:cTn>
                                        <p:tgtEl>
                                          <p:spTgt spid="18"/>
                                        </p:tgtEl>
                                        <p:attrNameLst>
                                          <p:attrName>style.visibility</p:attrName>
                                        </p:attrNameLst>
                                      </p:cBhvr>
                                      <p:to>
                                        <p:strVal val="visible"/>
                                      </p:to>
                                    </p:set>
                                    <p:anim calcmode="lin" valueType="num">
                                      <p:cBhvr additive="base">
                                        <p:cTn id="228" dur="400" fill="hold"/>
                                        <p:tgtEl>
                                          <p:spTgt spid="18"/>
                                        </p:tgtEl>
                                        <p:attrNameLst>
                                          <p:attrName>ppt_w</p:attrName>
                                        </p:attrNameLst>
                                      </p:cBhvr>
                                      <p:tavLst>
                                        <p:tav tm="0">
                                          <p:val>
                                            <p:strVal val="#ppt_w*2.4"/>
                                          </p:val>
                                        </p:tav>
                                        <p:tav tm="100000">
                                          <p:val>
                                            <p:strVal val="#ppt_w"/>
                                          </p:val>
                                        </p:tav>
                                      </p:tavLst>
                                    </p:anim>
                                    <p:anim calcmode="lin" valueType="num">
                                      <p:cBhvr additive="base">
                                        <p:cTn id="229" dur="400" fill="hold"/>
                                        <p:tgtEl>
                                          <p:spTgt spid="18"/>
                                        </p:tgtEl>
                                        <p:attrNameLst>
                                          <p:attrName>ppt_h</p:attrName>
                                        </p:attrNameLst>
                                      </p:cBhvr>
                                      <p:tavLst>
                                        <p:tav tm="0">
                                          <p:val>
                                            <p:strVal val="#ppt_h*2.4"/>
                                          </p:val>
                                        </p:tav>
                                        <p:tav tm="100000">
                                          <p:val>
                                            <p:strVal val="#ppt_h"/>
                                          </p:val>
                                        </p:tav>
                                      </p:tavLst>
                                    </p:anim>
                                    <p:animEffect transition="in" filter="fade">
                                      <p:cBhvr>
                                        <p:cTn id="230" dur="400"/>
                                        <p:tgtEl>
                                          <p:spTgt spid="18"/>
                                        </p:tgtEl>
                                      </p:cBhvr>
                                    </p:animEffect>
                                  </p:childTnLst>
                                </p:cTn>
                              </p:par>
                              <p:par>
                                <p:cTn id="236" presetID="53" presetClass="entr" presetSubtype="16" fill="hold" grpId="0" nodeType="withEffect">
                                  <p:stCondLst>
                                    <p:cond delay="34400"/>
                                  </p:stCondLst>
                                  <p:childTnLst>
                                    <p:set>
                                      <p:cBhvr>
                                        <p:cTn id="232" dur="1" fill="hold">
                                          <p:stCondLst>
                                            <p:cond delay="0"/>
                                          </p:stCondLst>
                                        </p:cTn>
                                        <p:tgtEl>
                                          <p:spTgt spid="28"/>
                                        </p:tgtEl>
                                        <p:attrNameLst>
                                          <p:attrName>style.visibility</p:attrName>
                                        </p:attrNameLst>
                                      </p:cBhvr>
                                      <p:to>
                                        <p:strVal val="visible"/>
                                      </p:to>
                                    </p:set>
                                    <p:anim calcmode="lin" valueType="num">
                                      <p:cBhvr additive="base">
                                        <p:cTn id="233" dur="300" fill="hold"/>
                                        <p:tgtEl>
                                          <p:spTgt spid="28"/>
                                        </p:tgtEl>
                                        <p:attrNameLst>
                                          <p:attrName>ppt_w</p:attrName>
                                        </p:attrNameLst>
                                      </p:cBhvr>
                                      <p:tavLst>
                                        <p:tav tm="0">
                                          <p:val>
                                            <p:strVal val="0"/>
                                          </p:val>
                                        </p:tav>
                                        <p:tav tm="100000">
                                          <p:val>
                                            <p:strVal val="#ppt_w"/>
                                          </p:val>
                                        </p:tav>
                                      </p:tavLst>
                                    </p:anim>
                                    <p:anim calcmode="lin" valueType="num">
                                      <p:cBhvr additive="base">
                                        <p:cTn id="234" dur="300" fill="hold"/>
                                        <p:tgtEl>
                                          <p:spTgt spid="28"/>
                                        </p:tgtEl>
                                        <p:attrNameLst>
                                          <p:attrName>ppt_h</p:attrName>
                                        </p:attrNameLst>
                                      </p:cBhvr>
                                      <p:tavLst>
                                        <p:tav tm="0">
                                          <p:val>
                                            <p:strVal val="0"/>
                                          </p:val>
                                        </p:tav>
                                        <p:tav tm="100000">
                                          <p:val>
                                            <p:strVal val="#ppt_h"/>
                                          </p:val>
                                        </p:tav>
                                      </p:tavLst>
                                    </p:anim>
                                    <p:animEffect transition="in" filter="fade">
                                      <p:cBhvr>
                                        <p:cTn id="235" dur="300"/>
                                        <p:tgtEl>
                                          <p:spTgt spid="28"/>
                                        </p:tgtEl>
                                      </p:cBhvr>
                                    </p:animEffect>
                                  </p:childTnLst>
                                </p:cTn>
                              </p:par>
                              <p:par>
                                <p:cTn id="241" presetID="53" presetClass="entr" presetSubtype="16" fill="hold" grpId="0" nodeType="withEffect">
                                  <p:stCondLst>
                                    <p:cond delay="34550"/>
                                  </p:stCondLst>
                                  <p:childTnLst>
                                    <p:set>
                                      <p:cBhvr>
                                        <p:cTn id="237" dur="1" fill="hold">
                                          <p:stCondLst>
                                            <p:cond delay="0"/>
                                          </p:stCondLst>
                                        </p:cTn>
                                        <p:tgtEl>
                                          <p:spTgt spid="29"/>
                                        </p:tgtEl>
                                        <p:attrNameLst>
                                          <p:attrName>style.visibility</p:attrName>
                                        </p:attrNameLst>
                                      </p:cBhvr>
                                      <p:to>
                                        <p:strVal val="visible"/>
                                      </p:to>
                                    </p:set>
                                    <p:anim calcmode="lin" valueType="num">
                                      <p:cBhvr additive="base">
                                        <p:cTn id="238" dur="300" fill="hold"/>
                                        <p:tgtEl>
                                          <p:spTgt spid="29"/>
                                        </p:tgtEl>
                                        <p:attrNameLst>
                                          <p:attrName>ppt_w</p:attrName>
                                        </p:attrNameLst>
                                      </p:cBhvr>
                                      <p:tavLst>
                                        <p:tav tm="0">
                                          <p:val>
                                            <p:strVal val="0"/>
                                          </p:val>
                                        </p:tav>
                                        <p:tav tm="100000">
                                          <p:val>
                                            <p:strVal val="#ppt_w"/>
                                          </p:val>
                                        </p:tav>
                                      </p:tavLst>
                                    </p:anim>
                                    <p:anim calcmode="lin" valueType="num">
                                      <p:cBhvr additive="base">
                                        <p:cTn id="239" dur="300" fill="hold"/>
                                        <p:tgtEl>
                                          <p:spTgt spid="29"/>
                                        </p:tgtEl>
                                        <p:attrNameLst>
                                          <p:attrName>ppt_h</p:attrName>
                                        </p:attrNameLst>
                                      </p:cBhvr>
                                      <p:tavLst>
                                        <p:tav tm="0">
                                          <p:val>
                                            <p:strVal val="0"/>
                                          </p:val>
                                        </p:tav>
                                        <p:tav tm="100000">
                                          <p:val>
                                            <p:strVal val="#ppt_h"/>
                                          </p:val>
                                        </p:tav>
                                      </p:tavLst>
                                    </p:anim>
                                    <p:animEffect transition="in" filter="fade">
                                      <p:cBhvr>
                                        <p:cTn id="240" dur="300"/>
                                        <p:tgtEl>
                                          <p:spTgt spid="29"/>
                                        </p:tgtEl>
                                      </p:cBhvr>
                                    </p:animEffect>
                                  </p:childTnLst>
                                </p:cTn>
                              </p:par>
                              <p:par>
                                <p:cTn id="246" presetID="53" presetClass="entr" presetSubtype="16" fill="hold" grpId="0" nodeType="withEffect">
                                  <p:stCondLst>
                                    <p:cond delay="34700"/>
                                  </p:stCondLst>
                                  <p:childTnLst>
                                    <p:set>
                                      <p:cBhvr>
                                        <p:cTn id="242" dur="1" fill="hold">
                                          <p:stCondLst>
                                            <p:cond delay="0"/>
                                          </p:stCondLst>
                                        </p:cTn>
                                        <p:tgtEl>
                                          <p:spTgt spid="30"/>
                                        </p:tgtEl>
                                        <p:attrNameLst>
                                          <p:attrName>style.visibility</p:attrName>
                                        </p:attrNameLst>
                                      </p:cBhvr>
                                      <p:to>
                                        <p:strVal val="visible"/>
                                      </p:to>
                                    </p:set>
                                    <p:anim calcmode="lin" valueType="num">
                                      <p:cBhvr additive="base">
                                        <p:cTn id="243" dur="300" fill="hold"/>
                                        <p:tgtEl>
                                          <p:spTgt spid="30"/>
                                        </p:tgtEl>
                                        <p:attrNameLst>
                                          <p:attrName>ppt_w</p:attrName>
                                        </p:attrNameLst>
                                      </p:cBhvr>
                                      <p:tavLst>
                                        <p:tav tm="0">
                                          <p:val>
                                            <p:strVal val="0"/>
                                          </p:val>
                                        </p:tav>
                                        <p:tav tm="100000">
                                          <p:val>
                                            <p:strVal val="#ppt_w"/>
                                          </p:val>
                                        </p:tav>
                                      </p:tavLst>
                                    </p:anim>
                                    <p:anim calcmode="lin" valueType="num">
                                      <p:cBhvr additive="base">
                                        <p:cTn id="244" dur="300" fill="hold"/>
                                        <p:tgtEl>
                                          <p:spTgt spid="30"/>
                                        </p:tgtEl>
                                        <p:attrNameLst>
                                          <p:attrName>ppt_h</p:attrName>
                                        </p:attrNameLst>
                                      </p:cBhvr>
                                      <p:tavLst>
                                        <p:tav tm="0">
                                          <p:val>
                                            <p:strVal val="0"/>
                                          </p:val>
                                        </p:tav>
                                        <p:tav tm="100000">
                                          <p:val>
                                            <p:strVal val="#ppt_h"/>
                                          </p:val>
                                        </p:tav>
                                      </p:tavLst>
                                    </p:anim>
                                    <p:animEffect transition="in" filter="fade">
                                      <p:cBhvr>
                                        <p:cTn id="245" dur="300"/>
                                        <p:tgtEl>
                                          <p:spTgt spid="30"/>
                                        </p:tgtEl>
                                      </p:cBhvr>
                                    </p:animEffect>
                                  </p:childTnLst>
                                </p:cTn>
                              </p:par>
                              <p:par>
                                <p:cTn id="248" presetID="6" presetClass="emph" presetSubtype="0" fill="hold" grpId="1" nodeType="withEffect" autoRev="1" repeatCount="indefinite">
                                  <p:stCondLst>
                                    <p:cond delay="34800"/>
                                  </p:stCondLst>
                                  <p:childTnLst>
                                    <p:animScale>
                                      <p:cBhvr>
                                        <p:cTn id="247" dur="600" fill="hold"/>
                                        <p:tgtEl>
                                          <p:spTgt spid="28"/>
                                        </p:tgtEl>
                                      </p:cBhvr>
                                      <p:by x="125000" y="125000"/>
                                    </p:animScale>
                                  </p:childTnLst>
                                </p:cTn>
                              </p:par>
                              <p:par>
                                <p:cTn id="250" presetID="6" presetClass="emph" presetSubtype="0" fill="hold" grpId="1" nodeType="withEffect" autoRev="1" repeatCount="indefinite">
                                  <p:stCondLst>
                                    <p:cond delay="34950"/>
                                  </p:stCondLst>
                                  <p:childTnLst>
                                    <p:animScale>
                                      <p:cBhvr>
                                        <p:cTn id="249" dur="600" fill="hold"/>
                                        <p:tgtEl>
                                          <p:spTgt spid="29"/>
                                        </p:tgtEl>
                                      </p:cBhvr>
                                      <p:by x="125000" y="125000"/>
                                    </p:animScale>
                                  </p:childTnLst>
                                </p:cTn>
                              </p:par>
                              <p:par>
                                <p:cTn id="252" presetID="6" presetClass="emph" presetSubtype="0" fill="hold" grpId="1" nodeType="withEffect" autoRev="1" repeatCount="indefinite">
                                  <p:stCondLst>
                                    <p:cond delay="35100"/>
                                  </p:stCondLst>
                                  <p:childTnLst>
                                    <p:animScale>
                                      <p:cBhvr>
                                        <p:cTn id="251" dur="600" fill="hold"/>
                                        <p:tgtEl>
                                          <p:spTgt spid="30"/>
                                        </p:tgtEl>
                                      </p:cBhvr>
                                      <p:by x="125000" y="125000"/>
                                    </p:animScale>
                                  </p:childTnLst>
                                </p:cTn>
                              </p:par>
                              <p:par>
                                <p:cTn id="255" presetID="10" presetClass="exit" presetSubtype="0" fill="hold" grpId="1" nodeType="withEffect">
                                  <p:stCondLst>
                                    <p:cond delay="36680"/>
                                  </p:stCondLst>
                                  <p:childTnLst>
                                    <p:animEffect transition="out" filter="fade">
                                      <p:cBhvr>
                                        <p:cTn id="253" dur="200"/>
                                        <p:tgtEl>
                                          <p:spTgt spid="44"/>
                                        </p:tgtEl>
                                      </p:cBhvr>
                                    </p:animEffect>
                                    <p:set>
                                      <p:cBhvr>
                                        <p:cTn id="254" dur="1" fill="hold">
                                          <p:stCondLst>
                                            <p:cond delay="199"/>
                                          </p:stCondLst>
                                        </p:cTn>
                                        <p:tgtEl>
                                          <p:spTgt spid="44"/>
                                        </p:tgtEl>
                                        <p:attrNameLst>
                                          <p:attrName>style.visibility</p:attrName>
                                        </p:attrNameLst>
                                      </p:cBhvr>
                                      <p:to>
                                        <p:strVal val="hidden"/>
                                      </p:to>
                                    </p:set>
                                  </p:childTnLst>
                                </p:cTn>
                              </p:par>
                              <p:par>
                                <p:cTn id="258" presetID="10" presetClass="exit" presetSubtype="0" fill="hold" grpId="1" nodeType="withEffect">
                                  <p:stCondLst>
                                    <p:cond delay="36680"/>
                                  </p:stCondLst>
                                  <p:childTnLst>
                                    <p:animEffect transition="out" filter="fade">
                                      <p:cBhvr>
                                        <p:cTn id="256" dur="200"/>
                                        <p:tgtEl>
                                          <p:spTgt spid="45"/>
                                        </p:tgtEl>
                                      </p:cBhvr>
                                    </p:animEffect>
                                    <p:set>
                                      <p:cBhvr>
                                        <p:cTn id="257" dur="1" fill="hold">
                                          <p:stCondLst>
                                            <p:cond delay="199"/>
                                          </p:stCondLst>
                                        </p:cTn>
                                        <p:tgtEl>
                                          <p:spTgt spid="45"/>
                                        </p:tgtEl>
                                        <p:attrNameLst>
                                          <p:attrName>style.visibility</p:attrName>
                                        </p:attrNameLst>
                                      </p:cBhvr>
                                      <p:to>
                                        <p:strVal val="hidden"/>
                                      </p:to>
                                    </p:set>
                                  </p:childTnLst>
                                </p:cTn>
                              </p:par>
                              <p:par>
                                <p:cTn id="261" presetID="10" presetClass="exit" presetSubtype="0" fill="hold" grpId="1" nodeType="withEffect">
                                  <p:stCondLst>
                                    <p:cond delay="36700"/>
                                  </p:stCondLst>
                                  <p:childTnLst>
                                    <p:animEffect transition="out" filter="fade">
                                      <p:cBhvr>
                                        <p:cTn id="259" dur="220"/>
                                        <p:tgtEl>
                                          <p:spTgt spid="21"/>
                                        </p:tgtEl>
                                      </p:cBhvr>
                                    </p:animEffect>
                                    <p:set>
                                      <p:cBhvr>
                                        <p:cTn id="260" dur="1" fill="hold">
                                          <p:stCondLst>
                                            <p:cond delay="219"/>
                                          </p:stCondLst>
                                        </p:cTn>
                                        <p:tgtEl>
                                          <p:spTgt spid="21"/>
                                        </p:tgtEl>
                                        <p:attrNameLst>
                                          <p:attrName>style.visibility</p:attrName>
                                        </p:attrNameLst>
                                      </p:cBhvr>
                                      <p:to>
                                        <p:strVal val="hidden"/>
                                      </p:to>
                                    </p:set>
                                  </p:childTnLst>
                                </p:cTn>
                              </p:par>
                              <p:par>
                                <p:cTn id="264" presetID="10" presetClass="entr" presetSubtype="0" fill="hold" grpId="0" nodeType="withEffect">
                                  <p:stCondLst>
                                    <p:cond delay="36700"/>
                                  </p:stCondLst>
                                  <p:childTnLst>
                                    <p:set>
                                      <p:cBhvr>
                                        <p:cTn id="262" dur="1" fill="hold">
                                          <p:stCondLst>
                                            <p:cond delay="0"/>
                                          </p:stCondLst>
                                        </p:cTn>
                                        <p:tgtEl>
                                          <p:spTgt spid="22"/>
                                        </p:tgtEl>
                                        <p:attrNameLst>
                                          <p:attrName>style.visibility</p:attrName>
                                        </p:attrNameLst>
                                      </p:cBhvr>
                                      <p:to>
                                        <p:strVal val="visible"/>
                                      </p:to>
                                    </p:set>
                                    <p:animEffect transition="in" filter="fade">
                                      <p:cBhvr>
                                        <p:cTn id="263" dur="220"/>
                                        <p:tgtEl>
                                          <p:spTgt spid="22"/>
                                        </p:tgtEl>
                                      </p:cBhvr>
                                    </p:animEffect>
                                  </p:childTnLst>
                                </p:cTn>
                              </p:par>
                              <p:par>
                                <p:cTn id="269" presetID="42" presetClass="entr" presetSubtype="0" fill="hold" grpId="0" nodeType="withEffect">
                                  <p:stCondLst>
                                    <p:cond delay="36800"/>
                                  </p:stCondLst>
                                  <p:childTnLst>
                                    <p:set>
                                      <p:cBhvr>
                                        <p:cTn id="265" dur="1" fill="hold">
                                          <p:stCondLst>
                                            <p:cond delay="0"/>
                                          </p:stCondLst>
                                        </p:cTn>
                                        <p:tgtEl>
                                          <p:spTgt spid="46"/>
                                        </p:tgtEl>
                                        <p:attrNameLst>
                                          <p:attrName>style.visibility</p:attrName>
                                        </p:attrNameLst>
                                      </p:cBhvr>
                                      <p:to>
                                        <p:strVal val="visible"/>
                                      </p:to>
                                    </p:set>
                                    <p:animEffect transition="in" filter="fade">
                                      <p:cBhvr>
                                        <p:cTn id="266" dur="300"/>
                                        <p:tgtEl>
                                          <p:spTgt spid="46"/>
                                        </p:tgtEl>
                                      </p:cBhvr>
                                    </p:animEffect>
                                    <p:anim calcmode="lin" valueType="num">
                                      <p:cBhvr additive="base">
                                        <p:cTn id="267" dur="300" fill="hold"/>
                                        <p:tgtEl>
                                          <p:spTgt spid="46"/>
                                        </p:tgtEl>
                                        <p:attrNameLst>
                                          <p:attrName>ppt_x</p:attrName>
                                        </p:attrNameLst>
                                      </p:cBhvr>
                                      <p:tavLst>
                                        <p:tav tm="0">
                                          <p:val>
                                            <p:strVal val="#ppt_x-.05"/>
                                          </p:val>
                                        </p:tav>
                                        <p:tav tm="100000">
                                          <p:val>
                                            <p:strVal val="#ppt_x"/>
                                          </p:val>
                                        </p:tav>
                                      </p:tavLst>
                                    </p:anim>
                                    <p:anim calcmode="lin" valueType="num">
                                      <p:cBhvr additive="base">
                                        <p:cTn id="268" dur="300" fill="hold"/>
                                        <p:tgtEl>
                                          <p:spTgt spid="46"/>
                                        </p:tgtEl>
                                        <p:attrNameLst>
                                          <p:attrName>ppt_y</p:attrName>
                                        </p:attrNameLst>
                                      </p:cBhvr>
                                      <p:tavLst>
                                        <p:tav tm="0">
                                          <p:val>
                                            <p:strVal val="#ppt_y"/>
                                          </p:val>
                                        </p:tav>
                                        <p:tav tm="100000">
                                          <p:val>
                                            <p:strVal val="#ppt_y"/>
                                          </p:val>
                                        </p:tav>
                                      </p:tavLst>
                                    </p:anim>
                                  </p:childTnLst>
                                </p:cTn>
                              </p:par>
                              <p:par>
                                <p:cTn id="274" presetID="53" presetClass="entr" presetSubtype="16" fill="hold" grpId="0" nodeType="withEffect">
                                  <p:stCondLst>
                                    <p:cond delay="36900"/>
                                  </p:stCondLst>
                                  <p:childTnLst>
                                    <p:set>
                                      <p:cBhvr>
                                        <p:cTn id="270" dur="1" fill="hold">
                                          <p:stCondLst>
                                            <p:cond delay="0"/>
                                          </p:stCondLst>
                                        </p:cTn>
                                        <p:tgtEl>
                                          <p:spTgt spid="26"/>
                                        </p:tgtEl>
                                        <p:attrNameLst>
                                          <p:attrName>style.visibility</p:attrName>
                                        </p:attrNameLst>
                                      </p:cBhvr>
                                      <p:to>
                                        <p:strVal val="visible"/>
                                      </p:to>
                                    </p:set>
                                    <p:anim calcmode="lin" valueType="num">
                                      <p:cBhvr additive="base">
                                        <p:cTn id="271" dur="300" fill="hold"/>
                                        <p:tgtEl>
                                          <p:spTgt spid="26"/>
                                        </p:tgtEl>
                                        <p:attrNameLst>
                                          <p:attrName>ppt_w</p:attrName>
                                        </p:attrNameLst>
                                      </p:cBhvr>
                                      <p:tavLst>
                                        <p:tav tm="0">
                                          <p:val>
                                            <p:strVal val="0"/>
                                          </p:val>
                                        </p:tav>
                                        <p:tav tm="100000">
                                          <p:val>
                                            <p:strVal val="#ppt_w"/>
                                          </p:val>
                                        </p:tav>
                                      </p:tavLst>
                                    </p:anim>
                                    <p:anim calcmode="lin" valueType="num">
                                      <p:cBhvr additive="base">
                                        <p:cTn id="272" dur="300" fill="hold"/>
                                        <p:tgtEl>
                                          <p:spTgt spid="26"/>
                                        </p:tgtEl>
                                        <p:attrNameLst>
                                          <p:attrName>ppt_h</p:attrName>
                                        </p:attrNameLst>
                                      </p:cBhvr>
                                      <p:tavLst>
                                        <p:tav tm="0">
                                          <p:val>
                                            <p:strVal val="0"/>
                                          </p:val>
                                        </p:tav>
                                        <p:tav tm="100000">
                                          <p:val>
                                            <p:strVal val="#ppt_h"/>
                                          </p:val>
                                        </p:tav>
                                      </p:tavLst>
                                    </p:anim>
                                    <p:animEffect transition="in" filter="fade">
                                      <p:cBhvr>
                                        <p:cTn id="273" dur="300"/>
                                        <p:tgtEl>
                                          <p:spTgt spid="26"/>
                                        </p:tgtEl>
                                      </p:cBhvr>
                                    </p:animEffect>
                                  </p:childTnLst>
                                </p:cTn>
                              </p:par>
                              <p:par>
                                <p:cTn id="276" presetID="1" presetClass="entr" presetSubtype="0" fill="hold" grpId="0" nodeType="withEffect">
                                  <p:stCondLst>
                                    <p:cond delay="36950"/>
                                  </p:stCondLst>
                                  <p:iterate type="lt">
                                    <p:tmAbs val="30"/>
                                  </p:iterate>
                                  <p:childTnLst>
                                    <p:set>
                                      <p:cBhvr>
                                        <p:cTn id="275" dur="1" fill="hold">
                                          <p:stCondLst>
                                            <p:cond delay="0"/>
                                          </p:stCondLst>
                                        </p:cTn>
                                        <p:tgtEl>
                                          <p:spTgt spid="47"/>
                                        </p:tgtEl>
                                        <p:attrNameLst>
                                          <p:attrName>style.visibility</p:attrName>
                                        </p:attrNameLst>
                                      </p:cBhvr>
                                      <p:to>
                                        <p:strVal val="visible"/>
                                      </p:to>
                                    </p:set>
                                  </p:childTnLst>
                                </p:cTn>
                              </p:par>
                              <p:par>
                                <p:cTn id="279" presetID="10" presetClass="exit" presetSubtype="0" fill="hold" grpId="1" nodeType="withEffect">
                                  <p:stCondLst>
                                    <p:cond delay="39950"/>
                                  </p:stCondLst>
                                  <p:childTnLst>
                                    <p:animEffect transition="out" filter="fade">
                                      <p:cBhvr>
                                        <p:cTn id="277" dur="200"/>
                                        <p:tgtEl>
                                          <p:spTgt spid="43"/>
                                        </p:tgtEl>
                                      </p:cBhvr>
                                    </p:animEffect>
                                    <p:set>
                                      <p:cBhvr>
                                        <p:cTn id="278" dur="1" fill="hold">
                                          <p:stCondLst>
                                            <p:cond delay="199"/>
                                          </p:stCondLst>
                                        </p:cTn>
                                        <p:tgtEl>
                                          <p:spTgt spid="43"/>
                                        </p:tgtEl>
                                        <p:attrNameLst>
                                          <p:attrName>style.visibility</p:attrName>
                                        </p:attrNameLst>
                                      </p:cBhvr>
                                      <p:to>
                                        <p:strVal val="hidden"/>
                                      </p:to>
                                    </p:set>
                                  </p:childTnLst>
                                </p:cTn>
                              </p:par>
                              <p:par>
                                <p:cTn id="282" presetID="22" presetClass="entr" presetSubtype="8" fill="hold" grpId="0" nodeType="withEffect">
                                  <p:stCondLst>
                                    <p:cond delay="40100"/>
                                  </p:stCondLst>
                                  <p:childTnLst>
                                    <p:set>
                                      <p:cBhvr>
                                        <p:cTn id="280" dur="1" fill="hold">
                                          <p:stCondLst>
                                            <p:cond delay="0"/>
                                          </p:stCondLst>
                                        </p:cTn>
                                        <p:tgtEl>
                                          <p:spTgt spid="48"/>
                                        </p:tgtEl>
                                        <p:attrNameLst>
                                          <p:attrName>style.visibility</p:attrName>
                                        </p:attrNameLst>
                                      </p:cBhvr>
                                      <p:to>
                                        <p:strVal val="visible"/>
                                      </p:to>
                                    </p:set>
                                    <p:animEffect transition="in" filter="wipe(left)">
                                      <p:cBhvr>
                                        <p:cTn id="281" dur="9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6" grpId="0" animBg="1"/>
      <p:bldP spid="32" grpId="1" animBg="1"/>
      <p:bldP spid="31" grpId="0" animBg="1"/>
      <p:bldP spid="33" grpId="0" animBg="1"/>
      <p:bldP spid="19" grpId="0" animBg="1"/>
      <p:bldP spid="34" grpId="0" animBg="1"/>
      <p:bldP spid="35" grpId="0" animBg="1"/>
      <p:bldP spid="8" grpId="0" animBg="1"/>
      <p:bldP spid="25" grpId="0" animBg="1"/>
      <p:bldP spid="25" grpId="1" animBg="1"/>
      <p:bldP spid="9" grpId="0" animBg="1"/>
      <p:bldP spid="10" grpId="0" animBg="1"/>
      <p:bldP spid="33" grpId="1" animBg="1"/>
      <p:bldP spid="8" grpId="1" animBg="1"/>
      <p:bldP spid="9" grpId="1" animBg="1"/>
      <p:bldP spid="10" grpId="1" animBg="1"/>
      <p:bldP spid="25" grpId="2" animBg="1"/>
      <p:bldP spid="36" grpId="0" animBg="1"/>
      <p:bldP spid="34" grpId="1" animBg="1"/>
      <p:bldP spid="35" grpId="1" animBg="1"/>
      <p:bldP spid="23" grpId="0" animBg="1"/>
      <p:bldP spid="37" grpId="0" animBg="1"/>
      <p:bldP spid="38" grpId="0" animBg="1"/>
      <p:bldP spid="27" grpId="0" animBg="1"/>
      <p:bldP spid="11" grpId="0" animBg="1"/>
      <p:bldP spid="27" grpId="1" animBg="1"/>
      <p:bldP spid="12" grpId="0" animBg="1"/>
      <p:bldP spid="19" grpId="1" animBg="1"/>
      <p:bldP spid="20" grpId="0" animBg="1"/>
      <p:bldP spid="36" grpId="1" animBg="1"/>
      <p:bldP spid="11" grpId="1" animBg="1"/>
      <p:bldP spid="12" grpId="1" animBg="1"/>
      <p:bldP spid="27" grpId="2" animBg="1"/>
      <p:bldP spid="37" grpId="1" animBg="1"/>
      <p:bldP spid="38" grpId="1" animBg="1"/>
      <p:bldP spid="39" grpId="0" animBg="1"/>
      <p:bldP spid="13" grpId="0" animBg="1"/>
      <p:bldP spid="40" grpId="0" animBg="1"/>
      <p:bldP spid="41" grpId="0" animBg="1"/>
      <p:bldP spid="14" grpId="0" animBg="1"/>
      <p:bldP spid="13" grpId="1" animBg="1"/>
      <p:bldP spid="42" grpId="0" animBg="1"/>
      <p:bldP spid="7" grpId="0" animBg="1"/>
      <p:bldP spid="15" grpId="0" animBg="1"/>
      <p:bldP spid="42" grpId="1" animBg="1"/>
      <p:bldP spid="7" grpId="1" animBg="1"/>
      <p:bldP spid="39" grpId="1" animBg="1"/>
      <p:bldP spid="43" grpId="0" animBg="1"/>
      <p:bldP spid="40" grpId="1" animBg="1"/>
      <p:bldP spid="41" grpId="1" animBg="1"/>
      <p:bldP spid="20" grpId="1" animBg="1"/>
      <p:bldP spid="21" grpId="0" animBg="1"/>
      <p:bldP spid="23" grpId="1" animBg="1"/>
      <p:bldP spid="24" grpId="0" animBg="1"/>
      <p:bldP spid="16" grpId="0" animBg="1"/>
      <p:bldP spid="44" grpId="0" animBg="1"/>
      <p:bldP spid="45" grpId="0" animBg="1"/>
      <p:bldP spid="17" grpId="0" animBg="1"/>
      <p:bldP spid="18" grpId="0" animBg="1"/>
      <p:bldP spid="28" grpId="0" animBg="1"/>
      <p:bldP spid="29" grpId="0" animBg="1"/>
      <p:bldP spid="30" grpId="0" animBg="1"/>
      <p:bldP spid="28" grpId="1" animBg="1"/>
      <p:bldP spid="29" grpId="1" animBg="1"/>
      <p:bldP spid="30" grpId="1" animBg="1"/>
      <p:bldP spid="44" grpId="1" animBg="1"/>
      <p:bldP spid="45" grpId="1" animBg="1"/>
      <p:bldP spid="21" grpId="1" animBg="1"/>
      <p:bldP spid="22" grpId="0" animBg="1"/>
      <p:bldP spid="46" grpId="0" animBg="1"/>
      <p:bldP spid="26" grpId="0" animBg="1"/>
      <p:bldP spid="47" grpId="0" animBg="1"/>
      <p:bldP spid="43" grpId="1"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burst" descr="burst">    </p:cNvPr>
          <p:cNvPicPr>
            <a:picLocks noChangeAspect="1"/>
          </p:cNvPicPr>
          <p:nvPr/>
        </p:nvPicPr>
        <p:blipFill>
          <a:blip r:embed="rId4"/>
          <a:stretch>
            <a:fillRect/>
          </a:stretch>
        </p:blipFill>
        <p:spPr>
          <a:xfrm>
            <a:off x="4343400" y="914400"/>
            <a:ext cx="3566160" cy="3566160"/>
          </a:xfrm>
          <a:prstGeom prst="rect">
            <a:avLst/>
          </a:prstGeom>
        </p:spPr>
      </p:pic>
      <p:pic>
        <p:nvPicPr>
          <p:cNvPr id="10" name="crate a" descr="crate a">    </p:cNvPr>
          <p:cNvPicPr>
            <a:picLocks noChangeAspect="1"/>
          </p:cNvPicPr>
          <p:nvPr/>
        </p:nvPicPr>
        <p:blipFill>
          <a:blip r:embed="rId5"/>
          <a:stretch>
            <a:fillRect/>
          </a:stretch>
        </p:blipFill>
        <p:spPr>
          <a:xfrm>
            <a:off x="4297680" y="2880360"/>
            <a:ext cx="1828800" cy="1335024"/>
          </a:xfrm>
          <a:prstGeom prst="rect">
            <a:avLst/>
          </a:prstGeom>
        </p:spPr>
      </p:pic>
      <p:pic>
        <p:nvPicPr>
          <p:cNvPr id="11" name="crate b" descr="crate b">    </p:cNvPr>
          <p:cNvPicPr>
            <a:picLocks noChangeAspect="1"/>
          </p:cNvPicPr>
          <p:nvPr/>
        </p:nvPicPr>
        <p:blipFill>
          <a:blip r:embed="rId6"/>
          <a:stretch>
            <a:fillRect/>
          </a:stretch>
        </p:blipFill>
        <p:spPr>
          <a:xfrm>
            <a:off x="6172200" y="2880360"/>
            <a:ext cx="1828800" cy="1335024"/>
          </a:xfrm>
          <a:prstGeom prst="rect">
            <a:avLst/>
          </a:prstGeom>
        </p:spPr>
      </p:pic>
      <p:pic>
        <p:nvPicPr>
          <p:cNvPr id="12" name="crate c" descr="crate c">    </p:cNvPr>
          <p:cNvPicPr>
            <a:picLocks noChangeAspect="1"/>
          </p:cNvPicPr>
          <p:nvPr/>
        </p:nvPicPr>
        <p:blipFill>
          <a:blip r:embed="rId7"/>
          <a:stretch>
            <a:fillRect/>
          </a:stretch>
        </p:blipFill>
        <p:spPr>
          <a:xfrm>
            <a:off x="5230368" y="1645920"/>
            <a:ext cx="1828800" cy="1335024"/>
          </a:xfrm>
          <a:prstGeom prst="rect">
            <a:avLst/>
          </a:prstGeom>
        </p:spPr>
      </p:pic>
      <p:sp>
        <p:nvSpPr>
          <p:cNvPr id="13"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 100 MILLION ROUNDS</a:t>
            </a:r>
            <a:endParaRPr lang="en-US" sz="1400" dirty="0"/>
          </a:p>
        </p:txBody>
      </p:sp>
      <p:pic>
        <p:nvPicPr>
          <p:cNvPr id="14" name="laptop" descr="laptop">    </p:cNvPr>
          <p:cNvPicPr>
            <a:picLocks noChangeAspect="1"/>
          </p:cNvPicPr>
          <p:nvPr/>
        </p:nvPicPr>
        <p:blipFill>
          <a:blip r:embed="rId8"/>
          <a:stretch>
            <a:fillRect/>
          </a:stretch>
        </p:blipFill>
        <p:spPr>
          <a:xfrm>
            <a:off x="4800600" y="1188720"/>
            <a:ext cx="2377440" cy="1618488"/>
          </a:xfrm>
          <a:prstGeom prst="rect">
            <a:avLst/>
          </a:prstGeom>
        </p:spPr>
      </p:pic>
      <p:sp>
        <p:nvSpPr>
          <p:cNvPr id="15" name="lowest"/>
          <p:cNvSpPr/>
          <p:nvPr/>
        </p:nvSpPr>
        <p:spPr>
          <a:xfrm>
            <a:off x="4846320" y="2926080"/>
            <a:ext cx="2286000" cy="384048"/>
          </a:xfrm>
          <a:prstGeom prst="roundRect">
            <a:avLst>
              <a:gd name="adj" fmla="val 14286"/>
            </a:avLst>
          </a:prstGeom>
          <a:solidFill>
            <a:srgbClr val="2EA85A"/>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 LOWEST BID</a:t>
            </a:r>
            <a:endParaRPr lang="en-US" sz="1400" dirty="0"/>
          </a:p>
        </p:txBody>
      </p:sp>
      <p:pic>
        <p:nvPicPr>
          <p:cNvPr id="16" name="contract" descr="contract">    </p:cNvPr>
          <p:cNvPicPr>
            <a:picLocks noChangeAspect="1"/>
          </p:cNvPicPr>
          <p:nvPr/>
        </p:nvPicPr>
        <p:blipFill>
          <a:blip r:embed="rId9"/>
          <a:stretch>
            <a:fillRect/>
          </a:stretch>
        </p:blipFill>
        <p:spPr>
          <a:xfrm>
            <a:off x="5212080" y="1097280"/>
            <a:ext cx="1828800" cy="2286000"/>
          </a:xfrm>
          <a:prstGeom prst="rect">
            <a:avLst/>
          </a:prstGeom>
        </p:spPr>
      </p:pic>
      <p:pic>
        <p:nvPicPr>
          <p:cNvPr id="17" name="awarded" descr="awarded">    </p:cNvPr>
          <p:cNvPicPr>
            <a:picLocks noChangeAspect="1"/>
          </p:cNvPicPr>
          <p:nvPr/>
        </p:nvPicPr>
        <p:blipFill>
          <a:blip r:embed="rId10"/>
          <a:stretch>
            <a:fillRect/>
          </a:stretch>
        </p:blipFill>
        <p:spPr>
          <a:xfrm rot="-600000">
            <a:off x="4526280" y="2331720"/>
            <a:ext cx="3108960" cy="1161288"/>
          </a:xfrm>
          <a:prstGeom prst="rect">
            <a:avLst/>
          </a:prstGeom>
        </p:spPr>
      </p:pic>
      <p:pic>
        <p:nvPicPr>
          <p:cNvPr id="18" name="scissors" descr="scissors">    </p:cNvPr>
          <p:cNvPicPr>
            <a:picLocks noChangeAspect="1"/>
          </p:cNvPicPr>
          <p:nvPr/>
        </p:nvPicPr>
        <p:blipFill>
          <a:blip r:embed="rId11"/>
          <a:stretch>
            <a:fillRect/>
          </a:stretch>
        </p:blipFill>
        <p:spPr>
          <a:xfrm>
            <a:off x="5852160" y="2103120"/>
            <a:ext cx="914400" cy="914400"/>
          </a:xfrm>
          <a:prstGeom prst="rect">
            <a:avLst/>
          </a:prstGeom>
        </p:spPr>
      </p:pic>
      <p:sp>
        <p:nvSpPr>
          <p:cNvPr id="19" name="cut line"/>
          <p:cNvSpPr/>
          <p:nvPr/>
        </p:nvSpPr>
        <p:spPr>
          <a:xfrm>
            <a:off x="5394960" y="3108960"/>
            <a:ext cx="3154680" cy="0"/>
          </a:xfrm>
          <a:prstGeom prst="line">
            <a:avLst/>
          </a:prstGeom>
          <a:noFill/>
          <a:ln w="50800">
            <a:solidFill>
              <a:srgbClr val="E5383B"/>
            </a:solidFill>
            <a:prstDash val="dash"/>
          </a:ln>
        </p:spPr>
      </p:sp>
      <p:pic>
        <p:nvPicPr>
          <p:cNvPr id="20" name="david" descr="david">    </p:cNvPr>
          <p:cNvPicPr>
            <a:picLocks noChangeAspect="1"/>
          </p:cNvPicPr>
          <p:nvPr/>
        </p:nvPicPr>
        <p:blipFill>
          <a:blip r:embed="rId12"/>
          <a:stretch>
            <a:fillRect/>
          </a:stretch>
        </p:blipFill>
        <p:spPr>
          <a:xfrm>
            <a:off x="685800" y="1645920"/>
            <a:ext cx="2902857" cy="4572000"/>
          </a:xfrm>
          <a:prstGeom prst="rect">
            <a:avLst/>
          </a:prstGeom>
        </p:spPr>
      </p:pic>
      <p:pic>
        <p:nvPicPr>
          <p:cNvPr id="21" name="efraim smirk" descr="efraim smirk">    </p:cNvPr>
          <p:cNvPicPr>
            <a:picLocks noChangeAspect="1"/>
          </p:cNvPicPr>
          <p:nvPr/>
        </p:nvPicPr>
        <p:blipFill>
          <a:blip r:embed="rId13"/>
          <a:stretch>
            <a:fillRect/>
          </a:stretch>
        </p:blipFill>
        <p:spPr>
          <a:xfrm>
            <a:off x="2423160" y="1645920"/>
            <a:ext cx="2902857" cy="4572000"/>
          </a:xfrm>
          <a:prstGeom prst="rect">
            <a:avLst/>
          </a:prstGeom>
        </p:spPr>
      </p:pic>
      <p:pic>
        <p:nvPicPr>
          <p:cNvPr id="22" name="efraim grin" descr="efraim grin">    </p:cNvPr>
          <p:cNvPicPr>
            <a:picLocks noChangeAspect="1"/>
          </p:cNvPicPr>
          <p:nvPr/>
        </p:nvPicPr>
        <p:blipFill>
          <a:blip r:embed="rId14"/>
          <a:stretch>
            <a:fillRect/>
          </a:stretch>
        </p:blipFill>
        <p:spPr>
          <a:xfrm>
            <a:off x="2423160" y="1645920"/>
            <a:ext cx="2902857" cy="4572000"/>
          </a:xfrm>
          <a:prstGeom prst="rect">
            <a:avLst/>
          </a:prstGeom>
        </p:spPr>
      </p:pic>
      <p:pic>
        <p:nvPicPr>
          <p:cNvPr id="23" name="efraim scheme" descr="efraim scheme">    </p:cNvPr>
          <p:cNvPicPr>
            <a:picLocks noChangeAspect="1"/>
          </p:cNvPicPr>
          <p:nvPr/>
        </p:nvPicPr>
        <p:blipFill>
          <a:blip r:embed="rId15"/>
          <a:stretch>
            <a:fillRect/>
          </a:stretch>
        </p:blipFill>
        <p:spPr>
          <a:xfrm>
            <a:off x="2423160" y="1645920"/>
            <a:ext cx="2902857" cy="4572000"/>
          </a:xfrm>
          <a:prstGeom prst="rect">
            <a:avLst/>
          </a:prstGeom>
        </p:spPr>
      </p:pic>
      <p:pic>
        <p:nvPicPr>
          <p:cNvPr id="24" name="henry" descr="henry">    </p:cNvPr>
          <p:cNvPicPr>
            <a:picLocks noChangeAspect="1"/>
          </p:cNvPicPr>
          <p:nvPr/>
        </p:nvPicPr>
        <p:blipFill>
          <a:blip r:embed="rId16"/>
          <a:stretch>
            <a:fillRect/>
          </a:stretch>
        </p:blipFill>
        <p:spPr>
          <a:xfrm>
            <a:off x="8595360" y="1645920"/>
            <a:ext cx="2902857" cy="4572000"/>
          </a:xfrm>
          <a:prstGeom prst="rect">
            <a:avLst/>
          </a:prstGeom>
        </p:spPr>
      </p:pic>
      <p:pic>
        <p:nvPicPr>
          <p:cNvPr id="25" name="henry angry" descr="henry angry">    </p:cNvPr>
          <p:cNvPicPr>
            <a:picLocks noChangeAspect="1"/>
          </p:cNvPicPr>
          <p:nvPr/>
        </p:nvPicPr>
        <p:blipFill>
          <a:blip r:embed="rId17"/>
          <a:stretch>
            <a:fillRect/>
          </a:stretch>
        </p:blipFill>
        <p:spPr>
          <a:xfrm>
            <a:off x="8595360" y="1645920"/>
            <a:ext cx="2902857" cy="4572000"/>
          </a:xfrm>
          <a:prstGeom prst="rect">
            <a:avLst/>
          </a:prstGeom>
        </p:spPr>
      </p:pic>
      <p:pic>
        <p:nvPicPr>
          <p:cNvPr id="26" name="watch" descr="watch">    </p:cNvPr>
          <p:cNvPicPr>
            <a:picLocks noChangeAspect="1"/>
          </p:cNvPicPr>
          <p:nvPr/>
        </p:nvPicPr>
        <p:blipFill>
          <a:blip r:embed="rId18"/>
          <a:stretch>
            <a:fillRect/>
          </a:stretch>
        </p:blipFill>
        <p:spPr>
          <a:xfrm rot="-600000">
            <a:off x="8686800" y="3840480"/>
            <a:ext cx="2697480" cy="1005840"/>
          </a:xfrm>
          <a:prstGeom prst="rect">
            <a:avLst/>
          </a:prstGeom>
        </p:spPr>
      </p:pic>
      <p:pic>
        <p:nvPicPr>
          <p:cNvPr id="27" name="glint" descr="glint">    </p:cNvPr>
          <p:cNvPicPr>
            <a:picLocks noChangeAspect="1"/>
          </p:cNvPicPr>
          <p:nvPr/>
        </p:nvPicPr>
        <p:blipFill>
          <a:blip r:embed="rId19"/>
          <a:stretch>
            <a:fillRect/>
          </a:stretch>
        </p:blipFill>
        <p:spPr>
          <a:xfrm>
            <a:off x="9372600" y="3017520"/>
            <a:ext cx="457200" cy="457200"/>
          </a:xfrm>
          <a:prstGeom prst="rect">
            <a:avLst/>
          </a:prstGeom>
        </p:spPr>
      </p:pic>
      <p:pic>
        <p:nvPicPr>
          <p:cNvPr id="28" name="vein" descr="vein">    </p:cNvPr>
          <p:cNvPicPr>
            <a:picLocks noChangeAspect="1"/>
          </p:cNvPicPr>
          <p:nvPr/>
        </p:nvPicPr>
        <p:blipFill>
          <a:blip r:embed="rId20"/>
          <a:stretch>
            <a:fillRect/>
          </a:stretch>
        </p:blipFill>
        <p:spPr>
          <a:xfrm>
            <a:off x="10561320" y="2057400"/>
            <a:ext cx="502920" cy="502920"/>
          </a:xfrm>
          <a:prstGeom prst="rect">
            <a:avLst/>
          </a:prstGeom>
        </p:spPr>
      </p:pic>
      <p:sp>
        <p:nvSpPr>
          <p:cNvPr id="29"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0" name="eyecatch" descr="preencoded.png">    </p:cNvPr>
          <p:cNvPicPr>
            <a:picLocks noChangeAspect="1"/>
          </p:cNvPicPr>
          <p:nvPr/>
        </p:nvPicPr>
        <p:blipFill>
          <a:blip r:embed="rId21"/>
          <a:stretch>
            <a:fillRect/>
          </a:stretch>
        </p:blipFill>
        <p:spPr>
          <a:xfrm>
            <a:off x="548640" y="868680"/>
            <a:ext cx="11094415" cy="5349240"/>
          </a:xfrm>
          <a:prstGeom prst="rect">
            <a:avLst/>
          </a:prstGeom>
        </p:spPr>
      </p:pic>
      <p:sp>
        <p:nvSpPr>
          <p:cNvPr id="31"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5 · LAS VEGAS</a:t>
            </a:r>
            <a:endParaRPr lang="en-US" sz="1300" dirty="0"/>
          </a:p>
        </p:txBody>
      </p:sp>
      <p:sp>
        <p:nvSpPr>
          <p:cNvPr id="32"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3"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I’m on a watch list, so I can’t sell to the U.S. government. Your clean little company can.</a:t>
            </a:r>
            <a:endParaRPr lang="en-US" sz="1800" dirty="0"/>
          </a:p>
        </p:txBody>
      </p:sp>
      <p:sp>
        <p:nvSpPr>
          <p:cNvPr id="34"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6 · ALBANIA</a:t>
            </a:r>
            <a:endParaRPr lang="en-US" sz="13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7"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7 · THE BID</a:t>
            </a:r>
            <a:endParaRPr lang="en-US" sz="1300" dirty="0"/>
          </a:p>
        </p:txBody>
      </p:sp>
      <p:sp>
        <p:nvSpPr>
          <p:cNvPr id="38"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9"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Cheap supply means we underbid everyone… and win the Afghan army contract.</a:t>
            </a:r>
            <a:endParaRPr lang="en-US" sz="1800" dirty="0"/>
          </a:p>
        </p:txBody>
      </p:sp>
      <p:pic>
        <p:nvPicPr>
          <p:cNvPr id="40" name="flash 1" descr="preencoded.png">    </p:cNvPr>
          <p:cNvPicPr>
            <a:picLocks noChangeAspect="1"/>
          </p:cNvPicPr>
          <p:nvPr/>
        </p:nvPicPr>
        <p:blipFill>
          <a:blip r:embed="rId22"/>
          <a:stretch>
            <a:fillRect/>
          </a:stretch>
        </p:blipFill>
        <p:spPr>
          <a:xfrm>
            <a:off x="548640" y="868680"/>
            <a:ext cx="11094415" cy="5349240"/>
          </a:xfrm>
          <a:prstGeom prst="rect">
            <a:avLst/>
          </a:prstGeom>
        </p:spPr>
      </p:pic>
      <p:sp>
        <p:nvSpPr>
          <p:cNvPr id="41"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8 · THE SPLIT</a:t>
            </a:r>
            <a:endParaRPr lang="en-US" sz="1300" dirty="0"/>
          </a:p>
        </p:txBody>
      </p:sp>
      <p:sp>
        <p:nvSpPr>
          <p:cNvPr id="44"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(whispering) …and we don’t need Henry anymore.</a:t>
            </a:r>
            <a:endParaRPr lang="en-US" sz="1800" dirty="0"/>
          </a:p>
        </p:txBody>
      </p:sp>
      <p:pic>
        <p:nvPicPr>
          <p:cNvPr id="46" name="flash 2"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47"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90" fill="hold">
                      <p:stCondLst>
                        <p:cond delay="indefinite"/>
                        <p:cond evt="onBegin" delay="0">
                          <p:tn val="2"/>
                        </p:cond>
                      </p:stCondLst>
                      <p:childTnLst>
                        <p:par>
                          <p:cTn id="291"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animEffect transition="in" filter="fade">
                                      <p:cBhvr>
                                        <p:cTn id="9" dur="450"/>
                                        <p:tgtEl>
                                          <p:spTgt spid="30"/>
                                        </p:tgtEl>
                                      </p:cBhvr>
                                    </p:animEffect>
                                    <p:anim calcmode="lin" valueType="num">
                                      <p:cBhvr additive="base">
                                        <p:cTn id="10" dur="450" fill="hold"/>
                                        <p:tgtEl>
                                          <p:spTgt spid="30"/>
                                        </p:tgtEl>
                                        <p:attrNameLst>
                                          <p:attrName>ppt_x</p:attrName>
                                        </p:attrNameLst>
                                      </p:cBhvr>
                                      <p:tavLst>
                                        <p:tav tm="0">
                                          <p:val>
                                            <p:strVal val="#ppt_x-.05"/>
                                          </p:val>
                                        </p:tav>
                                        <p:tav tm="100000">
                                          <p:val>
                                            <p:strVal val="#ppt_x"/>
                                          </p:val>
                                        </p:tav>
                                      </p:tavLst>
                                    </p:anim>
                                    <p:anim calcmode="lin" valueType="num">
                                      <p:cBhvr additive="base">
                                        <p:cTn id="11" dur="450" fill="hold"/>
                                        <p:tgtEl>
                                          <p:spTgt spid="30"/>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0"/>
                                        </p:tgtEl>
                                      </p:cBhvr>
                                    </p:animEffect>
                                    <p:set>
                                      <p:cBhvr>
                                        <p:cTn id="21" dur="1" fill="hold">
                                          <p:stCondLst>
                                            <p:cond delay="399"/>
                                          </p:stCondLst>
                                        </p:cTn>
                                        <p:tgtEl>
                                          <p:spTgt spid="30"/>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anim calcmode="lin" valueType="num">
                                      <p:cBhvr additive="base">
                                        <p:cTn id="25" dur="500" fill="hold"/>
                                        <p:tgtEl>
                                          <p:spTgt spid="29"/>
                                        </p:tgtEl>
                                        <p:attrNameLst>
                                          <p:attrName>ppt_x</p:attrName>
                                        </p:attrNameLst>
                                      </p:cBhvr>
                                      <p:tavLst>
                                        <p:tav tm="0">
                                          <p:val>
                                            <p:strVal val="#ppt_x"/>
                                          </p:val>
                                        </p:tav>
                                        <p:tav tm="100000">
                                          <p:val>
                                            <p:strVal val="#ppt_x"/>
                                          </p:val>
                                        </p:tav>
                                      </p:tavLst>
                                    </p:anim>
                                    <p:anim calcmode="lin" valueType="num">
                                      <p:cBhvr additive="base">
                                        <p:cTn id="26" dur="500" fill="hold"/>
                                        <p:tgtEl>
                                          <p:spTgt spid="29"/>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anim calcmode="lin" valueType="num">
                                      <p:cBhvr additive="base">
                                        <p:cTn id="30" dur="400" fill="hold"/>
                                        <p:tgtEl>
                                          <p:spTgt spid="31"/>
                                        </p:tgtEl>
                                        <p:attrNameLst>
                                          <p:attrName>ppt_x</p:attrName>
                                        </p:attrNameLst>
                                      </p:cBhvr>
                                      <p:tavLst>
                                        <p:tav tm="0">
                                          <p:val>
                                            <p:strVal val="#ppt_x-.05"/>
                                          </p:val>
                                        </p:tav>
                                        <p:tav tm="100000">
                                          <p:val>
                                            <p:strVal val="#ppt_x"/>
                                          </p:val>
                                        </p:tav>
                                      </p:tavLst>
                                    </p:anim>
                                    <p:anim calcmode="lin" valueType="num">
                                      <p:cBhvr additive="base">
                                        <p:cTn id="31" dur="400" fill="hold"/>
                                        <p:tgtEl>
                                          <p:spTgt spid="31"/>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anim calcmode="lin" valueType="num">
                                      <p:cBhvr additive="base">
                                        <p:cTn id="35" dur="500" fill="hold"/>
                                        <p:tgtEl>
                                          <p:spTgt spid="20"/>
                                        </p:tgtEl>
                                        <p:attrNameLst>
                                          <p:attrName>ppt_x</p:attrName>
                                        </p:attrNameLst>
                                      </p:cBhvr>
                                      <p:tavLst>
                                        <p:tav tm="0">
                                          <p:val>
                                            <p:strVal val="#ppt_x-.05"/>
                                          </p:val>
                                        </p:tav>
                                        <p:tav tm="100000">
                                          <p:val>
                                            <p:strVal val="#ppt_x"/>
                                          </p:val>
                                        </p:tav>
                                      </p:tavLst>
                                    </p:anim>
                                    <p:anim calcmode="lin" valueType="num">
                                      <p:cBhvr additive="base">
                                        <p:cTn id="36" dur="500" fill="hold"/>
                                        <p:tgtEl>
                                          <p:spTgt spid="20"/>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anim calcmode="lin" valueType="num">
                                      <p:cBhvr additive="base">
                                        <p:cTn id="40" dur="500" fill="hold"/>
                                        <p:tgtEl>
                                          <p:spTgt spid="21"/>
                                        </p:tgtEl>
                                        <p:attrNameLst>
                                          <p:attrName>ppt_x</p:attrName>
                                        </p:attrNameLst>
                                      </p:cBhvr>
                                      <p:tavLst>
                                        <p:tav tm="0">
                                          <p:val>
                                            <p:strVal val="#ppt_x-.05"/>
                                          </p:val>
                                        </p:tav>
                                        <p:tav tm="100000">
                                          <p:val>
                                            <p:strVal val="#ppt_x"/>
                                          </p:val>
                                        </p:tav>
                                      </p:tavLst>
                                    </p:anim>
                                    <p:anim calcmode="lin" valueType="num">
                                      <p:cBhvr additive="base">
                                        <p:cTn id="41" dur="500" fill="hold"/>
                                        <p:tgtEl>
                                          <p:spTgt spid="21"/>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290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500"/>
                                        <p:tgtEl>
                                          <p:spTgt spid="24"/>
                                        </p:tgtEl>
                                      </p:cBhvr>
                                    </p:animEffect>
                                    <p:anim calcmode="lin" valueType="num">
                                      <p:cBhvr additive="base">
                                        <p:cTn id="45" dur="500" fill="hold"/>
                                        <p:tgtEl>
                                          <p:spTgt spid="24"/>
                                        </p:tgtEl>
                                        <p:attrNameLst>
                                          <p:attrName>ppt_x</p:attrName>
                                        </p:attrNameLst>
                                      </p:cBhvr>
                                      <p:tavLst>
                                        <p:tav tm="0">
                                          <p:val>
                                            <p:strVal val="#ppt_x+.05"/>
                                          </p:val>
                                        </p:tav>
                                        <p:tav tm="100000">
                                          <p:val>
                                            <p:strVal val="#ppt_x"/>
                                          </p:val>
                                        </p:tav>
                                      </p:tavLst>
                                    </p:anim>
                                    <p:anim calcmode="lin" valueType="num">
                                      <p:cBhvr additive="base">
                                        <p:cTn id="46" dur="500" fill="hold"/>
                                        <p:tgtEl>
                                          <p:spTgt spid="24"/>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33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300"/>
                                        <p:tgtEl>
                                          <p:spTgt spid="32"/>
                                        </p:tgtEl>
                                      </p:cBhvr>
                                    </p:animEffect>
                                    <p:anim calcmode="lin" valueType="num">
                                      <p:cBhvr additive="base">
                                        <p:cTn id="50" dur="300" fill="hold"/>
                                        <p:tgtEl>
                                          <p:spTgt spid="32"/>
                                        </p:tgtEl>
                                        <p:attrNameLst>
                                          <p:attrName>ppt_x</p:attrName>
                                        </p:attrNameLst>
                                      </p:cBhvr>
                                      <p:tavLst>
                                        <p:tav tm="0">
                                          <p:val>
                                            <p:strVal val="#ppt_x-.05"/>
                                          </p:val>
                                        </p:tav>
                                        <p:tav tm="100000">
                                          <p:val>
                                            <p:strVal val="#ppt_x"/>
                                          </p:val>
                                        </p:tav>
                                      </p:tavLst>
                                    </p:anim>
                                    <p:anim calcmode="lin" valueType="num">
                                      <p:cBhvr additive="base">
                                        <p:cTn id="51" dur="300" fill="hold"/>
                                        <p:tgtEl>
                                          <p:spTgt spid="32"/>
                                        </p:tgtEl>
                                        <p:attrNameLst>
                                          <p:attrName>ppt_y</p:attrName>
                                        </p:attrNameLst>
                                      </p:cBhvr>
                                      <p:tavLst>
                                        <p:tav tm="0">
                                          <p:val>
                                            <p:strVal val="#ppt_y"/>
                                          </p:val>
                                        </p:tav>
                                        <p:tav tm="100000">
                                          <p:val>
                                            <p:strVal val="#ppt_y"/>
                                          </p:val>
                                        </p:tav>
                                      </p:tavLst>
                                    </p:anim>
                                  </p:childTnLst>
                                </p:cTn>
                              </p:par>
                              <p:par>
                                <p:cTn id="54" presetID="1" presetClass="entr" presetSubtype="0" fill="hold" grpId="0" nodeType="withEffect">
                                  <p:stCondLst>
                                    <p:cond delay="3450"/>
                                  </p:stCondLst>
                                  <p:iterate type="lt">
                                    <p:tmAbs val="30"/>
                                  </p:iterate>
                                  <p:childTnLst>
                                    <p:set>
                                      <p:cBhvr>
                                        <p:cTn id="53" dur="1" fill="hold">
                                          <p:stCondLst>
                                            <p:cond delay="0"/>
                                          </p:stCondLst>
                                        </p:cTn>
                                        <p:tgtEl>
                                          <p:spTgt spid="33"/>
                                        </p:tgtEl>
                                        <p:attrNameLst>
                                          <p:attrName>style.visibility</p:attrName>
                                        </p:attrNameLst>
                                      </p:cBhvr>
                                      <p:to>
                                        <p:strVal val="visible"/>
                                      </p:to>
                                    </p:set>
                                  </p:childTnLst>
                                </p:cTn>
                              </p:par>
                              <p:par>
                                <p:cTn id="59" presetID="53" presetClass="entr" presetSubtype="16" fill="hold" grpId="0" nodeType="withEffect">
                                  <p:stCondLst>
                                    <p:cond delay="3500"/>
                                  </p:stCondLst>
                                  <p:childTnLst>
                                    <p:set>
                                      <p:cBhvr>
                                        <p:cTn id="55" dur="1" fill="hold">
                                          <p:stCondLst>
                                            <p:cond delay="0"/>
                                          </p:stCondLst>
                                        </p:cTn>
                                        <p:tgtEl>
                                          <p:spTgt spid="27"/>
                                        </p:tgtEl>
                                        <p:attrNameLst>
                                          <p:attrName>style.visibility</p:attrName>
                                        </p:attrNameLst>
                                      </p:cBhvr>
                                      <p:to>
                                        <p:strVal val="visible"/>
                                      </p:to>
                                    </p:set>
                                    <p:anim calcmode="lin" valueType="num">
                                      <p:cBhvr additive="base">
                                        <p:cTn id="56" dur="300" fill="hold"/>
                                        <p:tgtEl>
                                          <p:spTgt spid="27"/>
                                        </p:tgtEl>
                                        <p:attrNameLst>
                                          <p:attrName>ppt_w</p:attrName>
                                        </p:attrNameLst>
                                      </p:cBhvr>
                                      <p:tavLst>
                                        <p:tav tm="0">
                                          <p:val>
                                            <p:strVal val="0"/>
                                          </p:val>
                                        </p:tav>
                                        <p:tav tm="100000">
                                          <p:val>
                                            <p:strVal val="#ppt_w"/>
                                          </p:val>
                                        </p:tav>
                                      </p:tavLst>
                                    </p:anim>
                                    <p:anim calcmode="lin" valueType="num">
                                      <p:cBhvr additive="base">
                                        <p:cTn id="57" dur="300" fill="hold"/>
                                        <p:tgtEl>
                                          <p:spTgt spid="27"/>
                                        </p:tgtEl>
                                        <p:attrNameLst>
                                          <p:attrName>ppt_h</p:attrName>
                                        </p:attrNameLst>
                                      </p:cBhvr>
                                      <p:tavLst>
                                        <p:tav tm="0">
                                          <p:val>
                                            <p:strVal val="0"/>
                                          </p:val>
                                        </p:tav>
                                        <p:tav tm="100000">
                                          <p:val>
                                            <p:strVal val="#ppt_h"/>
                                          </p:val>
                                        </p:tav>
                                      </p:tavLst>
                                    </p:anim>
                                    <p:animEffect transition="in" filter="fade">
                                      <p:cBhvr>
                                        <p:cTn id="58" dur="300"/>
                                        <p:tgtEl>
                                          <p:spTgt spid="27"/>
                                        </p:tgtEl>
                                      </p:cBhvr>
                                    </p:animEffect>
                                  </p:childTnLst>
                                </p:cTn>
                              </p:par>
                              <p:par>
                                <p:cTn id="61" presetID="8" presetClass="emph" presetSubtype="0" fill="hold" grpId="1" nodeType="withEffect" repeatCount="indefinite">
                                  <p:stCondLst>
                                    <p:cond delay="3800"/>
                                  </p:stCondLst>
                                  <p:childTnLst>
                                    <p:animRot by="21600000">
                                      <p:cBhvr>
                                        <p:cTn id="60" dur="1500" fill="hold"/>
                                        <p:tgtEl>
                                          <p:spTgt spid="27"/>
                                        </p:tgtEl>
                                        <p:attrNameLst>
                                          <p:attrName>r</p:attrName>
                                        </p:attrNameLst>
                                      </p:cBhvr>
                                    </p:animRot>
                                  </p:childTnLst>
                                </p:cTn>
                              </p:par>
                              <p:par>
                                <p:cTn id="66" presetID="53" presetClass="entr" presetSubtype="32" fill="hold" grpId="0" nodeType="withEffect">
                                  <p:stCondLst>
                                    <p:cond delay="4300"/>
                                  </p:stCondLst>
                                  <p:childTnLst>
                                    <p:set>
                                      <p:cBhvr>
                                        <p:cTn id="62" dur="1" fill="hold">
                                          <p:stCondLst>
                                            <p:cond delay="0"/>
                                          </p:stCondLst>
                                        </p:cTn>
                                        <p:tgtEl>
                                          <p:spTgt spid="26"/>
                                        </p:tgtEl>
                                        <p:attrNameLst>
                                          <p:attrName>style.visibility</p:attrName>
                                        </p:attrNameLst>
                                      </p:cBhvr>
                                      <p:to>
                                        <p:strVal val="visible"/>
                                      </p:to>
                                    </p:set>
                                    <p:anim calcmode="lin" valueType="num">
                                      <p:cBhvr additive="base">
                                        <p:cTn id="63" dur="450" fill="hold"/>
                                        <p:tgtEl>
                                          <p:spTgt spid="26"/>
                                        </p:tgtEl>
                                        <p:attrNameLst>
                                          <p:attrName>ppt_w</p:attrName>
                                        </p:attrNameLst>
                                      </p:cBhvr>
                                      <p:tavLst>
                                        <p:tav tm="0">
                                          <p:val>
                                            <p:strVal val="#ppt_w*2.4"/>
                                          </p:val>
                                        </p:tav>
                                        <p:tav tm="100000">
                                          <p:val>
                                            <p:strVal val="#ppt_w"/>
                                          </p:val>
                                        </p:tav>
                                      </p:tavLst>
                                    </p:anim>
                                    <p:anim calcmode="lin" valueType="num">
                                      <p:cBhvr additive="base">
                                        <p:cTn id="64" dur="450" fill="hold"/>
                                        <p:tgtEl>
                                          <p:spTgt spid="26"/>
                                        </p:tgtEl>
                                        <p:attrNameLst>
                                          <p:attrName>ppt_h</p:attrName>
                                        </p:attrNameLst>
                                      </p:cBhvr>
                                      <p:tavLst>
                                        <p:tav tm="0">
                                          <p:val>
                                            <p:strVal val="#ppt_h*2.4"/>
                                          </p:val>
                                        </p:tav>
                                        <p:tav tm="100000">
                                          <p:val>
                                            <p:strVal val="#ppt_h"/>
                                          </p:val>
                                        </p:tav>
                                      </p:tavLst>
                                    </p:anim>
                                    <p:animEffect transition="in" filter="fade">
                                      <p:cBhvr>
                                        <p:cTn id="65" dur="450"/>
                                        <p:tgtEl>
                                          <p:spTgt spid="26"/>
                                        </p:tgtEl>
                                      </p:cBhvr>
                                    </p:animEffect>
                                  </p:childTnLst>
                                </p:cTn>
                              </p:par>
                              <p:par>
                                <p:cTn id="69" presetID="10" presetClass="exit" presetSubtype="0" fill="hold" grpId="1" nodeType="withEffect">
                                  <p:stCondLst>
                                    <p:cond delay="18600"/>
                                  </p:stCondLst>
                                  <p:childTnLst>
                                    <p:animEffect transition="out" filter="fade">
                                      <p:cBhvr>
                                        <p:cTn id="67" dur="200"/>
                                        <p:tgtEl>
                                          <p:spTgt spid="31"/>
                                        </p:tgtEl>
                                      </p:cBhvr>
                                    </p:animEffect>
                                    <p:set>
                                      <p:cBhvr>
                                        <p:cTn id="68" dur="1" fill="hold">
                                          <p:stCondLst>
                                            <p:cond delay="199"/>
                                          </p:stCondLst>
                                        </p:cTn>
                                        <p:tgtEl>
                                          <p:spTgt spid="31"/>
                                        </p:tgtEl>
                                        <p:attrNameLst>
                                          <p:attrName>style.visibility</p:attrName>
                                        </p:attrNameLst>
                                      </p:cBhvr>
                                      <p:to>
                                        <p:strVal val="hidden"/>
                                      </p:to>
                                    </p:set>
                                  </p:childTnLst>
                                </p:cTn>
                              </p:par>
                              <p:par>
                                <p:cTn id="72" presetID="10" presetClass="exit" presetSubtype="0" fill="hold" grpId="1" nodeType="withEffect">
                                  <p:stCondLst>
                                    <p:cond delay="18600"/>
                                  </p:stCondLst>
                                  <p:childTnLst>
                                    <p:animEffect transition="out" filter="fade">
                                      <p:cBhvr>
                                        <p:cTn id="70" dur="250"/>
                                        <p:tgtEl>
                                          <p:spTgt spid="26"/>
                                        </p:tgtEl>
                                      </p:cBhvr>
                                    </p:animEffect>
                                    <p:set>
                                      <p:cBhvr>
                                        <p:cTn id="71" dur="1" fill="hold">
                                          <p:stCondLst>
                                            <p:cond delay="249"/>
                                          </p:stCondLst>
                                        </p:cTn>
                                        <p:tgtEl>
                                          <p:spTgt spid="26"/>
                                        </p:tgtEl>
                                        <p:attrNameLst>
                                          <p:attrName>style.visibility</p:attrName>
                                        </p:attrNameLst>
                                      </p:cBhvr>
                                      <p:to>
                                        <p:strVal val="hidden"/>
                                      </p:to>
                                    </p:set>
                                  </p:childTnLst>
                                </p:cTn>
                              </p:par>
                              <p:par>
                                <p:cTn id="75" presetID="10" presetClass="exit" presetSubtype="0" fill="hold" grpId="2" nodeType="withEffect">
                                  <p:stCondLst>
                                    <p:cond delay="18600"/>
                                  </p:stCondLst>
                                  <p:childTnLst>
                                    <p:animEffect transition="out" filter="fade">
                                      <p:cBhvr>
                                        <p:cTn id="73" dur="250"/>
                                        <p:tgtEl>
                                          <p:spTgt spid="27"/>
                                        </p:tgtEl>
                                      </p:cBhvr>
                                    </p:animEffect>
                                    <p:set>
                                      <p:cBhvr>
                                        <p:cTn id="74" dur="1" fill="hold">
                                          <p:stCondLst>
                                            <p:cond delay="249"/>
                                          </p:stCondLst>
                                        </p:cTn>
                                        <p:tgtEl>
                                          <p:spTgt spid="27"/>
                                        </p:tgtEl>
                                        <p:attrNameLst>
                                          <p:attrName>style.visibility</p:attrName>
                                        </p:attrNameLst>
                                      </p:cBhvr>
                                      <p:to>
                                        <p:strVal val="hidden"/>
                                      </p:to>
                                    </p:set>
                                  </p:childTnLst>
                                </p:cTn>
                              </p:par>
                              <p:par>
                                <p:cTn id="80" presetID="42" presetClass="entr" presetSubtype="0" fill="hold" grpId="0" nodeType="withEffect">
                                  <p:stCondLst>
                                    <p:cond delay="1870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400"/>
                                        <p:tgtEl>
                                          <p:spTgt spid="34"/>
                                        </p:tgtEl>
                                      </p:cBhvr>
                                    </p:animEffect>
                                    <p:anim calcmode="lin" valueType="num">
                                      <p:cBhvr additive="base">
                                        <p:cTn id="78" dur="400" fill="hold"/>
                                        <p:tgtEl>
                                          <p:spTgt spid="34"/>
                                        </p:tgtEl>
                                        <p:attrNameLst>
                                          <p:attrName>ppt_x</p:attrName>
                                        </p:attrNameLst>
                                      </p:cBhvr>
                                      <p:tavLst>
                                        <p:tav tm="0">
                                          <p:val>
                                            <p:strVal val="#ppt_x-.05"/>
                                          </p:val>
                                        </p:tav>
                                        <p:tav tm="100000">
                                          <p:val>
                                            <p:strVal val="#ppt_x"/>
                                          </p:val>
                                        </p:tav>
                                      </p:tavLst>
                                    </p:anim>
                                    <p:anim calcmode="lin" valueType="num">
                                      <p:cBhvr additive="base">
                                        <p:cTn id="79" dur="400" fill="hold"/>
                                        <p:tgtEl>
                                          <p:spTgt spid="34"/>
                                        </p:tgtEl>
                                        <p:attrNameLst>
                                          <p:attrName>ppt_y</p:attrName>
                                        </p:attrNameLst>
                                      </p:cBhvr>
                                      <p:tavLst>
                                        <p:tav tm="0">
                                          <p:val>
                                            <p:strVal val="#ppt_y"/>
                                          </p:val>
                                        </p:tav>
                                        <p:tav tm="100000">
                                          <p:val>
                                            <p:strVal val="#ppt_y"/>
                                          </p:val>
                                        </p:tav>
                                      </p:tavLst>
                                    </p:anim>
                                  </p:childTnLst>
                                </p:cTn>
                              </p:par>
                              <p:par>
                                <p:cTn id="83" presetID="10" presetClass="exit" presetSubtype="0" fill="hold" grpId="1" nodeType="withEffect">
                                  <p:stCondLst>
                                    <p:cond delay="18780"/>
                                  </p:stCondLst>
                                  <p:childTnLst>
                                    <p:animEffect transition="out" filter="fade">
                                      <p:cBhvr>
                                        <p:cTn id="81" dur="200"/>
                                        <p:tgtEl>
                                          <p:spTgt spid="32"/>
                                        </p:tgtEl>
                                      </p:cBhvr>
                                    </p:animEffect>
                                    <p:set>
                                      <p:cBhvr>
                                        <p:cTn id="82" dur="1" fill="hold">
                                          <p:stCondLst>
                                            <p:cond delay="199"/>
                                          </p:stCondLst>
                                        </p:cTn>
                                        <p:tgtEl>
                                          <p:spTgt spid="32"/>
                                        </p:tgtEl>
                                        <p:attrNameLst>
                                          <p:attrName>style.visibility</p:attrName>
                                        </p:attrNameLst>
                                      </p:cBhvr>
                                      <p:to>
                                        <p:strVal val="hidden"/>
                                      </p:to>
                                    </p:set>
                                  </p:childTnLst>
                                </p:cTn>
                              </p:par>
                              <p:par>
                                <p:cTn id="86" presetID="10" presetClass="exit" presetSubtype="0" fill="hold" grpId="1" nodeType="withEffect">
                                  <p:stCondLst>
                                    <p:cond delay="18780"/>
                                  </p:stCondLst>
                                  <p:childTnLst>
                                    <p:animEffect transition="out" filter="fade">
                                      <p:cBhvr>
                                        <p:cTn id="84" dur="200"/>
                                        <p:tgtEl>
                                          <p:spTgt spid="33"/>
                                        </p:tgtEl>
                                      </p:cBhvr>
                                    </p:animEffect>
                                    <p:set>
                                      <p:cBhvr>
                                        <p:cTn id="85" dur="1" fill="hold">
                                          <p:stCondLst>
                                            <p:cond delay="199"/>
                                          </p:stCondLst>
                                        </p:cTn>
                                        <p:tgtEl>
                                          <p:spTgt spid="33"/>
                                        </p:tgtEl>
                                        <p:attrNameLst>
                                          <p:attrName>style.visibility</p:attrName>
                                        </p:attrNameLst>
                                      </p:cBhvr>
                                      <p:to>
                                        <p:strVal val="hidden"/>
                                      </p:to>
                                    </p:set>
                                  </p:childTnLst>
                                </p:cTn>
                              </p:par>
                              <p:par>
                                <p:cTn id="89" presetID="10" presetClass="entr" presetSubtype="0" fill="hold" grpId="0" nodeType="withEffect">
                                  <p:stCondLst>
                                    <p:cond delay="18800"/>
                                  </p:stCondLst>
                                  <p:childTnLst>
                                    <p:set>
                                      <p:cBhvr>
                                        <p:cTn id="87" dur="1" fill="hold">
                                          <p:stCondLst>
                                            <p:cond delay="0"/>
                                          </p:stCondLst>
                                        </p:cTn>
                                        <p:tgtEl>
                                          <p:spTgt spid="7"/>
                                        </p:tgtEl>
                                        <p:attrNameLst>
                                          <p:attrName>style.visibility</p:attrName>
                                        </p:attrNameLst>
                                      </p:cBhvr>
                                      <p:to>
                                        <p:strVal val="visible"/>
                                      </p:to>
                                    </p:set>
                                    <p:animEffect transition="in" filter="fade">
                                      <p:cBhvr>
                                        <p:cTn id="88" dur="700"/>
                                        <p:tgtEl>
                                          <p:spTgt spid="7"/>
                                        </p:tgtEl>
                                      </p:cBhvr>
                                    </p:animEffect>
                                  </p:childTnLst>
                                </p:cTn>
                              </p:par>
                              <p:par>
                                <p:cTn id="94" presetID="42" presetClass="entr" presetSubtype="0" fill="hold" grpId="0" nodeType="withEffect">
                                  <p:stCondLst>
                                    <p:cond delay="1890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00"/>
                                        <p:tgtEl>
                                          <p:spTgt spid="35"/>
                                        </p:tgtEl>
                                      </p:cBhvr>
                                    </p:animEffect>
                                    <p:anim calcmode="lin" valueType="num">
                                      <p:cBhvr additive="base">
                                        <p:cTn id="92" dur="300" fill="hold"/>
                                        <p:tgtEl>
                                          <p:spTgt spid="35"/>
                                        </p:tgtEl>
                                        <p:attrNameLst>
                                          <p:attrName>ppt_x</p:attrName>
                                        </p:attrNameLst>
                                      </p:cBhvr>
                                      <p:tavLst>
                                        <p:tav tm="0">
                                          <p:val>
                                            <p:strVal val="#ppt_x-.05"/>
                                          </p:val>
                                        </p:tav>
                                        <p:tav tm="100000">
                                          <p:val>
                                            <p:strVal val="#ppt_x"/>
                                          </p:val>
                                        </p:tav>
                                      </p:tavLst>
                                    </p:anim>
                                    <p:anim calcmode="lin" valueType="num">
                                      <p:cBhvr additive="base">
                                        <p:cTn id="93" dur="300" fill="hold"/>
                                        <p:tgtEl>
                                          <p:spTgt spid="35"/>
                                        </p:tgtEl>
                                        <p:attrNameLst>
                                          <p:attrName>ppt_y</p:attrName>
                                        </p:attrNameLst>
                                      </p:cBhvr>
                                      <p:tavLst>
                                        <p:tav tm="0">
                                          <p:val>
                                            <p:strVal val="#ppt_y"/>
                                          </p:val>
                                        </p:tav>
                                        <p:tav tm="100000">
                                          <p:val>
                                            <p:strVal val="#ppt_y"/>
                                          </p:val>
                                        </p:tav>
                                      </p:tavLst>
                                    </p:anim>
                                  </p:childTnLst>
                                </p:cTn>
                              </p:par>
                              <p:par>
                                <p:cTn id="96" presetID="1" presetClass="entr" presetSubtype="0" fill="hold" grpId="0" nodeType="withEffect">
                                  <p:stCondLst>
                                    <p:cond delay="19050"/>
                                  </p:stCondLst>
                                  <p:iterate type="lt">
                                    <p:tmAbs val="30"/>
                                  </p:iterate>
                                  <p:childTnLst>
                                    <p:set>
                                      <p:cBhvr>
                                        <p:cTn id="95" dur="1" fill="hold">
                                          <p:stCondLst>
                                            <p:cond delay="0"/>
                                          </p:stCondLst>
                                        </p:cTn>
                                        <p:tgtEl>
                                          <p:spTgt spid="36"/>
                                        </p:tgtEl>
                                        <p:attrNameLst>
                                          <p:attrName>style.visibility</p:attrName>
                                        </p:attrNameLst>
                                      </p:cBhvr>
                                      <p:to>
                                        <p:strVal val="visible"/>
                                      </p:to>
                                    </p:set>
                                  </p:childTnLst>
                                </p:cTn>
                              </p:par>
                              <p:par>
                                <p:cTn id="101" presetID="42" presetClass="entr" presetSubtype="0" fill="hold" grpId="0" nodeType="withEffect">
                                  <p:stCondLst>
                                    <p:cond delay="19400"/>
                                  </p:stCondLst>
                                  <p:childTnLst>
                                    <p:set>
                                      <p:cBhvr>
                                        <p:cTn id="97" dur="1" fill="hold">
                                          <p:stCondLst>
                                            <p:cond delay="0"/>
                                          </p:stCondLst>
                                        </p:cTn>
                                        <p:tgtEl>
                                          <p:spTgt spid="10"/>
                                        </p:tgtEl>
                                        <p:attrNameLst>
                                          <p:attrName>style.visibility</p:attrName>
                                        </p:attrNameLst>
                                      </p:cBhvr>
                                      <p:to>
                                        <p:strVal val="visible"/>
                                      </p:to>
                                    </p:set>
                                    <p:animEffect transition="in" filter="fade">
                                      <p:cBhvr>
                                        <p:cTn id="98" dur="500"/>
                                        <p:tgtEl>
                                          <p:spTgt spid="10"/>
                                        </p:tgtEl>
                                      </p:cBhvr>
                                    </p:animEffect>
                                    <p:anim calcmode="lin" valueType="num">
                                      <p:cBhvr additive="base">
                                        <p:cTn id="99" dur="500" fill="hold"/>
                                        <p:tgtEl>
                                          <p:spTgt spid="10"/>
                                        </p:tgtEl>
                                        <p:attrNameLst>
                                          <p:attrName>ppt_x</p:attrName>
                                        </p:attrNameLst>
                                      </p:cBhvr>
                                      <p:tavLst>
                                        <p:tav tm="0">
                                          <p:val>
                                            <p:strVal val="#ppt_x"/>
                                          </p:val>
                                        </p:tav>
                                        <p:tav tm="100000">
                                          <p:val>
                                            <p:strVal val="#ppt_x"/>
                                          </p:val>
                                        </p:tav>
                                      </p:tavLst>
                                    </p:anim>
                                    <p:anim calcmode="lin" valueType="num">
                                      <p:cBhvr additive="base">
                                        <p:cTn id="100" dur="500" fill="hold"/>
                                        <p:tgtEl>
                                          <p:spTgt spid="10"/>
                                        </p:tgtEl>
                                        <p:attrNameLst>
                                          <p:attrName>ppt_y</p:attrName>
                                        </p:attrNameLst>
                                      </p:cBhvr>
                                      <p:tavLst>
                                        <p:tav tm="0">
                                          <p:val>
                                            <p:strVal val="#ppt_y+.06"/>
                                          </p:val>
                                        </p:tav>
                                        <p:tav tm="100000">
                                          <p:val>
                                            <p:strVal val="#ppt_y"/>
                                          </p:val>
                                        </p:tav>
                                      </p:tavLst>
                                    </p:anim>
                                  </p:childTnLst>
                                </p:cTn>
                              </p:par>
                              <p:par>
                                <p:cTn id="106" presetID="42" presetClass="entr" presetSubtype="0" fill="hold" grpId="0" nodeType="withEffect">
                                  <p:stCondLst>
                                    <p:cond delay="19600"/>
                                  </p:stCondLst>
                                  <p:childTnLst>
                                    <p:set>
                                      <p:cBhvr>
                                        <p:cTn id="102" dur="1" fill="hold">
                                          <p:stCondLst>
                                            <p:cond delay="0"/>
                                          </p:stCondLst>
                                        </p:cTn>
                                        <p:tgtEl>
                                          <p:spTgt spid="11"/>
                                        </p:tgtEl>
                                        <p:attrNameLst>
                                          <p:attrName>style.visibility</p:attrName>
                                        </p:attrNameLst>
                                      </p:cBhvr>
                                      <p:to>
                                        <p:strVal val="visible"/>
                                      </p:to>
                                    </p:set>
                                    <p:animEffect transition="in" filter="fade">
                                      <p:cBhvr>
                                        <p:cTn id="103" dur="500"/>
                                        <p:tgtEl>
                                          <p:spTgt spid="11"/>
                                        </p:tgtEl>
                                      </p:cBhvr>
                                    </p:animEffect>
                                    <p:anim calcmode="lin" valueType="num">
                                      <p:cBhvr additive="base">
                                        <p:cTn id="104" dur="500" fill="hold"/>
                                        <p:tgtEl>
                                          <p:spTgt spid="11"/>
                                        </p:tgtEl>
                                        <p:attrNameLst>
                                          <p:attrName>ppt_x</p:attrName>
                                        </p:attrNameLst>
                                      </p:cBhvr>
                                      <p:tavLst>
                                        <p:tav tm="0">
                                          <p:val>
                                            <p:strVal val="#ppt_x"/>
                                          </p:val>
                                        </p:tav>
                                        <p:tav tm="100000">
                                          <p:val>
                                            <p:strVal val="#ppt_x"/>
                                          </p:val>
                                        </p:tav>
                                      </p:tavLst>
                                    </p:anim>
                                    <p:anim calcmode="lin" valueType="num">
                                      <p:cBhvr additive="base">
                                        <p:cTn id="105" dur="500" fill="hold"/>
                                        <p:tgtEl>
                                          <p:spTgt spid="11"/>
                                        </p:tgtEl>
                                        <p:attrNameLst>
                                          <p:attrName>ppt_y</p:attrName>
                                        </p:attrNameLst>
                                      </p:cBhvr>
                                      <p:tavLst>
                                        <p:tav tm="0">
                                          <p:val>
                                            <p:strVal val="#ppt_y+.06"/>
                                          </p:val>
                                        </p:tav>
                                        <p:tav tm="100000">
                                          <p:val>
                                            <p:strVal val="#ppt_y"/>
                                          </p:val>
                                        </p:tav>
                                      </p:tavLst>
                                    </p:anim>
                                  </p:childTnLst>
                                </p:cTn>
                              </p:par>
                              <p:par>
                                <p:cTn id="110" presetID="2" presetClass="entr" presetSubtype="1" fill="hold" grpId="0" nodeType="withEffect">
                                  <p:stCondLst>
                                    <p:cond delay="19850"/>
                                  </p:stCondLst>
                                  <p:childTnLst>
                                    <p:set>
                                      <p:cBhvr>
                                        <p:cTn id="107" dur="1" fill="hold">
                                          <p:stCondLst>
                                            <p:cond delay="0"/>
                                          </p:stCondLst>
                                        </p:cTn>
                                        <p:tgtEl>
                                          <p:spTgt spid="12"/>
                                        </p:tgtEl>
                                        <p:attrNameLst>
                                          <p:attrName>style.visibility</p:attrName>
                                        </p:attrNameLst>
                                      </p:cBhvr>
                                      <p:to>
                                        <p:strVal val="visible"/>
                                      </p:to>
                                    </p:set>
                                    <p:anim calcmode="lin" valueType="num">
                                      <p:cBhvr additive="base">
                                        <p:cTn id="108" dur="600" fill="hold"/>
                                        <p:tgtEl>
                                          <p:spTgt spid="12"/>
                                        </p:tgtEl>
                                        <p:attrNameLst>
                                          <p:attrName>ppt_x</p:attrName>
                                        </p:attrNameLst>
                                      </p:cBhvr>
                                      <p:tavLst>
                                        <p:tav tm="0">
                                          <p:val>
                                            <p:strVal val="#ppt_x"/>
                                          </p:val>
                                        </p:tav>
                                        <p:tav tm="100000">
                                          <p:val>
                                            <p:strVal val="#ppt_x"/>
                                          </p:val>
                                        </p:tav>
                                      </p:tavLst>
                                    </p:anim>
                                    <p:anim calcmode="lin" valueType="num">
                                      <p:cBhvr additive="base">
                                        <p:cTn id="109" dur="600" fill="hold"/>
                                        <p:tgtEl>
                                          <p:spTgt spid="12"/>
                                        </p:tgtEl>
                                        <p:attrNameLst>
                                          <p:attrName>ppt_y</p:attrName>
                                        </p:attrNameLst>
                                      </p:cBhvr>
                                      <p:tavLst>
                                        <p:tav tm="0">
                                          <p:val>
                                            <p:strVal val="0-#ppt_h/2"/>
                                          </p:val>
                                        </p:tav>
                                        <p:tav tm="100000">
                                          <p:val>
                                            <p:strVal val="#ppt_y"/>
                                          </p:val>
                                        </p:tav>
                                      </p:tavLst>
                                    </p:anim>
                                  </p:childTnLst>
                                </p:cTn>
                              </p:par>
                              <p:par>
                                <p:cTn id="115" presetID="53" presetClass="entr" presetSubtype="16" fill="hold" grpId="0" nodeType="withEffect">
                                  <p:stCondLst>
                                    <p:cond delay="20500"/>
                                  </p:stCondLst>
                                  <p:childTnLst>
                                    <p:set>
                                      <p:cBhvr>
                                        <p:cTn id="111" dur="1" fill="hold">
                                          <p:stCondLst>
                                            <p:cond delay="0"/>
                                          </p:stCondLst>
                                        </p:cTn>
                                        <p:tgtEl>
                                          <p:spTgt spid="13"/>
                                        </p:tgtEl>
                                        <p:attrNameLst>
                                          <p:attrName>style.visibility</p:attrName>
                                        </p:attrNameLst>
                                      </p:cBhvr>
                                      <p:to>
                                        <p:strVal val="visible"/>
                                      </p:to>
                                    </p:set>
                                    <p:anim calcmode="lin" valueType="num">
                                      <p:cBhvr additive="base">
                                        <p:cTn id="112" dur="400" fill="hold"/>
                                        <p:tgtEl>
                                          <p:spTgt spid="13"/>
                                        </p:tgtEl>
                                        <p:attrNameLst>
                                          <p:attrName>ppt_w</p:attrName>
                                        </p:attrNameLst>
                                      </p:cBhvr>
                                      <p:tavLst>
                                        <p:tav tm="0">
                                          <p:val>
                                            <p:strVal val="0"/>
                                          </p:val>
                                        </p:tav>
                                        <p:tav tm="100000">
                                          <p:val>
                                            <p:strVal val="#ppt_w"/>
                                          </p:val>
                                        </p:tav>
                                      </p:tavLst>
                                    </p:anim>
                                    <p:anim calcmode="lin" valueType="num">
                                      <p:cBhvr additive="base">
                                        <p:cTn id="113" dur="400" fill="hold"/>
                                        <p:tgtEl>
                                          <p:spTgt spid="13"/>
                                        </p:tgtEl>
                                        <p:attrNameLst>
                                          <p:attrName>ppt_h</p:attrName>
                                        </p:attrNameLst>
                                      </p:cBhvr>
                                      <p:tavLst>
                                        <p:tav tm="0">
                                          <p:val>
                                            <p:strVal val="0"/>
                                          </p:val>
                                        </p:tav>
                                        <p:tav tm="100000">
                                          <p:val>
                                            <p:strVal val="#ppt_h"/>
                                          </p:val>
                                        </p:tav>
                                      </p:tavLst>
                                    </p:anim>
                                    <p:animEffect transition="in" filter="fade">
                                      <p:cBhvr>
                                        <p:cTn id="114" dur="400"/>
                                        <p:tgtEl>
                                          <p:spTgt spid="13"/>
                                        </p:tgtEl>
                                      </p:cBhvr>
                                    </p:animEffect>
                                  </p:childTnLst>
                                </p:cTn>
                              </p:par>
                              <p:par>
                                <p:cTn id="118" presetID="10" presetClass="exit" presetSubtype="0" fill="hold" grpId="1" nodeType="withEffect">
                                  <p:stCondLst>
                                    <p:cond delay="25800"/>
                                  </p:stCondLst>
                                  <p:childTnLst>
                                    <p:animEffect transition="out" filter="fade">
                                      <p:cBhvr>
                                        <p:cTn id="116" dur="200"/>
                                        <p:tgtEl>
                                          <p:spTgt spid="34"/>
                                        </p:tgtEl>
                                      </p:cBhvr>
                                    </p:animEffect>
                                    <p:set>
                                      <p:cBhvr>
                                        <p:cTn id="117" dur="1" fill="hold">
                                          <p:stCondLst>
                                            <p:cond delay="199"/>
                                          </p:stCondLst>
                                        </p:cTn>
                                        <p:tgtEl>
                                          <p:spTgt spid="34"/>
                                        </p:tgtEl>
                                        <p:attrNameLst>
                                          <p:attrName>style.visibility</p:attrName>
                                        </p:attrNameLst>
                                      </p:cBhvr>
                                      <p:to>
                                        <p:strVal val="hidden"/>
                                      </p:to>
                                    </p:set>
                                  </p:childTnLst>
                                </p:cTn>
                              </p:par>
                              <p:par>
                                <p:cTn id="121" presetID="10" presetClass="exit" presetSubtype="0" fill="hold" grpId="1" nodeType="withEffect">
                                  <p:stCondLst>
                                    <p:cond delay="25800"/>
                                  </p:stCondLst>
                                  <p:childTnLst>
                                    <p:animEffect transition="out" filter="fade">
                                      <p:cBhvr>
                                        <p:cTn id="119" dur="250"/>
                                        <p:tgtEl>
                                          <p:spTgt spid="10"/>
                                        </p:tgtEl>
                                      </p:cBhvr>
                                    </p:animEffect>
                                    <p:set>
                                      <p:cBhvr>
                                        <p:cTn id="120" dur="1" fill="hold">
                                          <p:stCondLst>
                                            <p:cond delay="249"/>
                                          </p:stCondLst>
                                        </p:cTn>
                                        <p:tgtEl>
                                          <p:spTgt spid="10"/>
                                        </p:tgtEl>
                                        <p:attrNameLst>
                                          <p:attrName>style.visibility</p:attrName>
                                        </p:attrNameLst>
                                      </p:cBhvr>
                                      <p:to>
                                        <p:strVal val="hidden"/>
                                      </p:to>
                                    </p:set>
                                  </p:childTnLst>
                                </p:cTn>
                              </p:par>
                              <p:par>
                                <p:cTn id="124" presetID="10" presetClass="exit" presetSubtype="0" fill="hold" grpId="1" nodeType="withEffect">
                                  <p:stCondLst>
                                    <p:cond delay="25800"/>
                                  </p:stCondLst>
                                  <p:childTnLst>
                                    <p:animEffect transition="out" filter="fade">
                                      <p:cBhvr>
                                        <p:cTn id="122" dur="250"/>
                                        <p:tgtEl>
                                          <p:spTgt spid="11"/>
                                        </p:tgtEl>
                                      </p:cBhvr>
                                    </p:animEffect>
                                    <p:set>
                                      <p:cBhvr>
                                        <p:cTn id="123" dur="1" fill="hold">
                                          <p:stCondLst>
                                            <p:cond delay="249"/>
                                          </p:stCondLst>
                                        </p:cTn>
                                        <p:tgtEl>
                                          <p:spTgt spid="11"/>
                                        </p:tgtEl>
                                        <p:attrNameLst>
                                          <p:attrName>style.visibility</p:attrName>
                                        </p:attrNameLst>
                                      </p:cBhvr>
                                      <p:to>
                                        <p:strVal val="hidden"/>
                                      </p:to>
                                    </p:set>
                                  </p:childTnLst>
                                </p:cTn>
                              </p:par>
                              <p:par>
                                <p:cTn id="127" presetID="10" presetClass="exit" presetSubtype="0" fill="hold" grpId="1" nodeType="withEffect">
                                  <p:stCondLst>
                                    <p:cond delay="25800"/>
                                  </p:stCondLst>
                                  <p:childTnLst>
                                    <p:animEffect transition="out" filter="fade">
                                      <p:cBhvr>
                                        <p:cTn id="125" dur="250"/>
                                        <p:tgtEl>
                                          <p:spTgt spid="12"/>
                                        </p:tgtEl>
                                      </p:cBhvr>
                                    </p:animEffect>
                                    <p:set>
                                      <p:cBhvr>
                                        <p:cTn id="126" dur="1" fill="hold">
                                          <p:stCondLst>
                                            <p:cond delay="249"/>
                                          </p:stCondLst>
                                        </p:cTn>
                                        <p:tgtEl>
                                          <p:spTgt spid="12"/>
                                        </p:tgtEl>
                                        <p:attrNameLst>
                                          <p:attrName>style.visibility</p:attrName>
                                        </p:attrNameLst>
                                      </p:cBhvr>
                                      <p:to>
                                        <p:strVal val="hidden"/>
                                      </p:to>
                                    </p:set>
                                  </p:childTnLst>
                                </p:cTn>
                              </p:par>
                              <p:par>
                                <p:cTn id="130" presetID="10" presetClass="exit" presetSubtype="0" fill="hold" grpId="1" nodeType="withEffect">
                                  <p:stCondLst>
                                    <p:cond delay="25800"/>
                                  </p:stCondLst>
                                  <p:childTnLst>
                                    <p:animEffect transition="out" filter="fade">
                                      <p:cBhvr>
                                        <p:cTn id="128" dur="250"/>
                                        <p:tgtEl>
                                          <p:spTgt spid="13"/>
                                        </p:tgtEl>
                                      </p:cBhvr>
                                    </p:animEffect>
                                    <p:set>
                                      <p:cBhvr>
                                        <p:cTn id="129" dur="1" fill="hold">
                                          <p:stCondLst>
                                            <p:cond delay="249"/>
                                          </p:stCondLst>
                                        </p:cTn>
                                        <p:tgtEl>
                                          <p:spTgt spid="13"/>
                                        </p:tgtEl>
                                        <p:attrNameLst>
                                          <p:attrName>style.visibility</p:attrName>
                                        </p:attrNameLst>
                                      </p:cBhvr>
                                      <p:to>
                                        <p:strVal val="hidden"/>
                                      </p:to>
                                    </p:set>
                                  </p:childTnLst>
                                </p:cTn>
                              </p:par>
                              <p:par>
                                <p:cTn id="133" presetID="10" presetClass="exit" presetSubtype="0" fill="hold" grpId="1" nodeType="withEffect">
                                  <p:stCondLst>
                                    <p:cond delay="25800"/>
                                  </p:stCondLst>
                                  <p:childTnLst>
                                    <p:animEffect transition="out" filter="fade">
                                      <p:cBhvr>
                                        <p:cTn id="131" dur="250"/>
                                        <p:tgtEl>
                                          <p:spTgt spid="7"/>
                                        </p:tgtEl>
                                      </p:cBhvr>
                                    </p:animEffect>
                                    <p:set>
                                      <p:cBhvr>
                                        <p:cTn id="132" dur="1" fill="hold">
                                          <p:stCondLst>
                                            <p:cond delay="249"/>
                                          </p:stCondLst>
                                        </p:cTn>
                                        <p:tgtEl>
                                          <p:spTgt spid="7"/>
                                        </p:tgtEl>
                                        <p:attrNameLst>
                                          <p:attrName>style.visibility</p:attrName>
                                        </p:attrNameLst>
                                      </p:cBhvr>
                                      <p:to>
                                        <p:strVal val="hidden"/>
                                      </p:to>
                                    </p:set>
                                  </p:childTnLst>
                                </p:cTn>
                              </p:par>
                              <p:par>
                                <p:cTn id="138" presetID="42" presetClass="entr" presetSubtype="0" fill="hold" grpId="0" nodeType="withEffect">
                                  <p:stCondLst>
                                    <p:cond delay="2590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anim calcmode="lin" valueType="num">
                                      <p:cBhvr additive="base">
                                        <p:cTn id="136" dur="400" fill="hold"/>
                                        <p:tgtEl>
                                          <p:spTgt spid="37"/>
                                        </p:tgtEl>
                                        <p:attrNameLst>
                                          <p:attrName>ppt_x</p:attrName>
                                        </p:attrNameLst>
                                      </p:cBhvr>
                                      <p:tavLst>
                                        <p:tav tm="0">
                                          <p:val>
                                            <p:strVal val="#ppt_x-.05"/>
                                          </p:val>
                                        </p:tav>
                                        <p:tav tm="100000">
                                          <p:val>
                                            <p:strVal val="#ppt_x"/>
                                          </p:val>
                                        </p:tav>
                                      </p:tavLst>
                                    </p:anim>
                                    <p:anim calcmode="lin" valueType="num">
                                      <p:cBhvr additive="base">
                                        <p:cTn id="137" dur="400" fill="hold"/>
                                        <p:tgtEl>
                                          <p:spTgt spid="37"/>
                                        </p:tgtEl>
                                        <p:attrNameLst>
                                          <p:attrName>ppt_y</p:attrName>
                                        </p:attrNameLst>
                                      </p:cBhvr>
                                      <p:tavLst>
                                        <p:tav tm="0">
                                          <p:val>
                                            <p:strVal val="#ppt_y"/>
                                          </p:val>
                                        </p:tav>
                                        <p:tav tm="100000">
                                          <p:val>
                                            <p:strVal val="#ppt_y"/>
                                          </p:val>
                                        </p:tav>
                                      </p:tavLst>
                                    </p:anim>
                                  </p:childTnLst>
                                </p:cTn>
                              </p:par>
                              <p:par>
                                <p:cTn id="141" presetID="10" presetClass="exit" presetSubtype="0" fill="hold" grpId="1" nodeType="withEffect">
                                  <p:stCondLst>
                                    <p:cond delay="25980"/>
                                  </p:stCondLst>
                                  <p:childTnLst>
                                    <p:animEffect transition="out" filter="fade">
                                      <p:cBhvr>
                                        <p:cTn id="139" dur="200"/>
                                        <p:tgtEl>
                                          <p:spTgt spid="35"/>
                                        </p:tgtEl>
                                      </p:cBhvr>
                                    </p:animEffect>
                                    <p:set>
                                      <p:cBhvr>
                                        <p:cTn id="140" dur="1" fill="hold">
                                          <p:stCondLst>
                                            <p:cond delay="199"/>
                                          </p:stCondLst>
                                        </p:cTn>
                                        <p:tgtEl>
                                          <p:spTgt spid="35"/>
                                        </p:tgtEl>
                                        <p:attrNameLst>
                                          <p:attrName>style.visibility</p:attrName>
                                        </p:attrNameLst>
                                      </p:cBhvr>
                                      <p:to>
                                        <p:strVal val="hidden"/>
                                      </p:to>
                                    </p:set>
                                  </p:childTnLst>
                                </p:cTn>
                              </p:par>
                              <p:par>
                                <p:cTn id="144" presetID="10" presetClass="exit" presetSubtype="0" fill="hold" grpId="1" nodeType="withEffect">
                                  <p:stCondLst>
                                    <p:cond delay="25980"/>
                                  </p:stCondLst>
                                  <p:childTnLst>
                                    <p:animEffect transition="out" filter="fade">
                                      <p:cBhvr>
                                        <p:cTn id="142" dur="200"/>
                                        <p:tgtEl>
                                          <p:spTgt spid="36"/>
                                        </p:tgtEl>
                                      </p:cBhvr>
                                    </p:animEffect>
                                    <p:set>
                                      <p:cBhvr>
                                        <p:cTn id="143" dur="1" fill="hold">
                                          <p:stCondLst>
                                            <p:cond delay="199"/>
                                          </p:stCondLst>
                                        </p:cTn>
                                        <p:tgtEl>
                                          <p:spTgt spid="36"/>
                                        </p:tgtEl>
                                        <p:attrNameLst>
                                          <p:attrName>style.visibility</p:attrName>
                                        </p:attrNameLst>
                                      </p:cBhvr>
                                      <p:to>
                                        <p:strVal val="hidden"/>
                                      </p:to>
                                    </p:set>
                                  </p:childTnLst>
                                </p:cTn>
                              </p:par>
                              <p:par>
                                <p:cTn id="149" presetID="53" presetClass="entr" presetSubtype="16" fill="hold" grpId="0" nodeType="withEffect">
                                  <p:stCondLst>
                                    <p:cond delay="26100"/>
                                  </p:stCondLst>
                                  <p:childTnLst>
                                    <p:set>
                                      <p:cBhvr>
                                        <p:cTn id="145" dur="1" fill="hold">
                                          <p:stCondLst>
                                            <p:cond delay="0"/>
                                          </p:stCondLst>
                                        </p:cTn>
                                        <p:tgtEl>
                                          <p:spTgt spid="14"/>
                                        </p:tgtEl>
                                        <p:attrNameLst>
                                          <p:attrName>style.visibility</p:attrName>
                                        </p:attrNameLst>
                                      </p:cBhvr>
                                      <p:to>
                                        <p:strVal val="visible"/>
                                      </p:to>
                                    </p:set>
                                    <p:anim calcmode="lin" valueType="num">
                                      <p:cBhvr additive="base">
                                        <p:cTn id="146" dur="450" fill="hold"/>
                                        <p:tgtEl>
                                          <p:spTgt spid="14"/>
                                        </p:tgtEl>
                                        <p:attrNameLst>
                                          <p:attrName>ppt_w</p:attrName>
                                        </p:attrNameLst>
                                      </p:cBhvr>
                                      <p:tavLst>
                                        <p:tav tm="0">
                                          <p:val>
                                            <p:strVal val="0"/>
                                          </p:val>
                                        </p:tav>
                                        <p:tav tm="100000">
                                          <p:val>
                                            <p:strVal val="#ppt_w"/>
                                          </p:val>
                                        </p:tav>
                                      </p:tavLst>
                                    </p:anim>
                                    <p:anim calcmode="lin" valueType="num">
                                      <p:cBhvr additive="base">
                                        <p:cTn id="147" dur="450" fill="hold"/>
                                        <p:tgtEl>
                                          <p:spTgt spid="14"/>
                                        </p:tgtEl>
                                        <p:attrNameLst>
                                          <p:attrName>ppt_h</p:attrName>
                                        </p:attrNameLst>
                                      </p:cBhvr>
                                      <p:tavLst>
                                        <p:tav tm="0">
                                          <p:val>
                                            <p:strVal val="0"/>
                                          </p:val>
                                        </p:tav>
                                        <p:tav tm="100000">
                                          <p:val>
                                            <p:strVal val="#ppt_h"/>
                                          </p:val>
                                        </p:tav>
                                      </p:tavLst>
                                    </p:anim>
                                    <p:animEffect transition="in" filter="fade">
                                      <p:cBhvr>
                                        <p:cTn id="148" dur="450"/>
                                        <p:tgtEl>
                                          <p:spTgt spid="14"/>
                                        </p:tgtEl>
                                      </p:cBhvr>
                                    </p:animEffect>
                                  </p:childTnLst>
                                </p:cTn>
                              </p:par>
                              <p:par>
                                <p:cTn id="154" presetID="42" presetClass="entr" presetSubtype="0" fill="hold" grpId="0" nodeType="withEffect">
                                  <p:stCondLst>
                                    <p:cond delay="2610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300"/>
                                        <p:tgtEl>
                                          <p:spTgt spid="38"/>
                                        </p:tgtEl>
                                      </p:cBhvr>
                                    </p:animEffect>
                                    <p:anim calcmode="lin" valueType="num">
                                      <p:cBhvr additive="base">
                                        <p:cTn id="152" dur="300" fill="hold"/>
                                        <p:tgtEl>
                                          <p:spTgt spid="38"/>
                                        </p:tgtEl>
                                        <p:attrNameLst>
                                          <p:attrName>ppt_x</p:attrName>
                                        </p:attrNameLst>
                                      </p:cBhvr>
                                      <p:tavLst>
                                        <p:tav tm="0">
                                          <p:val>
                                            <p:strVal val="#ppt_x-.05"/>
                                          </p:val>
                                        </p:tav>
                                        <p:tav tm="100000">
                                          <p:val>
                                            <p:strVal val="#ppt_x"/>
                                          </p:val>
                                        </p:tav>
                                      </p:tavLst>
                                    </p:anim>
                                    <p:anim calcmode="lin" valueType="num">
                                      <p:cBhvr additive="base">
                                        <p:cTn id="153" dur="300" fill="hold"/>
                                        <p:tgtEl>
                                          <p:spTgt spid="38"/>
                                        </p:tgtEl>
                                        <p:attrNameLst>
                                          <p:attrName>ppt_y</p:attrName>
                                        </p:attrNameLst>
                                      </p:cBhvr>
                                      <p:tavLst>
                                        <p:tav tm="0">
                                          <p:val>
                                            <p:strVal val="#ppt_y"/>
                                          </p:val>
                                        </p:tav>
                                        <p:tav tm="100000">
                                          <p:val>
                                            <p:strVal val="#ppt_y"/>
                                          </p:val>
                                        </p:tav>
                                      </p:tavLst>
                                    </p:anim>
                                  </p:childTnLst>
                                </p:cTn>
                              </p:par>
                              <p:par>
                                <p:cTn id="156" presetID="1" presetClass="entr" presetSubtype="0" fill="hold" grpId="0" nodeType="withEffect">
                                  <p:stCondLst>
                                    <p:cond delay="26250"/>
                                  </p:stCondLst>
                                  <p:iterate type="lt">
                                    <p:tmAbs val="30"/>
                                  </p:iterate>
                                  <p:childTnLst>
                                    <p:set>
                                      <p:cBhvr>
                                        <p:cTn id="155" dur="1" fill="hold">
                                          <p:stCondLst>
                                            <p:cond delay="0"/>
                                          </p:stCondLst>
                                        </p:cTn>
                                        <p:tgtEl>
                                          <p:spTgt spid="39"/>
                                        </p:tgtEl>
                                        <p:attrNameLst>
                                          <p:attrName>style.visibility</p:attrName>
                                        </p:attrNameLst>
                                      </p:cBhvr>
                                      <p:to>
                                        <p:strVal val="visible"/>
                                      </p:to>
                                    </p:set>
                                  </p:childTnLst>
                                </p:cTn>
                              </p:par>
                              <p:par>
                                <p:cTn id="161" presetID="53" presetClass="entr" presetSubtype="32" fill="hold" grpId="0" nodeType="withEffect">
                                  <p:stCondLst>
                                    <p:cond delay="26700"/>
                                  </p:stCondLst>
                                  <p:childTnLst>
                                    <p:set>
                                      <p:cBhvr>
                                        <p:cTn id="157" dur="1" fill="hold">
                                          <p:stCondLst>
                                            <p:cond delay="0"/>
                                          </p:stCondLst>
                                        </p:cTn>
                                        <p:tgtEl>
                                          <p:spTgt spid="15"/>
                                        </p:tgtEl>
                                        <p:attrNameLst>
                                          <p:attrName>style.visibility</p:attrName>
                                        </p:attrNameLst>
                                      </p:cBhvr>
                                      <p:to>
                                        <p:strVal val="visible"/>
                                      </p:to>
                                    </p:set>
                                    <p:anim calcmode="lin" valueType="num">
                                      <p:cBhvr additive="base">
                                        <p:cTn id="158" dur="400" fill="hold"/>
                                        <p:tgtEl>
                                          <p:spTgt spid="15"/>
                                        </p:tgtEl>
                                        <p:attrNameLst>
                                          <p:attrName>ppt_w</p:attrName>
                                        </p:attrNameLst>
                                      </p:cBhvr>
                                      <p:tavLst>
                                        <p:tav tm="0">
                                          <p:val>
                                            <p:strVal val="#ppt_w*2.4"/>
                                          </p:val>
                                        </p:tav>
                                        <p:tav tm="100000">
                                          <p:val>
                                            <p:strVal val="#ppt_w"/>
                                          </p:val>
                                        </p:tav>
                                      </p:tavLst>
                                    </p:anim>
                                    <p:anim calcmode="lin" valueType="num">
                                      <p:cBhvr additive="base">
                                        <p:cTn id="159" dur="400" fill="hold"/>
                                        <p:tgtEl>
                                          <p:spTgt spid="15"/>
                                        </p:tgtEl>
                                        <p:attrNameLst>
                                          <p:attrName>ppt_h</p:attrName>
                                        </p:attrNameLst>
                                      </p:cBhvr>
                                      <p:tavLst>
                                        <p:tav tm="0">
                                          <p:val>
                                            <p:strVal val="#ppt_h*2.4"/>
                                          </p:val>
                                        </p:tav>
                                        <p:tav tm="100000">
                                          <p:val>
                                            <p:strVal val="#ppt_h"/>
                                          </p:val>
                                        </p:tav>
                                      </p:tavLst>
                                    </p:anim>
                                    <p:animEffect transition="in" filter="fade">
                                      <p:cBhvr>
                                        <p:cTn id="160" dur="400"/>
                                        <p:tgtEl>
                                          <p:spTgt spid="15"/>
                                        </p:tgtEl>
                                      </p:cBhvr>
                                    </p:animEffect>
                                  </p:childTnLst>
                                </p:cTn>
                              </p:par>
                              <p:par>
                                <p:cTn id="164" presetID="10" presetClass="exit" presetSubtype="0" fill="hold" grpId="1" nodeType="withEffect">
                                  <p:stCondLst>
                                    <p:cond delay="28700"/>
                                  </p:stCondLst>
                                  <p:childTnLst>
                                    <p:animEffect transition="out" filter="fade">
                                      <p:cBhvr>
                                        <p:cTn id="162" dur="250"/>
                                        <p:tgtEl>
                                          <p:spTgt spid="14"/>
                                        </p:tgtEl>
                                      </p:cBhvr>
                                    </p:animEffect>
                                    <p:set>
                                      <p:cBhvr>
                                        <p:cTn id="163" dur="1" fill="hold">
                                          <p:stCondLst>
                                            <p:cond delay="249"/>
                                          </p:stCondLst>
                                        </p:cTn>
                                        <p:tgtEl>
                                          <p:spTgt spid="14"/>
                                        </p:tgtEl>
                                        <p:attrNameLst>
                                          <p:attrName>style.visibility</p:attrName>
                                        </p:attrNameLst>
                                      </p:cBhvr>
                                      <p:to>
                                        <p:strVal val="hidden"/>
                                      </p:to>
                                    </p:set>
                                  </p:childTnLst>
                                </p:cTn>
                              </p:par>
                              <p:par>
                                <p:cTn id="167" presetID="10" presetClass="exit" presetSubtype="0" fill="hold" grpId="1" nodeType="withEffect">
                                  <p:stCondLst>
                                    <p:cond delay="28700"/>
                                  </p:stCondLst>
                                  <p:childTnLst>
                                    <p:animEffect transition="out" filter="fade">
                                      <p:cBhvr>
                                        <p:cTn id="165" dur="250"/>
                                        <p:tgtEl>
                                          <p:spTgt spid="15"/>
                                        </p:tgtEl>
                                      </p:cBhvr>
                                    </p:animEffect>
                                    <p:set>
                                      <p:cBhvr>
                                        <p:cTn id="166" dur="1" fill="hold">
                                          <p:stCondLst>
                                            <p:cond delay="249"/>
                                          </p:stCondLst>
                                        </p:cTn>
                                        <p:tgtEl>
                                          <p:spTgt spid="15"/>
                                        </p:tgtEl>
                                        <p:attrNameLst>
                                          <p:attrName>style.visibility</p:attrName>
                                        </p:attrNameLst>
                                      </p:cBhvr>
                                      <p:to>
                                        <p:strVal val="hidden"/>
                                      </p:to>
                                    </p:set>
                                  </p:childTnLst>
                                </p:cTn>
                              </p:par>
                              <p:par>
                                <p:cTn id="170" presetID="10" presetClass="entr" presetSubtype="0" fill="hold" grpId="0" nodeType="withEffect">
                                  <p:stCondLst>
                                    <p:cond delay="28800"/>
                                  </p:stCondLst>
                                  <p:childTnLst>
                                    <p:set>
                                      <p:cBhvr>
                                        <p:cTn id="168" dur="1" fill="hold">
                                          <p:stCondLst>
                                            <p:cond delay="0"/>
                                          </p:stCondLst>
                                        </p:cTn>
                                        <p:tgtEl>
                                          <p:spTgt spid="40"/>
                                        </p:tgtEl>
                                        <p:attrNameLst>
                                          <p:attrName>style.visibility</p:attrName>
                                        </p:attrNameLst>
                                      </p:cBhvr>
                                      <p:to>
                                        <p:strVal val="visible"/>
                                      </p:to>
                                    </p:set>
                                    <p:animEffect transition="in" filter="fade">
                                      <p:cBhvr>
                                        <p:cTn id="169" dur="80"/>
                                        <p:tgtEl>
                                          <p:spTgt spid="40"/>
                                        </p:tgtEl>
                                      </p:cBhvr>
                                    </p:animEffect>
                                  </p:childTnLst>
                                </p:cTn>
                              </p:par>
                              <p:par>
                                <p:cTn id="175" presetID="53" presetClass="entr" presetSubtype="16" fill="hold" grpId="0" nodeType="withEffect">
                                  <p:stCondLst>
                                    <p:cond delay="28800"/>
                                  </p:stCondLst>
                                  <p:childTnLst>
                                    <p:set>
                                      <p:cBhvr>
                                        <p:cTn id="171" dur="1" fill="hold">
                                          <p:stCondLst>
                                            <p:cond delay="0"/>
                                          </p:stCondLst>
                                        </p:cTn>
                                        <p:tgtEl>
                                          <p:spTgt spid="8"/>
                                        </p:tgtEl>
                                        <p:attrNameLst>
                                          <p:attrName>style.visibility</p:attrName>
                                        </p:attrNameLst>
                                      </p:cBhvr>
                                      <p:to>
                                        <p:strVal val="visible"/>
                                      </p:to>
                                    </p:set>
                                    <p:anim calcmode="lin" valueType="num">
                                      <p:cBhvr additive="base">
                                        <p:cTn id="172" dur="300" fill="hold"/>
                                        <p:tgtEl>
                                          <p:spTgt spid="8"/>
                                        </p:tgtEl>
                                        <p:attrNameLst>
                                          <p:attrName>ppt_w</p:attrName>
                                        </p:attrNameLst>
                                      </p:cBhvr>
                                      <p:tavLst>
                                        <p:tav tm="0">
                                          <p:val>
                                            <p:strVal val="0"/>
                                          </p:val>
                                        </p:tav>
                                        <p:tav tm="100000">
                                          <p:val>
                                            <p:strVal val="#ppt_w"/>
                                          </p:val>
                                        </p:tav>
                                      </p:tavLst>
                                    </p:anim>
                                    <p:anim calcmode="lin" valueType="num">
                                      <p:cBhvr additive="base">
                                        <p:cTn id="173" dur="300" fill="hold"/>
                                        <p:tgtEl>
                                          <p:spTgt spid="8"/>
                                        </p:tgtEl>
                                        <p:attrNameLst>
                                          <p:attrName>ppt_h</p:attrName>
                                        </p:attrNameLst>
                                      </p:cBhvr>
                                      <p:tavLst>
                                        <p:tav tm="0">
                                          <p:val>
                                            <p:strVal val="0"/>
                                          </p:val>
                                        </p:tav>
                                        <p:tav tm="100000">
                                          <p:val>
                                            <p:strVal val="#ppt_h"/>
                                          </p:val>
                                        </p:tav>
                                      </p:tavLst>
                                    </p:anim>
                                    <p:animEffect transition="in" filter="fade">
                                      <p:cBhvr>
                                        <p:cTn id="174" dur="300"/>
                                        <p:tgtEl>
                                          <p:spTgt spid="8"/>
                                        </p:tgtEl>
                                      </p:cBhvr>
                                    </p:animEffect>
                                  </p:childTnLst>
                                </p:cTn>
                              </p:par>
                              <p:par>
                                <p:cTn id="180" presetID="53" presetClass="entr" presetSubtype="16" fill="hold" grpId="0" nodeType="withEffect">
                                  <p:stCondLst>
                                    <p:cond delay="28850"/>
                                  </p:stCondLst>
                                  <p:childTnLst>
                                    <p:set>
                                      <p:cBhvr>
                                        <p:cTn id="176" dur="1" fill="hold">
                                          <p:stCondLst>
                                            <p:cond delay="0"/>
                                          </p:stCondLst>
                                        </p:cTn>
                                        <p:tgtEl>
                                          <p:spTgt spid="9"/>
                                        </p:tgtEl>
                                        <p:attrNameLst>
                                          <p:attrName>style.visibility</p:attrName>
                                        </p:attrNameLst>
                                      </p:cBhvr>
                                      <p:to>
                                        <p:strVal val="visible"/>
                                      </p:to>
                                    </p:set>
                                    <p:anim calcmode="lin" valueType="num">
                                      <p:cBhvr additive="base">
                                        <p:cTn id="177" dur="350" fill="hold"/>
                                        <p:tgtEl>
                                          <p:spTgt spid="9"/>
                                        </p:tgtEl>
                                        <p:attrNameLst>
                                          <p:attrName>ppt_w</p:attrName>
                                        </p:attrNameLst>
                                      </p:cBhvr>
                                      <p:tavLst>
                                        <p:tav tm="0">
                                          <p:val>
                                            <p:strVal val="0"/>
                                          </p:val>
                                        </p:tav>
                                        <p:tav tm="100000">
                                          <p:val>
                                            <p:strVal val="#ppt_w"/>
                                          </p:val>
                                        </p:tav>
                                      </p:tavLst>
                                    </p:anim>
                                    <p:anim calcmode="lin" valueType="num">
                                      <p:cBhvr additive="base">
                                        <p:cTn id="178" dur="350" fill="hold"/>
                                        <p:tgtEl>
                                          <p:spTgt spid="9"/>
                                        </p:tgtEl>
                                        <p:attrNameLst>
                                          <p:attrName>ppt_h</p:attrName>
                                        </p:attrNameLst>
                                      </p:cBhvr>
                                      <p:tavLst>
                                        <p:tav tm="0">
                                          <p:val>
                                            <p:strVal val="0"/>
                                          </p:val>
                                        </p:tav>
                                        <p:tav tm="100000">
                                          <p:val>
                                            <p:strVal val="#ppt_h"/>
                                          </p:val>
                                        </p:tav>
                                      </p:tavLst>
                                    </p:anim>
                                    <p:animEffect transition="in" filter="fade">
                                      <p:cBhvr>
                                        <p:cTn id="179" dur="350"/>
                                        <p:tgtEl>
                                          <p:spTgt spid="9"/>
                                        </p:tgtEl>
                                      </p:cBhvr>
                                    </p:animEffect>
                                  </p:childTnLst>
                                </p:cTn>
                              </p:par>
                              <p:par>
                                <p:cTn id="183" presetID="10" presetClass="exit" presetSubtype="0" fill="hold" grpId="1" nodeType="withEffect">
                                  <p:stCondLst>
                                    <p:cond delay="28920"/>
                                  </p:stCondLst>
                                  <p:childTnLst>
                                    <p:animEffect transition="out" filter="fade">
                                      <p:cBhvr>
                                        <p:cTn id="181" dur="380"/>
                                        <p:tgtEl>
                                          <p:spTgt spid="40"/>
                                        </p:tgtEl>
                                      </p:cBhvr>
                                    </p:animEffect>
                                    <p:set>
                                      <p:cBhvr>
                                        <p:cTn id="182" dur="1" fill="hold">
                                          <p:stCondLst>
                                            <p:cond delay="379"/>
                                          </p:stCondLst>
                                        </p:cTn>
                                        <p:tgtEl>
                                          <p:spTgt spid="40"/>
                                        </p:tgtEl>
                                        <p:attrNameLst>
                                          <p:attrName>style.visibility</p:attrName>
                                        </p:attrNameLst>
                                      </p:cBhvr>
                                      <p:to>
                                        <p:strVal val="hidden"/>
                                      </p:to>
                                    </p:set>
                                  </p:childTnLst>
                                </p:cTn>
                              </p:par>
                              <p:par>
                                <p:cTn id="188" presetID="53" presetClass="entr" presetSubtype="32" fill="hold" grpId="0" nodeType="withEffect">
                                  <p:stCondLst>
                                    <p:cond delay="28950"/>
                                  </p:stCondLst>
                                  <p:childTnLst>
                                    <p:set>
                                      <p:cBhvr>
                                        <p:cTn id="184" dur="1" fill="hold">
                                          <p:stCondLst>
                                            <p:cond delay="0"/>
                                          </p:stCondLst>
                                        </p:cTn>
                                        <p:tgtEl>
                                          <p:spTgt spid="16"/>
                                        </p:tgtEl>
                                        <p:attrNameLst>
                                          <p:attrName>style.visibility</p:attrName>
                                        </p:attrNameLst>
                                      </p:cBhvr>
                                      <p:to>
                                        <p:strVal val="visible"/>
                                      </p:to>
                                    </p:set>
                                    <p:anim calcmode="lin" valueType="num">
                                      <p:cBhvr additive="base">
                                        <p:cTn id="185" dur="450" fill="hold"/>
                                        <p:tgtEl>
                                          <p:spTgt spid="16"/>
                                        </p:tgtEl>
                                        <p:attrNameLst>
                                          <p:attrName>ppt_w</p:attrName>
                                        </p:attrNameLst>
                                      </p:cBhvr>
                                      <p:tavLst>
                                        <p:tav tm="0">
                                          <p:val>
                                            <p:strVal val="#ppt_w*2.4"/>
                                          </p:val>
                                        </p:tav>
                                        <p:tav tm="100000">
                                          <p:val>
                                            <p:strVal val="#ppt_w"/>
                                          </p:val>
                                        </p:tav>
                                      </p:tavLst>
                                    </p:anim>
                                    <p:anim calcmode="lin" valueType="num">
                                      <p:cBhvr additive="base">
                                        <p:cTn id="186" dur="450" fill="hold"/>
                                        <p:tgtEl>
                                          <p:spTgt spid="16"/>
                                        </p:tgtEl>
                                        <p:attrNameLst>
                                          <p:attrName>ppt_h</p:attrName>
                                        </p:attrNameLst>
                                      </p:cBhvr>
                                      <p:tavLst>
                                        <p:tav tm="0">
                                          <p:val>
                                            <p:strVal val="#ppt_h*2.4"/>
                                          </p:val>
                                        </p:tav>
                                        <p:tav tm="100000">
                                          <p:val>
                                            <p:strVal val="#ppt_h"/>
                                          </p:val>
                                        </p:tav>
                                      </p:tavLst>
                                    </p:anim>
                                    <p:animEffect transition="in" filter="fade">
                                      <p:cBhvr>
                                        <p:cTn id="187" dur="450"/>
                                        <p:tgtEl>
                                          <p:spTgt spid="16"/>
                                        </p:tgtEl>
                                      </p:cBhvr>
                                    </p:animEffect>
                                  </p:childTnLst>
                                </p:cTn>
                              </p:par>
                              <p:par>
                                <p:cTn id="191" presetID="10" presetClass="exit" presetSubtype="0" fill="hold" grpId="1" nodeType="withEffect">
                                  <p:stCondLst>
                                    <p:cond delay="28980"/>
                                  </p:stCondLst>
                                  <p:childTnLst>
                                    <p:animEffect transition="out" filter="fade">
                                      <p:cBhvr>
                                        <p:cTn id="189" dur="200"/>
                                        <p:tgtEl>
                                          <p:spTgt spid="38"/>
                                        </p:tgtEl>
                                      </p:cBhvr>
                                    </p:animEffect>
                                    <p:set>
                                      <p:cBhvr>
                                        <p:cTn id="190" dur="1" fill="hold">
                                          <p:stCondLst>
                                            <p:cond delay="199"/>
                                          </p:stCondLst>
                                        </p:cTn>
                                        <p:tgtEl>
                                          <p:spTgt spid="38"/>
                                        </p:tgtEl>
                                        <p:attrNameLst>
                                          <p:attrName>style.visibility</p:attrName>
                                        </p:attrNameLst>
                                      </p:cBhvr>
                                      <p:to>
                                        <p:strVal val="hidden"/>
                                      </p:to>
                                    </p:set>
                                  </p:childTnLst>
                                </p:cTn>
                              </p:par>
                              <p:par>
                                <p:cTn id="194" presetID="10" presetClass="exit" presetSubtype="0" fill="hold" grpId="1" nodeType="withEffect">
                                  <p:stCondLst>
                                    <p:cond delay="28980"/>
                                  </p:stCondLst>
                                  <p:childTnLst>
                                    <p:animEffect transition="out" filter="fade">
                                      <p:cBhvr>
                                        <p:cTn id="192" dur="200"/>
                                        <p:tgtEl>
                                          <p:spTgt spid="39"/>
                                        </p:tgtEl>
                                      </p:cBhvr>
                                    </p:animEffect>
                                    <p:set>
                                      <p:cBhvr>
                                        <p:cTn id="193" dur="1" fill="hold">
                                          <p:stCondLst>
                                            <p:cond delay="199"/>
                                          </p:stCondLst>
                                        </p:cTn>
                                        <p:tgtEl>
                                          <p:spTgt spid="39"/>
                                        </p:tgtEl>
                                        <p:attrNameLst>
                                          <p:attrName>style.visibility</p:attrName>
                                        </p:attrNameLst>
                                      </p:cBhvr>
                                      <p:to>
                                        <p:strVal val="hidden"/>
                                      </p:to>
                                    </p:set>
                                  </p:childTnLst>
                                </p:cTn>
                              </p:par>
                              <p:par>
                                <p:cTn id="197" presetID="10" presetClass="exit" presetSubtype="0" fill="hold" grpId="1" nodeType="withEffect">
                                  <p:stCondLst>
                                    <p:cond delay="29100"/>
                                  </p:stCondLst>
                                  <p:childTnLst>
                                    <p:animEffect transition="out" filter="fade">
                                      <p:cBhvr>
                                        <p:cTn id="195" dur="220"/>
                                        <p:tgtEl>
                                          <p:spTgt spid="21"/>
                                        </p:tgtEl>
                                      </p:cBhvr>
                                    </p:animEffect>
                                    <p:set>
                                      <p:cBhvr>
                                        <p:cTn id="196" dur="1" fill="hold">
                                          <p:stCondLst>
                                            <p:cond delay="219"/>
                                          </p:stCondLst>
                                        </p:cTn>
                                        <p:tgtEl>
                                          <p:spTgt spid="21"/>
                                        </p:tgtEl>
                                        <p:attrNameLst>
                                          <p:attrName>style.visibility</p:attrName>
                                        </p:attrNameLst>
                                      </p:cBhvr>
                                      <p:to>
                                        <p:strVal val="hidden"/>
                                      </p:to>
                                    </p:set>
                                  </p:childTnLst>
                                </p:cTn>
                              </p:par>
                              <p:par>
                                <p:cTn id="200" presetID="10" presetClass="entr" presetSubtype="0" fill="hold" grpId="0" nodeType="withEffect">
                                  <p:stCondLst>
                                    <p:cond delay="29100"/>
                                  </p:stCondLst>
                                  <p:childTnLst>
                                    <p:set>
                                      <p:cBhvr>
                                        <p:cTn id="198" dur="1" fill="hold">
                                          <p:stCondLst>
                                            <p:cond delay="0"/>
                                          </p:stCondLst>
                                        </p:cTn>
                                        <p:tgtEl>
                                          <p:spTgt spid="22"/>
                                        </p:tgtEl>
                                        <p:attrNameLst>
                                          <p:attrName>style.visibility</p:attrName>
                                        </p:attrNameLst>
                                      </p:cBhvr>
                                      <p:to>
                                        <p:strVal val="visible"/>
                                      </p:to>
                                    </p:set>
                                    <p:animEffect transition="in" filter="fade">
                                      <p:cBhvr>
                                        <p:cTn id="199" dur="220"/>
                                        <p:tgtEl>
                                          <p:spTgt spid="22"/>
                                        </p:tgtEl>
                                      </p:cBhvr>
                                    </p:animEffect>
                                  </p:childTnLst>
                                </p:cTn>
                              </p:par>
                              <p:par>
                                <p:cTn id="205" presetID="42" presetClass="entr" presetSubtype="0" fill="hold" grpId="0" nodeType="withEffect">
                                  <p:stCondLst>
                                    <p:cond delay="2910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300"/>
                                        <p:tgtEl>
                                          <p:spTgt spid="41"/>
                                        </p:tgtEl>
                                      </p:cBhvr>
                                    </p:animEffect>
                                    <p:anim calcmode="lin" valueType="num">
                                      <p:cBhvr additive="base">
                                        <p:cTn id="203" dur="300" fill="hold"/>
                                        <p:tgtEl>
                                          <p:spTgt spid="41"/>
                                        </p:tgtEl>
                                        <p:attrNameLst>
                                          <p:attrName>ppt_x</p:attrName>
                                        </p:attrNameLst>
                                      </p:cBhvr>
                                      <p:tavLst>
                                        <p:tav tm="0">
                                          <p:val>
                                            <p:strVal val="#ppt_x-.05"/>
                                          </p:val>
                                        </p:tav>
                                        <p:tav tm="100000">
                                          <p:val>
                                            <p:strVal val="#ppt_x"/>
                                          </p:val>
                                        </p:tav>
                                      </p:tavLst>
                                    </p:anim>
                                    <p:anim calcmode="lin" valueType="num">
                                      <p:cBhvr additive="base">
                                        <p:cTn id="204" dur="300" fill="hold"/>
                                        <p:tgtEl>
                                          <p:spTgt spid="41"/>
                                        </p:tgtEl>
                                        <p:attrNameLst>
                                          <p:attrName>ppt_y</p:attrName>
                                        </p:attrNameLst>
                                      </p:cBhvr>
                                      <p:tavLst>
                                        <p:tav tm="0">
                                          <p:val>
                                            <p:strVal val="#ppt_y"/>
                                          </p:val>
                                        </p:tav>
                                        <p:tav tm="100000">
                                          <p:val>
                                            <p:strVal val="#ppt_y"/>
                                          </p:val>
                                        </p:tav>
                                      </p:tavLst>
                                    </p:anim>
                                  </p:childTnLst>
                                </p:cTn>
                              </p:par>
                              <p:par>
                                <p:cTn id="207" presetID="8" presetClass="emph" presetSubtype="0" fill="hold" grpId="1" nodeType="withEffect" repeatCount="indefinite">
                                  <p:stCondLst>
                                    <p:cond delay="29200"/>
                                  </p:stCondLst>
                                  <p:childTnLst>
                                    <p:animRot by="21600000">
                                      <p:cBhvr>
                                        <p:cTn id="206" dur="9000" fill="hold"/>
                                        <p:tgtEl>
                                          <p:spTgt spid="9"/>
                                        </p:tgtEl>
                                        <p:attrNameLst>
                                          <p:attrName>r</p:attrName>
                                        </p:attrNameLst>
                                      </p:cBhvr>
                                    </p:animRot>
                                  </p:childTnLst>
                                </p:cTn>
                              </p:par>
                              <p:par>
                                <p:cTn id="209" presetID="1" presetClass="entr" presetSubtype="0" fill="hold" grpId="0" nodeType="withEffect">
                                  <p:stCondLst>
                                    <p:cond delay="29250"/>
                                  </p:stCondLst>
                                  <p:iterate type="lt">
                                    <p:tmAbs val="30"/>
                                  </p:iterate>
                                  <p:childTnLst>
                                    <p:set>
                                      <p:cBhvr>
                                        <p:cTn id="208" dur="1" fill="hold">
                                          <p:stCondLst>
                                            <p:cond delay="0"/>
                                          </p:stCondLst>
                                        </p:cTn>
                                        <p:tgtEl>
                                          <p:spTgt spid="42"/>
                                        </p:tgtEl>
                                        <p:attrNameLst>
                                          <p:attrName>style.visibility</p:attrName>
                                        </p:attrNameLst>
                                      </p:cBhvr>
                                      <p:to>
                                        <p:strVal val="visible"/>
                                      </p:to>
                                    </p:set>
                                  </p:childTnLst>
                                </p:cTn>
                              </p:par>
                              <p:par>
                                <p:cTn id="211" presetID="0" presetClass="path" presetSubtype="0" fill="hold" grpId="1" nodeType="withEffect" autoRev="1" repeatCount="6000">
                                  <p:stCondLst>
                                    <p:cond delay="29400"/>
                                  </p:stCondLst>
                                  <p:childTnLst>
                                    <p:animMotion origin="layout" path="M 0 0 L 0 -0.012 E" pathEditMode="relative" ptsTypes="AA">
                                      <p:cBhvr>
                                        <p:cTn id="210" dur="260" fill="hold"/>
                                        <p:tgtEl>
                                          <p:spTgt spid="22"/>
                                        </p:tgtEl>
                                        <p:attrNameLst>
                                          <p:attrName>ppt_x</p:attrName>
                                          <p:attrName>ppt_y</p:attrName>
                                        </p:attrNameLst>
                                      </p:cBhvr>
                                    </p:animMotion>
                                  </p:childTnLst>
                                </p:cTn>
                              </p:par>
                              <p:par>
                                <p:cTn id="216" presetID="53" presetClass="entr" presetSubtype="32" fill="hold" grpId="0" nodeType="withEffect">
                                  <p:stCondLst>
                                    <p:cond delay="29600"/>
                                  </p:stCondLst>
                                  <p:childTnLst>
                                    <p:set>
                                      <p:cBhvr>
                                        <p:cTn id="212" dur="1" fill="hold">
                                          <p:stCondLst>
                                            <p:cond delay="0"/>
                                          </p:stCondLst>
                                        </p:cTn>
                                        <p:tgtEl>
                                          <p:spTgt spid="17"/>
                                        </p:tgtEl>
                                        <p:attrNameLst>
                                          <p:attrName>style.visibility</p:attrName>
                                        </p:attrNameLst>
                                      </p:cBhvr>
                                      <p:to>
                                        <p:strVal val="visible"/>
                                      </p:to>
                                    </p:set>
                                    <p:anim calcmode="lin" valueType="num">
                                      <p:cBhvr additive="base">
                                        <p:cTn id="213" dur="450" fill="hold"/>
                                        <p:tgtEl>
                                          <p:spTgt spid="17"/>
                                        </p:tgtEl>
                                        <p:attrNameLst>
                                          <p:attrName>ppt_w</p:attrName>
                                        </p:attrNameLst>
                                      </p:cBhvr>
                                      <p:tavLst>
                                        <p:tav tm="0">
                                          <p:val>
                                            <p:strVal val="#ppt_w*2.4"/>
                                          </p:val>
                                        </p:tav>
                                        <p:tav tm="100000">
                                          <p:val>
                                            <p:strVal val="#ppt_w"/>
                                          </p:val>
                                        </p:tav>
                                      </p:tavLst>
                                    </p:anim>
                                    <p:anim calcmode="lin" valueType="num">
                                      <p:cBhvr additive="base">
                                        <p:cTn id="214" dur="450" fill="hold"/>
                                        <p:tgtEl>
                                          <p:spTgt spid="17"/>
                                        </p:tgtEl>
                                        <p:attrNameLst>
                                          <p:attrName>ppt_h</p:attrName>
                                        </p:attrNameLst>
                                      </p:cBhvr>
                                      <p:tavLst>
                                        <p:tav tm="0">
                                          <p:val>
                                            <p:strVal val="#ppt_h*2.4"/>
                                          </p:val>
                                        </p:tav>
                                        <p:tav tm="100000">
                                          <p:val>
                                            <p:strVal val="#ppt_h"/>
                                          </p:val>
                                        </p:tav>
                                      </p:tavLst>
                                    </p:anim>
                                    <p:animEffect transition="in" filter="fade">
                                      <p:cBhvr>
                                        <p:cTn id="215" dur="450"/>
                                        <p:tgtEl>
                                          <p:spTgt spid="17"/>
                                        </p:tgtEl>
                                      </p:cBhvr>
                                    </p:animEffect>
                                  </p:childTnLst>
                                </p:cTn>
                              </p:par>
                              <p:par>
                                <p:cTn id="219" presetID="10" presetClass="exit" presetSubtype="0" fill="hold" grpId="1" nodeType="withEffect">
                                  <p:stCondLst>
                                    <p:cond delay="36400"/>
                                  </p:stCondLst>
                                  <p:childTnLst>
                                    <p:animEffect transition="out" filter="fade">
                                      <p:cBhvr>
                                        <p:cTn id="217" dur="200"/>
                                        <p:tgtEl>
                                          <p:spTgt spid="37"/>
                                        </p:tgtEl>
                                      </p:cBhvr>
                                    </p:animEffect>
                                    <p:set>
                                      <p:cBhvr>
                                        <p:cTn id="218" dur="1" fill="hold">
                                          <p:stCondLst>
                                            <p:cond delay="199"/>
                                          </p:stCondLst>
                                        </p:cTn>
                                        <p:tgtEl>
                                          <p:spTgt spid="37"/>
                                        </p:tgtEl>
                                        <p:attrNameLst>
                                          <p:attrName>style.visibility</p:attrName>
                                        </p:attrNameLst>
                                      </p:cBhvr>
                                      <p:to>
                                        <p:strVal val="hidden"/>
                                      </p:to>
                                    </p:set>
                                  </p:childTnLst>
                                </p:cTn>
                              </p:par>
                              <p:par>
                                <p:cTn id="222" presetID="10" presetClass="exit" presetSubtype="0" fill="hold" grpId="1" nodeType="withEffect">
                                  <p:stCondLst>
                                    <p:cond delay="36400"/>
                                  </p:stCondLst>
                                  <p:childTnLst>
                                    <p:animEffect transition="out" filter="fade">
                                      <p:cBhvr>
                                        <p:cTn id="220" dur="250"/>
                                        <p:tgtEl>
                                          <p:spTgt spid="8"/>
                                        </p:tgtEl>
                                      </p:cBhvr>
                                    </p:animEffect>
                                    <p:set>
                                      <p:cBhvr>
                                        <p:cTn id="221" dur="1" fill="hold">
                                          <p:stCondLst>
                                            <p:cond delay="249"/>
                                          </p:stCondLst>
                                        </p:cTn>
                                        <p:tgtEl>
                                          <p:spTgt spid="8"/>
                                        </p:tgtEl>
                                        <p:attrNameLst>
                                          <p:attrName>style.visibility</p:attrName>
                                        </p:attrNameLst>
                                      </p:cBhvr>
                                      <p:to>
                                        <p:strVal val="hidden"/>
                                      </p:to>
                                    </p:set>
                                  </p:childTnLst>
                                </p:cTn>
                              </p:par>
                              <p:par>
                                <p:cTn id="225" presetID="10" presetClass="exit" presetSubtype="0" fill="hold" grpId="2" nodeType="withEffect">
                                  <p:stCondLst>
                                    <p:cond delay="36400"/>
                                  </p:stCondLst>
                                  <p:childTnLst>
                                    <p:animEffect transition="out" filter="fade">
                                      <p:cBhvr>
                                        <p:cTn id="223" dur="250"/>
                                        <p:tgtEl>
                                          <p:spTgt spid="9"/>
                                        </p:tgtEl>
                                      </p:cBhvr>
                                    </p:animEffect>
                                    <p:set>
                                      <p:cBhvr>
                                        <p:cTn id="224" dur="1" fill="hold">
                                          <p:stCondLst>
                                            <p:cond delay="249"/>
                                          </p:stCondLst>
                                        </p:cTn>
                                        <p:tgtEl>
                                          <p:spTgt spid="9"/>
                                        </p:tgtEl>
                                        <p:attrNameLst>
                                          <p:attrName>style.visibility</p:attrName>
                                        </p:attrNameLst>
                                      </p:cBhvr>
                                      <p:to>
                                        <p:strVal val="hidden"/>
                                      </p:to>
                                    </p:set>
                                  </p:childTnLst>
                                </p:cTn>
                              </p:par>
                              <p:par>
                                <p:cTn id="228" presetID="10" presetClass="exit" presetSubtype="0" fill="hold" grpId="1" nodeType="withEffect">
                                  <p:stCondLst>
                                    <p:cond delay="36400"/>
                                  </p:stCondLst>
                                  <p:childTnLst>
                                    <p:animEffect transition="out" filter="fade">
                                      <p:cBhvr>
                                        <p:cTn id="226" dur="250"/>
                                        <p:tgtEl>
                                          <p:spTgt spid="16"/>
                                        </p:tgtEl>
                                      </p:cBhvr>
                                    </p:animEffect>
                                    <p:set>
                                      <p:cBhvr>
                                        <p:cTn id="227" dur="1" fill="hold">
                                          <p:stCondLst>
                                            <p:cond delay="249"/>
                                          </p:stCondLst>
                                        </p:cTn>
                                        <p:tgtEl>
                                          <p:spTgt spid="16"/>
                                        </p:tgtEl>
                                        <p:attrNameLst>
                                          <p:attrName>style.visibility</p:attrName>
                                        </p:attrNameLst>
                                      </p:cBhvr>
                                      <p:to>
                                        <p:strVal val="hidden"/>
                                      </p:to>
                                    </p:set>
                                  </p:childTnLst>
                                </p:cTn>
                              </p:par>
                              <p:par>
                                <p:cTn id="231" presetID="10" presetClass="exit" presetSubtype="0" fill="hold" grpId="1" nodeType="withEffect">
                                  <p:stCondLst>
                                    <p:cond delay="36400"/>
                                  </p:stCondLst>
                                  <p:childTnLst>
                                    <p:animEffect transition="out" filter="fade">
                                      <p:cBhvr>
                                        <p:cTn id="229" dur="250"/>
                                        <p:tgtEl>
                                          <p:spTgt spid="17"/>
                                        </p:tgtEl>
                                      </p:cBhvr>
                                    </p:animEffect>
                                    <p:set>
                                      <p:cBhvr>
                                        <p:cTn id="230" dur="1" fill="hold">
                                          <p:stCondLst>
                                            <p:cond delay="249"/>
                                          </p:stCondLst>
                                        </p:cTn>
                                        <p:tgtEl>
                                          <p:spTgt spid="17"/>
                                        </p:tgtEl>
                                        <p:attrNameLst>
                                          <p:attrName>style.visibility</p:attrName>
                                        </p:attrNameLst>
                                      </p:cBhvr>
                                      <p:to>
                                        <p:strVal val="hidden"/>
                                      </p:to>
                                    </p:set>
                                  </p:childTnLst>
                                </p:cTn>
                              </p:par>
                              <p:par>
                                <p:cTn id="236" presetID="42" presetClass="entr" presetSubtype="0" fill="hold" grpId="0" nodeType="withEffect">
                                  <p:stCondLst>
                                    <p:cond delay="36500"/>
                                  </p:stCondLst>
                                  <p:childTnLst>
                                    <p:set>
                                      <p:cBhvr>
                                        <p:cTn id="232" dur="1" fill="hold">
                                          <p:stCondLst>
                                            <p:cond delay="0"/>
                                          </p:stCondLst>
                                        </p:cTn>
                                        <p:tgtEl>
                                          <p:spTgt spid="43"/>
                                        </p:tgtEl>
                                        <p:attrNameLst>
                                          <p:attrName>style.visibility</p:attrName>
                                        </p:attrNameLst>
                                      </p:cBhvr>
                                      <p:to>
                                        <p:strVal val="visible"/>
                                      </p:to>
                                    </p:set>
                                    <p:animEffect transition="in" filter="fade">
                                      <p:cBhvr>
                                        <p:cTn id="233" dur="400"/>
                                        <p:tgtEl>
                                          <p:spTgt spid="43"/>
                                        </p:tgtEl>
                                      </p:cBhvr>
                                    </p:animEffect>
                                    <p:anim calcmode="lin" valueType="num">
                                      <p:cBhvr additive="base">
                                        <p:cTn id="234" dur="400" fill="hold"/>
                                        <p:tgtEl>
                                          <p:spTgt spid="43"/>
                                        </p:tgtEl>
                                        <p:attrNameLst>
                                          <p:attrName>ppt_x</p:attrName>
                                        </p:attrNameLst>
                                      </p:cBhvr>
                                      <p:tavLst>
                                        <p:tav tm="0">
                                          <p:val>
                                            <p:strVal val="#ppt_x-.05"/>
                                          </p:val>
                                        </p:tav>
                                        <p:tav tm="100000">
                                          <p:val>
                                            <p:strVal val="#ppt_x"/>
                                          </p:val>
                                        </p:tav>
                                      </p:tavLst>
                                    </p:anim>
                                    <p:anim calcmode="lin" valueType="num">
                                      <p:cBhvr additive="base">
                                        <p:cTn id="235" dur="400" fill="hold"/>
                                        <p:tgtEl>
                                          <p:spTgt spid="43"/>
                                        </p:tgtEl>
                                        <p:attrNameLst>
                                          <p:attrName>ppt_y</p:attrName>
                                        </p:attrNameLst>
                                      </p:cBhvr>
                                      <p:tavLst>
                                        <p:tav tm="0">
                                          <p:val>
                                            <p:strVal val="#ppt_y"/>
                                          </p:val>
                                        </p:tav>
                                        <p:tav tm="100000">
                                          <p:val>
                                            <p:strVal val="#ppt_y"/>
                                          </p:val>
                                        </p:tav>
                                      </p:tavLst>
                                    </p:anim>
                                  </p:childTnLst>
                                </p:cTn>
                              </p:par>
                              <p:par>
                                <p:cTn id="239" presetID="10" presetClass="exit" presetSubtype="0" fill="hold" grpId="1" nodeType="withEffect">
                                  <p:stCondLst>
                                    <p:cond delay="36580"/>
                                  </p:stCondLst>
                                  <p:childTnLst>
                                    <p:animEffect transition="out" filter="fade">
                                      <p:cBhvr>
                                        <p:cTn id="237" dur="200"/>
                                        <p:tgtEl>
                                          <p:spTgt spid="41"/>
                                        </p:tgtEl>
                                      </p:cBhvr>
                                    </p:animEffect>
                                    <p:set>
                                      <p:cBhvr>
                                        <p:cTn id="238" dur="1" fill="hold">
                                          <p:stCondLst>
                                            <p:cond delay="199"/>
                                          </p:stCondLst>
                                        </p:cTn>
                                        <p:tgtEl>
                                          <p:spTgt spid="41"/>
                                        </p:tgtEl>
                                        <p:attrNameLst>
                                          <p:attrName>style.visibility</p:attrName>
                                        </p:attrNameLst>
                                      </p:cBhvr>
                                      <p:to>
                                        <p:strVal val="hidden"/>
                                      </p:to>
                                    </p:set>
                                  </p:childTnLst>
                                </p:cTn>
                              </p:par>
                              <p:par>
                                <p:cTn id="242" presetID="10" presetClass="exit" presetSubtype="0" fill="hold" grpId="1" nodeType="withEffect">
                                  <p:stCondLst>
                                    <p:cond delay="36580"/>
                                  </p:stCondLst>
                                  <p:childTnLst>
                                    <p:animEffect transition="out" filter="fade">
                                      <p:cBhvr>
                                        <p:cTn id="240" dur="200"/>
                                        <p:tgtEl>
                                          <p:spTgt spid="42"/>
                                        </p:tgtEl>
                                      </p:cBhvr>
                                    </p:animEffect>
                                    <p:set>
                                      <p:cBhvr>
                                        <p:cTn id="241" dur="1" fill="hold">
                                          <p:stCondLst>
                                            <p:cond delay="199"/>
                                          </p:stCondLst>
                                        </p:cTn>
                                        <p:tgtEl>
                                          <p:spTgt spid="42"/>
                                        </p:tgtEl>
                                        <p:attrNameLst>
                                          <p:attrName>style.visibility</p:attrName>
                                        </p:attrNameLst>
                                      </p:cBhvr>
                                      <p:to>
                                        <p:strVal val="hidden"/>
                                      </p:to>
                                    </p:set>
                                  </p:childTnLst>
                                </p:cTn>
                              </p:par>
                              <p:par>
                                <p:cTn id="245" presetID="10" presetClass="exit" presetSubtype="0" fill="hold" grpId="2" nodeType="withEffect">
                                  <p:stCondLst>
                                    <p:cond delay="36600"/>
                                  </p:stCondLst>
                                  <p:childTnLst>
                                    <p:animEffect transition="out" filter="fade">
                                      <p:cBhvr>
                                        <p:cTn id="243" dur="220"/>
                                        <p:tgtEl>
                                          <p:spTgt spid="22"/>
                                        </p:tgtEl>
                                      </p:cBhvr>
                                    </p:animEffect>
                                    <p:set>
                                      <p:cBhvr>
                                        <p:cTn id="244" dur="1" fill="hold">
                                          <p:stCondLst>
                                            <p:cond delay="219"/>
                                          </p:stCondLst>
                                        </p:cTn>
                                        <p:tgtEl>
                                          <p:spTgt spid="22"/>
                                        </p:tgtEl>
                                        <p:attrNameLst>
                                          <p:attrName>style.visibility</p:attrName>
                                        </p:attrNameLst>
                                      </p:cBhvr>
                                      <p:to>
                                        <p:strVal val="hidden"/>
                                      </p:to>
                                    </p:set>
                                  </p:childTnLst>
                                </p:cTn>
                              </p:par>
                              <p:par>
                                <p:cTn id="248" presetID="10" presetClass="entr" presetSubtype="0" fill="hold" grpId="0" nodeType="withEffect">
                                  <p:stCondLst>
                                    <p:cond delay="36600"/>
                                  </p:stCondLst>
                                  <p:childTnLst>
                                    <p:set>
                                      <p:cBhvr>
                                        <p:cTn id="246" dur="1" fill="hold">
                                          <p:stCondLst>
                                            <p:cond delay="0"/>
                                          </p:stCondLst>
                                        </p:cTn>
                                        <p:tgtEl>
                                          <p:spTgt spid="23"/>
                                        </p:tgtEl>
                                        <p:attrNameLst>
                                          <p:attrName>style.visibility</p:attrName>
                                        </p:attrNameLst>
                                      </p:cBhvr>
                                      <p:to>
                                        <p:strVal val="visible"/>
                                      </p:to>
                                    </p:set>
                                    <p:animEffect transition="in" filter="fade">
                                      <p:cBhvr>
                                        <p:cTn id="247" dur="220"/>
                                        <p:tgtEl>
                                          <p:spTgt spid="23"/>
                                        </p:tgtEl>
                                      </p:cBhvr>
                                    </p:animEffect>
                                  </p:childTnLst>
                                </p:cTn>
                              </p:par>
                              <p:par>
                                <p:cTn id="253" presetID="42" presetClass="entr" presetSubtype="0" fill="hold" grpId="0" nodeType="withEffect">
                                  <p:stCondLst>
                                    <p:cond delay="36700"/>
                                  </p:stCondLst>
                                  <p:childTnLst>
                                    <p:set>
                                      <p:cBhvr>
                                        <p:cTn id="249" dur="1" fill="hold">
                                          <p:stCondLst>
                                            <p:cond delay="0"/>
                                          </p:stCondLst>
                                        </p:cTn>
                                        <p:tgtEl>
                                          <p:spTgt spid="44"/>
                                        </p:tgtEl>
                                        <p:attrNameLst>
                                          <p:attrName>style.visibility</p:attrName>
                                        </p:attrNameLst>
                                      </p:cBhvr>
                                      <p:to>
                                        <p:strVal val="visible"/>
                                      </p:to>
                                    </p:set>
                                    <p:animEffect transition="in" filter="fade">
                                      <p:cBhvr>
                                        <p:cTn id="250" dur="300"/>
                                        <p:tgtEl>
                                          <p:spTgt spid="44"/>
                                        </p:tgtEl>
                                      </p:cBhvr>
                                    </p:animEffect>
                                    <p:anim calcmode="lin" valueType="num">
                                      <p:cBhvr additive="base">
                                        <p:cTn id="251" dur="300" fill="hold"/>
                                        <p:tgtEl>
                                          <p:spTgt spid="44"/>
                                        </p:tgtEl>
                                        <p:attrNameLst>
                                          <p:attrName>ppt_x</p:attrName>
                                        </p:attrNameLst>
                                      </p:cBhvr>
                                      <p:tavLst>
                                        <p:tav tm="0">
                                          <p:val>
                                            <p:strVal val="#ppt_x-.05"/>
                                          </p:val>
                                        </p:tav>
                                        <p:tav tm="100000">
                                          <p:val>
                                            <p:strVal val="#ppt_x"/>
                                          </p:val>
                                        </p:tav>
                                      </p:tavLst>
                                    </p:anim>
                                    <p:anim calcmode="lin" valueType="num">
                                      <p:cBhvr additive="base">
                                        <p:cTn id="252" dur="300" fill="hold"/>
                                        <p:tgtEl>
                                          <p:spTgt spid="44"/>
                                        </p:tgtEl>
                                        <p:attrNameLst>
                                          <p:attrName>ppt_y</p:attrName>
                                        </p:attrNameLst>
                                      </p:cBhvr>
                                      <p:tavLst>
                                        <p:tav tm="0">
                                          <p:val>
                                            <p:strVal val="#ppt_y"/>
                                          </p:val>
                                        </p:tav>
                                        <p:tav tm="100000">
                                          <p:val>
                                            <p:strVal val="#ppt_y"/>
                                          </p:val>
                                        </p:tav>
                                      </p:tavLst>
                                    </p:anim>
                                  </p:childTnLst>
                                </p:cTn>
                              </p:par>
                              <p:par>
                                <p:cTn id="255" presetID="1" presetClass="entr" presetSubtype="0" fill="hold" grpId="0" nodeType="withEffect">
                                  <p:stCondLst>
                                    <p:cond delay="36850"/>
                                  </p:stCondLst>
                                  <p:iterate type="lt">
                                    <p:tmAbs val="30"/>
                                  </p:iterate>
                                  <p:childTnLst>
                                    <p:set>
                                      <p:cBhvr>
                                        <p:cTn id="254" dur="1" fill="hold">
                                          <p:stCondLst>
                                            <p:cond delay="0"/>
                                          </p:stCondLst>
                                        </p:cTn>
                                        <p:tgtEl>
                                          <p:spTgt spid="45"/>
                                        </p:tgtEl>
                                        <p:attrNameLst>
                                          <p:attrName>style.visibility</p:attrName>
                                        </p:attrNameLst>
                                      </p:cBhvr>
                                      <p:to>
                                        <p:strVal val="visible"/>
                                      </p:to>
                                    </p:set>
                                  </p:childTnLst>
                                </p:cTn>
                              </p:par>
                              <p:par>
                                <p:cTn id="260" presetID="53" presetClass="entr" presetSubtype="16" fill="hold" grpId="0" nodeType="withEffect">
                                  <p:stCondLst>
                                    <p:cond delay="37100"/>
                                  </p:stCondLst>
                                  <p:childTnLst>
                                    <p:set>
                                      <p:cBhvr>
                                        <p:cTn id="256" dur="1" fill="hold">
                                          <p:stCondLst>
                                            <p:cond delay="0"/>
                                          </p:stCondLst>
                                        </p:cTn>
                                        <p:tgtEl>
                                          <p:spTgt spid="18"/>
                                        </p:tgtEl>
                                        <p:attrNameLst>
                                          <p:attrName>style.visibility</p:attrName>
                                        </p:attrNameLst>
                                      </p:cBhvr>
                                      <p:to>
                                        <p:strVal val="visible"/>
                                      </p:to>
                                    </p:set>
                                    <p:anim calcmode="lin" valueType="num">
                                      <p:cBhvr additive="base">
                                        <p:cTn id="257" dur="400" fill="hold"/>
                                        <p:tgtEl>
                                          <p:spTgt spid="18"/>
                                        </p:tgtEl>
                                        <p:attrNameLst>
                                          <p:attrName>ppt_w</p:attrName>
                                        </p:attrNameLst>
                                      </p:cBhvr>
                                      <p:tavLst>
                                        <p:tav tm="0">
                                          <p:val>
                                            <p:strVal val="0"/>
                                          </p:val>
                                        </p:tav>
                                        <p:tav tm="100000">
                                          <p:val>
                                            <p:strVal val="#ppt_w"/>
                                          </p:val>
                                        </p:tav>
                                      </p:tavLst>
                                    </p:anim>
                                    <p:anim calcmode="lin" valueType="num">
                                      <p:cBhvr additive="base">
                                        <p:cTn id="258" dur="400" fill="hold"/>
                                        <p:tgtEl>
                                          <p:spTgt spid="18"/>
                                        </p:tgtEl>
                                        <p:attrNameLst>
                                          <p:attrName>ppt_h</p:attrName>
                                        </p:attrNameLst>
                                      </p:cBhvr>
                                      <p:tavLst>
                                        <p:tav tm="0">
                                          <p:val>
                                            <p:strVal val="0"/>
                                          </p:val>
                                        </p:tav>
                                        <p:tav tm="100000">
                                          <p:val>
                                            <p:strVal val="#ppt_h"/>
                                          </p:val>
                                        </p:tav>
                                      </p:tavLst>
                                    </p:anim>
                                    <p:animEffect transition="in" filter="fade">
                                      <p:cBhvr>
                                        <p:cTn id="259" dur="400"/>
                                        <p:tgtEl>
                                          <p:spTgt spid="18"/>
                                        </p:tgtEl>
                                      </p:cBhvr>
                                    </p:animEffect>
                                  </p:childTnLst>
                                </p:cTn>
                              </p:par>
                              <p:par>
                                <p:cTn id="262" presetID="32" presetClass="emph" presetSubtype="0" fill="hold" grpId="1" nodeType="withEffect" autoRev="1" repeatCount="8000">
                                  <p:stCondLst>
                                    <p:cond delay="37500"/>
                                  </p:stCondLst>
                                  <p:childTnLst>
                                    <p:animRot by="240000">
                                      <p:cBhvr>
                                        <p:cTn id="261" dur="120" fill="hold"/>
                                        <p:tgtEl>
                                          <p:spTgt spid="18"/>
                                        </p:tgtEl>
                                        <p:attrNameLst>
                                          <p:attrName>r</p:attrName>
                                        </p:attrNameLst>
                                      </p:cBhvr>
                                    </p:animRot>
                                  </p:childTnLst>
                                </p:cTn>
                              </p:par>
                              <p:par>
                                <p:cTn id="265" presetID="22" presetClass="entr" presetSubtype="8" fill="hold" grpId="0" nodeType="withEffect">
                                  <p:stCondLst>
                                    <p:cond delay="37700"/>
                                  </p:stCondLst>
                                  <p:childTnLst>
                                    <p:set>
                                      <p:cBhvr>
                                        <p:cTn id="263" dur="1" fill="hold">
                                          <p:stCondLst>
                                            <p:cond delay="0"/>
                                          </p:stCondLst>
                                        </p:cTn>
                                        <p:tgtEl>
                                          <p:spTgt spid="19"/>
                                        </p:tgtEl>
                                        <p:attrNameLst>
                                          <p:attrName>style.visibility</p:attrName>
                                        </p:attrNameLst>
                                      </p:cBhvr>
                                      <p:to>
                                        <p:strVal val="visible"/>
                                      </p:to>
                                    </p:set>
                                    <p:animEffect transition="in" filter="wipe(left)">
                                      <p:cBhvr>
                                        <p:cTn id="264" dur="900"/>
                                        <p:tgtEl>
                                          <p:spTgt spid="19"/>
                                        </p:tgtEl>
                                      </p:cBhvr>
                                    </p:animEffect>
                                  </p:childTnLst>
                                </p:cTn>
                              </p:par>
                              <p:par>
                                <p:cTn id="268" presetID="10" presetClass="entr" presetSubtype="0" fill="hold" grpId="0" nodeType="withEffect">
                                  <p:stCondLst>
                                    <p:cond delay="38800"/>
                                  </p:stCondLst>
                                  <p:childTnLst>
                                    <p:set>
                                      <p:cBhvr>
                                        <p:cTn id="266" dur="1" fill="hold">
                                          <p:stCondLst>
                                            <p:cond delay="0"/>
                                          </p:stCondLst>
                                        </p:cTn>
                                        <p:tgtEl>
                                          <p:spTgt spid="46"/>
                                        </p:tgtEl>
                                        <p:attrNameLst>
                                          <p:attrName>style.visibility</p:attrName>
                                        </p:attrNameLst>
                                      </p:cBhvr>
                                      <p:to>
                                        <p:strVal val="visible"/>
                                      </p:to>
                                    </p:set>
                                    <p:animEffect transition="in" filter="fade">
                                      <p:cBhvr>
                                        <p:cTn id="267" dur="80"/>
                                        <p:tgtEl>
                                          <p:spTgt spid="46"/>
                                        </p:tgtEl>
                                      </p:cBhvr>
                                    </p:animEffect>
                                  </p:childTnLst>
                                </p:cTn>
                              </p:par>
                              <p:par>
                                <p:cTn id="271" presetID="10" presetClass="exit" presetSubtype="0" fill="hold" grpId="1" nodeType="withEffect">
                                  <p:stCondLst>
                                    <p:cond delay="38900"/>
                                  </p:stCondLst>
                                  <p:childTnLst>
                                    <p:animEffect transition="out" filter="fade">
                                      <p:cBhvr>
                                        <p:cTn id="269" dur="220"/>
                                        <p:tgtEl>
                                          <p:spTgt spid="24"/>
                                        </p:tgtEl>
                                      </p:cBhvr>
                                    </p:animEffect>
                                    <p:set>
                                      <p:cBhvr>
                                        <p:cTn id="270" dur="1" fill="hold">
                                          <p:stCondLst>
                                            <p:cond delay="219"/>
                                          </p:stCondLst>
                                        </p:cTn>
                                        <p:tgtEl>
                                          <p:spTgt spid="24"/>
                                        </p:tgtEl>
                                        <p:attrNameLst>
                                          <p:attrName>style.visibility</p:attrName>
                                        </p:attrNameLst>
                                      </p:cBhvr>
                                      <p:to>
                                        <p:strVal val="hidden"/>
                                      </p:to>
                                    </p:set>
                                  </p:childTnLst>
                                </p:cTn>
                              </p:par>
                              <p:par>
                                <p:cTn id="274" presetID="10" presetClass="entr" presetSubtype="0" fill="hold" grpId="0" nodeType="withEffect">
                                  <p:stCondLst>
                                    <p:cond delay="38900"/>
                                  </p:stCondLst>
                                  <p:childTnLst>
                                    <p:set>
                                      <p:cBhvr>
                                        <p:cTn id="272" dur="1" fill="hold">
                                          <p:stCondLst>
                                            <p:cond delay="0"/>
                                          </p:stCondLst>
                                        </p:cTn>
                                        <p:tgtEl>
                                          <p:spTgt spid="25"/>
                                        </p:tgtEl>
                                        <p:attrNameLst>
                                          <p:attrName>style.visibility</p:attrName>
                                        </p:attrNameLst>
                                      </p:cBhvr>
                                      <p:to>
                                        <p:strVal val="visible"/>
                                      </p:to>
                                    </p:set>
                                    <p:animEffect transition="in" filter="fade">
                                      <p:cBhvr>
                                        <p:cTn id="273" dur="220"/>
                                        <p:tgtEl>
                                          <p:spTgt spid="25"/>
                                        </p:tgtEl>
                                      </p:cBhvr>
                                    </p:animEffect>
                                  </p:childTnLst>
                                </p:cTn>
                              </p:par>
                              <p:par>
                                <p:cTn id="277" presetID="10" presetClass="exit" presetSubtype="0" fill="hold" grpId="1" nodeType="withEffect">
                                  <p:stCondLst>
                                    <p:cond delay="38920"/>
                                  </p:stCondLst>
                                  <p:childTnLst>
                                    <p:animEffect transition="out" filter="fade">
                                      <p:cBhvr>
                                        <p:cTn id="275" dur="380"/>
                                        <p:tgtEl>
                                          <p:spTgt spid="46"/>
                                        </p:tgtEl>
                                      </p:cBhvr>
                                    </p:animEffect>
                                    <p:set>
                                      <p:cBhvr>
                                        <p:cTn id="276" dur="1" fill="hold">
                                          <p:stCondLst>
                                            <p:cond delay="379"/>
                                          </p:stCondLst>
                                        </p:cTn>
                                        <p:tgtEl>
                                          <p:spTgt spid="46"/>
                                        </p:tgtEl>
                                        <p:attrNameLst>
                                          <p:attrName>style.visibility</p:attrName>
                                        </p:attrNameLst>
                                      </p:cBhvr>
                                      <p:to>
                                        <p:strVal val="hidden"/>
                                      </p:to>
                                    </p:set>
                                  </p:childTnLst>
                                </p:cTn>
                              </p:par>
                              <p:par>
                                <p:cTn id="279" presetID="0" presetClass="path" presetSubtype="0" fill="hold" grpId="1" nodeType="withEffect" autoRev="1" repeatCount="6000">
                                  <p:stCondLst>
                                    <p:cond delay="39000"/>
                                  </p:stCondLst>
                                  <p:childTnLst>
                                    <p:animMotion origin="layout" path="M 0 0 L 0.008 0 E" pathEditMode="relative" ptsTypes="AA">
                                      <p:cBhvr>
                                        <p:cTn id="278" dur="60" fill="hold"/>
                                        <p:tgtEl>
                                          <p:spTgt spid="25"/>
                                        </p:tgtEl>
                                        <p:attrNameLst>
                                          <p:attrName>ppt_x</p:attrName>
                                          <p:attrName>ppt_y</p:attrName>
                                        </p:attrNameLst>
                                      </p:cBhvr>
                                    </p:animMotion>
                                  </p:childTnLst>
                                </p:cTn>
                              </p:par>
                              <p:par>
                                <p:cTn id="284" presetID="53" presetClass="entr" presetSubtype="16" fill="hold" grpId="0" nodeType="withEffect">
                                  <p:stCondLst>
                                    <p:cond delay="39100"/>
                                  </p:stCondLst>
                                  <p:childTnLst>
                                    <p:set>
                                      <p:cBhvr>
                                        <p:cTn id="280" dur="1" fill="hold">
                                          <p:stCondLst>
                                            <p:cond delay="0"/>
                                          </p:stCondLst>
                                        </p:cTn>
                                        <p:tgtEl>
                                          <p:spTgt spid="28"/>
                                        </p:tgtEl>
                                        <p:attrNameLst>
                                          <p:attrName>style.visibility</p:attrName>
                                        </p:attrNameLst>
                                      </p:cBhvr>
                                      <p:to>
                                        <p:strVal val="visible"/>
                                      </p:to>
                                    </p:set>
                                    <p:anim calcmode="lin" valueType="num">
                                      <p:cBhvr additive="base">
                                        <p:cTn id="281" dur="300" fill="hold"/>
                                        <p:tgtEl>
                                          <p:spTgt spid="28"/>
                                        </p:tgtEl>
                                        <p:attrNameLst>
                                          <p:attrName>ppt_w</p:attrName>
                                        </p:attrNameLst>
                                      </p:cBhvr>
                                      <p:tavLst>
                                        <p:tav tm="0">
                                          <p:val>
                                            <p:strVal val="0"/>
                                          </p:val>
                                        </p:tav>
                                        <p:tav tm="100000">
                                          <p:val>
                                            <p:strVal val="#ppt_w"/>
                                          </p:val>
                                        </p:tav>
                                      </p:tavLst>
                                    </p:anim>
                                    <p:anim calcmode="lin" valueType="num">
                                      <p:cBhvr additive="base">
                                        <p:cTn id="282" dur="300" fill="hold"/>
                                        <p:tgtEl>
                                          <p:spTgt spid="28"/>
                                        </p:tgtEl>
                                        <p:attrNameLst>
                                          <p:attrName>ppt_h</p:attrName>
                                        </p:attrNameLst>
                                      </p:cBhvr>
                                      <p:tavLst>
                                        <p:tav tm="0">
                                          <p:val>
                                            <p:strVal val="0"/>
                                          </p:val>
                                        </p:tav>
                                        <p:tav tm="100000">
                                          <p:val>
                                            <p:strVal val="#ppt_h"/>
                                          </p:val>
                                        </p:tav>
                                      </p:tavLst>
                                    </p:anim>
                                    <p:animEffect transition="in" filter="fade">
                                      <p:cBhvr>
                                        <p:cTn id="283" dur="300"/>
                                        <p:tgtEl>
                                          <p:spTgt spid="28"/>
                                        </p:tgtEl>
                                      </p:cBhvr>
                                    </p:animEffect>
                                  </p:childTnLst>
                                </p:cTn>
                              </p:par>
                              <p:par>
                                <p:cTn id="286" presetID="6" presetClass="emph" presetSubtype="0" fill="hold" grpId="1" nodeType="withEffect" autoRev="1" repeatCount="indefinite">
                                  <p:stCondLst>
                                    <p:cond delay="39400"/>
                                  </p:stCondLst>
                                  <p:childTnLst>
                                    <p:animScale>
                                      <p:cBhvr>
                                        <p:cTn id="285" dur="400" fill="hold"/>
                                        <p:tgtEl>
                                          <p:spTgt spid="28"/>
                                        </p:tgtEl>
                                      </p:cBhvr>
                                      <p:by x="120000" y="120000"/>
                                    </p:animScale>
                                  </p:childTnLst>
                                </p:cTn>
                              </p:par>
                              <p:par>
                                <p:cTn id="289" presetID="22" presetClass="entr" presetSubtype="8" fill="hold" grpId="0" nodeType="withEffect">
                                  <p:stCondLst>
                                    <p:cond delay="40600"/>
                                  </p:stCondLst>
                                  <p:childTnLst>
                                    <p:set>
                                      <p:cBhvr>
                                        <p:cTn id="287" dur="1" fill="hold">
                                          <p:stCondLst>
                                            <p:cond delay="0"/>
                                          </p:stCondLst>
                                        </p:cTn>
                                        <p:tgtEl>
                                          <p:spTgt spid="47"/>
                                        </p:tgtEl>
                                        <p:attrNameLst>
                                          <p:attrName>style.visibility</p:attrName>
                                        </p:attrNameLst>
                                      </p:cBhvr>
                                      <p:to>
                                        <p:strVal val="visible"/>
                                      </p:to>
                                    </p:set>
                                    <p:animEffect transition="in" filter="wipe(left)">
                                      <p:cBhvr>
                                        <p:cTn id="288" dur="9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0" grpId="0" animBg="1"/>
      <p:bldP spid="3" grpId="0" animBg="1"/>
      <p:bldP spid="2" grpId="1" animBg="1"/>
      <p:bldP spid="6" grpId="0" animBg="1"/>
      <p:bldP spid="30" grpId="1" animBg="1"/>
      <p:bldP spid="29" grpId="0" animBg="1"/>
      <p:bldP spid="31" grpId="0" animBg="1"/>
      <p:bldP spid="20" grpId="0" animBg="1"/>
      <p:bldP spid="21" grpId="0" animBg="1"/>
      <p:bldP spid="24" grpId="0" animBg="1"/>
      <p:bldP spid="32" grpId="0" animBg="1"/>
      <p:bldP spid="33" grpId="0" animBg="1"/>
      <p:bldP spid="27" grpId="0" animBg="1"/>
      <p:bldP spid="27" grpId="1" animBg="1"/>
      <p:bldP spid="26" grpId="0" animBg="1"/>
      <p:bldP spid="31" grpId="1" animBg="1"/>
      <p:bldP spid="26" grpId="1" animBg="1"/>
      <p:bldP spid="27" grpId="2" animBg="1"/>
      <p:bldP spid="34" grpId="0" animBg="1"/>
      <p:bldP spid="32" grpId="1" animBg="1"/>
      <p:bldP spid="33" grpId="1" animBg="1"/>
      <p:bldP spid="7" grpId="0" animBg="1"/>
      <p:bldP spid="35" grpId="0" animBg="1"/>
      <p:bldP spid="36" grpId="0" animBg="1"/>
      <p:bldP spid="10" grpId="0" animBg="1"/>
      <p:bldP spid="11" grpId="0" animBg="1"/>
      <p:bldP spid="12" grpId="0" animBg="1"/>
      <p:bldP spid="13" grpId="0" animBg="1"/>
      <p:bldP spid="34" grpId="1" animBg="1"/>
      <p:bldP spid="10" grpId="1" animBg="1"/>
      <p:bldP spid="11" grpId="1" animBg="1"/>
      <p:bldP spid="12" grpId="1" animBg="1"/>
      <p:bldP spid="13" grpId="1" animBg="1"/>
      <p:bldP spid="7" grpId="1" animBg="1"/>
      <p:bldP spid="37" grpId="0" animBg="1"/>
      <p:bldP spid="35" grpId="1" animBg="1"/>
      <p:bldP spid="36" grpId="1" animBg="1"/>
      <p:bldP spid="14" grpId="0" animBg="1"/>
      <p:bldP spid="38" grpId="0" animBg="1"/>
      <p:bldP spid="39" grpId="0" animBg="1"/>
      <p:bldP spid="15" grpId="0" animBg="1"/>
      <p:bldP spid="14" grpId="1" animBg="1"/>
      <p:bldP spid="15" grpId="1" animBg="1"/>
      <p:bldP spid="40" grpId="0" animBg="1"/>
      <p:bldP spid="8" grpId="0" animBg="1"/>
      <p:bldP spid="9" grpId="0" animBg="1"/>
      <p:bldP spid="40" grpId="1" animBg="1"/>
      <p:bldP spid="16" grpId="0" animBg="1"/>
      <p:bldP spid="38" grpId="1" animBg="1"/>
      <p:bldP spid="39" grpId="1" animBg="1"/>
      <p:bldP spid="21" grpId="1" animBg="1"/>
      <p:bldP spid="22" grpId="0" animBg="1"/>
      <p:bldP spid="41" grpId="0" animBg="1"/>
      <p:bldP spid="9" grpId="1" animBg="1"/>
      <p:bldP spid="42" grpId="0" animBg="1"/>
      <p:bldP spid="22" grpId="1" animBg="1"/>
      <p:bldP spid="17" grpId="0" animBg="1"/>
      <p:bldP spid="37" grpId="1" animBg="1"/>
      <p:bldP spid="8" grpId="1" animBg="1"/>
      <p:bldP spid="9" grpId="2" animBg="1"/>
      <p:bldP spid="16" grpId="1" animBg="1"/>
      <p:bldP spid="17" grpId="1" animBg="1"/>
      <p:bldP spid="43" grpId="0" animBg="1"/>
      <p:bldP spid="41" grpId="1" animBg="1"/>
      <p:bldP spid="42" grpId="1" animBg="1"/>
      <p:bldP spid="22" grpId="2" animBg="1"/>
      <p:bldP spid="23" grpId="0" animBg="1"/>
      <p:bldP spid="44" grpId="0" animBg="1"/>
      <p:bldP spid="45" grpId="0" animBg="1"/>
      <p:bldP spid="18" grpId="0" animBg="1"/>
      <p:bldP spid="18" grpId="1" animBg="1"/>
      <p:bldP spid="19" grpId="0" animBg="1"/>
      <p:bldP spid="46" grpId="0" animBg="1"/>
      <p:bldP spid="24" grpId="1" animBg="1"/>
      <p:bldP spid="25" grpId="0" animBg="1"/>
      <p:bldP spid="46" grpId="1" animBg="1"/>
      <p:bldP spid="25" grpId="1" animBg="1"/>
      <p:bldP spid="28" grpId="0" animBg="1"/>
      <p:bldP spid="28" grpId="1"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court"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speed" descr="preencoded.png">    </p:cNvPr>
          <p:cNvPicPr>
            <a:picLocks noChangeAspect="1"/>
          </p:cNvPicPr>
          <p:nvPr/>
        </p:nvPicPr>
        <p:blipFill>
          <a:blip r:embed="rId4"/>
          <a:stretch>
            <a:fillRect/>
          </a:stretch>
        </p:blipFill>
        <p:spPr>
          <a:xfrm>
            <a:off x="548640" y="868680"/>
            <a:ext cx="11094415" cy="5349240"/>
          </a:xfrm>
          <a:prstGeom prst="rect">
            <a:avLst/>
          </a:prstGeom>
        </p:spPr>
      </p:pic>
      <p:pic>
        <p:nvPicPr>
          <p:cNvPr id="10" name="china" descr="china">    </p:cNvPr>
          <p:cNvPicPr>
            <a:picLocks noChangeAspect="1"/>
          </p:cNvPicPr>
          <p:nvPr/>
        </p:nvPicPr>
        <p:blipFill>
          <a:blip r:embed="rId5"/>
          <a:stretch>
            <a:fillRect/>
          </a:stretch>
        </p:blipFill>
        <p:spPr>
          <a:xfrm>
            <a:off x="4572000" y="2103120"/>
            <a:ext cx="2743200" cy="2011680"/>
          </a:xfrm>
          <a:prstGeom prst="rect">
            <a:avLst/>
          </a:prstGeom>
        </p:spPr>
      </p:pic>
      <p:pic>
        <p:nvPicPr>
          <p:cNvPr id="11" name="magnifier" descr="magnifier">    </p:cNvPr>
          <p:cNvPicPr>
            <a:picLocks noChangeAspect="1"/>
          </p:cNvPicPr>
          <p:nvPr/>
        </p:nvPicPr>
        <p:blipFill>
          <a:blip r:embed="rId6"/>
          <a:stretch>
            <a:fillRect/>
          </a:stretch>
        </p:blipFill>
        <p:spPr>
          <a:xfrm>
            <a:off x="6583680" y="1463040"/>
            <a:ext cx="1280160" cy="1280160"/>
          </a:xfrm>
          <a:prstGeom prst="rect">
            <a:avLst/>
          </a:prstGeom>
        </p:spPr>
      </p:pic>
      <p:pic>
        <p:nvPicPr>
          <p:cNvPr id="12" name="box a" descr="box a">    </p:cNvPr>
          <p:cNvPicPr>
            <a:picLocks noChangeAspect="1"/>
          </p:cNvPicPr>
          <p:nvPr/>
        </p:nvPicPr>
        <p:blipFill>
          <a:blip r:embed="rId7"/>
          <a:stretch>
            <a:fillRect/>
          </a:stretch>
        </p:blipFill>
        <p:spPr>
          <a:xfrm>
            <a:off x="4480560" y="3017520"/>
            <a:ext cx="1737360" cy="1261872"/>
          </a:xfrm>
          <a:prstGeom prst="rect">
            <a:avLst/>
          </a:prstGeom>
        </p:spPr>
      </p:pic>
      <p:pic>
        <p:nvPicPr>
          <p:cNvPr id="13" name="box b" descr="box b">    </p:cNvPr>
          <p:cNvPicPr>
            <a:picLocks noChangeAspect="1"/>
          </p:cNvPicPr>
          <p:nvPr/>
        </p:nvPicPr>
        <p:blipFill>
          <a:blip r:embed="rId8"/>
          <a:stretch>
            <a:fillRect/>
          </a:stretch>
        </p:blipFill>
        <p:spPr>
          <a:xfrm>
            <a:off x="6172200" y="3017520"/>
            <a:ext cx="1737360" cy="1261872"/>
          </a:xfrm>
          <a:prstGeom prst="rect">
            <a:avLst/>
          </a:prstGeom>
        </p:spPr>
      </p:pic>
      <p:pic>
        <p:nvPicPr>
          <p:cNvPr id="14" name="box c" descr="box c">    </p:cNvPr>
          <p:cNvPicPr>
            <a:picLocks noChangeAspect="1"/>
          </p:cNvPicPr>
          <p:nvPr/>
        </p:nvPicPr>
        <p:blipFill>
          <a:blip r:embed="rId9"/>
          <a:stretch>
            <a:fillRect/>
          </a:stretch>
        </p:blipFill>
        <p:spPr>
          <a:xfrm>
            <a:off x="5321808" y="1965960"/>
            <a:ext cx="1737360" cy="1261872"/>
          </a:xfrm>
          <a:prstGeom prst="rect">
            <a:avLst/>
          </a:prstGeom>
        </p:spPr>
      </p:pic>
      <p:pic>
        <p:nvPicPr>
          <p:cNvPr id="15" name="repacked" descr="repacked">    </p:cNvPr>
          <p:cNvPicPr>
            <a:picLocks noChangeAspect="1"/>
          </p:cNvPicPr>
          <p:nvPr/>
        </p:nvPicPr>
        <p:blipFill>
          <a:blip r:embed="rId10"/>
          <a:stretch>
            <a:fillRect/>
          </a:stretch>
        </p:blipFill>
        <p:spPr>
          <a:xfrm rot="-360000">
            <a:off x="4572000" y="1051560"/>
            <a:ext cx="2834640" cy="1060704"/>
          </a:xfrm>
          <a:prstGeom prst="rect">
            <a:avLst/>
          </a:prstGeom>
        </p:spPr>
      </p:pic>
      <p:pic>
        <p:nvPicPr>
          <p:cNvPr id="16" name="phone" descr="phone">    </p:cNvPr>
          <p:cNvPicPr>
            <a:picLocks noChangeAspect="1"/>
          </p:cNvPicPr>
          <p:nvPr/>
        </p:nvPicPr>
        <p:blipFill>
          <a:blip r:embed="rId11"/>
          <a:stretch>
            <a:fillRect/>
          </a:stretch>
        </p:blipFill>
        <p:spPr>
          <a:xfrm>
            <a:off x="4160520" y="1097280"/>
            <a:ext cx="1417320" cy="2404872"/>
          </a:xfrm>
          <a:prstGeom prst="rect">
            <a:avLst/>
          </a:prstGeom>
        </p:spPr>
      </p:pic>
      <p:pic>
        <p:nvPicPr>
          <p:cNvPr id="17" name="cash" descr="cash">    </p:cNvPr>
          <p:cNvPicPr>
            <a:picLocks noChangeAspect="1"/>
          </p:cNvPicPr>
          <p:nvPr/>
        </p:nvPicPr>
        <p:blipFill>
          <a:blip r:embed="rId12"/>
          <a:stretch>
            <a:fillRect/>
          </a:stretch>
        </p:blipFill>
        <p:spPr>
          <a:xfrm>
            <a:off x="3840480" y="3611880"/>
            <a:ext cx="1371600" cy="896112"/>
          </a:xfrm>
          <a:prstGeom prst="rect">
            <a:avLst/>
          </a:prstGeom>
        </p:spPr>
      </p:pic>
      <p:pic>
        <p:nvPicPr>
          <p:cNvPr id="18" name="crack" descr="crack">    </p:cNvPr>
          <p:cNvPicPr>
            <a:picLocks noChangeAspect="1"/>
          </p:cNvPicPr>
          <p:nvPr/>
        </p:nvPicPr>
        <p:blipFill>
          <a:blip r:embed="rId13"/>
          <a:stretch>
            <a:fillRect/>
          </a:stretch>
        </p:blipFill>
        <p:spPr>
          <a:xfrm>
            <a:off x="5989320" y="914400"/>
            <a:ext cx="640080" cy="3840480"/>
          </a:xfrm>
          <a:prstGeom prst="rect">
            <a:avLst/>
          </a:prstGeom>
        </p:spPr>
      </p:pic>
      <p:pic>
        <p:nvPicPr>
          <p:cNvPr id="19" name="gavel" descr="gavel">    </p:cNvPr>
          <p:cNvPicPr>
            <a:picLocks noChangeAspect="1"/>
          </p:cNvPicPr>
          <p:nvPr/>
        </p:nvPicPr>
        <p:blipFill>
          <a:blip r:embed="rId14"/>
          <a:stretch>
            <a:fillRect/>
          </a:stretch>
        </p:blipFill>
        <p:spPr>
          <a:xfrm>
            <a:off x="4892040" y="1325880"/>
            <a:ext cx="2377440" cy="2103120"/>
          </a:xfrm>
          <a:prstGeom prst="rect">
            <a:avLst/>
          </a:prstGeom>
        </p:spPr>
      </p:pic>
      <p:pic>
        <p:nvPicPr>
          <p:cNvPr id="20" name="house" descr="house">    </p:cNvPr>
          <p:cNvPicPr>
            <a:picLocks noChangeAspect="1"/>
          </p:cNvPicPr>
          <p:nvPr/>
        </p:nvPicPr>
        <p:blipFill>
          <a:blip r:embed="rId15"/>
          <a:stretch>
            <a:fillRect/>
          </a:stretch>
        </p:blipFill>
        <p:spPr>
          <a:xfrm>
            <a:off x="3611880" y="2240280"/>
            <a:ext cx="1737360" cy="1517904"/>
          </a:xfrm>
          <a:prstGeom prst="rect">
            <a:avLst/>
          </a:prstGeom>
        </p:spPr>
      </p:pic>
      <p:pic>
        <p:nvPicPr>
          <p:cNvPr id="21" name="david" descr="david">    </p:cNvPr>
          <p:cNvPicPr>
            <a:picLocks noChangeAspect="1"/>
          </p:cNvPicPr>
          <p:nvPr/>
        </p:nvPicPr>
        <p:blipFill>
          <a:blip r:embed="rId16"/>
          <a:stretch>
            <a:fillRect/>
          </a:stretch>
        </p:blipFill>
        <p:spPr>
          <a:xfrm>
            <a:off x="685800" y="1645920"/>
            <a:ext cx="2902857" cy="4572000"/>
          </a:xfrm>
          <a:prstGeom prst="rect">
            <a:avLst/>
          </a:prstGeom>
        </p:spPr>
      </p:pic>
      <p:pic>
        <p:nvPicPr>
          <p:cNvPr id="22" name="david shock" descr="david shock">    </p:cNvPr>
          <p:cNvPicPr>
            <a:picLocks noChangeAspect="1"/>
          </p:cNvPicPr>
          <p:nvPr/>
        </p:nvPicPr>
        <p:blipFill>
          <a:blip r:embed="rId17"/>
          <a:stretch>
            <a:fillRect/>
          </a:stretch>
        </p:blipFill>
        <p:spPr>
          <a:xfrm>
            <a:off x="685800" y="1645920"/>
            <a:ext cx="2902857" cy="4572000"/>
          </a:xfrm>
          <a:prstGeom prst="rect">
            <a:avLst/>
          </a:prstGeom>
        </p:spPr>
      </p:pic>
      <p:pic>
        <p:nvPicPr>
          <p:cNvPr id="23" name="david worried" descr="david worried">    </p:cNvPr>
          <p:cNvPicPr>
            <a:picLocks noChangeAspect="1"/>
          </p:cNvPicPr>
          <p:nvPr/>
        </p:nvPicPr>
        <p:blipFill>
          <a:blip r:embed="rId18"/>
          <a:stretch>
            <a:fillRect/>
          </a:stretch>
        </p:blipFill>
        <p:spPr>
          <a:xfrm>
            <a:off x="685800" y="1645920"/>
            <a:ext cx="2902857" cy="4572000"/>
          </a:xfrm>
          <a:prstGeom prst="rect">
            <a:avLst/>
          </a:prstGeom>
        </p:spPr>
      </p:pic>
      <p:pic>
        <p:nvPicPr>
          <p:cNvPr id="24" name="david angry" descr="david angry">    </p:cNvPr>
          <p:cNvPicPr>
            <a:picLocks noChangeAspect="1"/>
          </p:cNvPicPr>
          <p:nvPr/>
        </p:nvPicPr>
        <p:blipFill>
          <a:blip r:embed="rId19"/>
          <a:stretch>
            <a:fillRect/>
          </a:stretch>
        </p:blipFill>
        <p:spPr>
          <a:xfrm>
            <a:off x="685800" y="1645920"/>
            <a:ext cx="2902857" cy="4572000"/>
          </a:xfrm>
          <a:prstGeom prst="rect">
            <a:avLst/>
          </a:prstGeom>
        </p:spPr>
      </p:pic>
      <p:pic>
        <p:nvPicPr>
          <p:cNvPr id="25" name="david sad" descr="david sad">    </p:cNvPr>
          <p:cNvPicPr>
            <a:picLocks noChangeAspect="1"/>
          </p:cNvPicPr>
          <p:nvPr/>
        </p:nvPicPr>
        <p:blipFill>
          <a:blip r:embed="rId20"/>
          <a:stretch>
            <a:fillRect/>
          </a:stretch>
        </p:blipFill>
        <p:spPr>
          <a:xfrm>
            <a:off x="685800" y="1645920"/>
            <a:ext cx="2902857" cy="4572000"/>
          </a:xfrm>
          <a:prstGeom prst="rect">
            <a:avLst/>
          </a:prstGeom>
        </p:spPr>
      </p:pic>
      <p:pic>
        <p:nvPicPr>
          <p:cNvPr id="26" name="efraim" descr="efraim">    </p:cNvPr>
          <p:cNvPicPr>
            <a:picLocks noChangeAspect="1"/>
          </p:cNvPicPr>
          <p:nvPr/>
        </p:nvPicPr>
        <p:blipFill>
          <a:blip r:embed="rId21"/>
          <a:stretch>
            <a:fillRect/>
          </a:stretch>
        </p:blipFill>
        <p:spPr>
          <a:xfrm>
            <a:off x="8595360" y="1645920"/>
            <a:ext cx="2902857" cy="4572000"/>
          </a:xfrm>
          <a:prstGeom prst="rect">
            <a:avLst/>
          </a:prstGeom>
        </p:spPr>
      </p:pic>
      <p:pic>
        <p:nvPicPr>
          <p:cNvPr id="27" name="efraim grin" descr="efraim grin">    </p:cNvPr>
          <p:cNvPicPr>
            <a:picLocks noChangeAspect="1"/>
          </p:cNvPicPr>
          <p:nvPr/>
        </p:nvPicPr>
        <p:blipFill>
          <a:blip r:embed="rId22"/>
          <a:stretch>
            <a:fillRect/>
          </a:stretch>
        </p:blipFill>
        <p:spPr>
          <a:xfrm>
            <a:off x="8595360" y="1645920"/>
            <a:ext cx="2902857" cy="4572000"/>
          </a:xfrm>
          <a:prstGeom prst="rect">
            <a:avLst/>
          </a:prstGeom>
        </p:spPr>
      </p:pic>
      <p:pic>
        <p:nvPicPr>
          <p:cNvPr id="28" name="efraim angry" descr="efraim angry">    </p:cNvPr>
          <p:cNvPicPr>
            <a:picLocks noChangeAspect="1"/>
          </p:cNvPicPr>
          <p:nvPr/>
        </p:nvPicPr>
        <p:blipFill>
          <a:blip r:embed="rId23"/>
          <a:stretch>
            <a:fillRect/>
          </a:stretch>
        </p:blipFill>
        <p:spPr>
          <a:xfrm>
            <a:off x="8595360" y="1645920"/>
            <a:ext cx="2902857" cy="4572000"/>
          </a:xfrm>
          <a:prstGeom prst="rect">
            <a:avLst/>
          </a:prstGeom>
        </p:spPr>
      </p:pic>
      <p:pic>
        <p:nvPicPr>
          <p:cNvPr id="29" name="gloom" descr="gloom">    </p:cNvPr>
          <p:cNvPicPr>
            <a:picLocks noChangeAspect="1"/>
          </p:cNvPicPr>
          <p:nvPr/>
        </p:nvPicPr>
        <p:blipFill>
          <a:blip r:embed="rId24"/>
          <a:stretch>
            <a:fillRect/>
          </a:stretch>
        </p:blipFill>
        <p:spPr>
          <a:xfrm>
            <a:off x="914400" y="1828800"/>
            <a:ext cx="2377440" cy="2057400"/>
          </a:xfrm>
          <a:prstGeom prst="rect">
            <a:avLst/>
          </a:prstGeom>
        </p:spPr>
      </p:pic>
      <p:pic>
        <p:nvPicPr>
          <p:cNvPr id="30" name="vein" descr="vein">    </p:cNvPr>
          <p:cNvPicPr>
            <a:picLocks noChangeAspect="1"/>
          </p:cNvPicPr>
          <p:nvPr/>
        </p:nvPicPr>
        <p:blipFill>
          <a:blip r:embed="rId25"/>
          <a:stretch>
            <a:fillRect/>
          </a:stretch>
        </p:blipFill>
        <p:spPr>
          <a:xfrm>
            <a:off x="2697480" y="2057400"/>
            <a:ext cx="457200" cy="457200"/>
          </a:xfrm>
          <a:prstGeom prst="rect">
            <a:avLst/>
          </a:prstGeom>
        </p:spPr>
      </p:pic>
      <p:pic>
        <p:nvPicPr>
          <p:cNvPr id="31" name="bars" descr="bars">    </p:cNvPr>
          <p:cNvPicPr>
            <a:picLocks noChangeAspect="1"/>
          </p:cNvPicPr>
          <p:nvPr/>
        </p:nvPicPr>
        <p:blipFill>
          <a:blip r:embed="rId26"/>
          <a:stretch>
            <a:fillRect/>
          </a:stretch>
        </p:blipFill>
        <p:spPr>
          <a:xfrm>
            <a:off x="8549640" y="914400"/>
            <a:ext cx="2926080" cy="4096512"/>
          </a:xfrm>
          <a:prstGeom prst="rect">
            <a:avLst/>
          </a:prstGeom>
        </p:spPr>
      </p:pic>
      <p:pic>
        <p:nvPicPr>
          <p:cNvPr id="32" name="four" descr="four">    </p:cNvPr>
          <p:cNvPicPr>
            <a:picLocks noChangeAspect="1"/>
          </p:cNvPicPr>
          <p:nvPr/>
        </p:nvPicPr>
        <p:blipFill>
          <a:blip r:embed="rId27"/>
          <a:stretch>
            <a:fillRect/>
          </a:stretch>
        </p:blipFill>
        <p:spPr>
          <a:xfrm rot="-480000">
            <a:off x="5852160" y="3794760"/>
            <a:ext cx="2560320" cy="960120"/>
          </a:xfrm>
          <a:prstGeom prst="rect">
            <a:avLst/>
          </a:prstGeom>
        </p:spPr>
      </p:pic>
      <p:pic>
        <p:nvPicPr>
          <p:cNvPr id="33" name="seven" descr="seven">    </p:cNvPr>
          <p:cNvPicPr>
            <a:picLocks noChangeAspect="1"/>
          </p:cNvPicPr>
          <p:nvPr/>
        </p:nvPicPr>
        <p:blipFill>
          <a:blip r:embed="rId28"/>
          <a:stretch>
            <a:fillRect/>
          </a:stretch>
        </p:blipFill>
        <p:spPr>
          <a:xfrm rot="480000">
            <a:off x="3063240" y="3794760"/>
            <a:ext cx="2651760" cy="996696"/>
          </a:xfrm>
          <a:prstGeom prst="rect">
            <a:avLst/>
          </a:prstGeom>
        </p:spPr>
      </p:pic>
      <p:sp>
        <p:nvSpPr>
          <p:cNvPr id="3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5" name="eyecatch" descr="preencoded.png">    </p:cNvPr>
          <p:cNvPicPr>
            <a:picLocks noChangeAspect="1"/>
          </p:cNvPicPr>
          <p:nvPr/>
        </p:nvPicPr>
        <p:blipFill>
          <a:blip r:embed="rId29"/>
          <a:stretch>
            <a:fillRect/>
          </a:stretch>
        </p:blipFill>
        <p:spPr>
          <a:xfrm>
            <a:off x="548640" y="868680"/>
            <a:ext cx="11094415" cy="5349240"/>
          </a:xfrm>
          <a:prstGeom prst="rect">
            <a:avLst/>
          </a:prstGeom>
        </p:spPr>
      </p:pic>
      <p:sp>
        <p:nvSpPr>
          <p:cNvPr id="36"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9 · DISCOVERY</a:t>
            </a:r>
            <a:endParaRPr lang="en-US" sz="1300" dirty="0"/>
          </a:p>
        </p:txBody>
      </p:sp>
      <p:pic>
        <p:nvPicPr>
          <p:cNvPr id="37" name="flash 1" descr="preencoded.png">    </p:cNvPr>
          <p:cNvPicPr>
            <a:picLocks noChangeAspect="1"/>
          </p:cNvPicPr>
          <p:nvPr/>
        </p:nvPicPr>
        <p:blipFill>
          <a:blip r:embed="rId30"/>
          <a:stretch>
            <a:fillRect/>
          </a:stretch>
        </p:blipFill>
        <p:spPr>
          <a:xfrm>
            <a:off x="548640" y="868680"/>
            <a:ext cx="11094415" cy="5349240"/>
          </a:xfrm>
          <a:prstGeom prst="rect">
            <a:avLst/>
          </a:prstGeom>
        </p:spPr>
      </p:pic>
      <p:sp>
        <p:nvSpPr>
          <p:cNvPr id="3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 under the embargo… and in our contract!</a:t>
            </a:r>
            <a:endParaRPr lang="en-US" sz="1800" dirty="0"/>
          </a:p>
        </p:txBody>
      </p:sp>
      <p:sp>
        <p:nvSpPr>
          <p:cNvPr id="40"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10 · COVER-UP</a:t>
            </a:r>
            <a:endParaRPr lang="en-US" sz="1300" dirty="0"/>
          </a:p>
        </p:txBody>
      </p:sp>
      <p:sp>
        <p:nvSpPr>
          <p:cNvPr id="41"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in plain boxes. Who’s going to check?</a:t>
            </a:r>
            <a:endParaRPr lang="en-US" sz="1800" dirty="0"/>
          </a:p>
        </p:txBody>
      </p:sp>
      <p:sp>
        <p:nvSpPr>
          <p:cNvPr id="43"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11 · BETRAYAL</a:t>
            </a:r>
            <a:endParaRPr lang="en-US" sz="1300" dirty="0"/>
          </a:p>
        </p:txBody>
      </p:sp>
      <p:sp>
        <p:nvSpPr>
          <p:cNvPr id="44"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5"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In Albania, David is threatened. Back home, Efraim cheats him out of his money.</a:t>
            </a:r>
            <a:endParaRPr lang="en-US" sz="1800" dirty="0"/>
          </a:p>
        </p:txBody>
      </p:sp>
      <p:pic>
        <p:nvPicPr>
          <p:cNvPr id="46" name="flash 2" descr="preencoded.png">    </p:cNvPr>
          <p:cNvPicPr>
            <a:picLocks noChangeAspect="1"/>
          </p:cNvPicPr>
          <p:nvPr/>
        </p:nvPicPr>
        <p:blipFill>
          <a:blip r:embed="rId31"/>
          <a:stretch>
            <a:fillRect/>
          </a:stretch>
        </p:blipFill>
        <p:spPr>
          <a:xfrm>
            <a:off x="548640" y="868680"/>
            <a:ext cx="11094415" cy="5349240"/>
          </a:xfrm>
          <a:prstGeom prst="rect">
            <a:avLst/>
          </a:prstGeom>
        </p:spPr>
      </p:pic>
      <p:sp>
        <p:nvSpPr>
          <p:cNvPr id="47"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8"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The friendship collapses.</a:t>
            </a:r>
            <a:endParaRPr lang="en-US" sz="1800" dirty="0"/>
          </a:p>
        </p:txBody>
      </p:sp>
      <p:sp>
        <p:nvSpPr>
          <p:cNvPr id="49"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12 · VERDICT</a:t>
            </a:r>
            <a:endParaRPr lang="en-US" sz="1300" dirty="0"/>
          </a:p>
        </p:txBody>
      </p:sp>
      <p:pic>
        <p:nvPicPr>
          <p:cNvPr id="50" name="flash 3" descr="preencoded.png">    </p:cNvPr>
          <p:cNvPicPr>
            <a:picLocks noChangeAspect="1"/>
          </p:cNvPicPr>
          <p:nvPr/>
        </p:nvPicPr>
        <p:blipFill>
          <a:blip r:embed="rId32"/>
          <a:stretch>
            <a:fillRect/>
          </a:stretch>
        </p:blipFill>
        <p:spPr>
          <a:xfrm>
            <a:off x="548640" y="868680"/>
            <a:ext cx="11094415" cy="5349240"/>
          </a:xfrm>
          <a:prstGeom prst="rect">
            <a:avLst/>
          </a:prstGeom>
        </p:spPr>
      </p:pic>
      <p:sp>
        <p:nvSpPr>
          <p:cNvPr id="51" name="name 5"/>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52"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gets 4 years in prison. David cooperates: 7 months of house arrest.</a:t>
            </a:r>
            <a:endParaRPr lang="en-US" sz="1800" dirty="0"/>
          </a:p>
        </p:txBody>
      </p:sp>
      <p:sp>
        <p:nvSpPr>
          <p:cNvPr id="53"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12" fill="hold">
                      <p:stCondLst>
                        <p:cond delay="indefinite"/>
                        <p:cond evt="onBegin" delay="0">
                          <p:tn val="2"/>
                        </p:cond>
                      </p:stCondLst>
                      <p:childTnLst>
                        <p:par>
                          <p:cTn id="313"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450"/>
                                        <p:tgtEl>
                                          <p:spTgt spid="35"/>
                                        </p:tgtEl>
                                      </p:cBhvr>
                                    </p:animEffect>
                                    <p:anim calcmode="lin" valueType="num">
                                      <p:cBhvr additive="base">
                                        <p:cTn id="10" dur="450" fill="hold"/>
                                        <p:tgtEl>
                                          <p:spTgt spid="35"/>
                                        </p:tgtEl>
                                        <p:attrNameLst>
                                          <p:attrName>ppt_x</p:attrName>
                                        </p:attrNameLst>
                                      </p:cBhvr>
                                      <p:tavLst>
                                        <p:tav tm="0">
                                          <p:val>
                                            <p:strVal val="#ppt_x-.05"/>
                                          </p:val>
                                        </p:tav>
                                        <p:tav tm="100000">
                                          <p:val>
                                            <p:strVal val="#ppt_x"/>
                                          </p:val>
                                        </p:tav>
                                      </p:tavLst>
                                    </p:anim>
                                    <p:anim calcmode="lin" valueType="num">
                                      <p:cBhvr additive="base">
                                        <p:cTn id="11" dur="450" fill="hold"/>
                                        <p:tgtEl>
                                          <p:spTgt spid="35"/>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5"/>
                                        </p:tgtEl>
                                      </p:cBhvr>
                                    </p:animEffect>
                                    <p:set>
                                      <p:cBhvr>
                                        <p:cTn id="21" dur="1" fill="hold">
                                          <p:stCondLst>
                                            <p:cond delay="399"/>
                                          </p:stCondLst>
                                        </p:cTn>
                                        <p:tgtEl>
                                          <p:spTgt spid="35"/>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500"/>
                                        <p:tgtEl>
                                          <p:spTgt spid="34"/>
                                        </p:tgtEl>
                                      </p:cBhvr>
                                    </p:animEffect>
                                    <p:anim calcmode="lin" valueType="num">
                                      <p:cBhvr additive="base">
                                        <p:cTn id="25" dur="500" fill="hold"/>
                                        <p:tgtEl>
                                          <p:spTgt spid="34"/>
                                        </p:tgtEl>
                                        <p:attrNameLst>
                                          <p:attrName>ppt_x</p:attrName>
                                        </p:attrNameLst>
                                      </p:cBhvr>
                                      <p:tavLst>
                                        <p:tav tm="0">
                                          <p:val>
                                            <p:strVal val="#ppt_x"/>
                                          </p:val>
                                        </p:tav>
                                        <p:tav tm="100000">
                                          <p:val>
                                            <p:strVal val="#ppt_x"/>
                                          </p:val>
                                        </p:tav>
                                      </p:tavLst>
                                    </p:anim>
                                    <p:anim calcmode="lin" valueType="num">
                                      <p:cBhvr additive="base">
                                        <p:cTn id="26" dur="500" fill="hold"/>
                                        <p:tgtEl>
                                          <p:spTgt spid="34"/>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400"/>
                                        <p:tgtEl>
                                          <p:spTgt spid="36"/>
                                        </p:tgtEl>
                                      </p:cBhvr>
                                    </p:animEffect>
                                    <p:anim calcmode="lin" valueType="num">
                                      <p:cBhvr additive="base">
                                        <p:cTn id="30" dur="400" fill="hold"/>
                                        <p:tgtEl>
                                          <p:spTgt spid="36"/>
                                        </p:tgtEl>
                                        <p:attrNameLst>
                                          <p:attrName>ppt_x</p:attrName>
                                        </p:attrNameLst>
                                      </p:cBhvr>
                                      <p:tavLst>
                                        <p:tav tm="0">
                                          <p:val>
                                            <p:strVal val="#ppt_x-.05"/>
                                          </p:val>
                                        </p:tav>
                                        <p:tav tm="100000">
                                          <p:val>
                                            <p:strVal val="#ppt_x"/>
                                          </p:val>
                                        </p:tav>
                                      </p:tavLst>
                                    </p:anim>
                                    <p:anim calcmode="lin" valueType="num">
                                      <p:cBhvr additive="base">
                                        <p:cTn id="31" dur="400" fill="hold"/>
                                        <p:tgtEl>
                                          <p:spTgt spid="36"/>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anim calcmode="lin" valueType="num">
                                      <p:cBhvr additive="base">
                                        <p:cTn id="35" dur="500" fill="hold"/>
                                        <p:tgtEl>
                                          <p:spTgt spid="21"/>
                                        </p:tgtEl>
                                        <p:attrNameLst>
                                          <p:attrName>ppt_x</p:attrName>
                                        </p:attrNameLst>
                                      </p:cBhvr>
                                      <p:tavLst>
                                        <p:tav tm="0">
                                          <p:val>
                                            <p:strVal val="#ppt_x-.05"/>
                                          </p:val>
                                        </p:tav>
                                        <p:tav tm="100000">
                                          <p:val>
                                            <p:strVal val="#ppt_x"/>
                                          </p:val>
                                        </p:tav>
                                      </p:tavLst>
                                    </p:anim>
                                    <p:anim calcmode="lin" valueType="num">
                                      <p:cBhvr additive="base">
                                        <p:cTn id="36" dur="500" fill="hold"/>
                                        <p:tgtEl>
                                          <p:spTgt spid="21"/>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additive="base">
                                        <p:cTn id="40" dur="500" fill="hold"/>
                                        <p:tgtEl>
                                          <p:spTgt spid="26"/>
                                        </p:tgtEl>
                                        <p:attrNameLst>
                                          <p:attrName>ppt_x</p:attrName>
                                        </p:attrNameLst>
                                      </p:cBhvr>
                                      <p:tavLst>
                                        <p:tav tm="0">
                                          <p:val>
                                            <p:strVal val="#ppt_x+.05"/>
                                          </p:val>
                                        </p:tav>
                                        <p:tav tm="100000">
                                          <p:val>
                                            <p:strVal val="#ppt_x"/>
                                          </p:val>
                                        </p:tav>
                                      </p:tavLst>
                                    </p:anim>
                                    <p:anim calcmode="lin" valueType="num">
                                      <p:cBhvr additive="base">
                                        <p:cTn id="41" dur="500" fill="hold"/>
                                        <p:tgtEl>
                                          <p:spTgt spid="26"/>
                                        </p:tgtEl>
                                        <p:attrNameLst>
                                          <p:attrName>ppt_y</p:attrName>
                                        </p:attrNameLst>
                                      </p:cBhvr>
                                      <p:tavLst>
                                        <p:tav tm="0">
                                          <p:val>
                                            <p:strVal val="#ppt_y"/>
                                          </p:val>
                                        </p:tav>
                                        <p:tav tm="100000">
                                          <p:val>
                                            <p:strVal val="#ppt_y"/>
                                          </p:val>
                                        </p:tav>
                                      </p:tavLst>
                                    </p:anim>
                                  </p:childTnLst>
                                </p:cTn>
                              </p:par>
                              <p:par>
                                <p:cTn id="47" presetID="53" presetClass="entr" presetSubtype="16" fill="hold" grpId="0" nodeType="withEffect">
                                  <p:stCondLst>
                                    <p:cond delay="270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par>
                                <p:cTn id="52" presetID="42" presetClass="entr" presetSubtype="0" fill="hold" grpId="0" nodeType="withEffect">
                                  <p:stCondLst>
                                    <p:cond delay="31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additive="base">
                                        <p:cTn id="50" dur="500" fill="hold"/>
                                        <p:tgtEl>
                                          <p:spTgt spid="11"/>
                                        </p:tgtEl>
                                        <p:attrNameLst>
                                          <p:attrName>ppt_x</p:attrName>
                                        </p:attrNameLst>
                                      </p:cBhvr>
                                      <p:tavLst>
                                        <p:tav tm="0">
                                          <p:val>
                                            <p:strVal val="#ppt_x-.05"/>
                                          </p:val>
                                        </p:tav>
                                        <p:tav tm="100000">
                                          <p:val>
                                            <p:strVal val="#ppt_x"/>
                                          </p:val>
                                        </p:tav>
                                      </p:tavLst>
                                    </p:anim>
                                    <p:anim calcmode="lin" valueType="num">
                                      <p:cBhvr additive="base">
                                        <p:cTn id="51" dur="500" fill="hold"/>
                                        <p:tgtEl>
                                          <p:spTgt spid="11"/>
                                        </p:tgtEl>
                                        <p:attrNameLst>
                                          <p:attrName>ppt_y</p:attrName>
                                        </p:attrNameLst>
                                      </p:cBhvr>
                                      <p:tavLst>
                                        <p:tav tm="0">
                                          <p:val>
                                            <p:strVal val="#ppt_y"/>
                                          </p:val>
                                        </p:tav>
                                        <p:tav tm="100000">
                                          <p:val>
                                            <p:strVal val="#ppt_y"/>
                                          </p:val>
                                        </p:tav>
                                      </p:tavLst>
                                    </p:anim>
                                  </p:childTnLst>
                                </p:cTn>
                              </p:par>
                              <p:par>
                                <p:cTn id="54" presetID="0" presetClass="path" presetSubtype="0" fill="hold" grpId="1" nodeType="withEffect" autoRev="1" repeatCount="4000">
                                  <p:stCondLst>
                                    <p:cond delay="3600"/>
                                  </p:stCondLst>
                                  <p:childTnLst>
                                    <p:animMotion origin="layout" path="M 0 0 L 0 -0.012 E" pathEditMode="relative" ptsTypes="AA">
                                      <p:cBhvr>
                                        <p:cTn id="53" dur="300" fill="hold"/>
                                        <p:tgtEl>
                                          <p:spTgt spid="11"/>
                                        </p:tgtEl>
                                        <p:attrNameLst>
                                          <p:attrName>ppt_x</p:attrName>
                                          <p:attrName>ppt_y</p:attrName>
                                        </p:attrNameLst>
                                      </p:cBhvr>
                                    </p:animMotion>
                                  </p:childTnLst>
                                </p:cTn>
                              </p:par>
                              <p:par>
                                <p:cTn id="57" presetID="10" presetClass="entr" presetSubtype="0" fill="hold" grpId="0" nodeType="withEffect">
                                  <p:stCondLst>
                                    <p:cond delay="390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80"/>
                                        <p:tgtEl>
                                          <p:spTgt spid="37"/>
                                        </p:tgtEl>
                                      </p:cBhvr>
                                    </p:animEffect>
                                  </p:childTnLst>
                                </p:cTn>
                              </p:par>
                              <p:par>
                                <p:cTn id="60" presetID="10" presetClass="exit" presetSubtype="0" fill="hold" grpId="1" nodeType="withEffect">
                                  <p:stCondLst>
                                    <p:cond delay="3900"/>
                                  </p:stCondLst>
                                  <p:childTnLst>
                                    <p:animEffect transition="out" filter="fade">
                                      <p:cBhvr>
                                        <p:cTn id="58" dur="220"/>
                                        <p:tgtEl>
                                          <p:spTgt spid="21"/>
                                        </p:tgtEl>
                                      </p:cBhvr>
                                    </p:animEffect>
                                    <p:set>
                                      <p:cBhvr>
                                        <p:cTn id="59" dur="1" fill="hold">
                                          <p:stCondLst>
                                            <p:cond delay="219"/>
                                          </p:stCondLst>
                                        </p:cTn>
                                        <p:tgtEl>
                                          <p:spTgt spid="21"/>
                                        </p:tgtEl>
                                        <p:attrNameLst>
                                          <p:attrName>style.visibility</p:attrName>
                                        </p:attrNameLst>
                                      </p:cBhvr>
                                      <p:to>
                                        <p:strVal val="hidden"/>
                                      </p:to>
                                    </p:set>
                                  </p:childTnLst>
                                </p:cTn>
                              </p:par>
                              <p:par>
                                <p:cTn id="63" presetID="10" presetClass="entr" presetSubtype="0" fill="hold" grpId="0" nodeType="withEffect">
                                  <p:stCondLst>
                                    <p:cond delay="39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220"/>
                                        <p:tgtEl>
                                          <p:spTgt spid="22"/>
                                        </p:tgtEl>
                                      </p:cBhvr>
                                    </p:animEffect>
                                  </p:childTnLst>
                                </p:cTn>
                              </p:par>
                              <p:par>
                                <p:cTn id="68" presetID="42" presetClass="entr" presetSubtype="0" fill="hold" grpId="0" nodeType="withEffect">
                                  <p:stCondLst>
                                    <p:cond delay="390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300"/>
                                        <p:tgtEl>
                                          <p:spTgt spid="38"/>
                                        </p:tgtEl>
                                      </p:cBhvr>
                                    </p:animEffect>
                                    <p:anim calcmode="lin" valueType="num">
                                      <p:cBhvr additive="base">
                                        <p:cTn id="66" dur="300" fill="hold"/>
                                        <p:tgtEl>
                                          <p:spTgt spid="38"/>
                                        </p:tgtEl>
                                        <p:attrNameLst>
                                          <p:attrName>ppt_x</p:attrName>
                                        </p:attrNameLst>
                                      </p:cBhvr>
                                      <p:tavLst>
                                        <p:tav tm="0">
                                          <p:val>
                                            <p:strVal val="#ppt_x-.05"/>
                                          </p:val>
                                        </p:tav>
                                        <p:tav tm="100000">
                                          <p:val>
                                            <p:strVal val="#ppt_x"/>
                                          </p:val>
                                        </p:tav>
                                      </p:tavLst>
                                    </p:anim>
                                    <p:anim calcmode="lin" valueType="num">
                                      <p:cBhvr additive="base">
                                        <p:cTn id="67" dur="300" fill="hold"/>
                                        <p:tgtEl>
                                          <p:spTgt spid="38"/>
                                        </p:tgtEl>
                                        <p:attrNameLst>
                                          <p:attrName>ppt_y</p:attrName>
                                        </p:attrNameLst>
                                      </p:cBhvr>
                                      <p:tavLst>
                                        <p:tav tm="0">
                                          <p:val>
                                            <p:strVal val="#ppt_y"/>
                                          </p:val>
                                        </p:tav>
                                        <p:tav tm="100000">
                                          <p:val>
                                            <p:strVal val="#ppt_y"/>
                                          </p:val>
                                        </p:tav>
                                      </p:tavLst>
                                    </p:anim>
                                  </p:childTnLst>
                                </p:cTn>
                              </p:par>
                              <p:par>
                                <p:cTn id="70" presetID="0" presetClass="path" presetSubtype="0" fill="hold" grpId="1" nodeType="withEffect" autoRev="1" repeatCount="6000">
                                  <p:stCondLst>
                                    <p:cond delay="3950"/>
                                  </p:stCondLst>
                                  <p:childTnLst>
                                    <p:animMotion origin="layout" path="M 0 0 L 0.008 0 E" pathEditMode="relative" ptsTypes="AA">
                                      <p:cBhvr>
                                        <p:cTn id="69" dur="60" fill="hold"/>
                                        <p:tgtEl>
                                          <p:spTgt spid="22"/>
                                        </p:tgtEl>
                                        <p:attrNameLst>
                                          <p:attrName>ppt_x</p:attrName>
                                          <p:attrName>ppt_y</p:attrName>
                                        </p:attrNameLst>
                                      </p:cBhvr>
                                    </p:animMotion>
                                  </p:childTnLst>
                                </p:cTn>
                              </p:par>
                              <p:par>
                                <p:cTn id="73" presetID="22" presetClass="entr" presetSubtype="1" fill="hold" grpId="0" nodeType="withEffect">
                                  <p:stCondLst>
                                    <p:cond delay="400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600"/>
                                        <p:tgtEl>
                                          <p:spTgt spid="29"/>
                                        </p:tgtEl>
                                      </p:cBhvr>
                                    </p:animEffect>
                                  </p:childTnLst>
                                </p:cTn>
                              </p:par>
                              <p:par>
                                <p:cTn id="76" presetID="10" presetClass="exit" presetSubtype="0" fill="hold" grpId="1" nodeType="withEffect">
                                  <p:stCondLst>
                                    <p:cond delay="4020"/>
                                  </p:stCondLst>
                                  <p:childTnLst>
                                    <p:animEffect transition="out" filter="fade">
                                      <p:cBhvr>
                                        <p:cTn id="74" dur="380"/>
                                        <p:tgtEl>
                                          <p:spTgt spid="37"/>
                                        </p:tgtEl>
                                      </p:cBhvr>
                                    </p:animEffect>
                                    <p:set>
                                      <p:cBhvr>
                                        <p:cTn id="75" dur="1" fill="hold">
                                          <p:stCondLst>
                                            <p:cond delay="379"/>
                                          </p:stCondLst>
                                        </p:cTn>
                                        <p:tgtEl>
                                          <p:spTgt spid="37"/>
                                        </p:tgtEl>
                                        <p:attrNameLst>
                                          <p:attrName>style.visibility</p:attrName>
                                        </p:attrNameLst>
                                      </p:cBhvr>
                                      <p:to>
                                        <p:strVal val="hidden"/>
                                      </p:to>
                                    </p:set>
                                  </p:childTnLst>
                                </p:cTn>
                              </p:par>
                              <p:par>
                                <p:cTn id="78" presetID="1" presetClass="entr" presetSubtype="0" fill="hold" grpId="0" nodeType="withEffect">
                                  <p:stCondLst>
                                    <p:cond delay="4050"/>
                                  </p:stCondLst>
                                  <p:iterate type="lt">
                                    <p:tmAbs val="30"/>
                                  </p:iterate>
                                  <p:childTnLst>
                                    <p:set>
                                      <p:cBhvr>
                                        <p:cTn id="77" dur="1" fill="hold">
                                          <p:stCondLst>
                                            <p:cond delay="0"/>
                                          </p:stCondLst>
                                        </p:cTn>
                                        <p:tgtEl>
                                          <p:spTgt spid="39"/>
                                        </p:tgtEl>
                                        <p:attrNameLst>
                                          <p:attrName>style.visibility</p:attrName>
                                        </p:attrNameLst>
                                      </p:cBhvr>
                                      <p:to>
                                        <p:strVal val="visible"/>
                                      </p:to>
                                    </p:set>
                                  </p:childTnLst>
                                </p:cTn>
                              </p:par>
                              <p:par>
                                <p:cTn id="81" presetID="10" presetClass="exit" presetSubtype="0" fill="hold" grpId="1" nodeType="withEffect">
                                  <p:stCondLst>
                                    <p:cond delay="11700"/>
                                  </p:stCondLst>
                                  <p:childTnLst>
                                    <p:animEffect transition="out" filter="fade">
                                      <p:cBhvr>
                                        <p:cTn id="79" dur="200"/>
                                        <p:tgtEl>
                                          <p:spTgt spid="36"/>
                                        </p:tgtEl>
                                      </p:cBhvr>
                                    </p:animEffect>
                                    <p:set>
                                      <p:cBhvr>
                                        <p:cTn id="80" dur="1" fill="hold">
                                          <p:stCondLst>
                                            <p:cond delay="199"/>
                                          </p:stCondLst>
                                        </p:cTn>
                                        <p:tgtEl>
                                          <p:spTgt spid="36"/>
                                        </p:tgtEl>
                                        <p:attrNameLst>
                                          <p:attrName>style.visibility</p:attrName>
                                        </p:attrNameLst>
                                      </p:cBhvr>
                                      <p:to>
                                        <p:strVal val="hidden"/>
                                      </p:to>
                                    </p:set>
                                  </p:childTnLst>
                                </p:cTn>
                              </p:par>
                              <p:par>
                                <p:cTn id="84" presetID="10" presetClass="exit" presetSubtype="0" fill="hold" grpId="1" nodeType="withEffect">
                                  <p:stCondLst>
                                    <p:cond delay="11700"/>
                                  </p:stCondLst>
                                  <p:childTnLst>
                                    <p:animEffect transition="out" filter="fade">
                                      <p:cBhvr>
                                        <p:cTn id="82" dur="250"/>
                                        <p:tgtEl>
                                          <p:spTgt spid="29"/>
                                        </p:tgtEl>
                                      </p:cBhvr>
                                    </p:animEffect>
                                    <p:set>
                                      <p:cBhvr>
                                        <p:cTn id="83" dur="1" fill="hold">
                                          <p:stCondLst>
                                            <p:cond delay="249"/>
                                          </p:stCondLst>
                                        </p:cTn>
                                        <p:tgtEl>
                                          <p:spTgt spid="29"/>
                                        </p:tgtEl>
                                        <p:attrNameLst>
                                          <p:attrName>style.visibility</p:attrName>
                                        </p:attrNameLst>
                                      </p:cBhvr>
                                      <p:to>
                                        <p:strVal val="hidden"/>
                                      </p:to>
                                    </p:set>
                                  </p:childTnLst>
                                </p:cTn>
                              </p:par>
                              <p:par>
                                <p:cTn id="87" presetID="10" presetClass="exit" presetSubtype="0" fill="hold" grpId="2" nodeType="withEffect">
                                  <p:stCondLst>
                                    <p:cond delay="11700"/>
                                  </p:stCondLst>
                                  <p:childTnLst>
                                    <p:animEffect transition="out" filter="fade">
                                      <p:cBhvr>
                                        <p:cTn id="85" dur="250"/>
                                        <p:tgtEl>
                                          <p:spTgt spid="11"/>
                                        </p:tgtEl>
                                      </p:cBhvr>
                                    </p:animEffect>
                                    <p:set>
                                      <p:cBhvr>
                                        <p:cTn id="86" dur="1" fill="hold">
                                          <p:stCondLst>
                                            <p:cond delay="249"/>
                                          </p:stCondLst>
                                        </p:cTn>
                                        <p:tgtEl>
                                          <p:spTgt spid="11"/>
                                        </p:tgtEl>
                                        <p:attrNameLst>
                                          <p:attrName>style.visibility</p:attrName>
                                        </p:attrNameLst>
                                      </p:cBhvr>
                                      <p:to>
                                        <p:strVal val="hidden"/>
                                      </p:to>
                                    </p:set>
                                  </p:childTnLst>
                                </p:cTn>
                              </p:par>
                              <p:par>
                                <p:cTn id="90" presetID="10" presetClass="exit" presetSubtype="0" fill="hold" grpId="1" nodeType="withEffect">
                                  <p:stCondLst>
                                    <p:cond delay="11780"/>
                                  </p:stCondLst>
                                  <p:childTnLst>
                                    <p:animEffect transition="out" filter="fade">
                                      <p:cBhvr>
                                        <p:cTn id="88" dur="200"/>
                                        <p:tgtEl>
                                          <p:spTgt spid="38"/>
                                        </p:tgtEl>
                                      </p:cBhvr>
                                    </p:animEffect>
                                    <p:set>
                                      <p:cBhvr>
                                        <p:cTn id="89" dur="1" fill="hold">
                                          <p:stCondLst>
                                            <p:cond delay="199"/>
                                          </p:stCondLst>
                                        </p:cTn>
                                        <p:tgtEl>
                                          <p:spTgt spid="38"/>
                                        </p:tgtEl>
                                        <p:attrNameLst>
                                          <p:attrName>style.visibility</p:attrName>
                                        </p:attrNameLst>
                                      </p:cBhvr>
                                      <p:to>
                                        <p:strVal val="hidden"/>
                                      </p:to>
                                    </p:set>
                                  </p:childTnLst>
                                </p:cTn>
                              </p:par>
                              <p:par>
                                <p:cTn id="93" presetID="10" presetClass="exit" presetSubtype="0" fill="hold" grpId="1" nodeType="withEffect">
                                  <p:stCondLst>
                                    <p:cond delay="11780"/>
                                  </p:stCondLst>
                                  <p:childTnLst>
                                    <p:animEffect transition="out" filter="fade">
                                      <p:cBhvr>
                                        <p:cTn id="91" dur="200"/>
                                        <p:tgtEl>
                                          <p:spTgt spid="39"/>
                                        </p:tgtEl>
                                      </p:cBhvr>
                                    </p:animEffect>
                                    <p:set>
                                      <p:cBhvr>
                                        <p:cTn id="92" dur="1" fill="hold">
                                          <p:stCondLst>
                                            <p:cond delay="199"/>
                                          </p:stCondLst>
                                        </p:cTn>
                                        <p:tgtEl>
                                          <p:spTgt spid="39"/>
                                        </p:tgtEl>
                                        <p:attrNameLst>
                                          <p:attrName>style.visibility</p:attrName>
                                        </p:attrNameLst>
                                      </p:cBhvr>
                                      <p:to>
                                        <p:strVal val="hidden"/>
                                      </p:to>
                                    </p:set>
                                  </p:childTnLst>
                                </p:cTn>
                              </p:par>
                              <p:par>
                                <p:cTn id="98" presetID="42" presetClass="entr" presetSubtype="0" fill="hold" grpId="0" nodeType="withEffect">
                                  <p:stCondLst>
                                    <p:cond delay="1180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400"/>
                                        <p:tgtEl>
                                          <p:spTgt spid="40"/>
                                        </p:tgtEl>
                                      </p:cBhvr>
                                    </p:animEffect>
                                    <p:anim calcmode="lin" valueType="num">
                                      <p:cBhvr additive="base">
                                        <p:cTn id="96" dur="400" fill="hold"/>
                                        <p:tgtEl>
                                          <p:spTgt spid="40"/>
                                        </p:tgtEl>
                                        <p:attrNameLst>
                                          <p:attrName>ppt_x</p:attrName>
                                        </p:attrNameLst>
                                      </p:cBhvr>
                                      <p:tavLst>
                                        <p:tav tm="0">
                                          <p:val>
                                            <p:strVal val="#ppt_x-.05"/>
                                          </p:val>
                                        </p:tav>
                                        <p:tav tm="100000">
                                          <p:val>
                                            <p:strVal val="#ppt_x"/>
                                          </p:val>
                                        </p:tav>
                                      </p:tavLst>
                                    </p:anim>
                                    <p:anim calcmode="lin" valueType="num">
                                      <p:cBhvr additive="base">
                                        <p:cTn id="97" dur="400" fill="hold"/>
                                        <p:tgtEl>
                                          <p:spTgt spid="40"/>
                                        </p:tgtEl>
                                        <p:attrNameLst>
                                          <p:attrName>ppt_y</p:attrName>
                                        </p:attrNameLst>
                                      </p:cBhvr>
                                      <p:tavLst>
                                        <p:tav tm="0">
                                          <p:val>
                                            <p:strVal val="#ppt_y"/>
                                          </p:val>
                                        </p:tav>
                                        <p:tav tm="100000">
                                          <p:val>
                                            <p:strVal val="#ppt_y"/>
                                          </p:val>
                                        </p:tav>
                                      </p:tavLst>
                                    </p:anim>
                                  </p:childTnLst>
                                </p:cTn>
                              </p:par>
                              <p:par>
                                <p:cTn id="101" presetID="10" presetClass="exit" presetSubtype="0" fill="hold" grpId="2" nodeType="withEffect">
                                  <p:stCondLst>
                                    <p:cond delay="11800"/>
                                  </p:stCondLst>
                                  <p:childTnLst>
                                    <p:animEffect transition="out" filter="fade">
                                      <p:cBhvr>
                                        <p:cTn id="99" dur="220"/>
                                        <p:tgtEl>
                                          <p:spTgt spid="22"/>
                                        </p:tgtEl>
                                      </p:cBhvr>
                                    </p:animEffect>
                                    <p:set>
                                      <p:cBhvr>
                                        <p:cTn id="100" dur="1" fill="hold">
                                          <p:stCondLst>
                                            <p:cond delay="219"/>
                                          </p:stCondLst>
                                        </p:cTn>
                                        <p:tgtEl>
                                          <p:spTgt spid="22"/>
                                        </p:tgtEl>
                                        <p:attrNameLst>
                                          <p:attrName>style.visibility</p:attrName>
                                        </p:attrNameLst>
                                      </p:cBhvr>
                                      <p:to>
                                        <p:strVal val="hidden"/>
                                      </p:to>
                                    </p:set>
                                  </p:childTnLst>
                                </p:cTn>
                              </p:par>
                              <p:par>
                                <p:cTn id="104" presetID="10" presetClass="entr" presetSubtype="0" fill="hold" grpId="0" nodeType="withEffect">
                                  <p:stCondLst>
                                    <p:cond delay="1180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220"/>
                                        <p:tgtEl>
                                          <p:spTgt spid="23"/>
                                        </p:tgtEl>
                                      </p:cBhvr>
                                    </p:animEffect>
                                  </p:childTnLst>
                                </p:cTn>
                              </p:par>
                              <p:par>
                                <p:cTn id="109" presetID="42" presetClass="entr" presetSubtype="0" fill="hold" grpId="0" nodeType="withEffect">
                                  <p:stCondLst>
                                    <p:cond delay="11900"/>
                                  </p:stCondLst>
                                  <p:childTnLst>
                                    <p:set>
                                      <p:cBhvr>
                                        <p:cTn id="105" dur="1" fill="hold">
                                          <p:stCondLst>
                                            <p:cond delay="0"/>
                                          </p:stCondLst>
                                        </p:cTn>
                                        <p:tgtEl>
                                          <p:spTgt spid="41"/>
                                        </p:tgtEl>
                                        <p:attrNameLst>
                                          <p:attrName>style.visibility</p:attrName>
                                        </p:attrNameLst>
                                      </p:cBhvr>
                                      <p:to>
                                        <p:strVal val="visible"/>
                                      </p:to>
                                    </p:set>
                                    <p:animEffect transition="in" filter="fade">
                                      <p:cBhvr>
                                        <p:cTn id="106" dur="300"/>
                                        <p:tgtEl>
                                          <p:spTgt spid="41"/>
                                        </p:tgtEl>
                                      </p:cBhvr>
                                    </p:animEffect>
                                    <p:anim calcmode="lin" valueType="num">
                                      <p:cBhvr additive="base">
                                        <p:cTn id="107" dur="300" fill="hold"/>
                                        <p:tgtEl>
                                          <p:spTgt spid="41"/>
                                        </p:tgtEl>
                                        <p:attrNameLst>
                                          <p:attrName>ppt_x</p:attrName>
                                        </p:attrNameLst>
                                      </p:cBhvr>
                                      <p:tavLst>
                                        <p:tav tm="0">
                                          <p:val>
                                            <p:strVal val="#ppt_x-.05"/>
                                          </p:val>
                                        </p:tav>
                                        <p:tav tm="100000">
                                          <p:val>
                                            <p:strVal val="#ppt_x"/>
                                          </p:val>
                                        </p:tav>
                                      </p:tavLst>
                                    </p:anim>
                                    <p:anim calcmode="lin" valueType="num">
                                      <p:cBhvr additive="base">
                                        <p:cTn id="108" dur="300" fill="hold"/>
                                        <p:tgtEl>
                                          <p:spTgt spid="41"/>
                                        </p:tgtEl>
                                        <p:attrNameLst>
                                          <p:attrName>ppt_y</p:attrName>
                                        </p:attrNameLst>
                                      </p:cBhvr>
                                      <p:tavLst>
                                        <p:tav tm="0">
                                          <p:val>
                                            <p:strVal val="#ppt_y"/>
                                          </p:val>
                                        </p:tav>
                                        <p:tav tm="100000">
                                          <p:val>
                                            <p:strVal val="#ppt_y"/>
                                          </p:val>
                                        </p:tav>
                                      </p:tavLst>
                                    </p:anim>
                                  </p:childTnLst>
                                </p:cTn>
                              </p:par>
                              <p:par>
                                <p:cTn id="111" presetID="1" presetClass="entr" presetSubtype="0" fill="hold" grpId="0" nodeType="withEffect">
                                  <p:stCondLst>
                                    <p:cond delay="12050"/>
                                  </p:stCondLst>
                                  <p:iterate type="lt">
                                    <p:tmAbs val="30"/>
                                  </p:iterate>
                                  <p:childTnLst>
                                    <p:set>
                                      <p:cBhvr>
                                        <p:cTn id="110" dur="1" fill="hold">
                                          <p:stCondLst>
                                            <p:cond delay="0"/>
                                          </p:stCondLst>
                                        </p:cTn>
                                        <p:tgtEl>
                                          <p:spTgt spid="42"/>
                                        </p:tgtEl>
                                        <p:attrNameLst>
                                          <p:attrName>style.visibility</p:attrName>
                                        </p:attrNameLst>
                                      </p:cBhvr>
                                      <p:to>
                                        <p:strVal val="visible"/>
                                      </p:to>
                                    </p:set>
                                  </p:childTnLst>
                                </p:cTn>
                              </p:par>
                              <p:par>
                                <p:cTn id="114" presetID="22" presetClass="exit" presetSubtype="8" fill="hold" grpId="1" nodeType="withEffect">
                                  <p:stCondLst>
                                    <p:cond delay="12300"/>
                                  </p:stCondLst>
                                  <p:childTnLst>
                                    <p:animEffect transition="out" filter="wipe(left)">
                                      <p:cBhvr>
                                        <p:cTn id="112" dur="800"/>
                                        <p:tgtEl>
                                          <p:spTgt spid="10"/>
                                        </p:tgtEl>
                                      </p:cBhvr>
                                    </p:animEffect>
                                    <p:set>
                                      <p:cBhvr>
                                        <p:cTn id="113" dur="1" fill="hold">
                                          <p:stCondLst>
                                            <p:cond delay="799"/>
                                          </p:stCondLst>
                                        </p:cTn>
                                        <p:tgtEl>
                                          <p:spTgt spid="10"/>
                                        </p:tgtEl>
                                        <p:attrNameLst>
                                          <p:attrName>style.visibility</p:attrName>
                                        </p:attrNameLst>
                                      </p:cBhvr>
                                      <p:to>
                                        <p:strVal val="hidden"/>
                                      </p:to>
                                    </p:set>
                                  </p:childTnLst>
                                </p:cTn>
                              </p:par>
                              <p:par>
                                <p:cTn id="118" presetID="2" presetClass="entr" presetSubtype="1" fill="hold" grpId="0" nodeType="withEffect">
                                  <p:stCondLst>
                                    <p:cond delay="13000"/>
                                  </p:stCondLst>
                                  <p:childTnLst>
                                    <p:set>
                                      <p:cBhvr>
                                        <p:cTn id="115" dur="1" fill="hold">
                                          <p:stCondLst>
                                            <p:cond delay="0"/>
                                          </p:stCondLst>
                                        </p:cTn>
                                        <p:tgtEl>
                                          <p:spTgt spid="12"/>
                                        </p:tgtEl>
                                        <p:attrNameLst>
                                          <p:attrName>style.visibility</p:attrName>
                                        </p:attrNameLst>
                                      </p:cBhvr>
                                      <p:to>
                                        <p:strVal val="visible"/>
                                      </p:to>
                                    </p:set>
                                    <p:anim calcmode="lin" valueType="num">
                                      <p:cBhvr additive="base">
                                        <p:cTn id="116" dur="500" fill="hold"/>
                                        <p:tgtEl>
                                          <p:spTgt spid="12"/>
                                        </p:tgtEl>
                                        <p:attrNameLst>
                                          <p:attrName>ppt_x</p:attrName>
                                        </p:attrNameLst>
                                      </p:cBhvr>
                                      <p:tavLst>
                                        <p:tav tm="0">
                                          <p:val>
                                            <p:strVal val="#ppt_x"/>
                                          </p:val>
                                        </p:tav>
                                        <p:tav tm="100000">
                                          <p:val>
                                            <p:strVal val="#ppt_x"/>
                                          </p:val>
                                        </p:tav>
                                      </p:tavLst>
                                    </p:anim>
                                    <p:anim calcmode="lin" valueType="num">
                                      <p:cBhvr additive="base">
                                        <p:cTn id="117" dur="500" fill="hold"/>
                                        <p:tgtEl>
                                          <p:spTgt spid="12"/>
                                        </p:tgtEl>
                                        <p:attrNameLst>
                                          <p:attrName>ppt_y</p:attrName>
                                        </p:attrNameLst>
                                      </p:cBhvr>
                                      <p:tavLst>
                                        <p:tav tm="0">
                                          <p:val>
                                            <p:strVal val="0-#ppt_h/2"/>
                                          </p:val>
                                        </p:tav>
                                        <p:tav tm="100000">
                                          <p:val>
                                            <p:strVal val="#ppt_y"/>
                                          </p:val>
                                        </p:tav>
                                      </p:tavLst>
                                    </p:anim>
                                  </p:childTnLst>
                                </p:cTn>
                              </p:par>
                              <p:par>
                                <p:cTn id="122" presetID="2" presetClass="entr" presetSubtype="1" fill="hold" grpId="0" nodeType="withEffect">
                                  <p:stCondLst>
                                    <p:cond delay="13200"/>
                                  </p:stCondLst>
                                  <p:childTnLst>
                                    <p:set>
                                      <p:cBhvr>
                                        <p:cTn id="119" dur="1" fill="hold">
                                          <p:stCondLst>
                                            <p:cond delay="0"/>
                                          </p:stCondLst>
                                        </p:cTn>
                                        <p:tgtEl>
                                          <p:spTgt spid="13"/>
                                        </p:tgtEl>
                                        <p:attrNameLst>
                                          <p:attrName>style.visibility</p:attrName>
                                        </p:attrNameLst>
                                      </p:cBhvr>
                                      <p:to>
                                        <p:strVal val="visible"/>
                                      </p:to>
                                    </p:set>
                                    <p:anim calcmode="lin" valueType="num">
                                      <p:cBhvr additive="base">
                                        <p:cTn id="120" dur="500" fill="hold"/>
                                        <p:tgtEl>
                                          <p:spTgt spid="13"/>
                                        </p:tgtEl>
                                        <p:attrNameLst>
                                          <p:attrName>ppt_x</p:attrName>
                                        </p:attrNameLst>
                                      </p:cBhvr>
                                      <p:tavLst>
                                        <p:tav tm="0">
                                          <p:val>
                                            <p:strVal val="#ppt_x"/>
                                          </p:val>
                                        </p:tav>
                                        <p:tav tm="100000">
                                          <p:val>
                                            <p:strVal val="#ppt_x"/>
                                          </p:val>
                                        </p:tav>
                                      </p:tavLst>
                                    </p:anim>
                                    <p:anim calcmode="lin" valueType="num">
                                      <p:cBhvr additive="base">
                                        <p:cTn id="121" dur="500" fill="hold"/>
                                        <p:tgtEl>
                                          <p:spTgt spid="13"/>
                                        </p:tgtEl>
                                        <p:attrNameLst>
                                          <p:attrName>ppt_y</p:attrName>
                                        </p:attrNameLst>
                                      </p:cBhvr>
                                      <p:tavLst>
                                        <p:tav tm="0">
                                          <p:val>
                                            <p:strVal val="0-#ppt_h/2"/>
                                          </p:val>
                                        </p:tav>
                                        <p:tav tm="100000">
                                          <p:val>
                                            <p:strVal val="#ppt_y"/>
                                          </p:val>
                                        </p:tav>
                                      </p:tavLst>
                                    </p:anim>
                                  </p:childTnLst>
                                </p:cTn>
                              </p:par>
                              <p:par>
                                <p:cTn id="126" presetID="2" presetClass="entr" presetSubtype="1" fill="hold" grpId="0" nodeType="withEffect">
                                  <p:stCondLst>
                                    <p:cond delay="13450"/>
                                  </p:stCondLst>
                                  <p:childTnLst>
                                    <p:set>
                                      <p:cBhvr>
                                        <p:cTn id="123" dur="1" fill="hold">
                                          <p:stCondLst>
                                            <p:cond delay="0"/>
                                          </p:stCondLst>
                                        </p:cTn>
                                        <p:tgtEl>
                                          <p:spTgt spid="14"/>
                                        </p:tgtEl>
                                        <p:attrNameLst>
                                          <p:attrName>style.visibility</p:attrName>
                                        </p:attrNameLst>
                                      </p:cBhvr>
                                      <p:to>
                                        <p:strVal val="visible"/>
                                      </p:to>
                                    </p:set>
                                    <p:anim calcmode="lin" valueType="num">
                                      <p:cBhvr additive="base">
                                        <p:cTn id="124" dur="500" fill="hold"/>
                                        <p:tgtEl>
                                          <p:spTgt spid="14"/>
                                        </p:tgtEl>
                                        <p:attrNameLst>
                                          <p:attrName>ppt_x</p:attrName>
                                        </p:attrNameLst>
                                      </p:cBhvr>
                                      <p:tavLst>
                                        <p:tav tm="0">
                                          <p:val>
                                            <p:strVal val="#ppt_x"/>
                                          </p:val>
                                        </p:tav>
                                        <p:tav tm="100000">
                                          <p:val>
                                            <p:strVal val="#ppt_x"/>
                                          </p:val>
                                        </p:tav>
                                      </p:tavLst>
                                    </p:anim>
                                    <p:anim calcmode="lin" valueType="num">
                                      <p:cBhvr additive="base">
                                        <p:cTn id="125" dur="500" fill="hold"/>
                                        <p:tgtEl>
                                          <p:spTgt spid="14"/>
                                        </p:tgtEl>
                                        <p:attrNameLst>
                                          <p:attrName>ppt_y</p:attrName>
                                        </p:attrNameLst>
                                      </p:cBhvr>
                                      <p:tavLst>
                                        <p:tav tm="0">
                                          <p:val>
                                            <p:strVal val="0-#ppt_h/2"/>
                                          </p:val>
                                        </p:tav>
                                        <p:tav tm="100000">
                                          <p:val>
                                            <p:strVal val="#ppt_y"/>
                                          </p:val>
                                        </p:tav>
                                      </p:tavLst>
                                    </p:anim>
                                  </p:childTnLst>
                                </p:cTn>
                              </p:par>
                              <p:par>
                                <p:cTn id="131" presetID="53" presetClass="entr" presetSubtype="32" fill="hold" grpId="0" nodeType="withEffect">
                                  <p:stCondLst>
                                    <p:cond delay="14200"/>
                                  </p:stCondLst>
                                  <p:childTnLst>
                                    <p:set>
                                      <p:cBhvr>
                                        <p:cTn id="127" dur="1" fill="hold">
                                          <p:stCondLst>
                                            <p:cond delay="0"/>
                                          </p:stCondLst>
                                        </p:cTn>
                                        <p:tgtEl>
                                          <p:spTgt spid="15"/>
                                        </p:tgtEl>
                                        <p:attrNameLst>
                                          <p:attrName>style.visibility</p:attrName>
                                        </p:attrNameLst>
                                      </p:cBhvr>
                                      <p:to>
                                        <p:strVal val="visible"/>
                                      </p:to>
                                    </p:set>
                                    <p:anim calcmode="lin" valueType="num">
                                      <p:cBhvr additive="base">
                                        <p:cTn id="128" dur="400" fill="hold"/>
                                        <p:tgtEl>
                                          <p:spTgt spid="15"/>
                                        </p:tgtEl>
                                        <p:attrNameLst>
                                          <p:attrName>ppt_w</p:attrName>
                                        </p:attrNameLst>
                                      </p:cBhvr>
                                      <p:tavLst>
                                        <p:tav tm="0">
                                          <p:val>
                                            <p:strVal val="#ppt_w*2.4"/>
                                          </p:val>
                                        </p:tav>
                                        <p:tav tm="100000">
                                          <p:val>
                                            <p:strVal val="#ppt_w"/>
                                          </p:val>
                                        </p:tav>
                                      </p:tavLst>
                                    </p:anim>
                                    <p:anim calcmode="lin" valueType="num">
                                      <p:cBhvr additive="base">
                                        <p:cTn id="129" dur="400" fill="hold"/>
                                        <p:tgtEl>
                                          <p:spTgt spid="15"/>
                                        </p:tgtEl>
                                        <p:attrNameLst>
                                          <p:attrName>ppt_h</p:attrName>
                                        </p:attrNameLst>
                                      </p:cBhvr>
                                      <p:tavLst>
                                        <p:tav tm="0">
                                          <p:val>
                                            <p:strVal val="#ppt_h*2.4"/>
                                          </p:val>
                                        </p:tav>
                                        <p:tav tm="100000">
                                          <p:val>
                                            <p:strVal val="#ppt_h"/>
                                          </p:val>
                                        </p:tav>
                                      </p:tavLst>
                                    </p:anim>
                                    <p:animEffect transition="in" filter="fade">
                                      <p:cBhvr>
                                        <p:cTn id="130" dur="400"/>
                                        <p:tgtEl>
                                          <p:spTgt spid="15"/>
                                        </p:tgtEl>
                                      </p:cBhvr>
                                    </p:animEffect>
                                  </p:childTnLst>
                                </p:cTn>
                              </p:par>
                              <p:par>
                                <p:cTn id="134" presetID="10" presetClass="exit" presetSubtype="0" fill="hold" grpId="1" nodeType="withEffect">
                                  <p:stCondLst>
                                    <p:cond delay="19200"/>
                                  </p:stCondLst>
                                  <p:childTnLst>
                                    <p:animEffect transition="out" filter="fade">
                                      <p:cBhvr>
                                        <p:cTn id="132" dur="200"/>
                                        <p:tgtEl>
                                          <p:spTgt spid="40"/>
                                        </p:tgtEl>
                                      </p:cBhvr>
                                    </p:animEffect>
                                    <p:set>
                                      <p:cBhvr>
                                        <p:cTn id="133" dur="1" fill="hold">
                                          <p:stCondLst>
                                            <p:cond delay="199"/>
                                          </p:stCondLst>
                                        </p:cTn>
                                        <p:tgtEl>
                                          <p:spTgt spid="40"/>
                                        </p:tgtEl>
                                        <p:attrNameLst>
                                          <p:attrName>style.visibility</p:attrName>
                                        </p:attrNameLst>
                                      </p:cBhvr>
                                      <p:to>
                                        <p:strVal val="hidden"/>
                                      </p:to>
                                    </p:set>
                                  </p:childTnLst>
                                </p:cTn>
                              </p:par>
                              <p:par>
                                <p:cTn id="137" presetID="10" presetClass="exit" presetSubtype="0" fill="hold" grpId="1" nodeType="withEffect">
                                  <p:stCondLst>
                                    <p:cond delay="19200"/>
                                  </p:stCondLst>
                                  <p:childTnLst>
                                    <p:animEffect transition="out" filter="fade">
                                      <p:cBhvr>
                                        <p:cTn id="135" dur="250"/>
                                        <p:tgtEl>
                                          <p:spTgt spid="12"/>
                                        </p:tgtEl>
                                      </p:cBhvr>
                                    </p:animEffect>
                                    <p:set>
                                      <p:cBhvr>
                                        <p:cTn id="136" dur="1" fill="hold">
                                          <p:stCondLst>
                                            <p:cond delay="249"/>
                                          </p:stCondLst>
                                        </p:cTn>
                                        <p:tgtEl>
                                          <p:spTgt spid="12"/>
                                        </p:tgtEl>
                                        <p:attrNameLst>
                                          <p:attrName>style.visibility</p:attrName>
                                        </p:attrNameLst>
                                      </p:cBhvr>
                                      <p:to>
                                        <p:strVal val="hidden"/>
                                      </p:to>
                                    </p:set>
                                  </p:childTnLst>
                                </p:cTn>
                              </p:par>
                              <p:par>
                                <p:cTn id="140" presetID="10" presetClass="exit" presetSubtype="0" fill="hold" grpId="1" nodeType="withEffect">
                                  <p:stCondLst>
                                    <p:cond delay="19200"/>
                                  </p:stCondLst>
                                  <p:childTnLst>
                                    <p:animEffect transition="out" filter="fade">
                                      <p:cBhvr>
                                        <p:cTn id="138" dur="250"/>
                                        <p:tgtEl>
                                          <p:spTgt spid="13"/>
                                        </p:tgtEl>
                                      </p:cBhvr>
                                    </p:animEffect>
                                    <p:set>
                                      <p:cBhvr>
                                        <p:cTn id="139" dur="1" fill="hold">
                                          <p:stCondLst>
                                            <p:cond delay="249"/>
                                          </p:stCondLst>
                                        </p:cTn>
                                        <p:tgtEl>
                                          <p:spTgt spid="13"/>
                                        </p:tgtEl>
                                        <p:attrNameLst>
                                          <p:attrName>style.visibility</p:attrName>
                                        </p:attrNameLst>
                                      </p:cBhvr>
                                      <p:to>
                                        <p:strVal val="hidden"/>
                                      </p:to>
                                    </p:set>
                                  </p:childTnLst>
                                </p:cTn>
                              </p:par>
                              <p:par>
                                <p:cTn id="143" presetID="10" presetClass="exit" presetSubtype="0" fill="hold" grpId="1" nodeType="withEffect">
                                  <p:stCondLst>
                                    <p:cond delay="19200"/>
                                  </p:stCondLst>
                                  <p:childTnLst>
                                    <p:animEffect transition="out" filter="fade">
                                      <p:cBhvr>
                                        <p:cTn id="141" dur="250"/>
                                        <p:tgtEl>
                                          <p:spTgt spid="14"/>
                                        </p:tgtEl>
                                      </p:cBhvr>
                                    </p:animEffect>
                                    <p:set>
                                      <p:cBhvr>
                                        <p:cTn id="142" dur="1" fill="hold">
                                          <p:stCondLst>
                                            <p:cond delay="249"/>
                                          </p:stCondLst>
                                        </p:cTn>
                                        <p:tgtEl>
                                          <p:spTgt spid="14"/>
                                        </p:tgtEl>
                                        <p:attrNameLst>
                                          <p:attrName>style.visibility</p:attrName>
                                        </p:attrNameLst>
                                      </p:cBhvr>
                                      <p:to>
                                        <p:strVal val="hidden"/>
                                      </p:to>
                                    </p:set>
                                  </p:childTnLst>
                                </p:cTn>
                              </p:par>
                              <p:par>
                                <p:cTn id="146" presetID="10" presetClass="exit" presetSubtype="0" fill="hold" grpId="1" nodeType="withEffect">
                                  <p:stCondLst>
                                    <p:cond delay="19200"/>
                                  </p:stCondLst>
                                  <p:childTnLst>
                                    <p:animEffect transition="out" filter="fade">
                                      <p:cBhvr>
                                        <p:cTn id="144" dur="250"/>
                                        <p:tgtEl>
                                          <p:spTgt spid="15"/>
                                        </p:tgtEl>
                                      </p:cBhvr>
                                    </p:animEffect>
                                    <p:set>
                                      <p:cBhvr>
                                        <p:cTn id="145" dur="1" fill="hold">
                                          <p:stCondLst>
                                            <p:cond delay="249"/>
                                          </p:stCondLst>
                                        </p:cTn>
                                        <p:tgtEl>
                                          <p:spTgt spid="15"/>
                                        </p:tgtEl>
                                        <p:attrNameLst>
                                          <p:attrName>style.visibility</p:attrName>
                                        </p:attrNameLst>
                                      </p:cBhvr>
                                      <p:to>
                                        <p:strVal val="hidden"/>
                                      </p:to>
                                    </p:set>
                                  </p:childTnLst>
                                </p:cTn>
                              </p:par>
                              <p:par>
                                <p:cTn id="149" presetID="10" presetClass="exit" presetSubtype="0" fill="hold" grpId="1" nodeType="withEffect">
                                  <p:stCondLst>
                                    <p:cond delay="19280"/>
                                  </p:stCondLst>
                                  <p:childTnLst>
                                    <p:animEffect transition="out" filter="fade">
                                      <p:cBhvr>
                                        <p:cTn id="147" dur="200"/>
                                        <p:tgtEl>
                                          <p:spTgt spid="41"/>
                                        </p:tgtEl>
                                      </p:cBhvr>
                                    </p:animEffect>
                                    <p:set>
                                      <p:cBhvr>
                                        <p:cTn id="148" dur="1" fill="hold">
                                          <p:stCondLst>
                                            <p:cond delay="199"/>
                                          </p:stCondLst>
                                        </p:cTn>
                                        <p:tgtEl>
                                          <p:spTgt spid="41"/>
                                        </p:tgtEl>
                                        <p:attrNameLst>
                                          <p:attrName>style.visibility</p:attrName>
                                        </p:attrNameLst>
                                      </p:cBhvr>
                                      <p:to>
                                        <p:strVal val="hidden"/>
                                      </p:to>
                                    </p:set>
                                  </p:childTnLst>
                                </p:cTn>
                              </p:par>
                              <p:par>
                                <p:cTn id="152" presetID="10" presetClass="exit" presetSubtype="0" fill="hold" grpId="1" nodeType="withEffect">
                                  <p:stCondLst>
                                    <p:cond delay="19280"/>
                                  </p:stCondLst>
                                  <p:childTnLst>
                                    <p:animEffect transition="out" filter="fade">
                                      <p:cBhvr>
                                        <p:cTn id="150" dur="200"/>
                                        <p:tgtEl>
                                          <p:spTgt spid="42"/>
                                        </p:tgtEl>
                                      </p:cBhvr>
                                    </p:animEffect>
                                    <p:set>
                                      <p:cBhvr>
                                        <p:cTn id="151" dur="1" fill="hold">
                                          <p:stCondLst>
                                            <p:cond delay="199"/>
                                          </p:stCondLst>
                                        </p:cTn>
                                        <p:tgtEl>
                                          <p:spTgt spid="42"/>
                                        </p:tgtEl>
                                        <p:attrNameLst>
                                          <p:attrName>style.visibility</p:attrName>
                                        </p:attrNameLst>
                                      </p:cBhvr>
                                      <p:to>
                                        <p:strVal val="hidden"/>
                                      </p:to>
                                    </p:set>
                                  </p:childTnLst>
                                </p:cTn>
                              </p:par>
                              <p:par>
                                <p:cTn id="157" presetID="42" presetClass="entr" presetSubtype="0" fill="hold" grpId="0" nodeType="withEffect">
                                  <p:stCondLst>
                                    <p:cond delay="19300"/>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4" dur="400"/>
                                        <p:tgtEl>
                                          <p:spTgt spid="43"/>
                                        </p:tgtEl>
                                      </p:cBhvr>
                                    </p:animEffect>
                                    <p:anim calcmode="lin" valueType="num">
                                      <p:cBhvr additive="base">
                                        <p:cTn id="155" dur="400" fill="hold"/>
                                        <p:tgtEl>
                                          <p:spTgt spid="43"/>
                                        </p:tgtEl>
                                        <p:attrNameLst>
                                          <p:attrName>ppt_x</p:attrName>
                                        </p:attrNameLst>
                                      </p:cBhvr>
                                      <p:tavLst>
                                        <p:tav tm="0">
                                          <p:val>
                                            <p:strVal val="#ppt_x-.05"/>
                                          </p:val>
                                        </p:tav>
                                        <p:tav tm="100000">
                                          <p:val>
                                            <p:strVal val="#ppt_x"/>
                                          </p:val>
                                        </p:tav>
                                      </p:tavLst>
                                    </p:anim>
                                    <p:anim calcmode="lin" valueType="num">
                                      <p:cBhvr additive="base">
                                        <p:cTn id="156" dur="400" fill="hold"/>
                                        <p:tgtEl>
                                          <p:spTgt spid="43"/>
                                        </p:tgtEl>
                                        <p:attrNameLst>
                                          <p:attrName>ppt_y</p:attrName>
                                        </p:attrNameLst>
                                      </p:cBhvr>
                                      <p:tavLst>
                                        <p:tav tm="0">
                                          <p:val>
                                            <p:strVal val="#ppt_y"/>
                                          </p:val>
                                        </p:tav>
                                        <p:tav tm="100000">
                                          <p:val>
                                            <p:strVal val="#ppt_y"/>
                                          </p:val>
                                        </p:tav>
                                      </p:tavLst>
                                    </p:anim>
                                  </p:childTnLst>
                                </p:cTn>
                              </p:par>
                              <p:par>
                                <p:cTn id="160" presetID="10" presetClass="entr" presetSubtype="0" fill="hold" grpId="0" nodeType="withEffect">
                                  <p:stCondLst>
                                    <p:cond delay="19400"/>
                                  </p:stCondLst>
                                  <p:childTnLst>
                                    <p:set>
                                      <p:cBhvr>
                                        <p:cTn id="158" dur="1" fill="hold">
                                          <p:stCondLst>
                                            <p:cond delay="0"/>
                                          </p:stCondLst>
                                        </p:cTn>
                                        <p:tgtEl>
                                          <p:spTgt spid="7"/>
                                        </p:tgtEl>
                                        <p:attrNameLst>
                                          <p:attrName>style.visibility</p:attrName>
                                        </p:attrNameLst>
                                      </p:cBhvr>
                                      <p:to>
                                        <p:strVal val="visible"/>
                                      </p:to>
                                    </p:set>
                                    <p:animEffect transition="in" filter="fade">
                                      <p:cBhvr>
                                        <p:cTn id="159" dur="600"/>
                                        <p:tgtEl>
                                          <p:spTgt spid="7"/>
                                        </p:tgtEl>
                                      </p:cBhvr>
                                    </p:animEffect>
                                  </p:childTnLst>
                                </p:cTn>
                              </p:par>
                              <p:par>
                                <p:cTn id="165" presetID="42" presetClass="entr" presetSubtype="0" fill="hold" grpId="0" nodeType="withEffect">
                                  <p:stCondLst>
                                    <p:cond delay="19400"/>
                                  </p:stCondLst>
                                  <p:childTnLst>
                                    <p:set>
                                      <p:cBhvr>
                                        <p:cTn id="161" dur="1" fill="hold">
                                          <p:stCondLst>
                                            <p:cond delay="0"/>
                                          </p:stCondLst>
                                        </p:cTn>
                                        <p:tgtEl>
                                          <p:spTgt spid="44"/>
                                        </p:tgtEl>
                                        <p:attrNameLst>
                                          <p:attrName>style.visibility</p:attrName>
                                        </p:attrNameLst>
                                      </p:cBhvr>
                                      <p:to>
                                        <p:strVal val="visible"/>
                                      </p:to>
                                    </p:set>
                                    <p:animEffect transition="in" filter="fade">
                                      <p:cBhvr>
                                        <p:cTn id="162" dur="300"/>
                                        <p:tgtEl>
                                          <p:spTgt spid="44"/>
                                        </p:tgtEl>
                                      </p:cBhvr>
                                    </p:animEffect>
                                    <p:anim calcmode="lin" valueType="num">
                                      <p:cBhvr additive="base">
                                        <p:cTn id="163" dur="300" fill="hold"/>
                                        <p:tgtEl>
                                          <p:spTgt spid="44"/>
                                        </p:tgtEl>
                                        <p:attrNameLst>
                                          <p:attrName>ppt_x</p:attrName>
                                        </p:attrNameLst>
                                      </p:cBhvr>
                                      <p:tavLst>
                                        <p:tav tm="0">
                                          <p:val>
                                            <p:strVal val="#ppt_x-.05"/>
                                          </p:val>
                                        </p:tav>
                                        <p:tav tm="100000">
                                          <p:val>
                                            <p:strVal val="#ppt_x"/>
                                          </p:val>
                                        </p:tav>
                                      </p:tavLst>
                                    </p:anim>
                                    <p:anim calcmode="lin" valueType="num">
                                      <p:cBhvr additive="base">
                                        <p:cTn id="164" dur="300" fill="hold"/>
                                        <p:tgtEl>
                                          <p:spTgt spid="44"/>
                                        </p:tgtEl>
                                        <p:attrNameLst>
                                          <p:attrName>ppt_y</p:attrName>
                                        </p:attrNameLst>
                                      </p:cBhvr>
                                      <p:tavLst>
                                        <p:tav tm="0">
                                          <p:val>
                                            <p:strVal val="#ppt_y"/>
                                          </p:val>
                                        </p:tav>
                                        <p:tav tm="100000">
                                          <p:val>
                                            <p:strVal val="#ppt_y"/>
                                          </p:val>
                                        </p:tav>
                                      </p:tavLst>
                                    </p:anim>
                                  </p:childTnLst>
                                </p:cTn>
                              </p:par>
                              <p:par>
                                <p:cTn id="167" presetID="1" presetClass="entr" presetSubtype="0" fill="hold" grpId="0" nodeType="withEffect">
                                  <p:stCondLst>
                                    <p:cond delay="19550"/>
                                  </p:stCondLst>
                                  <p:iterate type="lt">
                                    <p:tmAbs val="30"/>
                                  </p:iterate>
                                  <p:childTnLst>
                                    <p:set>
                                      <p:cBhvr>
                                        <p:cTn id="166" dur="1" fill="hold">
                                          <p:stCondLst>
                                            <p:cond delay="0"/>
                                          </p:stCondLst>
                                        </p:cTn>
                                        <p:tgtEl>
                                          <p:spTgt spid="45"/>
                                        </p:tgtEl>
                                        <p:attrNameLst>
                                          <p:attrName>style.visibility</p:attrName>
                                        </p:attrNameLst>
                                      </p:cBhvr>
                                      <p:to>
                                        <p:strVal val="visible"/>
                                      </p:to>
                                    </p:set>
                                  </p:childTnLst>
                                </p:cTn>
                              </p:par>
                              <p:par>
                                <p:cTn id="172" presetID="53" presetClass="entr" presetSubtype="16" fill="hold" grpId="0" nodeType="withEffect">
                                  <p:stCondLst>
                                    <p:cond delay="19900"/>
                                  </p:stCondLst>
                                  <p:childTnLst>
                                    <p:set>
                                      <p:cBhvr>
                                        <p:cTn id="168" dur="1" fill="hold">
                                          <p:stCondLst>
                                            <p:cond delay="0"/>
                                          </p:stCondLst>
                                        </p:cTn>
                                        <p:tgtEl>
                                          <p:spTgt spid="16"/>
                                        </p:tgtEl>
                                        <p:attrNameLst>
                                          <p:attrName>style.visibility</p:attrName>
                                        </p:attrNameLst>
                                      </p:cBhvr>
                                      <p:to>
                                        <p:strVal val="visible"/>
                                      </p:to>
                                    </p:set>
                                    <p:anim calcmode="lin" valueType="num">
                                      <p:cBhvr additive="base">
                                        <p:cTn id="169" dur="400" fill="hold"/>
                                        <p:tgtEl>
                                          <p:spTgt spid="16"/>
                                        </p:tgtEl>
                                        <p:attrNameLst>
                                          <p:attrName>ppt_w</p:attrName>
                                        </p:attrNameLst>
                                      </p:cBhvr>
                                      <p:tavLst>
                                        <p:tav tm="0">
                                          <p:val>
                                            <p:strVal val="0"/>
                                          </p:val>
                                        </p:tav>
                                        <p:tav tm="100000">
                                          <p:val>
                                            <p:strVal val="#ppt_w"/>
                                          </p:val>
                                        </p:tav>
                                      </p:tavLst>
                                    </p:anim>
                                    <p:anim calcmode="lin" valueType="num">
                                      <p:cBhvr additive="base">
                                        <p:cTn id="170" dur="400" fill="hold"/>
                                        <p:tgtEl>
                                          <p:spTgt spid="16"/>
                                        </p:tgtEl>
                                        <p:attrNameLst>
                                          <p:attrName>ppt_h</p:attrName>
                                        </p:attrNameLst>
                                      </p:cBhvr>
                                      <p:tavLst>
                                        <p:tav tm="0">
                                          <p:val>
                                            <p:strVal val="0"/>
                                          </p:val>
                                        </p:tav>
                                        <p:tav tm="100000">
                                          <p:val>
                                            <p:strVal val="#ppt_h"/>
                                          </p:val>
                                        </p:tav>
                                      </p:tavLst>
                                    </p:anim>
                                    <p:animEffect transition="in" filter="fade">
                                      <p:cBhvr>
                                        <p:cTn id="171" dur="400"/>
                                        <p:tgtEl>
                                          <p:spTgt spid="16"/>
                                        </p:tgtEl>
                                      </p:cBhvr>
                                    </p:animEffect>
                                  </p:childTnLst>
                                </p:cTn>
                              </p:par>
                              <p:par>
                                <p:cTn id="174" presetID="0" presetClass="path" presetSubtype="0" fill="hold" grpId="1" nodeType="withEffect" autoRev="1" repeatCount="10000">
                                  <p:stCondLst>
                                    <p:cond delay="20300"/>
                                  </p:stCondLst>
                                  <p:childTnLst>
                                    <p:animMotion origin="layout" path="M 0 0 L 0.008 0 E" pathEditMode="relative" ptsTypes="AA">
                                      <p:cBhvr>
                                        <p:cTn id="173" dur="50" fill="hold"/>
                                        <p:tgtEl>
                                          <p:spTgt spid="16"/>
                                        </p:tgtEl>
                                        <p:attrNameLst>
                                          <p:attrName>ppt_x</p:attrName>
                                          <p:attrName>ppt_y</p:attrName>
                                        </p:attrNameLst>
                                      </p:cBhvr>
                                    </p:animMotion>
                                  </p:childTnLst>
                                </p:cTn>
                              </p:par>
                              <p:par>
                                <p:cTn id="177" presetID="10" presetClass="exit" presetSubtype="0" fill="hold" grpId="2" nodeType="withEffect">
                                  <p:stCondLst>
                                    <p:cond delay="22800"/>
                                  </p:stCondLst>
                                  <p:childTnLst>
                                    <p:animEffect transition="out" filter="fade">
                                      <p:cBhvr>
                                        <p:cTn id="175" dur="250"/>
                                        <p:tgtEl>
                                          <p:spTgt spid="16"/>
                                        </p:tgtEl>
                                      </p:cBhvr>
                                    </p:animEffect>
                                    <p:set>
                                      <p:cBhvr>
                                        <p:cTn id="176" dur="1" fill="hold">
                                          <p:stCondLst>
                                            <p:cond delay="249"/>
                                          </p:stCondLst>
                                        </p:cTn>
                                        <p:tgtEl>
                                          <p:spTgt spid="16"/>
                                        </p:tgtEl>
                                        <p:attrNameLst>
                                          <p:attrName>style.visibility</p:attrName>
                                        </p:attrNameLst>
                                      </p:cBhvr>
                                      <p:to>
                                        <p:strVal val="hidden"/>
                                      </p:to>
                                    </p:set>
                                  </p:childTnLst>
                                </p:cTn>
                              </p:par>
                              <p:par>
                                <p:cTn id="180" presetID="10" presetClass="entr" presetSubtype="0" fill="hold" grpId="0" nodeType="withEffect">
                                  <p:stCondLst>
                                    <p:cond delay="22900"/>
                                  </p:stCondLst>
                                  <p:childTnLst>
                                    <p:set>
                                      <p:cBhvr>
                                        <p:cTn id="178" dur="1" fill="hold">
                                          <p:stCondLst>
                                            <p:cond delay="0"/>
                                          </p:stCondLst>
                                        </p:cTn>
                                        <p:tgtEl>
                                          <p:spTgt spid="17"/>
                                        </p:tgtEl>
                                        <p:attrNameLst>
                                          <p:attrName>style.visibility</p:attrName>
                                        </p:attrNameLst>
                                      </p:cBhvr>
                                      <p:to>
                                        <p:strVal val="visible"/>
                                      </p:to>
                                    </p:set>
                                    <p:animEffect transition="in" filter="fade">
                                      <p:cBhvr>
                                        <p:cTn id="179" dur="300"/>
                                        <p:tgtEl>
                                          <p:spTgt spid="17"/>
                                        </p:tgtEl>
                                      </p:cBhvr>
                                    </p:animEffect>
                                  </p:childTnLst>
                                </p:cTn>
                              </p:par>
                              <p:par>
                                <p:cTn id="182" presetID="0" presetClass="path" presetSubtype="0" fill="hold" grpId="1" nodeType="withEffect">
                                  <p:stCondLst>
                                    <p:cond delay="23300"/>
                                  </p:stCondLst>
                                  <p:childTnLst>
                                    <p:animMotion origin="layout" path="M 0 0 L 0.36 0 E" pathEditMode="relative" ptsTypes="AA">
                                      <p:cBhvr>
                                        <p:cTn id="181" dur="1300" fill="hold"/>
                                        <p:tgtEl>
                                          <p:spTgt spid="17"/>
                                        </p:tgtEl>
                                        <p:attrNameLst>
                                          <p:attrName>ppt_x</p:attrName>
                                          <p:attrName>ppt_y</p:attrName>
                                        </p:attrNameLst>
                                      </p:cBhvr>
                                    </p:animMotion>
                                  </p:childTnLst>
                                </p:cTn>
                              </p:par>
                              <p:par>
                                <p:cTn id="185" presetID="10" presetClass="exit" presetSubtype="0" fill="hold" grpId="1" nodeType="withEffect">
                                  <p:stCondLst>
                                    <p:cond delay="23800"/>
                                  </p:stCondLst>
                                  <p:childTnLst>
                                    <p:animEffect transition="out" filter="fade">
                                      <p:cBhvr>
                                        <p:cTn id="183" dur="220"/>
                                        <p:tgtEl>
                                          <p:spTgt spid="26"/>
                                        </p:tgtEl>
                                      </p:cBhvr>
                                    </p:animEffect>
                                    <p:set>
                                      <p:cBhvr>
                                        <p:cTn id="184" dur="1" fill="hold">
                                          <p:stCondLst>
                                            <p:cond delay="219"/>
                                          </p:stCondLst>
                                        </p:cTn>
                                        <p:tgtEl>
                                          <p:spTgt spid="26"/>
                                        </p:tgtEl>
                                        <p:attrNameLst>
                                          <p:attrName>style.visibility</p:attrName>
                                        </p:attrNameLst>
                                      </p:cBhvr>
                                      <p:to>
                                        <p:strVal val="hidden"/>
                                      </p:to>
                                    </p:set>
                                  </p:childTnLst>
                                </p:cTn>
                              </p:par>
                              <p:par>
                                <p:cTn id="188" presetID="10" presetClass="entr" presetSubtype="0" fill="hold" grpId="0" nodeType="withEffect">
                                  <p:stCondLst>
                                    <p:cond delay="23800"/>
                                  </p:stCondLst>
                                  <p:childTnLst>
                                    <p:set>
                                      <p:cBhvr>
                                        <p:cTn id="186" dur="1" fill="hold">
                                          <p:stCondLst>
                                            <p:cond delay="0"/>
                                          </p:stCondLst>
                                        </p:cTn>
                                        <p:tgtEl>
                                          <p:spTgt spid="27"/>
                                        </p:tgtEl>
                                        <p:attrNameLst>
                                          <p:attrName>style.visibility</p:attrName>
                                        </p:attrNameLst>
                                      </p:cBhvr>
                                      <p:to>
                                        <p:strVal val="visible"/>
                                      </p:to>
                                    </p:set>
                                    <p:animEffect transition="in" filter="fade">
                                      <p:cBhvr>
                                        <p:cTn id="187" dur="220"/>
                                        <p:tgtEl>
                                          <p:spTgt spid="27"/>
                                        </p:tgtEl>
                                      </p:cBhvr>
                                    </p:animEffect>
                                  </p:childTnLst>
                                </p:cTn>
                              </p:par>
                              <p:par>
                                <p:cTn id="191" presetID="10" presetClass="entr" presetSubtype="0" fill="hold" grpId="0" nodeType="withEffect">
                                  <p:stCondLst>
                                    <p:cond delay="24800"/>
                                  </p:stCondLst>
                                  <p:childTnLst>
                                    <p:set>
                                      <p:cBhvr>
                                        <p:cTn id="189" dur="1" fill="hold">
                                          <p:stCondLst>
                                            <p:cond delay="0"/>
                                          </p:stCondLst>
                                        </p:cTn>
                                        <p:tgtEl>
                                          <p:spTgt spid="46"/>
                                        </p:tgtEl>
                                        <p:attrNameLst>
                                          <p:attrName>style.visibility</p:attrName>
                                        </p:attrNameLst>
                                      </p:cBhvr>
                                      <p:to>
                                        <p:strVal val="visible"/>
                                      </p:to>
                                    </p:set>
                                    <p:animEffect transition="in" filter="fade">
                                      <p:cBhvr>
                                        <p:cTn id="190" dur="80"/>
                                        <p:tgtEl>
                                          <p:spTgt spid="46"/>
                                        </p:tgtEl>
                                      </p:cBhvr>
                                    </p:animEffect>
                                  </p:childTnLst>
                                </p:cTn>
                              </p:par>
                              <p:par>
                                <p:cTn id="194" presetID="10" presetClass="exit" presetSubtype="0" fill="hold" grpId="1" nodeType="withEffect">
                                  <p:stCondLst>
                                    <p:cond delay="24880"/>
                                  </p:stCondLst>
                                  <p:childTnLst>
                                    <p:animEffect transition="out" filter="fade">
                                      <p:cBhvr>
                                        <p:cTn id="192" dur="200"/>
                                        <p:tgtEl>
                                          <p:spTgt spid="44"/>
                                        </p:tgtEl>
                                      </p:cBhvr>
                                    </p:animEffect>
                                    <p:set>
                                      <p:cBhvr>
                                        <p:cTn id="193" dur="1" fill="hold">
                                          <p:stCondLst>
                                            <p:cond delay="199"/>
                                          </p:stCondLst>
                                        </p:cTn>
                                        <p:tgtEl>
                                          <p:spTgt spid="44"/>
                                        </p:tgtEl>
                                        <p:attrNameLst>
                                          <p:attrName>style.visibility</p:attrName>
                                        </p:attrNameLst>
                                      </p:cBhvr>
                                      <p:to>
                                        <p:strVal val="hidden"/>
                                      </p:to>
                                    </p:set>
                                  </p:childTnLst>
                                </p:cTn>
                              </p:par>
                              <p:par>
                                <p:cTn id="197" presetID="10" presetClass="exit" presetSubtype="0" fill="hold" grpId="1" nodeType="withEffect">
                                  <p:stCondLst>
                                    <p:cond delay="24880"/>
                                  </p:stCondLst>
                                  <p:childTnLst>
                                    <p:animEffect transition="out" filter="fade">
                                      <p:cBhvr>
                                        <p:cTn id="195" dur="200"/>
                                        <p:tgtEl>
                                          <p:spTgt spid="45"/>
                                        </p:tgtEl>
                                      </p:cBhvr>
                                    </p:animEffect>
                                    <p:set>
                                      <p:cBhvr>
                                        <p:cTn id="196" dur="1" fill="hold">
                                          <p:stCondLst>
                                            <p:cond delay="199"/>
                                          </p:stCondLst>
                                        </p:cTn>
                                        <p:tgtEl>
                                          <p:spTgt spid="45"/>
                                        </p:tgtEl>
                                        <p:attrNameLst>
                                          <p:attrName>style.visibility</p:attrName>
                                        </p:attrNameLst>
                                      </p:cBhvr>
                                      <p:to>
                                        <p:strVal val="hidden"/>
                                      </p:to>
                                    </p:set>
                                  </p:childTnLst>
                                </p:cTn>
                              </p:par>
                              <p:par>
                                <p:cTn id="200" presetID="22" presetClass="entr" presetSubtype="1" fill="hold" grpId="0" nodeType="withEffect">
                                  <p:stCondLst>
                                    <p:cond delay="24900"/>
                                  </p:stCondLst>
                                  <p:childTnLst>
                                    <p:set>
                                      <p:cBhvr>
                                        <p:cTn id="198" dur="1" fill="hold">
                                          <p:stCondLst>
                                            <p:cond delay="0"/>
                                          </p:stCondLst>
                                        </p:cTn>
                                        <p:tgtEl>
                                          <p:spTgt spid="18"/>
                                        </p:tgtEl>
                                        <p:attrNameLst>
                                          <p:attrName>style.visibility</p:attrName>
                                        </p:attrNameLst>
                                      </p:cBhvr>
                                      <p:to>
                                        <p:strVal val="visible"/>
                                      </p:to>
                                    </p:set>
                                    <p:animEffect transition="in" filter="wipe(down)">
                                      <p:cBhvr>
                                        <p:cTn id="199" dur="700"/>
                                        <p:tgtEl>
                                          <p:spTgt spid="18"/>
                                        </p:tgtEl>
                                      </p:cBhvr>
                                    </p:animEffect>
                                  </p:childTnLst>
                                </p:cTn>
                              </p:par>
                              <p:par>
                                <p:cTn id="203" presetID="10" presetClass="exit" presetSubtype="0" fill="hold" grpId="1" nodeType="withEffect">
                                  <p:stCondLst>
                                    <p:cond delay="24920"/>
                                  </p:stCondLst>
                                  <p:childTnLst>
                                    <p:animEffect transition="out" filter="fade">
                                      <p:cBhvr>
                                        <p:cTn id="201" dur="380"/>
                                        <p:tgtEl>
                                          <p:spTgt spid="46"/>
                                        </p:tgtEl>
                                      </p:cBhvr>
                                    </p:animEffect>
                                    <p:set>
                                      <p:cBhvr>
                                        <p:cTn id="202" dur="1" fill="hold">
                                          <p:stCondLst>
                                            <p:cond delay="379"/>
                                          </p:stCondLst>
                                        </p:cTn>
                                        <p:tgtEl>
                                          <p:spTgt spid="46"/>
                                        </p:tgtEl>
                                        <p:attrNameLst>
                                          <p:attrName>style.visibility</p:attrName>
                                        </p:attrNameLst>
                                      </p:cBhvr>
                                      <p:to>
                                        <p:strVal val="hidden"/>
                                      </p:to>
                                    </p:set>
                                  </p:childTnLst>
                                </p:cTn>
                              </p:par>
                              <p:par>
                                <p:cTn id="206" presetID="10" presetClass="exit" presetSubtype="0" fill="hold" grpId="1" nodeType="withEffect">
                                  <p:stCondLst>
                                    <p:cond delay="25000"/>
                                  </p:stCondLst>
                                  <p:childTnLst>
                                    <p:animEffect transition="out" filter="fade">
                                      <p:cBhvr>
                                        <p:cTn id="204" dur="220"/>
                                        <p:tgtEl>
                                          <p:spTgt spid="23"/>
                                        </p:tgtEl>
                                      </p:cBhvr>
                                    </p:animEffect>
                                    <p:set>
                                      <p:cBhvr>
                                        <p:cTn id="205" dur="1" fill="hold">
                                          <p:stCondLst>
                                            <p:cond delay="219"/>
                                          </p:stCondLst>
                                        </p:cTn>
                                        <p:tgtEl>
                                          <p:spTgt spid="23"/>
                                        </p:tgtEl>
                                        <p:attrNameLst>
                                          <p:attrName>style.visibility</p:attrName>
                                        </p:attrNameLst>
                                      </p:cBhvr>
                                      <p:to>
                                        <p:strVal val="hidden"/>
                                      </p:to>
                                    </p:set>
                                  </p:childTnLst>
                                </p:cTn>
                              </p:par>
                              <p:par>
                                <p:cTn id="209" presetID="10" presetClass="entr" presetSubtype="0" fill="hold" grpId="0" nodeType="withEffect">
                                  <p:stCondLst>
                                    <p:cond delay="25000"/>
                                  </p:stCondLst>
                                  <p:childTnLst>
                                    <p:set>
                                      <p:cBhvr>
                                        <p:cTn id="207" dur="1" fill="hold">
                                          <p:stCondLst>
                                            <p:cond delay="0"/>
                                          </p:stCondLst>
                                        </p:cTn>
                                        <p:tgtEl>
                                          <p:spTgt spid="24"/>
                                        </p:tgtEl>
                                        <p:attrNameLst>
                                          <p:attrName>style.visibility</p:attrName>
                                        </p:attrNameLst>
                                      </p:cBhvr>
                                      <p:to>
                                        <p:strVal val="visible"/>
                                      </p:to>
                                    </p:set>
                                    <p:animEffect transition="in" filter="fade">
                                      <p:cBhvr>
                                        <p:cTn id="208" dur="220"/>
                                        <p:tgtEl>
                                          <p:spTgt spid="24"/>
                                        </p:tgtEl>
                                      </p:cBhvr>
                                    </p:animEffect>
                                  </p:childTnLst>
                                </p:cTn>
                              </p:par>
                              <p:par>
                                <p:cTn id="214" presetID="42" presetClass="entr" presetSubtype="0" fill="hold" grpId="0" nodeType="withEffect">
                                  <p:stCondLst>
                                    <p:cond delay="25000"/>
                                  </p:stCondLst>
                                  <p:childTnLst>
                                    <p:set>
                                      <p:cBhvr>
                                        <p:cTn id="210" dur="1" fill="hold">
                                          <p:stCondLst>
                                            <p:cond delay="0"/>
                                          </p:stCondLst>
                                        </p:cTn>
                                        <p:tgtEl>
                                          <p:spTgt spid="47"/>
                                        </p:tgtEl>
                                        <p:attrNameLst>
                                          <p:attrName>style.visibility</p:attrName>
                                        </p:attrNameLst>
                                      </p:cBhvr>
                                      <p:to>
                                        <p:strVal val="visible"/>
                                      </p:to>
                                    </p:set>
                                    <p:animEffect transition="in" filter="fade">
                                      <p:cBhvr>
                                        <p:cTn id="211" dur="300"/>
                                        <p:tgtEl>
                                          <p:spTgt spid="47"/>
                                        </p:tgtEl>
                                      </p:cBhvr>
                                    </p:animEffect>
                                    <p:anim calcmode="lin" valueType="num">
                                      <p:cBhvr additive="base">
                                        <p:cTn id="212" dur="300" fill="hold"/>
                                        <p:tgtEl>
                                          <p:spTgt spid="47"/>
                                        </p:tgtEl>
                                        <p:attrNameLst>
                                          <p:attrName>ppt_x</p:attrName>
                                        </p:attrNameLst>
                                      </p:cBhvr>
                                      <p:tavLst>
                                        <p:tav tm="0">
                                          <p:val>
                                            <p:strVal val="#ppt_x-.05"/>
                                          </p:val>
                                        </p:tav>
                                        <p:tav tm="100000">
                                          <p:val>
                                            <p:strVal val="#ppt_x"/>
                                          </p:val>
                                        </p:tav>
                                      </p:tavLst>
                                    </p:anim>
                                    <p:anim calcmode="lin" valueType="num">
                                      <p:cBhvr additive="base">
                                        <p:cTn id="213" dur="300" fill="hold"/>
                                        <p:tgtEl>
                                          <p:spTgt spid="47"/>
                                        </p:tgtEl>
                                        <p:attrNameLst>
                                          <p:attrName>ppt_y</p:attrName>
                                        </p:attrNameLst>
                                      </p:cBhvr>
                                      <p:tavLst>
                                        <p:tav tm="0">
                                          <p:val>
                                            <p:strVal val="#ppt_y"/>
                                          </p:val>
                                        </p:tav>
                                        <p:tav tm="100000">
                                          <p:val>
                                            <p:strVal val="#ppt_y"/>
                                          </p:val>
                                        </p:tav>
                                      </p:tavLst>
                                    </p:anim>
                                  </p:childTnLst>
                                </p:cTn>
                              </p:par>
                              <p:par>
                                <p:cTn id="216" presetID="1" presetClass="entr" presetSubtype="0" fill="hold" grpId="0" nodeType="withEffect">
                                  <p:stCondLst>
                                    <p:cond delay="25150"/>
                                  </p:stCondLst>
                                  <p:iterate type="lt">
                                    <p:tmAbs val="30"/>
                                  </p:iterate>
                                  <p:childTnLst>
                                    <p:set>
                                      <p:cBhvr>
                                        <p:cTn id="215" dur="1" fill="hold">
                                          <p:stCondLst>
                                            <p:cond delay="0"/>
                                          </p:stCondLst>
                                        </p:cTn>
                                        <p:tgtEl>
                                          <p:spTgt spid="48"/>
                                        </p:tgtEl>
                                        <p:attrNameLst>
                                          <p:attrName>style.visibility</p:attrName>
                                        </p:attrNameLst>
                                      </p:cBhvr>
                                      <p:to>
                                        <p:strVal val="visible"/>
                                      </p:to>
                                    </p:set>
                                  </p:childTnLst>
                                </p:cTn>
                              </p:par>
                              <p:par>
                                <p:cTn id="221" presetID="53" presetClass="entr" presetSubtype="16" fill="hold" grpId="0" nodeType="withEffect">
                                  <p:stCondLst>
                                    <p:cond delay="25200"/>
                                  </p:stCondLst>
                                  <p:childTnLst>
                                    <p:set>
                                      <p:cBhvr>
                                        <p:cTn id="217" dur="1" fill="hold">
                                          <p:stCondLst>
                                            <p:cond delay="0"/>
                                          </p:stCondLst>
                                        </p:cTn>
                                        <p:tgtEl>
                                          <p:spTgt spid="30"/>
                                        </p:tgtEl>
                                        <p:attrNameLst>
                                          <p:attrName>style.visibility</p:attrName>
                                        </p:attrNameLst>
                                      </p:cBhvr>
                                      <p:to>
                                        <p:strVal val="visible"/>
                                      </p:to>
                                    </p:set>
                                    <p:anim calcmode="lin" valueType="num">
                                      <p:cBhvr additive="base">
                                        <p:cTn id="218" dur="300" fill="hold"/>
                                        <p:tgtEl>
                                          <p:spTgt spid="30"/>
                                        </p:tgtEl>
                                        <p:attrNameLst>
                                          <p:attrName>ppt_w</p:attrName>
                                        </p:attrNameLst>
                                      </p:cBhvr>
                                      <p:tavLst>
                                        <p:tav tm="0">
                                          <p:val>
                                            <p:strVal val="0"/>
                                          </p:val>
                                        </p:tav>
                                        <p:tav tm="100000">
                                          <p:val>
                                            <p:strVal val="#ppt_w"/>
                                          </p:val>
                                        </p:tav>
                                      </p:tavLst>
                                    </p:anim>
                                    <p:anim calcmode="lin" valueType="num">
                                      <p:cBhvr additive="base">
                                        <p:cTn id="219" dur="300" fill="hold"/>
                                        <p:tgtEl>
                                          <p:spTgt spid="30"/>
                                        </p:tgtEl>
                                        <p:attrNameLst>
                                          <p:attrName>ppt_h</p:attrName>
                                        </p:attrNameLst>
                                      </p:cBhvr>
                                      <p:tavLst>
                                        <p:tav tm="0">
                                          <p:val>
                                            <p:strVal val="0"/>
                                          </p:val>
                                        </p:tav>
                                        <p:tav tm="100000">
                                          <p:val>
                                            <p:strVal val="#ppt_h"/>
                                          </p:val>
                                        </p:tav>
                                      </p:tavLst>
                                    </p:anim>
                                    <p:animEffect transition="in" filter="fade">
                                      <p:cBhvr>
                                        <p:cTn id="220" dur="300"/>
                                        <p:tgtEl>
                                          <p:spTgt spid="30"/>
                                        </p:tgtEl>
                                      </p:cBhvr>
                                    </p:animEffect>
                                  </p:childTnLst>
                                </p:cTn>
                              </p:par>
                              <p:par>
                                <p:cTn id="224" presetID="10" presetClass="exit" presetSubtype="0" fill="hold" grpId="1" nodeType="withEffect">
                                  <p:stCondLst>
                                    <p:cond delay="26200"/>
                                  </p:stCondLst>
                                  <p:childTnLst>
                                    <p:animEffect transition="out" filter="fade">
                                      <p:cBhvr>
                                        <p:cTn id="222" dur="200"/>
                                        <p:tgtEl>
                                          <p:spTgt spid="43"/>
                                        </p:tgtEl>
                                      </p:cBhvr>
                                    </p:animEffect>
                                    <p:set>
                                      <p:cBhvr>
                                        <p:cTn id="223" dur="1" fill="hold">
                                          <p:stCondLst>
                                            <p:cond delay="199"/>
                                          </p:stCondLst>
                                        </p:cTn>
                                        <p:tgtEl>
                                          <p:spTgt spid="43"/>
                                        </p:tgtEl>
                                        <p:attrNameLst>
                                          <p:attrName>style.visibility</p:attrName>
                                        </p:attrNameLst>
                                      </p:cBhvr>
                                      <p:to>
                                        <p:strVal val="hidden"/>
                                      </p:to>
                                    </p:set>
                                  </p:childTnLst>
                                </p:cTn>
                              </p:par>
                              <p:par>
                                <p:cTn id="227" presetID="10" presetClass="exit" presetSubtype="0" fill="hold" grpId="2" nodeType="withEffect">
                                  <p:stCondLst>
                                    <p:cond delay="26200"/>
                                  </p:stCondLst>
                                  <p:childTnLst>
                                    <p:animEffect transition="out" filter="fade">
                                      <p:cBhvr>
                                        <p:cTn id="225" dur="250"/>
                                        <p:tgtEl>
                                          <p:spTgt spid="17"/>
                                        </p:tgtEl>
                                      </p:cBhvr>
                                    </p:animEffect>
                                    <p:set>
                                      <p:cBhvr>
                                        <p:cTn id="226" dur="1" fill="hold">
                                          <p:stCondLst>
                                            <p:cond delay="249"/>
                                          </p:stCondLst>
                                        </p:cTn>
                                        <p:tgtEl>
                                          <p:spTgt spid="17"/>
                                        </p:tgtEl>
                                        <p:attrNameLst>
                                          <p:attrName>style.visibility</p:attrName>
                                        </p:attrNameLst>
                                      </p:cBhvr>
                                      <p:to>
                                        <p:strVal val="hidden"/>
                                      </p:to>
                                    </p:set>
                                  </p:childTnLst>
                                </p:cTn>
                              </p:par>
                              <p:par>
                                <p:cTn id="230" presetID="10" presetClass="exit" presetSubtype="0" fill="hold" grpId="1" nodeType="withEffect">
                                  <p:stCondLst>
                                    <p:cond delay="26200"/>
                                  </p:stCondLst>
                                  <p:childTnLst>
                                    <p:animEffect transition="out" filter="fade">
                                      <p:cBhvr>
                                        <p:cTn id="228" dur="250"/>
                                        <p:tgtEl>
                                          <p:spTgt spid="18"/>
                                        </p:tgtEl>
                                      </p:cBhvr>
                                    </p:animEffect>
                                    <p:set>
                                      <p:cBhvr>
                                        <p:cTn id="229" dur="1" fill="hold">
                                          <p:stCondLst>
                                            <p:cond delay="249"/>
                                          </p:stCondLst>
                                        </p:cTn>
                                        <p:tgtEl>
                                          <p:spTgt spid="18"/>
                                        </p:tgtEl>
                                        <p:attrNameLst>
                                          <p:attrName>style.visibility</p:attrName>
                                        </p:attrNameLst>
                                      </p:cBhvr>
                                      <p:to>
                                        <p:strVal val="hidden"/>
                                      </p:to>
                                    </p:set>
                                  </p:childTnLst>
                                </p:cTn>
                              </p:par>
                              <p:par>
                                <p:cTn id="233" presetID="10" presetClass="exit" presetSubtype="0" fill="hold" grpId="1" nodeType="withEffect">
                                  <p:stCondLst>
                                    <p:cond delay="26200"/>
                                  </p:stCondLst>
                                  <p:childTnLst>
                                    <p:animEffect transition="out" filter="fade">
                                      <p:cBhvr>
                                        <p:cTn id="231" dur="250"/>
                                        <p:tgtEl>
                                          <p:spTgt spid="30"/>
                                        </p:tgtEl>
                                      </p:cBhvr>
                                    </p:animEffect>
                                    <p:set>
                                      <p:cBhvr>
                                        <p:cTn id="232" dur="1" fill="hold">
                                          <p:stCondLst>
                                            <p:cond delay="249"/>
                                          </p:stCondLst>
                                        </p:cTn>
                                        <p:tgtEl>
                                          <p:spTgt spid="30"/>
                                        </p:tgtEl>
                                        <p:attrNameLst>
                                          <p:attrName>style.visibility</p:attrName>
                                        </p:attrNameLst>
                                      </p:cBhvr>
                                      <p:to>
                                        <p:strVal val="hidden"/>
                                      </p:to>
                                    </p:set>
                                  </p:childTnLst>
                                </p:cTn>
                              </p:par>
                              <p:par>
                                <p:cTn id="238" presetID="42" presetClass="entr" presetSubtype="0" fill="hold" grpId="0" nodeType="withEffect">
                                  <p:stCondLst>
                                    <p:cond delay="2630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400"/>
                                        <p:tgtEl>
                                          <p:spTgt spid="49"/>
                                        </p:tgtEl>
                                      </p:cBhvr>
                                    </p:animEffect>
                                    <p:anim calcmode="lin" valueType="num">
                                      <p:cBhvr additive="base">
                                        <p:cTn id="236" dur="400" fill="hold"/>
                                        <p:tgtEl>
                                          <p:spTgt spid="49"/>
                                        </p:tgtEl>
                                        <p:attrNameLst>
                                          <p:attrName>ppt_x</p:attrName>
                                        </p:attrNameLst>
                                      </p:cBhvr>
                                      <p:tavLst>
                                        <p:tav tm="0">
                                          <p:val>
                                            <p:strVal val="#ppt_x-.05"/>
                                          </p:val>
                                        </p:tav>
                                        <p:tav tm="100000">
                                          <p:val>
                                            <p:strVal val="#ppt_x"/>
                                          </p:val>
                                        </p:tav>
                                      </p:tavLst>
                                    </p:anim>
                                    <p:anim calcmode="lin" valueType="num">
                                      <p:cBhvr additive="base">
                                        <p:cTn id="237" dur="400" fill="hold"/>
                                        <p:tgtEl>
                                          <p:spTgt spid="49"/>
                                        </p:tgtEl>
                                        <p:attrNameLst>
                                          <p:attrName>ppt_y</p:attrName>
                                        </p:attrNameLst>
                                      </p:cBhvr>
                                      <p:tavLst>
                                        <p:tav tm="0">
                                          <p:val>
                                            <p:strVal val="#ppt_y"/>
                                          </p:val>
                                        </p:tav>
                                        <p:tav tm="100000">
                                          <p:val>
                                            <p:strVal val="#ppt_y"/>
                                          </p:val>
                                        </p:tav>
                                      </p:tavLst>
                                    </p:anim>
                                  </p:childTnLst>
                                </p:cTn>
                              </p:par>
                              <p:par>
                                <p:cTn id="241" presetID="10" presetClass="exit" presetSubtype="0" fill="hold" grpId="1" nodeType="withEffect">
                                  <p:stCondLst>
                                    <p:cond delay="26380"/>
                                  </p:stCondLst>
                                  <p:childTnLst>
                                    <p:animEffect transition="out" filter="fade">
                                      <p:cBhvr>
                                        <p:cTn id="239" dur="200"/>
                                        <p:tgtEl>
                                          <p:spTgt spid="47"/>
                                        </p:tgtEl>
                                      </p:cBhvr>
                                    </p:animEffect>
                                    <p:set>
                                      <p:cBhvr>
                                        <p:cTn id="240" dur="1" fill="hold">
                                          <p:stCondLst>
                                            <p:cond delay="199"/>
                                          </p:stCondLst>
                                        </p:cTn>
                                        <p:tgtEl>
                                          <p:spTgt spid="47"/>
                                        </p:tgtEl>
                                        <p:attrNameLst>
                                          <p:attrName>style.visibility</p:attrName>
                                        </p:attrNameLst>
                                      </p:cBhvr>
                                      <p:to>
                                        <p:strVal val="hidden"/>
                                      </p:to>
                                    </p:set>
                                  </p:childTnLst>
                                </p:cTn>
                              </p:par>
                              <p:par>
                                <p:cTn id="244" presetID="10" presetClass="exit" presetSubtype="0" fill="hold" grpId="1" nodeType="withEffect">
                                  <p:stCondLst>
                                    <p:cond delay="26380"/>
                                  </p:stCondLst>
                                  <p:childTnLst>
                                    <p:animEffect transition="out" filter="fade">
                                      <p:cBhvr>
                                        <p:cTn id="242" dur="200"/>
                                        <p:tgtEl>
                                          <p:spTgt spid="48"/>
                                        </p:tgtEl>
                                      </p:cBhvr>
                                    </p:animEffect>
                                    <p:set>
                                      <p:cBhvr>
                                        <p:cTn id="243" dur="1" fill="hold">
                                          <p:stCondLst>
                                            <p:cond delay="199"/>
                                          </p:stCondLst>
                                        </p:cTn>
                                        <p:tgtEl>
                                          <p:spTgt spid="48"/>
                                        </p:tgtEl>
                                        <p:attrNameLst>
                                          <p:attrName>style.visibility</p:attrName>
                                        </p:attrNameLst>
                                      </p:cBhvr>
                                      <p:to>
                                        <p:strVal val="hidden"/>
                                      </p:to>
                                    </p:set>
                                  </p:childTnLst>
                                </p:cTn>
                              </p:par>
                              <p:par>
                                <p:cTn id="247" presetID="10" presetClass="entr" presetSubtype="0" fill="hold" grpId="0" nodeType="withEffect">
                                  <p:stCondLst>
                                    <p:cond delay="26400"/>
                                  </p:stCondLst>
                                  <p:childTnLst>
                                    <p:set>
                                      <p:cBhvr>
                                        <p:cTn id="245" dur="1" fill="hold">
                                          <p:stCondLst>
                                            <p:cond delay="0"/>
                                          </p:stCondLst>
                                        </p:cTn>
                                        <p:tgtEl>
                                          <p:spTgt spid="8"/>
                                        </p:tgtEl>
                                        <p:attrNameLst>
                                          <p:attrName>style.visibility</p:attrName>
                                        </p:attrNameLst>
                                      </p:cBhvr>
                                      <p:to>
                                        <p:strVal val="visible"/>
                                      </p:to>
                                    </p:set>
                                    <p:animEffect transition="in" filter="fade">
                                      <p:cBhvr>
                                        <p:cTn id="246" dur="500"/>
                                        <p:tgtEl>
                                          <p:spTgt spid="8"/>
                                        </p:tgtEl>
                                      </p:cBhvr>
                                    </p:animEffect>
                                  </p:childTnLst>
                                </p:cTn>
                              </p:par>
                              <p:par>
                                <p:cTn id="252" presetID="42" presetClass="entr" presetSubtype="0" fill="hold" grpId="0" nodeType="withEffect">
                                  <p:stCondLst>
                                    <p:cond delay="26500"/>
                                  </p:stCondLst>
                                  <p:childTnLst>
                                    <p:set>
                                      <p:cBhvr>
                                        <p:cTn id="248" dur="1" fill="hold">
                                          <p:stCondLst>
                                            <p:cond delay="0"/>
                                          </p:stCondLst>
                                        </p:cTn>
                                        <p:tgtEl>
                                          <p:spTgt spid="51"/>
                                        </p:tgtEl>
                                        <p:attrNameLst>
                                          <p:attrName>style.visibility</p:attrName>
                                        </p:attrNameLst>
                                      </p:cBhvr>
                                      <p:to>
                                        <p:strVal val="visible"/>
                                      </p:to>
                                    </p:set>
                                    <p:animEffect transition="in" filter="fade">
                                      <p:cBhvr>
                                        <p:cTn id="249" dur="300"/>
                                        <p:tgtEl>
                                          <p:spTgt spid="51"/>
                                        </p:tgtEl>
                                      </p:cBhvr>
                                    </p:animEffect>
                                    <p:anim calcmode="lin" valueType="num">
                                      <p:cBhvr additive="base">
                                        <p:cTn id="250" dur="300" fill="hold"/>
                                        <p:tgtEl>
                                          <p:spTgt spid="51"/>
                                        </p:tgtEl>
                                        <p:attrNameLst>
                                          <p:attrName>ppt_x</p:attrName>
                                        </p:attrNameLst>
                                      </p:cBhvr>
                                      <p:tavLst>
                                        <p:tav tm="0">
                                          <p:val>
                                            <p:strVal val="#ppt_x-.05"/>
                                          </p:val>
                                        </p:tav>
                                        <p:tav tm="100000">
                                          <p:val>
                                            <p:strVal val="#ppt_x"/>
                                          </p:val>
                                        </p:tav>
                                      </p:tavLst>
                                    </p:anim>
                                    <p:anim calcmode="lin" valueType="num">
                                      <p:cBhvr additive="base">
                                        <p:cTn id="251" dur="300" fill="hold"/>
                                        <p:tgtEl>
                                          <p:spTgt spid="51"/>
                                        </p:tgtEl>
                                        <p:attrNameLst>
                                          <p:attrName>ppt_y</p:attrName>
                                        </p:attrNameLst>
                                      </p:cBhvr>
                                      <p:tavLst>
                                        <p:tav tm="0">
                                          <p:val>
                                            <p:strVal val="#ppt_y"/>
                                          </p:val>
                                        </p:tav>
                                        <p:tav tm="100000">
                                          <p:val>
                                            <p:strVal val="#ppt_y"/>
                                          </p:val>
                                        </p:tav>
                                      </p:tavLst>
                                    </p:anim>
                                  </p:childTnLst>
                                </p:cTn>
                              </p:par>
                              <p:par>
                                <p:cTn id="257" presetID="53" presetClass="entr" presetSubtype="16" fill="hold" grpId="0" nodeType="withEffect">
                                  <p:stCondLst>
                                    <p:cond delay="26650"/>
                                  </p:stCondLst>
                                  <p:childTnLst>
                                    <p:set>
                                      <p:cBhvr>
                                        <p:cTn id="253" dur="1" fill="hold">
                                          <p:stCondLst>
                                            <p:cond delay="0"/>
                                          </p:stCondLst>
                                        </p:cTn>
                                        <p:tgtEl>
                                          <p:spTgt spid="9"/>
                                        </p:tgtEl>
                                        <p:attrNameLst>
                                          <p:attrName>style.visibility</p:attrName>
                                        </p:attrNameLst>
                                      </p:cBhvr>
                                      <p:to>
                                        <p:strVal val="visible"/>
                                      </p:to>
                                    </p:set>
                                    <p:anim calcmode="lin" valueType="num">
                                      <p:cBhvr additive="base">
                                        <p:cTn id="254" dur="300" fill="hold"/>
                                        <p:tgtEl>
                                          <p:spTgt spid="9"/>
                                        </p:tgtEl>
                                        <p:attrNameLst>
                                          <p:attrName>ppt_w</p:attrName>
                                        </p:attrNameLst>
                                      </p:cBhvr>
                                      <p:tavLst>
                                        <p:tav tm="0">
                                          <p:val>
                                            <p:strVal val="0"/>
                                          </p:val>
                                        </p:tav>
                                        <p:tav tm="100000">
                                          <p:val>
                                            <p:strVal val="#ppt_w"/>
                                          </p:val>
                                        </p:tav>
                                      </p:tavLst>
                                    </p:anim>
                                    <p:anim calcmode="lin" valueType="num">
                                      <p:cBhvr additive="base">
                                        <p:cTn id="255" dur="300" fill="hold"/>
                                        <p:tgtEl>
                                          <p:spTgt spid="9"/>
                                        </p:tgtEl>
                                        <p:attrNameLst>
                                          <p:attrName>ppt_h</p:attrName>
                                        </p:attrNameLst>
                                      </p:cBhvr>
                                      <p:tavLst>
                                        <p:tav tm="0">
                                          <p:val>
                                            <p:strVal val="0"/>
                                          </p:val>
                                        </p:tav>
                                        <p:tav tm="100000">
                                          <p:val>
                                            <p:strVal val="#ppt_h"/>
                                          </p:val>
                                        </p:tav>
                                      </p:tavLst>
                                    </p:anim>
                                    <p:animEffect transition="in" filter="fade">
                                      <p:cBhvr>
                                        <p:cTn id="256" dur="300"/>
                                        <p:tgtEl>
                                          <p:spTgt spid="9"/>
                                        </p:tgtEl>
                                      </p:cBhvr>
                                    </p:animEffect>
                                  </p:childTnLst>
                                </p:cTn>
                              </p:par>
                              <p:par>
                                <p:cTn id="260" presetID="10" presetClass="entr" presetSubtype="0" fill="hold" grpId="0" nodeType="withEffect">
                                  <p:stCondLst>
                                    <p:cond delay="26650"/>
                                  </p:stCondLst>
                                  <p:childTnLst>
                                    <p:set>
                                      <p:cBhvr>
                                        <p:cTn id="258" dur="1" fill="hold">
                                          <p:stCondLst>
                                            <p:cond delay="0"/>
                                          </p:stCondLst>
                                        </p:cTn>
                                        <p:tgtEl>
                                          <p:spTgt spid="50"/>
                                        </p:tgtEl>
                                        <p:attrNameLst>
                                          <p:attrName>style.visibility</p:attrName>
                                        </p:attrNameLst>
                                      </p:cBhvr>
                                      <p:to>
                                        <p:strVal val="visible"/>
                                      </p:to>
                                    </p:set>
                                    <p:animEffect transition="in" filter="fade">
                                      <p:cBhvr>
                                        <p:cTn id="259" dur="80"/>
                                        <p:tgtEl>
                                          <p:spTgt spid="50"/>
                                        </p:tgtEl>
                                      </p:cBhvr>
                                    </p:animEffect>
                                  </p:childTnLst>
                                </p:cTn>
                              </p:par>
                              <p:par>
                                <p:cTn id="262" presetID="1" presetClass="entr" presetSubtype="0" fill="hold" grpId="0" nodeType="withEffect">
                                  <p:stCondLst>
                                    <p:cond delay="26650"/>
                                  </p:stCondLst>
                                  <p:iterate type="lt">
                                    <p:tmAbs val="30"/>
                                  </p:iterate>
                                  <p:childTnLst>
                                    <p:set>
                                      <p:cBhvr>
                                        <p:cTn id="261" dur="1" fill="hold">
                                          <p:stCondLst>
                                            <p:cond delay="0"/>
                                          </p:stCondLst>
                                        </p:cTn>
                                        <p:tgtEl>
                                          <p:spTgt spid="52"/>
                                        </p:tgtEl>
                                        <p:attrNameLst>
                                          <p:attrName>style.visibility</p:attrName>
                                        </p:attrNameLst>
                                      </p:cBhvr>
                                      <p:to>
                                        <p:strVal val="visible"/>
                                      </p:to>
                                    </p:set>
                                  </p:childTnLst>
                                </p:cTn>
                              </p:par>
                              <p:par>
                                <p:cTn id="266" presetID="2" presetClass="entr" presetSubtype="1" fill="hold" grpId="0" nodeType="withEffect">
                                  <p:stCondLst>
                                    <p:cond delay="26700"/>
                                  </p:stCondLst>
                                  <p:childTnLst>
                                    <p:set>
                                      <p:cBhvr>
                                        <p:cTn id="263" dur="1" fill="hold">
                                          <p:stCondLst>
                                            <p:cond delay="0"/>
                                          </p:stCondLst>
                                        </p:cTn>
                                        <p:tgtEl>
                                          <p:spTgt spid="19"/>
                                        </p:tgtEl>
                                        <p:attrNameLst>
                                          <p:attrName>style.visibility</p:attrName>
                                        </p:attrNameLst>
                                      </p:cBhvr>
                                      <p:to>
                                        <p:strVal val="visible"/>
                                      </p:to>
                                    </p:set>
                                    <p:anim calcmode="lin" valueType="num">
                                      <p:cBhvr additive="base">
                                        <p:cTn id="264" dur="450" fill="hold"/>
                                        <p:tgtEl>
                                          <p:spTgt spid="19"/>
                                        </p:tgtEl>
                                        <p:attrNameLst>
                                          <p:attrName>ppt_x</p:attrName>
                                        </p:attrNameLst>
                                      </p:cBhvr>
                                      <p:tavLst>
                                        <p:tav tm="0">
                                          <p:val>
                                            <p:strVal val="#ppt_x"/>
                                          </p:val>
                                        </p:tav>
                                        <p:tav tm="100000">
                                          <p:val>
                                            <p:strVal val="#ppt_x"/>
                                          </p:val>
                                        </p:tav>
                                      </p:tavLst>
                                    </p:anim>
                                    <p:anim calcmode="lin" valueType="num">
                                      <p:cBhvr additive="base">
                                        <p:cTn id="265" dur="450" fill="hold"/>
                                        <p:tgtEl>
                                          <p:spTgt spid="19"/>
                                        </p:tgtEl>
                                        <p:attrNameLst>
                                          <p:attrName>ppt_y</p:attrName>
                                        </p:attrNameLst>
                                      </p:cBhvr>
                                      <p:tavLst>
                                        <p:tav tm="0">
                                          <p:val>
                                            <p:strVal val="0-#ppt_h/2"/>
                                          </p:val>
                                        </p:tav>
                                        <p:tav tm="100000">
                                          <p:val>
                                            <p:strVal val="#ppt_y"/>
                                          </p:val>
                                        </p:tav>
                                      </p:tavLst>
                                    </p:anim>
                                  </p:childTnLst>
                                </p:cTn>
                              </p:par>
                              <p:par>
                                <p:cTn id="269" presetID="10" presetClass="exit" presetSubtype="0" fill="hold" grpId="1" nodeType="withEffect">
                                  <p:stCondLst>
                                    <p:cond delay="26770"/>
                                  </p:stCondLst>
                                  <p:childTnLst>
                                    <p:animEffect transition="out" filter="fade">
                                      <p:cBhvr>
                                        <p:cTn id="267" dur="380"/>
                                        <p:tgtEl>
                                          <p:spTgt spid="50"/>
                                        </p:tgtEl>
                                      </p:cBhvr>
                                    </p:animEffect>
                                    <p:set>
                                      <p:cBhvr>
                                        <p:cTn id="268" dur="1" fill="hold">
                                          <p:stCondLst>
                                            <p:cond delay="379"/>
                                          </p:stCondLst>
                                        </p:cTn>
                                        <p:tgtEl>
                                          <p:spTgt spid="50"/>
                                        </p:tgtEl>
                                        <p:attrNameLst>
                                          <p:attrName>style.visibility</p:attrName>
                                        </p:attrNameLst>
                                      </p:cBhvr>
                                      <p:to>
                                        <p:strVal val="hidden"/>
                                      </p:to>
                                    </p:set>
                                  </p:childTnLst>
                                </p:cTn>
                              </p:par>
                              <p:par>
                                <p:cTn id="271" presetID="32" presetClass="emph" presetSubtype="0" fill="hold" grpId="1" nodeType="withEffect" autoRev="1" repeatCount="4000">
                                  <p:stCondLst>
                                    <p:cond delay="27150"/>
                                  </p:stCondLst>
                                  <p:childTnLst>
                                    <p:animRot by="-1500000">
                                      <p:cBhvr>
                                        <p:cTn id="270" dur="140" fill="hold"/>
                                        <p:tgtEl>
                                          <p:spTgt spid="19"/>
                                        </p:tgtEl>
                                        <p:attrNameLst>
                                          <p:attrName>r</p:attrName>
                                        </p:attrNameLst>
                                      </p:cBhvr>
                                    </p:animRot>
                                  </p:childTnLst>
                                </p:cTn>
                              </p:par>
                              <p:par>
                                <p:cTn id="274" presetID="10" presetClass="exit" presetSubtype="0" fill="hold" grpId="1" nodeType="withEffect">
                                  <p:stCondLst>
                                    <p:cond delay="27500"/>
                                  </p:stCondLst>
                                  <p:childTnLst>
                                    <p:animEffect transition="out" filter="fade">
                                      <p:cBhvr>
                                        <p:cTn id="272" dur="220"/>
                                        <p:tgtEl>
                                          <p:spTgt spid="27"/>
                                        </p:tgtEl>
                                      </p:cBhvr>
                                    </p:animEffect>
                                    <p:set>
                                      <p:cBhvr>
                                        <p:cTn id="273" dur="1" fill="hold">
                                          <p:stCondLst>
                                            <p:cond delay="219"/>
                                          </p:stCondLst>
                                        </p:cTn>
                                        <p:tgtEl>
                                          <p:spTgt spid="27"/>
                                        </p:tgtEl>
                                        <p:attrNameLst>
                                          <p:attrName>style.visibility</p:attrName>
                                        </p:attrNameLst>
                                      </p:cBhvr>
                                      <p:to>
                                        <p:strVal val="hidden"/>
                                      </p:to>
                                    </p:set>
                                  </p:childTnLst>
                                </p:cTn>
                              </p:par>
                              <p:par>
                                <p:cTn id="277" presetID="10" presetClass="entr" presetSubtype="0" fill="hold" grpId="0" nodeType="withEffect">
                                  <p:stCondLst>
                                    <p:cond delay="27500"/>
                                  </p:stCondLst>
                                  <p:childTnLst>
                                    <p:set>
                                      <p:cBhvr>
                                        <p:cTn id="275" dur="1" fill="hold">
                                          <p:stCondLst>
                                            <p:cond delay="0"/>
                                          </p:stCondLst>
                                        </p:cTn>
                                        <p:tgtEl>
                                          <p:spTgt spid="28"/>
                                        </p:tgtEl>
                                        <p:attrNameLst>
                                          <p:attrName>style.visibility</p:attrName>
                                        </p:attrNameLst>
                                      </p:cBhvr>
                                      <p:to>
                                        <p:strVal val="visible"/>
                                      </p:to>
                                    </p:set>
                                    <p:animEffect transition="in" filter="fade">
                                      <p:cBhvr>
                                        <p:cTn id="276" dur="220"/>
                                        <p:tgtEl>
                                          <p:spTgt spid="28"/>
                                        </p:tgtEl>
                                      </p:cBhvr>
                                    </p:animEffect>
                                  </p:childTnLst>
                                </p:cTn>
                              </p:par>
                              <p:par>
                                <p:cTn id="281" presetID="2" presetClass="entr" presetSubtype="1" fill="hold" grpId="0" nodeType="withEffect">
                                  <p:stCondLst>
                                    <p:cond delay="27600"/>
                                  </p:stCondLst>
                                  <p:childTnLst>
                                    <p:set>
                                      <p:cBhvr>
                                        <p:cTn id="278" dur="1" fill="hold">
                                          <p:stCondLst>
                                            <p:cond delay="0"/>
                                          </p:stCondLst>
                                        </p:cTn>
                                        <p:tgtEl>
                                          <p:spTgt spid="31"/>
                                        </p:tgtEl>
                                        <p:attrNameLst>
                                          <p:attrName>style.visibility</p:attrName>
                                        </p:attrNameLst>
                                      </p:cBhvr>
                                      <p:to>
                                        <p:strVal val="visible"/>
                                      </p:to>
                                    </p:set>
                                    <p:anim calcmode="lin" valueType="num">
                                      <p:cBhvr additive="base">
                                        <p:cTn id="279" dur="450" fill="hold"/>
                                        <p:tgtEl>
                                          <p:spTgt spid="31"/>
                                        </p:tgtEl>
                                        <p:attrNameLst>
                                          <p:attrName>ppt_x</p:attrName>
                                        </p:attrNameLst>
                                      </p:cBhvr>
                                      <p:tavLst>
                                        <p:tav tm="0">
                                          <p:val>
                                            <p:strVal val="#ppt_x"/>
                                          </p:val>
                                        </p:tav>
                                        <p:tav tm="100000">
                                          <p:val>
                                            <p:strVal val="#ppt_x"/>
                                          </p:val>
                                        </p:tav>
                                      </p:tavLst>
                                    </p:anim>
                                    <p:anim calcmode="lin" valueType="num">
                                      <p:cBhvr additive="base">
                                        <p:cTn id="280" dur="450" fill="hold"/>
                                        <p:tgtEl>
                                          <p:spTgt spid="31"/>
                                        </p:tgtEl>
                                        <p:attrNameLst>
                                          <p:attrName>ppt_y</p:attrName>
                                        </p:attrNameLst>
                                      </p:cBhvr>
                                      <p:tavLst>
                                        <p:tav tm="0">
                                          <p:val>
                                            <p:strVal val="0-#ppt_h/2"/>
                                          </p:val>
                                        </p:tav>
                                        <p:tav tm="100000">
                                          <p:val>
                                            <p:strVal val="#ppt_y"/>
                                          </p:val>
                                        </p:tav>
                                      </p:tavLst>
                                    </p:anim>
                                  </p:childTnLst>
                                </p:cTn>
                              </p:par>
                              <p:par>
                                <p:cTn id="284" presetID="10" presetClass="exit" presetSubtype="0" fill="hold" grpId="1" nodeType="withEffect">
                                  <p:stCondLst>
                                    <p:cond delay="28000"/>
                                  </p:stCondLst>
                                  <p:childTnLst>
                                    <p:animEffect transition="out" filter="fade">
                                      <p:cBhvr>
                                        <p:cTn id="282" dur="400"/>
                                        <p:tgtEl>
                                          <p:spTgt spid="9"/>
                                        </p:tgtEl>
                                      </p:cBhvr>
                                    </p:animEffect>
                                    <p:set>
                                      <p:cBhvr>
                                        <p:cTn id="283" dur="1" fill="hold">
                                          <p:stCondLst>
                                            <p:cond delay="399"/>
                                          </p:stCondLst>
                                        </p:cTn>
                                        <p:tgtEl>
                                          <p:spTgt spid="9"/>
                                        </p:tgtEl>
                                        <p:attrNameLst>
                                          <p:attrName>style.visibility</p:attrName>
                                        </p:attrNameLst>
                                      </p:cBhvr>
                                      <p:to>
                                        <p:strVal val="hidden"/>
                                      </p:to>
                                    </p:set>
                                  </p:childTnLst>
                                </p:cTn>
                              </p:par>
                              <p:par>
                                <p:cTn id="289" presetID="53" presetClass="entr" presetSubtype="32" fill="hold" grpId="0" nodeType="withEffect">
                                  <p:stCondLst>
                                    <p:cond delay="28100"/>
                                  </p:stCondLst>
                                  <p:childTnLst>
                                    <p:set>
                                      <p:cBhvr>
                                        <p:cTn id="285" dur="1" fill="hold">
                                          <p:stCondLst>
                                            <p:cond delay="0"/>
                                          </p:stCondLst>
                                        </p:cTn>
                                        <p:tgtEl>
                                          <p:spTgt spid="32"/>
                                        </p:tgtEl>
                                        <p:attrNameLst>
                                          <p:attrName>style.visibility</p:attrName>
                                        </p:attrNameLst>
                                      </p:cBhvr>
                                      <p:to>
                                        <p:strVal val="visible"/>
                                      </p:to>
                                    </p:set>
                                    <p:anim calcmode="lin" valueType="num">
                                      <p:cBhvr additive="base">
                                        <p:cTn id="286" dur="400" fill="hold"/>
                                        <p:tgtEl>
                                          <p:spTgt spid="32"/>
                                        </p:tgtEl>
                                        <p:attrNameLst>
                                          <p:attrName>ppt_w</p:attrName>
                                        </p:attrNameLst>
                                      </p:cBhvr>
                                      <p:tavLst>
                                        <p:tav tm="0">
                                          <p:val>
                                            <p:strVal val="#ppt_w*2.4"/>
                                          </p:val>
                                        </p:tav>
                                        <p:tav tm="100000">
                                          <p:val>
                                            <p:strVal val="#ppt_w"/>
                                          </p:val>
                                        </p:tav>
                                      </p:tavLst>
                                    </p:anim>
                                    <p:anim calcmode="lin" valueType="num">
                                      <p:cBhvr additive="base">
                                        <p:cTn id="287" dur="400" fill="hold"/>
                                        <p:tgtEl>
                                          <p:spTgt spid="32"/>
                                        </p:tgtEl>
                                        <p:attrNameLst>
                                          <p:attrName>ppt_h</p:attrName>
                                        </p:attrNameLst>
                                      </p:cBhvr>
                                      <p:tavLst>
                                        <p:tav tm="0">
                                          <p:val>
                                            <p:strVal val="#ppt_h*2.4"/>
                                          </p:val>
                                        </p:tav>
                                        <p:tav tm="100000">
                                          <p:val>
                                            <p:strVal val="#ppt_h"/>
                                          </p:val>
                                        </p:tav>
                                      </p:tavLst>
                                    </p:anim>
                                    <p:animEffect transition="in" filter="fade">
                                      <p:cBhvr>
                                        <p:cTn id="288" dur="400"/>
                                        <p:tgtEl>
                                          <p:spTgt spid="32"/>
                                        </p:tgtEl>
                                      </p:cBhvr>
                                    </p:animEffect>
                                  </p:childTnLst>
                                </p:cTn>
                              </p:par>
                              <p:par>
                                <p:cTn id="292" presetID="10" presetClass="exit" presetSubtype="0" fill="hold" grpId="1" nodeType="withEffect">
                                  <p:stCondLst>
                                    <p:cond delay="28500"/>
                                  </p:stCondLst>
                                  <p:childTnLst>
                                    <p:animEffect transition="out" filter="fade">
                                      <p:cBhvr>
                                        <p:cTn id="290" dur="220"/>
                                        <p:tgtEl>
                                          <p:spTgt spid="24"/>
                                        </p:tgtEl>
                                      </p:cBhvr>
                                    </p:animEffect>
                                    <p:set>
                                      <p:cBhvr>
                                        <p:cTn id="291" dur="1" fill="hold">
                                          <p:stCondLst>
                                            <p:cond delay="219"/>
                                          </p:stCondLst>
                                        </p:cTn>
                                        <p:tgtEl>
                                          <p:spTgt spid="24"/>
                                        </p:tgtEl>
                                        <p:attrNameLst>
                                          <p:attrName>style.visibility</p:attrName>
                                        </p:attrNameLst>
                                      </p:cBhvr>
                                      <p:to>
                                        <p:strVal val="hidden"/>
                                      </p:to>
                                    </p:set>
                                  </p:childTnLst>
                                </p:cTn>
                              </p:par>
                              <p:par>
                                <p:cTn id="295" presetID="10" presetClass="entr" presetSubtype="0" fill="hold" grpId="0" nodeType="withEffect">
                                  <p:stCondLst>
                                    <p:cond delay="28500"/>
                                  </p:stCondLst>
                                  <p:childTnLst>
                                    <p:set>
                                      <p:cBhvr>
                                        <p:cTn id="293" dur="1" fill="hold">
                                          <p:stCondLst>
                                            <p:cond delay="0"/>
                                          </p:stCondLst>
                                        </p:cTn>
                                        <p:tgtEl>
                                          <p:spTgt spid="25"/>
                                        </p:tgtEl>
                                        <p:attrNameLst>
                                          <p:attrName>style.visibility</p:attrName>
                                        </p:attrNameLst>
                                      </p:cBhvr>
                                      <p:to>
                                        <p:strVal val="visible"/>
                                      </p:to>
                                    </p:set>
                                    <p:animEffect transition="in" filter="fade">
                                      <p:cBhvr>
                                        <p:cTn id="294" dur="220"/>
                                        <p:tgtEl>
                                          <p:spTgt spid="25"/>
                                        </p:tgtEl>
                                      </p:cBhvr>
                                    </p:animEffect>
                                  </p:childTnLst>
                                </p:cTn>
                              </p:par>
                              <p:par>
                                <p:cTn id="300" presetID="53" presetClass="entr" presetSubtype="16" fill="hold" grpId="0" nodeType="withEffect">
                                  <p:stCondLst>
                                    <p:cond delay="28700"/>
                                  </p:stCondLst>
                                  <p:childTnLst>
                                    <p:set>
                                      <p:cBhvr>
                                        <p:cTn id="296" dur="1" fill="hold">
                                          <p:stCondLst>
                                            <p:cond delay="0"/>
                                          </p:stCondLst>
                                        </p:cTn>
                                        <p:tgtEl>
                                          <p:spTgt spid="20"/>
                                        </p:tgtEl>
                                        <p:attrNameLst>
                                          <p:attrName>style.visibility</p:attrName>
                                        </p:attrNameLst>
                                      </p:cBhvr>
                                      <p:to>
                                        <p:strVal val="visible"/>
                                      </p:to>
                                    </p:set>
                                    <p:anim calcmode="lin" valueType="num">
                                      <p:cBhvr additive="base">
                                        <p:cTn id="297" dur="400" fill="hold"/>
                                        <p:tgtEl>
                                          <p:spTgt spid="20"/>
                                        </p:tgtEl>
                                        <p:attrNameLst>
                                          <p:attrName>ppt_w</p:attrName>
                                        </p:attrNameLst>
                                      </p:cBhvr>
                                      <p:tavLst>
                                        <p:tav tm="0">
                                          <p:val>
                                            <p:strVal val="0"/>
                                          </p:val>
                                        </p:tav>
                                        <p:tav tm="100000">
                                          <p:val>
                                            <p:strVal val="#ppt_w"/>
                                          </p:val>
                                        </p:tav>
                                      </p:tavLst>
                                    </p:anim>
                                    <p:anim calcmode="lin" valueType="num">
                                      <p:cBhvr additive="base">
                                        <p:cTn id="298" dur="400" fill="hold"/>
                                        <p:tgtEl>
                                          <p:spTgt spid="20"/>
                                        </p:tgtEl>
                                        <p:attrNameLst>
                                          <p:attrName>ppt_h</p:attrName>
                                        </p:attrNameLst>
                                      </p:cBhvr>
                                      <p:tavLst>
                                        <p:tav tm="0">
                                          <p:val>
                                            <p:strVal val="0"/>
                                          </p:val>
                                        </p:tav>
                                        <p:tav tm="100000">
                                          <p:val>
                                            <p:strVal val="#ppt_h"/>
                                          </p:val>
                                        </p:tav>
                                      </p:tavLst>
                                    </p:anim>
                                    <p:animEffect transition="in" filter="fade">
                                      <p:cBhvr>
                                        <p:cTn id="299" dur="400"/>
                                        <p:tgtEl>
                                          <p:spTgt spid="20"/>
                                        </p:tgtEl>
                                      </p:cBhvr>
                                    </p:animEffect>
                                  </p:childTnLst>
                                </p:cTn>
                              </p:par>
                              <p:par>
                                <p:cTn id="305" presetID="53" presetClass="entr" presetSubtype="32" fill="hold" grpId="0" nodeType="withEffect">
                                  <p:stCondLst>
                                    <p:cond delay="29100"/>
                                  </p:stCondLst>
                                  <p:childTnLst>
                                    <p:set>
                                      <p:cBhvr>
                                        <p:cTn id="301" dur="1" fill="hold">
                                          <p:stCondLst>
                                            <p:cond delay="0"/>
                                          </p:stCondLst>
                                        </p:cTn>
                                        <p:tgtEl>
                                          <p:spTgt spid="33"/>
                                        </p:tgtEl>
                                        <p:attrNameLst>
                                          <p:attrName>style.visibility</p:attrName>
                                        </p:attrNameLst>
                                      </p:cBhvr>
                                      <p:to>
                                        <p:strVal val="visible"/>
                                      </p:to>
                                    </p:set>
                                    <p:anim calcmode="lin" valueType="num">
                                      <p:cBhvr additive="base">
                                        <p:cTn id="302" dur="400" fill="hold"/>
                                        <p:tgtEl>
                                          <p:spTgt spid="33"/>
                                        </p:tgtEl>
                                        <p:attrNameLst>
                                          <p:attrName>ppt_w</p:attrName>
                                        </p:attrNameLst>
                                      </p:cBhvr>
                                      <p:tavLst>
                                        <p:tav tm="0">
                                          <p:val>
                                            <p:strVal val="#ppt_w*2.4"/>
                                          </p:val>
                                        </p:tav>
                                        <p:tav tm="100000">
                                          <p:val>
                                            <p:strVal val="#ppt_w"/>
                                          </p:val>
                                        </p:tav>
                                      </p:tavLst>
                                    </p:anim>
                                    <p:anim calcmode="lin" valueType="num">
                                      <p:cBhvr additive="base">
                                        <p:cTn id="303" dur="400" fill="hold"/>
                                        <p:tgtEl>
                                          <p:spTgt spid="33"/>
                                        </p:tgtEl>
                                        <p:attrNameLst>
                                          <p:attrName>ppt_h</p:attrName>
                                        </p:attrNameLst>
                                      </p:cBhvr>
                                      <p:tavLst>
                                        <p:tav tm="0">
                                          <p:val>
                                            <p:strVal val="#ppt_h*2.4"/>
                                          </p:val>
                                        </p:tav>
                                        <p:tav tm="100000">
                                          <p:val>
                                            <p:strVal val="#ppt_h"/>
                                          </p:val>
                                        </p:tav>
                                      </p:tavLst>
                                    </p:anim>
                                    <p:animEffect transition="in" filter="fade">
                                      <p:cBhvr>
                                        <p:cTn id="304" dur="400"/>
                                        <p:tgtEl>
                                          <p:spTgt spid="33"/>
                                        </p:tgtEl>
                                      </p:cBhvr>
                                    </p:animEffect>
                                  </p:childTnLst>
                                </p:cTn>
                              </p:par>
                              <p:par>
                                <p:cTn id="308" presetID="10" presetClass="exit" presetSubtype="0" fill="hold" grpId="1" nodeType="withEffect">
                                  <p:stCondLst>
                                    <p:cond delay="30650"/>
                                  </p:stCondLst>
                                  <p:childTnLst>
                                    <p:animEffect transition="out" filter="fade">
                                      <p:cBhvr>
                                        <p:cTn id="306" dur="200"/>
                                        <p:tgtEl>
                                          <p:spTgt spid="49"/>
                                        </p:tgtEl>
                                      </p:cBhvr>
                                    </p:animEffect>
                                    <p:set>
                                      <p:cBhvr>
                                        <p:cTn id="307" dur="1" fill="hold">
                                          <p:stCondLst>
                                            <p:cond delay="199"/>
                                          </p:stCondLst>
                                        </p:cTn>
                                        <p:tgtEl>
                                          <p:spTgt spid="49"/>
                                        </p:tgtEl>
                                        <p:attrNameLst>
                                          <p:attrName>style.visibility</p:attrName>
                                        </p:attrNameLst>
                                      </p:cBhvr>
                                      <p:to>
                                        <p:strVal val="hidden"/>
                                      </p:to>
                                    </p:set>
                                  </p:childTnLst>
                                </p:cTn>
                              </p:par>
                              <p:par>
                                <p:cTn id="311" presetID="22" presetClass="entr" presetSubtype="8" fill="hold" grpId="0" nodeType="withEffect">
                                  <p:stCondLst>
                                    <p:cond delay="30800"/>
                                  </p:stCondLst>
                                  <p:childTnLst>
                                    <p:set>
                                      <p:cBhvr>
                                        <p:cTn id="309" dur="1" fill="hold">
                                          <p:stCondLst>
                                            <p:cond delay="0"/>
                                          </p:stCondLst>
                                        </p:cTn>
                                        <p:tgtEl>
                                          <p:spTgt spid="53"/>
                                        </p:tgtEl>
                                        <p:attrNameLst>
                                          <p:attrName>style.visibility</p:attrName>
                                        </p:attrNameLst>
                                      </p:cBhvr>
                                      <p:to>
                                        <p:strVal val="visible"/>
                                      </p:to>
                                    </p:set>
                                    <p:animEffect transition="in" filter="wipe(left)">
                                      <p:cBhvr>
                                        <p:cTn id="310" dur="9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5" grpId="0" animBg="1"/>
      <p:bldP spid="3" grpId="0" animBg="1"/>
      <p:bldP spid="2" grpId="1" animBg="1"/>
      <p:bldP spid="6" grpId="0" animBg="1"/>
      <p:bldP spid="35" grpId="1" animBg="1"/>
      <p:bldP spid="34" grpId="0" animBg="1"/>
      <p:bldP spid="36" grpId="0" animBg="1"/>
      <p:bldP spid="21" grpId="0" animBg="1"/>
      <p:bldP spid="26" grpId="0" animBg="1"/>
      <p:bldP spid="10" grpId="0" animBg="1"/>
      <p:bldP spid="11" grpId="0" animBg="1"/>
      <p:bldP spid="11" grpId="1" animBg="1"/>
      <p:bldP spid="37" grpId="0" animBg="1"/>
      <p:bldP spid="21" grpId="1" animBg="1"/>
      <p:bldP spid="22" grpId="0" animBg="1"/>
      <p:bldP spid="38" grpId="0" animBg="1"/>
      <p:bldP spid="22" grpId="1" animBg="1"/>
      <p:bldP spid="29" grpId="0" animBg="1"/>
      <p:bldP spid="37" grpId="1" animBg="1"/>
      <p:bldP spid="39" grpId="0" animBg="1"/>
      <p:bldP spid="36" grpId="1" animBg="1"/>
      <p:bldP spid="29" grpId="1" animBg="1"/>
      <p:bldP spid="11" grpId="2" animBg="1"/>
      <p:bldP spid="38" grpId="1" animBg="1"/>
      <p:bldP spid="39" grpId="1" animBg="1"/>
      <p:bldP spid="40" grpId="0" animBg="1"/>
      <p:bldP spid="22" grpId="2" animBg="1"/>
      <p:bldP spid="23" grpId="0" animBg="1"/>
      <p:bldP spid="41" grpId="0" animBg="1"/>
      <p:bldP spid="42" grpId="0" animBg="1"/>
      <p:bldP spid="10" grpId="1" animBg="1"/>
      <p:bldP spid="12" grpId="0" animBg="1"/>
      <p:bldP spid="13" grpId="0" animBg="1"/>
      <p:bldP spid="14" grpId="0" animBg="1"/>
      <p:bldP spid="15" grpId="0" animBg="1"/>
      <p:bldP spid="40" grpId="1" animBg="1"/>
      <p:bldP spid="12" grpId="1" animBg="1"/>
      <p:bldP spid="13" grpId="1" animBg="1"/>
      <p:bldP spid="14" grpId="1" animBg="1"/>
      <p:bldP spid="15" grpId="1" animBg="1"/>
      <p:bldP spid="41" grpId="1" animBg="1"/>
      <p:bldP spid="42" grpId="1" animBg="1"/>
      <p:bldP spid="43" grpId="0" animBg="1"/>
      <p:bldP spid="7" grpId="0" animBg="1"/>
      <p:bldP spid="44" grpId="0" animBg="1"/>
      <p:bldP spid="45" grpId="0" animBg="1"/>
      <p:bldP spid="16" grpId="0" animBg="1"/>
      <p:bldP spid="16" grpId="1" animBg="1"/>
      <p:bldP spid="16" grpId="2" animBg="1"/>
      <p:bldP spid="17" grpId="0" animBg="1"/>
      <p:bldP spid="17" grpId="1" animBg="1"/>
      <p:bldP spid="26" grpId="1" animBg="1"/>
      <p:bldP spid="27" grpId="0" animBg="1"/>
      <p:bldP spid="46" grpId="0" animBg="1"/>
      <p:bldP spid="44" grpId="1" animBg="1"/>
      <p:bldP spid="45" grpId="1" animBg="1"/>
      <p:bldP spid="18" grpId="0" animBg="1"/>
      <p:bldP spid="46" grpId="1" animBg="1"/>
      <p:bldP spid="23" grpId="1" animBg="1"/>
      <p:bldP spid="24" grpId="0" animBg="1"/>
      <p:bldP spid="47" grpId="0" animBg="1"/>
      <p:bldP spid="48" grpId="0" animBg="1"/>
      <p:bldP spid="30" grpId="0" animBg="1"/>
      <p:bldP spid="43" grpId="1" animBg="1"/>
      <p:bldP spid="17" grpId="2" animBg="1"/>
      <p:bldP spid="18" grpId="1" animBg="1"/>
      <p:bldP spid="30" grpId="1" animBg="1"/>
      <p:bldP spid="49" grpId="0" animBg="1"/>
      <p:bldP spid="47" grpId="1" animBg="1"/>
      <p:bldP spid="48" grpId="1" animBg="1"/>
      <p:bldP spid="8" grpId="0" animBg="1"/>
      <p:bldP spid="51" grpId="0" animBg="1"/>
      <p:bldP spid="9" grpId="0" animBg="1"/>
      <p:bldP spid="50" grpId="0" animBg="1"/>
      <p:bldP spid="52" grpId="0" animBg="1"/>
      <p:bldP spid="19" grpId="0" animBg="1"/>
      <p:bldP spid="50" grpId="1" animBg="1"/>
      <p:bldP spid="19" grpId="1" animBg="1"/>
      <p:bldP spid="27" grpId="1" animBg="1"/>
      <p:bldP spid="28" grpId="0" animBg="1"/>
      <p:bldP spid="31" grpId="0" animBg="1"/>
      <p:bldP spid="9" grpId="1" animBg="1"/>
      <p:bldP spid="32" grpId="0" animBg="1"/>
      <p:bldP spid="24" grpId="1" animBg="1"/>
      <p:bldP spid="25" grpId="0" animBg="1"/>
      <p:bldP spid="20" grpId="0" animBg="1"/>
      <p:bldP spid="33" grpId="0" animBg="1"/>
      <p:bldP spid="49" grpId="1" animBg="1"/>
      <p:bldP spid="5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2026-10-30T21:25:54Z</dcterms:created>
  <dcterms:modified xsi:type="dcterms:W3CDTF">2026-10-30T21:25:54Z</dcterms:modified>
</cp:coreProperties>
</file>