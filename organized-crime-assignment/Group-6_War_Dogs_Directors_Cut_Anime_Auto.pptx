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f1734e-5a99-6ba9-fe8a-a5d3e1a847dd}">
          <p14:sldIdLst>
            <p14:sldId id="256"/>
            <p14:sldId id="257"/>
          </p14:sldIdLst>
        </p14:section>
        <p14:section name="Act I: The Hustle" id="{1bc96633-d24f-c195-276a-b35afeb35627}">
          <p14:sldIdLst>
            <p14:sldId id="258"/>
            <p14:sldId id="259"/>
          </p14:sldIdLst>
        </p14:section>
        <p14:section name="Act II: The Deal" id="{350690a5-8bb2-b62b-8388-24c082c396b2}">
          <p14:sldIdLst>
            <p14:sldId id="260"/>
            <p14:sldId id="261"/>
            <p14:sldId id="262"/>
            <p14:sldId id="263"/>
          </p14:sldIdLst>
        </p14:section>
        <p14:section name="Act III: The Fall" id="{ac7c7d19-2dfb-83e4-1ace-1bb15c3a4cad}">
          <p14:sldIdLst>
            <p14:sldId id="264"/>
            <p14:sldId id="265"/>
          </p14:sldIdLst>
        </p14:section>
        <p14:section name="Verdict and Credits" id="{adb0b6ad-bf20-ca0c-bfaa-b65c2734f8ee}">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18 seconds · no clicks)
[HOW IT PLAYS] Everything is automatic. Start reading as soon as the slide opens; each scene's animation starts by itself at the time shown, paced to a 18-second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0:04 · Scene 2 starts by itself]
Scene two: he meets his old friend Efraim, whose company AEY bids online for the "crumbs" of military procurement: small contracts the big defence companies ignore. David joins him.
[≈ 0:09 · Scene 3 starts by itself]
Scene three: a shipment of pistols gets stuck in Jordan, so they fly out, use local fixers and drive it into Iraq. It works, and they get paid.
[≈ 0:13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18 seconds · no clicks)
[HOW IT PLAYS] Everything is automatic. Start reading as soon as the slide opens; each scene's animation starts by itself at the time shown, paced to a 18-second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0:07 · Scene 6 starts by itself]
Scene six: Henry has access to about 100 million rounds of old rifle ammunition sitting in Albania.
[≈ 0:09 · Scene 7 starts by itself]
Scene seven: with this cheap supply and a financier behind them, AEY underbids everyone and wins the Afghan army contract, worth around 300 million dollars.
[≈ 0:13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18 seconds · no clicks)
[HOW IT PLAYS] Everything is automatic. Start reading as soon as the slide opens; each scene's animation starts by itself at the time shown, paced to a 18-second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0:04 · Scene 10 starts by itself]
Scene ten: instead of reporting it, they have the rounds repacked to remove the Chinese markings. This really happened.
[≈ 0:07 · Scene 11 starts by itself]
Scene eleven: David is threatened in Albania, Efraim cheats him out of his money, and their friendship collapses.
[≈ 0:10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49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49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49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49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49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50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50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50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51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52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53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57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58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60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63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85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85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9400"/>
                                  </p:stCondLst>
                                  <p:childTnLst>
                                    <p:animEffect transition="out" filter="fade">
                                      <p:cBhvr>
                                        <p:cTn id="127" dur="123"/>
                                        <p:tgtEl>
                                          <p:spTgt spid="36"/>
                                        </p:tgtEl>
                                      </p:cBhvr>
                                    </p:animEffect>
                                    <p:set>
                                      <p:cBhvr>
                                        <p:cTn id="128" dur="1" fill="hold">
                                          <p:stCondLst>
                                            <p:cond delay="122"/>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9400"/>
                                  </p:stCondLst>
                                  <p:childTnLst>
                                    <p:animEffect transition="out" filter="fade">
                                      <p:cBhvr>
                                        <p:cTn id="130" dur="154"/>
                                        <p:tgtEl>
                                          <p:spTgt spid="11"/>
                                        </p:tgtEl>
                                      </p:cBhvr>
                                    </p:animEffect>
                                    <p:set>
                                      <p:cBhvr>
                                        <p:cTn id="131" dur="1" fill="hold">
                                          <p:stCondLst>
                                            <p:cond delay="153"/>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9400"/>
                                  </p:stCondLst>
                                  <p:childTnLst>
                                    <p:animEffect transition="out" filter="fade">
                                      <p:cBhvr>
                                        <p:cTn id="133" dur="154"/>
                                        <p:tgtEl>
                                          <p:spTgt spid="12"/>
                                        </p:tgtEl>
                                      </p:cBhvr>
                                    </p:animEffect>
                                    <p:set>
                                      <p:cBhvr>
                                        <p:cTn id="134" dur="1" fill="hold">
                                          <p:stCondLst>
                                            <p:cond delay="153"/>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9400"/>
                                  </p:stCondLst>
                                  <p:childTnLst>
                                    <p:animEffect transition="out" filter="fade">
                                      <p:cBhvr>
                                        <p:cTn id="136" dur="154"/>
                                        <p:tgtEl>
                                          <p:spTgt spid="27"/>
                                        </p:tgtEl>
                                      </p:cBhvr>
                                    </p:animEffect>
                                    <p:set>
                                      <p:cBhvr>
                                        <p:cTn id="137" dur="1" fill="hold">
                                          <p:stCondLst>
                                            <p:cond delay="153"/>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9449"/>
                                  </p:stCondLst>
                                  <p:childTnLst>
                                    <p:animEffect transition="out" filter="fade">
                                      <p:cBhvr>
                                        <p:cTn id="139" dur="123"/>
                                        <p:tgtEl>
                                          <p:spTgt spid="37"/>
                                        </p:tgtEl>
                                      </p:cBhvr>
                                    </p:animEffect>
                                    <p:set>
                                      <p:cBhvr>
                                        <p:cTn id="140" dur="1" fill="hold">
                                          <p:stCondLst>
                                            <p:cond delay="122"/>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9449"/>
                                  </p:stCondLst>
                                  <p:childTnLst>
                                    <p:animEffect transition="out" filter="fade">
                                      <p:cBhvr>
                                        <p:cTn id="142" dur="123"/>
                                        <p:tgtEl>
                                          <p:spTgt spid="38"/>
                                        </p:tgtEl>
                                      </p:cBhvr>
                                    </p:animEffect>
                                    <p:set>
                                      <p:cBhvr>
                                        <p:cTn id="143" dur="1" fill="hold">
                                          <p:stCondLst>
                                            <p:cond delay="122"/>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9461"/>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247"/>
                                        <p:tgtEl>
                                          <p:spTgt spid="39"/>
                                        </p:tgtEl>
                                      </p:cBhvr>
                                    </p:animEffect>
                                    <p:anim calcmode="lin" valueType="num">
                                      <p:cBhvr additive="base">
                                        <p:cTn id="147" dur="247" fill="hold"/>
                                        <p:tgtEl>
                                          <p:spTgt spid="39"/>
                                        </p:tgtEl>
                                        <p:attrNameLst>
                                          <p:attrName>ppt_x</p:attrName>
                                        </p:attrNameLst>
                                      </p:cBhvr>
                                      <p:tavLst>
                                        <p:tav tm="0">
                                          <p:val>
                                            <p:strVal val="#ppt_x-.05"/>
                                          </p:val>
                                        </p:tav>
                                        <p:tav tm="100000">
                                          <p:val>
                                            <p:strVal val="#ppt_x"/>
                                          </p:val>
                                        </p:tav>
                                      </p:tavLst>
                                    </p:anim>
                                    <p:anim calcmode="lin" valueType="num">
                                      <p:cBhvr additive="base">
                                        <p:cTn id="148" dur="247"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9523"/>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680"/>
                                        <p:tgtEl>
                                          <p:spTgt spid="13"/>
                                        </p:tgtEl>
                                      </p:cBhvr>
                                    </p:animEffect>
                                  </p:childTnLst>
                                </p:cTn>
                              </p:par>
                              <p:par>
                                <p:cTn id="157" presetID="42" presetClass="entr" presetSubtype="0" fill="hold" grpId="0" nodeType="withEffect">
                                  <p:stCondLst>
                                    <p:cond delay="9523"/>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185"/>
                                        <p:tgtEl>
                                          <p:spTgt spid="40"/>
                                        </p:tgtEl>
                                      </p:cBhvr>
                                    </p:animEffect>
                                    <p:anim calcmode="lin" valueType="num">
                                      <p:cBhvr additive="base">
                                        <p:cTn id="155" dur="185" fill="hold"/>
                                        <p:tgtEl>
                                          <p:spTgt spid="40"/>
                                        </p:tgtEl>
                                        <p:attrNameLst>
                                          <p:attrName>ppt_x</p:attrName>
                                        </p:attrNameLst>
                                      </p:cBhvr>
                                      <p:tavLst>
                                        <p:tav tm="0">
                                          <p:val>
                                            <p:strVal val="#ppt_x-.05"/>
                                          </p:val>
                                        </p:tav>
                                        <p:tav tm="100000">
                                          <p:val>
                                            <p:strVal val="#ppt_x"/>
                                          </p:val>
                                        </p:tav>
                                      </p:tavLst>
                                    </p:anim>
                                    <p:anim calcmode="lin" valueType="num">
                                      <p:cBhvr additive="base">
                                        <p:cTn id="156" dur="185"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9616"/>
                                  </p:stCondLst>
                                  <p:iterate type="lt">
                                    <p:tmAbs val="18"/>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9709"/>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1423" fill="hold"/>
                                        <p:tgtEl>
                                          <p:spTgt spid="14"/>
                                        </p:tgtEl>
                                        <p:attrNameLst>
                                          <p:attrName>ppt_x</p:attrName>
                                        </p:attrNameLst>
                                      </p:cBhvr>
                                      <p:tavLst>
                                        <p:tav tm="0">
                                          <p:val>
                                            <p:strVal val="0-#ppt_w/2"/>
                                          </p:val>
                                        </p:tav>
                                        <p:tav tm="100000">
                                          <p:val>
                                            <p:strVal val="1+#ppt_w/2"/>
                                          </p:val>
                                        </p:tav>
                                      </p:tavLst>
                                    </p:anim>
                                    <p:anim calcmode="lin" valueType="num">
                                      <p:cBhvr additive="base">
                                        <p:cTn id="162" dur="1423"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11256"/>
                                  </p:stCondLst>
                                  <p:childTnLst>
                                    <p:animEffect transition="out" filter="fade">
                                      <p:cBhvr>
                                        <p:cTn id="164" dur="154"/>
                                        <p:tgtEl>
                                          <p:spTgt spid="13"/>
                                        </p:tgtEl>
                                      </p:cBhvr>
                                    </p:animEffect>
                                    <p:set>
                                      <p:cBhvr>
                                        <p:cTn id="165" dur="1" fill="hold">
                                          <p:stCondLst>
                                            <p:cond delay="153"/>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11318"/>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49"/>
                                        <p:tgtEl>
                                          <p:spTgt spid="42"/>
                                        </p:tgtEl>
                                      </p:cBhvr>
                                    </p:animEffect>
                                  </p:childTnLst>
                                </p:cTn>
                              </p:par>
                              <p:par>
                                <p:cTn id="174" presetID="53" presetClass="entr" presetSubtype="16" fill="hold" grpId="0" nodeType="withEffect">
                                  <p:stCondLst>
                                    <p:cond delay="11318"/>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185" fill="hold"/>
                                        <p:tgtEl>
                                          <p:spTgt spid="7"/>
                                        </p:tgtEl>
                                        <p:attrNameLst>
                                          <p:attrName>ppt_w</p:attrName>
                                        </p:attrNameLst>
                                      </p:cBhvr>
                                      <p:tavLst>
                                        <p:tav tm="0">
                                          <p:val>
                                            <p:strVal val="0"/>
                                          </p:val>
                                        </p:tav>
                                        <p:tav tm="100000">
                                          <p:val>
                                            <p:strVal val="#ppt_w"/>
                                          </p:val>
                                        </p:tav>
                                      </p:tavLst>
                                    </p:anim>
                                    <p:anim calcmode="lin" valueType="num">
                                      <p:cBhvr additive="base">
                                        <p:cTn id="172" dur="185" fill="hold"/>
                                        <p:tgtEl>
                                          <p:spTgt spid="7"/>
                                        </p:tgtEl>
                                        <p:attrNameLst>
                                          <p:attrName>ppt_h</p:attrName>
                                        </p:attrNameLst>
                                      </p:cBhvr>
                                      <p:tavLst>
                                        <p:tav tm="0">
                                          <p:val>
                                            <p:strVal val="0"/>
                                          </p:val>
                                        </p:tav>
                                        <p:tav tm="100000">
                                          <p:val>
                                            <p:strVal val="#ppt_h"/>
                                          </p:val>
                                        </p:tav>
                                      </p:tavLst>
                                    </p:anim>
                                    <p:animEffect transition="in" filter="fade">
                                      <p:cBhvr>
                                        <p:cTn id="173" dur="185"/>
                                        <p:tgtEl>
                                          <p:spTgt spid="7"/>
                                        </p:tgtEl>
                                      </p:cBhvr>
                                    </p:animEffect>
                                  </p:childTnLst>
                                </p:cTn>
                              </p:par>
                              <p:par>
                                <p:cTn id="178" presetID="2" presetClass="entr" presetSubtype="8" fill="hold" grpId="0" nodeType="withEffect">
                                  <p:stCondLst>
                                    <p:cond delay="11380"/>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1608" fill="hold"/>
                                        <p:tgtEl>
                                          <p:spTgt spid="15"/>
                                        </p:tgtEl>
                                        <p:attrNameLst>
                                          <p:attrName>ppt_x</p:attrName>
                                        </p:attrNameLst>
                                      </p:cBhvr>
                                      <p:tavLst>
                                        <p:tav tm="0">
                                          <p:val>
                                            <p:strVal val="0-#ppt_w/2"/>
                                          </p:val>
                                        </p:tav>
                                        <p:tav tm="100000">
                                          <p:val>
                                            <p:strVal val="1+#ppt_w/2"/>
                                          </p:val>
                                        </p:tav>
                                      </p:tavLst>
                                    </p:anim>
                                    <p:anim calcmode="lin" valueType="num">
                                      <p:cBhvr additive="base">
                                        <p:cTn id="177" dur="1608"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11392"/>
                                  </p:stCondLst>
                                  <p:childTnLst>
                                    <p:animEffect transition="out" filter="fade">
                                      <p:cBhvr>
                                        <p:cTn id="179" dur="235"/>
                                        <p:tgtEl>
                                          <p:spTgt spid="42"/>
                                        </p:tgtEl>
                                      </p:cBhvr>
                                    </p:animEffect>
                                    <p:set>
                                      <p:cBhvr>
                                        <p:cTn id="180" dur="1" fill="hold">
                                          <p:stCondLst>
                                            <p:cond delay="234"/>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13112"/>
                                  </p:stCondLst>
                                  <p:childTnLst>
                                    <p:animEffect transition="out" filter="fade">
                                      <p:cBhvr>
                                        <p:cTn id="182" dur="247"/>
                                        <p:tgtEl>
                                          <p:spTgt spid="7"/>
                                        </p:tgtEl>
                                      </p:cBhvr>
                                    </p:animEffect>
                                    <p:set>
                                      <p:cBhvr>
                                        <p:cTn id="183" dur="1" fill="hold">
                                          <p:stCondLst>
                                            <p:cond delay="246"/>
                                          </p:stCondLst>
                                        </p:cTn>
                                        <p:tgtEl>
                                          <p:spTgt spid="7"/>
                                        </p:tgtEl>
                                        <p:attrNameLst>
                                          <p:attrName>style.visibility</p:attrName>
                                        </p:attrNameLst>
                                      </p:cBhvr>
                                      <p:to>
                                        <p:strVal val="hidden"/>
                                      </p:to>
                                    </p:set>
                                  </p:childTnLst>
                                </p:cTn>
                              </p:par>
                              <p:par>
                                <p:cTn id="187" presetID="10" presetClass="exit" presetSubtype="0" fill="hold" grpId="1" nodeType="withEffect">
                                  <p:stCondLst>
                                    <p:cond delay="13800"/>
                                  </p:stCondLst>
                                  <p:childTnLst>
                                    <p:animEffect transition="out" filter="fade">
                                      <p:cBhvr>
                                        <p:cTn id="185" dur="93"/>
                                        <p:tgtEl>
                                          <p:spTgt spid="39"/>
                                        </p:tgtEl>
                                      </p:cBhvr>
                                    </p:animEffect>
                                    <p:set>
                                      <p:cBhvr>
                                        <p:cTn id="186" dur="1" fill="hold">
                                          <p:stCondLst>
                                            <p:cond delay="92"/>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13846"/>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186"/>
                                        <p:tgtEl>
                                          <p:spTgt spid="43"/>
                                        </p:tgtEl>
                                      </p:cBhvr>
                                    </p:animEffect>
                                    <p:anim calcmode="lin" valueType="num">
                                      <p:cBhvr additive="base">
                                        <p:cTn id="190" dur="186" fill="hold"/>
                                        <p:tgtEl>
                                          <p:spTgt spid="43"/>
                                        </p:tgtEl>
                                        <p:attrNameLst>
                                          <p:attrName>ppt_x</p:attrName>
                                        </p:attrNameLst>
                                      </p:cBhvr>
                                      <p:tavLst>
                                        <p:tav tm="0">
                                          <p:val>
                                            <p:strVal val="#ppt_x-.05"/>
                                          </p:val>
                                        </p:tav>
                                        <p:tav tm="100000">
                                          <p:val>
                                            <p:strVal val="#ppt_x"/>
                                          </p:val>
                                        </p:tav>
                                      </p:tavLst>
                                    </p:anim>
                                    <p:anim calcmode="lin" valueType="num">
                                      <p:cBhvr additive="base">
                                        <p:cTn id="191" dur="186"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13884"/>
                                  </p:stCondLst>
                                  <p:childTnLst>
                                    <p:animEffect transition="out" filter="fade">
                                      <p:cBhvr>
                                        <p:cTn id="193" dur="93"/>
                                        <p:tgtEl>
                                          <p:spTgt spid="40"/>
                                        </p:tgtEl>
                                      </p:cBhvr>
                                    </p:animEffect>
                                    <p:set>
                                      <p:cBhvr>
                                        <p:cTn id="194" dur="1" fill="hold">
                                          <p:stCondLst>
                                            <p:cond delay="92"/>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13884"/>
                                  </p:stCondLst>
                                  <p:childTnLst>
                                    <p:animEffect transition="out" filter="fade">
                                      <p:cBhvr>
                                        <p:cTn id="196" dur="93"/>
                                        <p:tgtEl>
                                          <p:spTgt spid="41"/>
                                        </p:tgtEl>
                                      </p:cBhvr>
                                    </p:animEffect>
                                    <p:set>
                                      <p:cBhvr>
                                        <p:cTn id="197" dur="1" fill="hold">
                                          <p:stCondLst>
                                            <p:cond delay="92"/>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13893"/>
                                  </p:stCondLst>
                                  <p:childTnLst>
                                    <p:animEffect transition="out" filter="fade">
                                      <p:cBhvr>
                                        <p:cTn id="199" dur="102"/>
                                        <p:tgtEl>
                                          <p:spTgt spid="20"/>
                                        </p:tgtEl>
                                      </p:cBhvr>
                                    </p:animEffect>
                                    <p:set>
                                      <p:cBhvr>
                                        <p:cTn id="200" dur="1" fill="hold">
                                          <p:stCondLst>
                                            <p:cond delay="101"/>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13893"/>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102"/>
                                        <p:tgtEl>
                                          <p:spTgt spid="21"/>
                                        </p:tgtEl>
                                      </p:cBhvr>
                                    </p:animEffect>
                                  </p:childTnLst>
                                </p:cTn>
                              </p:par>
                              <p:par>
                                <p:cTn id="207" presetID="10" presetClass="exit" presetSubtype="0" fill="hold" grpId="1" nodeType="withEffect">
                                  <p:stCondLst>
                                    <p:cond delay="13893"/>
                                  </p:stCondLst>
                                  <p:childTnLst>
                                    <p:animEffect transition="out" filter="fade">
                                      <p:cBhvr>
                                        <p:cTn id="205" dur="102"/>
                                        <p:tgtEl>
                                          <p:spTgt spid="23"/>
                                        </p:tgtEl>
                                      </p:cBhvr>
                                    </p:animEffect>
                                    <p:set>
                                      <p:cBhvr>
                                        <p:cTn id="206" dur="1" fill="hold">
                                          <p:stCondLst>
                                            <p:cond delay="101"/>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13893"/>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102"/>
                                        <p:tgtEl>
                                          <p:spTgt spid="24"/>
                                        </p:tgtEl>
                                      </p:cBhvr>
                                    </p:animEffect>
                                  </p:childTnLst>
                                </p:cTn>
                              </p:par>
                              <p:par>
                                <p:cTn id="214" presetID="2" presetClass="entr" presetSubtype="8" fill="hold" grpId="0" nodeType="withEffect">
                                  <p:stCondLst>
                                    <p:cond delay="13940"/>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420" fill="hold"/>
                                        <p:tgtEl>
                                          <p:spTgt spid="16"/>
                                        </p:tgtEl>
                                        <p:attrNameLst>
                                          <p:attrName>ppt_x</p:attrName>
                                        </p:attrNameLst>
                                      </p:cBhvr>
                                      <p:tavLst>
                                        <p:tav tm="0">
                                          <p:val>
                                            <p:strVal val="0-#ppt_w/2"/>
                                          </p:val>
                                        </p:tav>
                                        <p:tav tm="100000">
                                          <p:val>
                                            <p:strVal val="#ppt_x"/>
                                          </p:val>
                                        </p:tav>
                                      </p:tavLst>
                                    </p:anim>
                                    <p:anim calcmode="lin" valueType="num">
                                      <p:cBhvr additive="base">
                                        <p:cTn id="213" dur="42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13940"/>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140"/>
                                        <p:tgtEl>
                                          <p:spTgt spid="44"/>
                                        </p:tgtEl>
                                      </p:cBhvr>
                                    </p:animEffect>
                                    <p:anim calcmode="lin" valueType="num">
                                      <p:cBhvr additive="base">
                                        <p:cTn id="217" dur="140" fill="hold"/>
                                        <p:tgtEl>
                                          <p:spTgt spid="44"/>
                                        </p:tgtEl>
                                        <p:attrNameLst>
                                          <p:attrName>ppt_x</p:attrName>
                                        </p:attrNameLst>
                                      </p:cBhvr>
                                      <p:tavLst>
                                        <p:tav tm="0">
                                          <p:val>
                                            <p:strVal val="#ppt_x-.05"/>
                                          </p:val>
                                        </p:tav>
                                        <p:tav tm="100000">
                                          <p:val>
                                            <p:strVal val="#ppt_x"/>
                                          </p:val>
                                        </p:tav>
                                      </p:tavLst>
                                    </p:anim>
                                    <p:anim calcmode="lin" valueType="num">
                                      <p:cBhvr additive="base">
                                        <p:cTn id="218" dur="140"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14010"/>
                                  </p:stCondLst>
                                  <p:iterate type="lt">
                                    <p:tmAbs val="15"/>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14266"/>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186" fill="hold"/>
                                        <p:tgtEl>
                                          <p:spTgt spid="17"/>
                                        </p:tgtEl>
                                        <p:attrNameLst>
                                          <p:attrName>ppt_w</p:attrName>
                                        </p:attrNameLst>
                                      </p:cBhvr>
                                      <p:tavLst>
                                        <p:tav tm="0">
                                          <p:val>
                                            <p:strVal val="#ppt_w*2.4"/>
                                          </p:val>
                                        </p:tav>
                                        <p:tav tm="100000">
                                          <p:val>
                                            <p:strVal val="#ppt_w"/>
                                          </p:val>
                                        </p:tav>
                                      </p:tavLst>
                                    </p:anim>
                                    <p:anim calcmode="lin" valueType="num">
                                      <p:cBhvr additive="base">
                                        <p:cTn id="224" dur="186" fill="hold"/>
                                        <p:tgtEl>
                                          <p:spTgt spid="17"/>
                                        </p:tgtEl>
                                        <p:attrNameLst>
                                          <p:attrName>ppt_h</p:attrName>
                                        </p:attrNameLst>
                                      </p:cBhvr>
                                      <p:tavLst>
                                        <p:tav tm="0">
                                          <p:val>
                                            <p:strVal val="#ppt_h*2.4"/>
                                          </p:val>
                                        </p:tav>
                                        <p:tav tm="100000">
                                          <p:val>
                                            <p:strVal val="#ppt_h"/>
                                          </p:val>
                                        </p:tav>
                                      </p:tavLst>
                                    </p:anim>
                                    <p:animEffect transition="in" filter="fade">
                                      <p:cBhvr>
                                        <p:cTn id="225" dur="186"/>
                                        <p:tgtEl>
                                          <p:spTgt spid="17"/>
                                        </p:tgtEl>
                                      </p:cBhvr>
                                    </p:animEffect>
                                  </p:childTnLst>
                                </p:cTn>
                              </p:par>
                              <p:par>
                                <p:cTn id="231" presetID="53" presetClass="entr" presetSubtype="32" fill="hold" grpId="0" nodeType="withEffect">
                                  <p:stCondLst>
                                    <p:cond delay="14360"/>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186" fill="hold"/>
                                        <p:tgtEl>
                                          <p:spTgt spid="18"/>
                                        </p:tgtEl>
                                        <p:attrNameLst>
                                          <p:attrName>ppt_w</p:attrName>
                                        </p:attrNameLst>
                                      </p:cBhvr>
                                      <p:tavLst>
                                        <p:tav tm="0">
                                          <p:val>
                                            <p:strVal val="#ppt_w*2.4"/>
                                          </p:val>
                                        </p:tav>
                                        <p:tav tm="100000">
                                          <p:val>
                                            <p:strVal val="#ppt_w"/>
                                          </p:val>
                                        </p:tav>
                                      </p:tavLst>
                                    </p:anim>
                                    <p:anim calcmode="lin" valueType="num">
                                      <p:cBhvr additive="base">
                                        <p:cTn id="229" dur="186" fill="hold"/>
                                        <p:tgtEl>
                                          <p:spTgt spid="18"/>
                                        </p:tgtEl>
                                        <p:attrNameLst>
                                          <p:attrName>ppt_h</p:attrName>
                                        </p:attrNameLst>
                                      </p:cBhvr>
                                      <p:tavLst>
                                        <p:tav tm="0">
                                          <p:val>
                                            <p:strVal val="#ppt_h*2.4"/>
                                          </p:val>
                                        </p:tav>
                                        <p:tav tm="100000">
                                          <p:val>
                                            <p:strVal val="#ppt_h"/>
                                          </p:val>
                                        </p:tav>
                                      </p:tavLst>
                                    </p:anim>
                                    <p:animEffect transition="in" filter="fade">
                                      <p:cBhvr>
                                        <p:cTn id="230" dur="186"/>
                                        <p:tgtEl>
                                          <p:spTgt spid="18"/>
                                        </p:tgtEl>
                                      </p:cBhvr>
                                    </p:animEffect>
                                  </p:childTnLst>
                                </p:cTn>
                              </p:par>
                              <p:par>
                                <p:cTn id="236" presetID="53" presetClass="entr" presetSubtype="16" fill="hold" grpId="0" nodeType="withEffect">
                                  <p:stCondLst>
                                    <p:cond delay="14500"/>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140" fill="hold"/>
                                        <p:tgtEl>
                                          <p:spTgt spid="28"/>
                                        </p:tgtEl>
                                        <p:attrNameLst>
                                          <p:attrName>ppt_w</p:attrName>
                                        </p:attrNameLst>
                                      </p:cBhvr>
                                      <p:tavLst>
                                        <p:tav tm="0">
                                          <p:val>
                                            <p:strVal val="0"/>
                                          </p:val>
                                        </p:tav>
                                        <p:tav tm="100000">
                                          <p:val>
                                            <p:strVal val="#ppt_w"/>
                                          </p:val>
                                        </p:tav>
                                      </p:tavLst>
                                    </p:anim>
                                    <p:anim calcmode="lin" valueType="num">
                                      <p:cBhvr additive="base">
                                        <p:cTn id="234" dur="140" fill="hold"/>
                                        <p:tgtEl>
                                          <p:spTgt spid="28"/>
                                        </p:tgtEl>
                                        <p:attrNameLst>
                                          <p:attrName>ppt_h</p:attrName>
                                        </p:attrNameLst>
                                      </p:cBhvr>
                                      <p:tavLst>
                                        <p:tav tm="0">
                                          <p:val>
                                            <p:strVal val="0"/>
                                          </p:val>
                                        </p:tav>
                                        <p:tav tm="100000">
                                          <p:val>
                                            <p:strVal val="#ppt_h"/>
                                          </p:val>
                                        </p:tav>
                                      </p:tavLst>
                                    </p:anim>
                                    <p:animEffect transition="in" filter="fade">
                                      <p:cBhvr>
                                        <p:cTn id="235" dur="140"/>
                                        <p:tgtEl>
                                          <p:spTgt spid="28"/>
                                        </p:tgtEl>
                                      </p:cBhvr>
                                    </p:animEffect>
                                  </p:childTnLst>
                                </p:cTn>
                              </p:par>
                              <p:par>
                                <p:cTn id="241" presetID="53" presetClass="entr" presetSubtype="16" fill="hold" grpId="0" nodeType="withEffect">
                                  <p:stCondLst>
                                    <p:cond delay="14570"/>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140" fill="hold"/>
                                        <p:tgtEl>
                                          <p:spTgt spid="29"/>
                                        </p:tgtEl>
                                        <p:attrNameLst>
                                          <p:attrName>ppt_w</p:attrName>
                                        </p:attrNameLst>
                                      </p:cBhvr>
                                      <p:tavLst>
                                        <p:tav tm="0">
                                          <p:val>
                                            <p:strVal val="0"/>
                                          </p:val>
                                        </p:tav>
                                        <p:tav tm="100000">
                                          <p:val>
                                            <p:strVal val="#ppt_w"/>
                                          </p:val>
                                        </p:tav>
                                      </p:tavLst>
                                    </p:anim>
                                    <p:anim calcmode="lin" valueType="num">
                                      <p:cBhvr additive="base">
                                        <p:cTn id="239" dur="140" fill="hold"/>
                                        <p:tgtEl>
                                          <p:spTgt spid="29"/>
                                        </p:tgtEl>
                                        <p:attrNameLst>
                                          <p:attrName>ppt_h</p:attrName>
                                        </p:attrNameLst>
                                      </p:cBhvr>
                                      <p:tavLst>
                                        <p:tav tm="0">
                                          <p:val>
                                            <p:strVal val="0"/>
                                          </p:val>
                                        </p:tav>
                                        <p:tav tm="100000">
                                          <p:val>
                                            <p:strVal val="#ppt_h"/>
                                          </p:val>
                                        </p:tav>
                                      </p:tavLst>
                                    </p:anim>
                                    <p:animEffect transition="in" filter="fade">
                                      <p:cBhvr>
                                        <p:cTn id="240" dur="140"/>
                                        <p:tgtEl>
                                          <p:spTgt spid="29"/>
                                        </p:tgtEl>
                                      </p:cBhvr>
                                    </p:animEffect>
                                  </p:childTnLst>
                                </p:cTn>
                              </p:par>
                              <p:par>
                                <p:cTn id="246" presetID="53" presetClass="entr" presetSubtype="16" fill="hold" grpId="0" nodeType="withEffect">
                                  <p:stCondLst>
                                    <p:cond delay="1464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140" fill="hold"/>
                                        <p:tgtEl>
                                          <p:spTgt spid="30"/>
                                        </p:tgtEl>
                                        <p:attrNameLst>
                                          <p:attrName>ppt_w</p:attrName>
                                        </p:attrNameLst>
                                      </p:cBhvr>
                                      <p:tavLst>
                                        <p:tav tm="0">
                                          <p:val>
                                            <p:strVal val="0"/>
                                          </p:val>
                                        </p:tav>
                                        <p:tav tm="100000">
                                          <p:val>
                                            <p:strVal val="#ppt_w"/>
                                          </p:val>
                                        </p:tav>
                                      </p:tavLst>
                                    </p:anim>
                                    <p:anim calcmode="lin" valueType="num">
                                      <p:cBhvr additive="base">
                                        <p:cTn id="244" dur="140" fill="hold"/>
                                        <p:tgtEl>
                                          <p:spTgt spid="30"/>
                                        </p:tgtEl>
                                        <p:attrNameLst>
                                          <p:attrName>ppt_h</p:attrName>
                                        </p:attrNameLst>
                                      </p:cBhvr>
                                      <p:tavLst>
                                        <p:tav tm="0">
                                          <p:val>
                                            <p:strVal val="0"/>
                                          </p:val>
                                        </p:tav>
                                        <p:tav tm="100000">
                                          <p:val>
                                            <p:strVal val="#ppt_h"/>
                                          </p:val>
                                        </p:tav>
                                      </p:tavLst>
                                    </p:anim>
                                    <p:animEffect transition="in" filter="fade">
                                      <p:cBhvr>
                                        <p:cTn id="245" dur="140"/>
                                        <p:tgtEl>
                                          <p:spTgt spid="30"/>
                                        </p:tgtEl>
                                      </p:cBhvr>
                                    </p:animEffect>
                                  </p:childTnLst>
                                </p:cTn>
                              </p:par>
                              <p:par>
                                <p:cTn id="248" presetID="6" presetClass="emph" presetSubtype="0" fill="hold" grpId="1" nodeType="withEffect" autoRev="1" repeatCount="indefinite">
                                  <p:stCondLst>
                                    <p:cond delay="14686"/>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14756"/>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14826"/>
                                  </p:stCondLst>
                                  <p:childTnLst>
                                    <p:animScale>
                                      <p:cBhvr>
                                        <p:cTn id="251" dur="600" fill="hold"/>
                                        <p:tgtEl>
                                          <p:spTgt spid="30"/>
                                        </p:tgtEl>
                                      </p:cBhvr>
                                      <p:by x="125000" y="125000"/>
                                    </p:animScale>
                                  </p:childTnLst>
                                </p:cTn>
                              </p:par>
                              <p:par>
                                <p:cTn id="255" presetID="10" presetClass="exit" presetSubtype="0" fill="hold" grpId="1" nodeType="withEffect">
                                  <p:stCondLst>
                                    <p:cond delay="15564"/>
                                  </p:stCondLst>
                                  <p:childTnLst>
                                    <p:animEffect transition="out" filter="fade">
                                      <p:cBhvr>
                                        <p:cTn id="253" dur="93"/>
                                        <p:tgtEl>
                                          <p:spTgt spid="44"/>
                                        </p:tgtEl>
                                      </p:cBhvr>
                                    </p:animEffect>
                                    <p:set>
                                      <p:cBhvr>
                                        <p:cTn id="254" dur="1" fill="hold">
                                          <p:stCondLst>
                                            <p:cond delay="92"/>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15564"/>
                                  </p:stCondLst>
                                  <p:childTnLst>
                                    <p:animEffect transition="out" filter="fade">
                                      <p:cBhvr>
                                        <p:cTn id="256" dur="93"/>
                                        <p:tgtEl>
                                          <p:spTgt spid="45"/>
                                        </p:tgtEl>
                                      </p:cBhvr>
                                    </p:animEffect>
                                    <p:set>
                                      <p:cBhvr>
                                        <p:cTn id="257" dur="1" fill="hold">
                                          <p:stCondLst>
                                            <p:cond delay="92"/>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15573"/>
                                  </p:stCondLst>
                                  <p:childTnLst>
                                    <p:animEffect transition="out" filter="fade">
                                      <p:cBhvr>
                                        <p:cTn id="259" dur="102"/>
                                        <p:tgtEl>
                                          <p:spTgt spid="21"/>
                                        </p:tgtEl>
                                      </p:cBhvr>
                                    </p:animEffect>
                                    <p:set>
                                      <p:cBhvr>
                                        <p:cTn id="260" dur="1" fill="hold">
                                          <p:stCondLst>
                                            <p:cond delay="101"/>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15573"/>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102"/>
                                        <p:tgtEl>
                                          <p:spTgt spid="22"/>
                                        </p:tgtEl>
                                      </p:cBhvr>
                                    </p:animEffect>
                                  </p:childTnLst>
                                </p:cTn>
                              </p:par>
                              <p:par>
                                <p:cTn id="269" presetID="42" presetClass="entr" presetSubtype="0" fill="hold" grpId="0" nodeType="withEffect">
                                  <p:stCondLst>
                                    <p:cond delay="15620"/>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140"/>
                                        <p:tgtEl>
                                          <p:spTgt spid="46"/>
                                        </p:tgtEl>
                                      </p:cBhvr>
                                    </p:animEffect>
                                    <p:anim calcmode="lin" valueType="num">
                                      <p:cBhvr additive="base">
                                        <p:cTn id="267" dur="140" fill="hold"/>
                                        <p:tgtEl>
                                          <p:spTgt spid="46"/>
                                        </p:tgtEl>
                                        <p:attrNameLst>
                                          <p:attrName>ppt_x</p:attrName>
                                        </p:attrNameLst>
                                      </p:cBhvr>
                                      <p:tavLst>
                                        <p:tav tm="0">
                                          <p:val>
                                            <p:strVal val="#ppt_x-.05"/>
                                          </p:val>
                                        </p:tav>
                                        <p:tav tm="100000">
                                          <p:val>
                                            <p:strVal val="#ppt_x"/>
                                          </p:val>
                                        </p:tav>
                                      </p:tavLst>
                                    </p:anim>
                                    <p:anim calcmode="lin" valueType="num">
                                      <p:cBhvr additive="base">
                                        <p:cTn id="268" dur="140"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15666"/>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140" fill="hold"/>
                                        <p:tgtEl>
                                          <p:spTgt spid="26"/>
                                        </p:tgtEl>
                                        <p:attrNameLst>
                                          <p:attrName>ppt_w</p:attrName>
                                        </p:attrNameLst>
                                      </p:cBhvr>
                                      <p:tavLst>
                                        <p:tav tm="0">
                                          <p:val>
                                            <p:strVal val="0"/>
                                          </p:val>
                                        </p:tav>
                                        <p:tav tm="100000">
                                          <p:val>
                                            <p:strVal val="#ppt_w"/>
                                          </p:val>
                                        </p:tav>
                                      </p:tavLst>
                                    </p:anim>
                                    <p:anim calcmode="lin" valueType="num">
                                      <p:cBhvr additive="base">
                                        <p:cTn id="272" dur="140" fill="hold"/>
                                        <p:tgtEl>
                                          <p:spTgt spid="26"/>
                                        </p:tgtEl>
                                        <p:attrNameLst>
                                          <p:attrName>ppt_h</p:attrName>
                                        </p:attrNameLst>
                                      </p:cBhvr>
                                      <p:tavLst>
                                        <p:tav tm="0">
                                          <p:val>
                                            <p:strVal val="0"/>
                                          </p:val>
                                        </p:tav>
                                        <p:tav tm="100000">
                                          <p:val>
                                            <p:strVal val="#ppt_h"/>
                                          </p:val>
                                        </p:tav>
                                      </p:tavLst>
                                    </p:anim>
                                    <p:animEffect transition="in" filter="fade">
                                      <p:cBhvr>
                                        <p:cTn id="273" dur="140"/>
                                        <p:tgtEl>
                                          <p:spTgt spid="26"/>
                                        </p:tgtEl>
                                      </p:cBhvr>
                                    </p:animEffect>
                                  </p:childTnLst>
                                </p:cTn>
                              </p:par>
                              <p:par>
                                <p:cTn id="276" presetID="1" presetClass="entr" presetSubtype="0" fill="hold" grpId="0" nodeType="withEffect">
                                  <p:stCondLst>
                                    <p:cond delay="15690"/>
                                  </p:stCondLst>
                                  <p:iterate type="lt">
                                    <p:tmAbs val="15"/>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17090"/>
                                  </p:stCondLst>
                                  <p:childTnLst>
                                    <p:animEffect transition="out" filter="fade">
                                      <p:cBhvr>
                                        <p:cTn id="277" dur="93"/>
                                        <p:tgtEl>
                                          <p:spTgt spid="43"/>
                                        </p:tgtEl>
                                      </p:cBhvr>
                                    </p:animEffect>
                                    <p:set>
                                      <p:cBhvr>
                                        <p:cTn id="278" dur="1" fill="hold">
                                          <p:stCondLst>
                                            <p:cond delay="92"/>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1716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42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71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71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71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72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72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72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73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74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75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79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81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83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90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9900"/>
                                  </p:stCondLst>
                                  <p:childTnLst>
                                    <p:animEffect transition="out" filter="fade">
                                      <p:cBhvr>
                                        <p:cTn id="116" dur="169"/>
                                        <p:tgtEl>
                                          <p:spTgt spid="34"/>
                                        </p:tgtEl>
                                      </p:cBhvr>
                                    </p:animEffect>
                                    <p:set>
                                      <p:cBhvr>
                                        <p:cTn id="117" dur="1" fill="hold">
                                          <p:stCondLst>
                                            <p:cond delay="168"/>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9900"/>
                                  </p:stCondLst>
                                  <p:childTnLst>
                                    <p:animEffect transition="out" filter="fade">
                                      <p:cBhvr>
                                        <p:cTn id="119" dur="211"/>
                                        <p:tgtEl>
                                          <p:spTgt spid="10"/>
                                        </p:tgtEl>
                                      </p:cBhvr>
                                    </p:animEffect>
                                    <p:set>
                                      <p:cBhvr>
                                        <p:cTn id="120" dur="1" fill="hold">
                                          <p:stCondLst>
                                            <p:cond delay="210"/>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9900"/>
                                  </p:stCondLst>
                                  <p:childTnLst>
                                    <p:animEffect transition="out" filter="fade">
                                      <p:cBhvr>
                                        <p:cTn id="122" dur="211"/>
                                        <p:tgtEl>
                                          <p:spTgt spid="11"/>
                                        </p:tgtEl>
                                      </p:cBhvr>
                                    </p:animEffect>
                                    <p:set>
                                      <p:cBhvr>
                                        <p:cTn id="123" dur="1" fill="hold">
                                          <p:stCondLst>
                                            <p:cond delay="210"/>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9900"/>
                                  </p:stCondLst>
                                  <p:childTnLst>
                                    <p:animEffect transition="out" filter="fade">
                                      <p:cBhvr>
                                        <p:cTn id="125" dur="211"/>
                                        <p:tgtEl>
                                          <p:spTgt spid="12"/>
                                        </p:tgtEl>
                                      </p:cBhvr>
                                    </p:animEffect>
                                    <p:set>
                                      <p:cBhvr>
                                        <p:cTn id="126" dur="1" fill="hold">
                                          <p:stCondLst>
                                            <p:cond delay="210"/>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9900"/>
                                  </p:stCondLst>
                                  <p:childTnLst>
                                    <p:animEffect transition="out" filter="fade">
                                      <p:cBhvr>
                                        <p:cTn id="128" dur="211"/>
                                        <p:tgtEl>
                                          <p:spTgt spid="13"/>
                                        </p:tgtEl>
                                      </p:cBhvr>
                                    </p:animEffect>
                                    <p:set>
                                      <p:cBhvr>
                                        <p:cTn id="129" dur="1" fill="hold">
                                          <p:stCondLst>
                                            <p:cond delay="210"/>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9900"/>
                                  </p:stCondLst>
                                  <p:childTnLst>
                                    <p:animEffect transition="out" filter="fade">
                                      <p:cBhvr>
                                        <p:cTn id="131" dur="211"/>
                                        <p:tgtEl>
                                          <p:spTgt spid="7"/>
                                        </p:tgtEl>
                                      </p:cBhvr>
                                    </p:animEffect>
                                    <p:set>
                                      <p:cBhvr>
                                        <p:cTn id="132" dur="1" fill="hold">
                                          <p:stCondLst>
                                            <p:cond delay="210"/>
                                          </p:stCondLst>
                                        </p:cTn>
                                        <p:tgtEl>
                                          <p:spTgt spid="7"/>
                                        </p:tgtEl>
                                        <p:attrNameLst>
                                          <p:attrName>style.visibility</p:attrName>
                                        </p:attrNameLst>
                                      </p:cBhvr>
                                      <p:to>
                                        <p:strVal val="hidden"/>
                                      </p:to>
                                    </p:set>
                                  </p:childTnLst>
                                </p:cTn>
                              </p:par>
                              <p:par>
                                <p:cTn id="138" presetID="42" presetClass="entr" presetSubtype="0" fill="hold" grpId="0" nodeType="withEffect">
                                  <p:stCondLst>
                                    <p:cond delay="9984"/>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338"/>
                                        <p:tgtEl>
                                          <p:spTgt spid="37"/>
                                        </p:tgtEl>
                                      </p:cBhvr>
                                    </p:animEffect>
                                    <p:anim calcmode="lin" valueType="num">
                                      <p:cBhvr additive="base">
                                        <p:cTn id="136" dur="338" fill="hold"/>
                                        <p:tgtEl>
                                          <p:spTgt spid="37"/>
                                        </p:tgtEl>
                                        <p:attrNameLst>
                                          <p:attrName>ppt_x</p:attrName>
                                        </p:attrNameLst>
                                      </p:cBhvr>
                                      <p:tavLst>
                                        <p:tav tm="0">
                                          <p:val>
                                            <p:strVal val="#ppt_x-.05"/>
                                          </p:val>
                                        </p:tav>
                                        <p:tav tm="100000">
                                          <p:val>
                                            <p:strVal val="#ppt_x"/>
                                          </p:val>
                                        </p:tav>
                                      </p:tavLst>
                                    </p:anim>
                                    <p:anim calcmode="lin" valueType="num">
                                      <p:cBhvr additive="base">
                                        <p:cTn id="137" dur="338"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10052"/>
                                  </p:stCondLst>
                                  <p:childTnLst>
                                    <p:animEffect transition="out" filter="fade">
                                      <p:cBhvr>
                                        <p:cTn id="139" dur="169"/>
                                        <p:tgtEl>
                                          <p:spTgt spid="35"/>
                                        </p:tgtEl>
                                      </p:cBhvr>
                                    </p:animEffect>
                                    <p:set>
                                      <p:cBhvr>
                                        <p:cTn id="140" dur="1" fill="hold">
                                          <p:stCondLst>
                                            <p:cond delay="168"/>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10052"/>
                                  </p:stCondLst>
                                  <p:childTnLst>
                                    <p:animEffect transition="out" filter="fade">
                                      <p:cBhvr>
                                        <p:cTn id="142" dur="169"/>
                                        <p:tgtEl>
                                          <p:spTgt spid="36"/>
                                        </p:tgtEl>
                                      </p:cBhvr>
                                    </p:animEffect>
                                    <p:set>
                                      <p:cBhvr>
                                        <p:cTn id="143" dur="1" fill="hold">
                                          <p:stCondLst>
                                            <p:cond delay="168"/>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10154"/>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381" fill="hold"/>
                                        <p:tgtEl>
                                          <p:spTgt spid="14"/>
                                        </p:tgtEl>
                                        <p:attrNameLst>
                                          <p:attrName>ppt_w</p:attrName>
                                        </p:attrNameLst>
                                      </p:cBhvr>
                                      <p:tavLst>
                                        <p:tav tm="0">
                                          <p:val>
                                            <p:strVal val="0"/>
                                          </p:val>
                                        </p:tav>
                                        <p:tav tm="100000">
                                          <p:val>
                                            <p:strVal val="#ppt_w"/>
                                          </p:val>
                                        </p:tav>
                                      </p:tavLst>
                                    </p:anim>
                                    <p:anim calcmode="lin" valueType="num">
                                      <p:cBhvr additive="base">
                                        <p:cTn id="147" dur="381" fill="hold"/>
                                        <p:tgtEl>
                                          <p:spTgt spid="14"/>
                                        </p:tgtEl>
                                        <p:attrNameLst>
                                          <p:attrName>ppt_h</p:attrName>
                                        </p:attrNameLst>
                                      </p:cBhvr>
                                      <p:tavLst>
                                        <p:tav tm="0">
                                          <p:val>
                                            <p:strVal val="0"/>
                                          </p:val>
                                        </p:tav>
                                        <p:tav tm="100000">
                                          <p:val>
                                            <p:strVal val="#ppt_h"/>
                                          </p:val>
                                        </p:tav>
                                      </p:tavLst>
                                    </p:anim>
                                    <p:animEffect transition="in" filter="fade">
                                      <p:cBhvr>
                                        <p:cTn id="148" dur="381"/>
                                        <p:tgtEl>
                                          <p:spTgt spid="14"/>
                                        </p:tgtEl>
                                      </p:cBhvr>
                                    </p:animEffect>
                                  </p:childTnLst>
                                </p:cTn>
                              </p:par>
                              <p:par>
                                <p:cTn id="154" presetID="42" presetClass="entr" presetSubtype="0" fill="hold" grpId="0" nodeType="withEffect">
                                  <p:stCondLst>
                                    <p:cond delay="10154"/>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254"/>
                                        <p:tgtEl>
                                          <p:spTgt spid="38"/>
                                        </p:tgtEl>
                                      </p:cBhvr>
                                    </p:animEffect>
                                    <p:anim calcmode="lin" valueType="num">
                                      <p:cBhvr additive="base">
                                        <p:cTn id="152" dur="254" fill="hold"/>
                                        <p:tgtEl>
                                          <p:spTgt spid="38"/>
                                        </p:tgtEl>
                                        <p:attrNameLst>
                                          <p:attrName>ppt_x</p:attrName>
                                        </p:attrNameLst>
                                      </p:cBhvr>
                                      <p:tavLst>
                                        <p:tav tm="0">
                                          <p:val>
                                            <p:strVal val="#ppt_x-.05"/>
                                          </p:val>
                                        </p:tav>
                                        <p:tav tm="100000">
                                          <p:val>
                                            <p:strVal val="#ppt_x"/>
                                          </p:val>
                                        </p:tav>
                                      </p:tavLst>
                                    </p:anim>
                                    <p:anim calcmode="lin" valueType="num">
                                      <p:cBhvr additive="base">
                                        <p:cTn id="153" dur="254"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10281"/>
                                  </p:stCondLst>
                                  <p:iterate type="lt">
                                    <p:tmAbs val="25"/>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10662"/>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338" fill="hold"/>
                                        <p:tgtEl>
                                          <p:spTgt spid="15"/>
                                        </p:tgtEl>
                                        <p:attrNameLst>
                                          <p:attrName>ppt_w</p:attrName>
                                        </p:attrNameLst>
                                      </p:cBhvr>
                                      <p:tavLst>
                                        <p:tav tm="0">
                                          <p:val>
                                            <p:strVal val="#ppt_w*2.4"/>
                                          </p:val>
                                        </p:tav>
                                        <p:tav tm="100000">
                                          <p:val>
                                            <p:strVal val="#ppt_w"/>
                                          </p:val>
                                        </p:tav>
                                      </p:tavLst>
                                    </p:anim>
                                    <p:anim calcmode="lin" valueType="num">
                                      <p:cBhvr additive="base">
                                        <p:cTn id="159" dur="338" fill="hold"/>
                                        <p:tgtEl>
                                          <p:spTgt spid="15"/>
                                        </p:tgtEl>
                                        <p:attrNameLst>
                                          <p:attrName>ppt_h</p:attrName>
                                        </p:attrNameLst>
                                      </p:cBhvr>
                                      <p:tavLst>
                                        <p:tav tm="0">
                                          <p:val>
                                            <p:strVal val="#ppt_h*2.4"/>
                                          </p:val>
                                        </p:tav>
                                        <p:tav tm="100000">
                                          <p:val>
                                            <p:strVal val="#ppt_h"/>
                                          </p:val>
                                        </p:tav>
                                      </p:tavLst>
                                    </p:anim>
                                    <p:animEffect transition="in" filter="fade">
                                      <p:cBhvr>
                                        <p:cTn id="160" dur="338"/>
                                        <p:tgtEl>
                                          <p:spTgt spid="15"/>
                                        </p:tgtEl>
                                      </p:cBhvr>
                                    </p:animEffect>
                                  </p:childTnLst>
                                </p:cTn>
                              </p:par>
                              <p:par>
                                <p:cTn id="164" presetID="10" presetClass="exit" presetSubtype="0" fill="hold" grpId="1" nodeType="withEffect">
                                  <p:stCondLst>
                                    <p:cond delay="12356"/>
                                  </p:stCondLst>
                                  <p:childTnLst>
                                    <p:animEffect transition="out" filter="fade">
                                      <p:cBhvr>
                                        <p:cTn id="162" dur="211"/>
                                        <p:tgtEl>
                                          <p:spTgt spid="14"/>
                                        </p:tgtEl>
                                      </p:cBhvr>
                                    </p:animEffect>
                                    <p:set>
                                      <p:cBhvr>
                                        <p:cTn id="163" dur="1" fill="hold">
                                          <p:stCondLst>
                                            <p:cond delay="210"/>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12356"/>
                                  </p:stCondLst>
                                  <p:childTnLst>
                                    <p:animEffect transition="out" filter="fade">
                                      <p:cBhvr>
                                        <p:cTn id="165" dur="211"/>
                                        <p:tgtEl>
                                          <p:spTgt spid="15"/>
                                        </p:tgtEl>
                                      </p:cBhvr>
                                    </p:animEffect>
                                    <p:set>
                                      <p:cBhvr>
                                        <p:cTn id="166" dur="1" fill="hold">
                                          <p:stCondLst>
                                            <p:cond delay="210"/>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12441"/>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67"/>
                                        <p:tgtEl>
                                          <p:spTgt spid="40"/>
                                        </p:tgtEl>
                                      </p:cBhvr>
                                    </p:animEffect>
                                  </p:childTnLst>
                                </p:cTn>
                              </p:par>
                              <p:par>
                                <p:cTn id="175" presetID="53" presetClass="entr" presetSubtype="16" fill="hold" grpId="0" nodeType="withEffect">
                                  <p:stCondLst>
                                    <p:cond delay="12441"/>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254" fill="hold"/>
                                        <p:tgtEl>
                                          <p:spTgt spid="8"/>
                                        </p:tgtEl>
                                        <p:attrNameLst>
                                          <p:attrName>ppt_w</p:attrName>
                                        </p:attrNameLst>
                                      </p:cBhvr>
                                      <p:tavLst>
                                        <p:tav tm="0">
                                          <p:val>
                                            <p:strVal val="0"/>
                                          </p:val>
                                        </p:tav>
                                        <p:tav tm="100000">
                                          <p:val>
                                            <p:strVal val="#ppt_w"/>
                                          </p:val>
                                        </p:tav>
                                      </p:tavLst>
                                    </p:anim>
                                    <p:anim calcmode="lin" valueType="num">
                                      <p:cBhvr additive="base">
                                        <p:cTn id="173" dur="254" fill="hold"/>
                                        <p:tgtEl>
                                          <p:spTgt spid="8"/>
                                        </p:tgtEl>
                                        <p:attrNameLst>
                                          <p:attrName>ppt_h</p:attrName>
                                        </p:attrNameLst>
                                      </p:cBhvr>
                                      <p:tavLst>
                                        <p:tav tm="0">
                                          <p:val>
                                            <p:strVal val="0"/>
                                          </p:val>
                                        </p:tav>
                                        <p:tav tm="100000">
                                          <p:val>
                                            <p:strVal val="#ppt_h"/>
                                          </p:val>
                                        </p:tav>
                                      </p:tavLst>
                                    </p:anim>
                                    <p:animEffect transition="in" filter="fade">
                                      <p:cBhvr>
                                        <p:cTn id="174" dur="254"/>
                                        <p:tgtEl>
                                          <p:spTgt spid="8"/>
                                        </p:tgtEl>
                                      </p:cBhvr>
                                    </p:animEffect>
                                  </p:childTnLst>
                                </p:cTn>
                              </p:par>
                              <p:par>
                                <p:cTn id="180" presetID="53" presetClass="entr" presetSubtype="16" fill="hold" grpId="0" nodeType="withEffect">
                                  <p:stCondLst>
                                    <p:cond delay="12483"/>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296" fill="hold"/>
                                        <p:tgtEl>
                                          <p:spTgt spid="9"/>
                                        </p:tgtEl>
                                        <p:attrNameLst>
                                          <p:attrName>ppt_w</p:attrName>
                                        </p:attrNameLst>
                                      </p:cBhvr>
                                      <p:tavLst>
                                        <p:tav tm="0">
                                          <p:val>
                                            <p:strVal val="0"/>
                                          </p:val>
                                        </p:tav>
                                        <p:tav tm="100000">
                                          <p:val>
                                            <p:strVal val="#ppt_w"/>
                                          </p:val>
                                        </p:tav>
                                      </p:tavLst>
                                    </p:anim>
                                    <p:anim calcmode="lin" valueType="num">
                                      <p:cBhvr additive="base">
                                        <p:cTn id="178" dur="296" fill="hold"/>
                                        <p:tgtEl>
                                          <p:spTgt spid="9"/>
                                        </p:tgtEl>
                                        <p:attrNameLst>
                                          <p:attrName>ppt_h</p:attrName>
                                        </p:attrNameLst>
                                      </p:cBhvr>
                                      <p:tavLst>
                                        <p:tav tm="0">
                                          <p:val>
                                            <p:strVal val="0"/>
                                          </p:val>
                                        </p:tav>
                                        <p:tav tm="100000">
                                          <p:val>
                                            <p:strVal val="#ppt_h"/>
                                          </p:val>
                                        </p:tav>
                                      </p:tavLst>
                                    </p:anim>
                                    <p:animEffect transition="in" filter="fade">
                                      <p:cBhvr>
                                        <p:cTn id="179" dur="296"/>
                                        <p:tgtEl>
                                          <p:spTgt spid="9"/>
                                        </p:tgtEl>
                                      </p:cBhvr>
                                    </p:animEffect>
                                  </p:childTnLst>
                                </p:cTn>
                              </p:par>
                              <p:par>
                                <p:cTn id="183" presetID="10" presetClass="exit" presetSubtype="0" fill="hold" grpId="1" nodeType="withEffect">
                                  <p:stCondLst>
                                    <p:cond delay="12542"/>
                                  </p:stCondLst>
                                  <p:childTnLst>
                                    <p:animEffect transition="out" filter="fade">
                                      <p:cBhvr>
                                        <p:cTn id="181" dur="321"/>
                                        <p:tgtEl>
                                          <p:spTgt spid="40"/>
                                        </p:tgtEl>
                                      </p:cBhvr>
                                    </p:animEffect>
                                    <p:set>
                                      <p:cBhvr>
                                        <p:cTn id="182" dur="1" fill="hold">
                                          <p:stCondLst>
                                            <p:cond delay="320"/>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12568"/>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381" fill="hold"/>
                                        <p:tgtEl>
                                          <p:spTgt spid="16"/>
                                        </p:tgtEl>
                                        <p:attrNameLst>
                                          <p:attrName>ppt_w</p:attrName>
                                        </p:attrNameLst>
                                      </p:cBhvr>
                                      <p:tavLst>
                                        <p:tav tm="0">
                                          <p:val>
                                            <p:strVal val="#ppt_w*2.4"/>
                                          </p:val>
                                        </p:tav>
                                        <p:tav tm="100000">
                                          <p:val>
                                            <p:strVal val="#ppt_w"/>
                                          </p:val>
                                        </p:tav>
                                      </p:tavLst>
                                    </p:anim>
                                    <p:anim calcmode="lin" valueType="num">
                                      <p:cBhvr additive="base">
                                        <p:cTn id="186" dur="381" fill="hold"/>
                                        <p:tgtEl>
                                          <p:spTgt spid="16"/>
                                        </p:tgtEl>
                                        <p:attrNameLst>
                                          <p:attrName>ppt_h</p:attrName>
                                        </p:attrNameLst>
                                      </p:cBhvr>
                                      <p:tavLst>
                                        <p:tav tm="0">
                                          <p:val>
                                            <p:strVal val="#ppt_h*2.4"/>
                                          </p:val>
                                        </p:tav>
                                        <p:tav tm="100000">
                                          <p:val>
                                            <p:strVal val="#ppt_h"/>
                                          </p:val>
                                        </p:tav>
                                      </p:tavLst>
                                    </p:anim>
                                    <p:animEffect transition="in" filter="fade">
                                      <p:cBhvr>
                                        <p:cTn id="187" dur="381"/>
                                        <p:tgtEl>
                                          <p:spTgt spid="16"/>
                                        </p:tgtEl>
                                      </p:cBhvr>
                                    </p:animEffect>
                                  </p:childTnLst>
                                </p:cTn>
                              </p:par>
                              <p:par>
                                <p:cTn id="191" presetID="10" presetClass="exit" presetSubtype="0" fill="hold" grpId="1" nodeType="withEffect">
                                  <p:stCondLst>
                                    <p:cond delay="12593"/>
                                  </p:stCondLst>
                                  <p:childTnLst>
                                    <p:animEffect transition="out" filter="fade">
                                      <p:cBhvr>
                                        <p:cTn id="189" dur="169"/>
                                        <p:tgtEl>
                                          <p:spTgt spid="38"/>
                                        </p:tgtEl>
                                      </p:cBhvr>
                                    </p:animEffect>
                                    <p:set>
                                      <p:cBhvr>
                                        <p:cTn id="190" dur="1" fill="hold">
                                          <p:stCondLst>
                                            <p:cond delay="168"/>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12593"/>
                                  </p:stCondLst>
                                  <p:childTnLst>
                                    <p:animEffect transition="out" filter="fade">
                                      <p:cBhvr>
                                        <p:cTn id="192" dur="169"/>
                                        <p:tgtEl>
                                          <p:spTgt spid="39"/>
                                        </p:tgtEl>
                                      </p:cBhvr>
                                    </p:animEffect>
                                    <p:set>
                                      <p:cBhvr>
                                        <p:cTn id="193" dur="1" fill="hold">
                                          <p:stCondLst>
                                            <p:cond delay="168"/>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12695"/>
                                  </p:stCondLst>
                                  <p:childTnLst>
                                    <p:animEffect transition="out" filter="fade">
                                      <p:cBhvr>
                                        <p:cTn id="195" dur="186"/>
                                        <p:tgtEl>
                                          <p:spTgt spid="21"/>
                                        </p:tgtEl>
                                      </p:cBhvr>
                                    </p:animEffect>
                                    <p:set>
                                      <p:cBhvr>
                                        <p:cTn id="196" dur="1" fill="hold">
                                          <p:stCondLst>
                                            <p:cond delay="185"/>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12695"/>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186"/>
                                        <p:tgtEl>
                                          <p:spTgt spid="22"/>
                                        </p:tgtEl>
                                      </p:cBhvr>
                                    </p:animEffect>
                                  </p:childTnLst>
                                </p:cTn>
                              </p:par>
                              <p:par>
                                <p:cTn id="205" presetID="42" presetClass="entr" presetSubtype="0" fill="hold" grpId="0" nodeType="withEffect">
                                  <p:stCondLst>
                                    <p:cond delay="12695"/>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254"/>
                                        <p:tgtEl>
                                          <p:spTgt spid="41"/>
                                        </p:tgtEl>
                                      </p:cBhvr>
                                    </p:animEffect>
                                    <p:anim calcmode="lin" valueType="num">
                                      <p:cBhvr additive="base">
                                        <p:cTn id="203" dur="254" fill="hold"/>
                                        <p:tgtEl>
                                          <p:spTgt spid="41"/>
                                        </p:tgtEl>
                                        <p:attrNameLst>
                                          <p:attrName>ppt_x</p:attrName>
                                        </p:attrNameLst>
                                      </p:cBhvr>
                                      <p:tavLst>
                                        <p:tav tm="0">
                                          <p:val>
                                            <p:strVal val="#ppt_x-.05"/>
                                          </p:val>
                                        </p:tav>
                                        <p:tav tm="100000">
                                          <p:val>
                                            <p:strVal val="#ppt_x"/>
                                          </p:val>
                                        </p:tav>
                                      </p:tavLst>
                                    </p:anim>
                                    <p:anim calcmode="lin" valueType="num">
                                      <p:cBhvr additive="base">
                                        <p:cTn id="204" dur="254"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1278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12822"/>
                                  </p:stCondLst>
                                  <p:iterate type="lt">
                                    <p:tmAbs val="25"/>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12949"/>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13118"/>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381" fill="hold"/>
                                        <p:tgtEl>
                                          <p:spTgt spid="17"/>
                                        </p:tgtEl>
                                        <p:attrNameLst>
                                          <p:attrName>ppt_w</p:attrName>
                                        </p:attrNameLst>
                                      </p:cBhvr>
                                      <p:tavLst>
                                        <p:tav tm="0">
                                          <p:val>
                                            <p:strVal val="#ppt_w*2.4"/>
                                          </p:val>
                                        </p:tav>
                                        <p:tav tm="100000">
                                          <p:val>
                                            <p:strVal val="#ppt_w"/>
                                          </p:val>
                                        </p:tav>
                                      </p:tavLst>
                                    </p:anim>
                                    <p:anim calcmode="lin" valueType="num">
                                      <p:cBhvr additive="base">
                                        <p:cTn id="214" dur="381" fill="hold"/>
                                        <p:tgtEl>
                                          <p:spTgt spid="17"/>
                                        </p:tgtEl>
                                        <p:attrNameLst>
                                          <p:attrName>ppt_h</p:attrName>
                                        </p:attrNameLst>
                                      </p:cBhvr>
                                      <p:tavLst>
                                        <p:tav tm="0">
                                          <p:val>
                                            <p:strVal val="#ppt_h*2.4"/>
                                          </p:val>
                                        </p:tav>
                                        <p:tav tm="100000">
                                          <p:val>
                                            <p:strVal val="#ppt_h"/>
                                          </p:val>
                                        </p:tav>
                                      </p:tavLst>
                                    </p:anim>
                                    <p:animEffect transition="in" filter="fade">
                                      <p:cBhvr>
                                        <p:cTn id="215" dur="381"/>
                                        <p:tgtEl>
                                          <p:spTgt spid="17"/>
                                        </p:tgtEl>
                                      </p:cBhvr>
                                    </p:animEffect>
                                  </p:childTnLst>
                                </p:cTn>
                              </p:par>
                              <p:par>
                                <p:cTn id="219" presetID="10" presetClass="exit" presetSubtype="0" fill="hold" grpId="1" nodeType="withEffect">
                                  <p:stCondLst>
                                    <p:cond delay="13900"/>
                                  </p:stCondLst>
                                  <p:childTnLst>
                                    <p:animEffect transition="out" filter="fade">
                                      <p:cBhvr>
                                        <p:cTn id="217" dur="144"/>
                                        <p:tgtEl>
                                          <p:spTgt spid="37"/>
                                        </p:tgtEl>
                                      </p:cBhvr>
                                    </p:animEffect>
                                    <p:set>
                                      <p:cBhvr>
                                        <p:cTn id="218" dur="1" fill="hold">
                                          <p:stCondLst>
                                            <p:cond delay="143"/>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13900"/>
                                  </p:stCondLst>
                                  <p:childTnLst>
                                    <p:animEffect transition="out" filter="fade">
                                      <p:cBhvr>
                                        <p:cTn id="220" dur="180"/>
                                        <p:tgtEl>
                                          <p:spTgt spid="8"/>
                                        </p:tgtEl>
                                      </p:cBhvr>
                                    </p:animEffect>
                                    <p:set>
                                      <p:cBhvr>
                                        <p:cTn id="221" dur="1" fill="hold">
                                          <p:stCondLst>
                                            <p:cond delay="179"/>
                                          </p:stCondLst>
                                        </p:cTn>
                                        <p:tgtEl>
                                          <p:spTgt spid="8"/>
                                        </p:tgtEl>
                                        <p:attrNameLst>
                                          <p:attrName>style.visibility</p:attrName>
                                        </p:attrNameLst>
                                      </p:cBhvr>
                                      <p:to>
                                        <p:strVal val="hidden"/>
                                      </p:to>
                                    </p:set>
                                  </p:childTnLst>
                                </p:cTn>
                              </p:par>
                              <p:par>
                                <p:cTn id="225" presetID="10" presetClass="exit" presetSubtype="0" fill="hold" grpId="2" nodeType="withEffect">
                                  <p:stCondLst>
                                    <p:cond delay="13900"/>
                                  </p:stCondLst>
                                  <p:childTnLst>
                                    <p:animEffect transition="out" filter="fade">
                                      <p:cBhvr>
                                        <p:cTn id="223" dur="180"/>
                                        <p:tgtEl>
                                          <p:spTgt spid="9"/>
                                        </p:tgtEl>
                                      </p:cBhvr>
                                    </p:animEffect>
                                    <p:set>
                                      <p:cBhvr>
                                        <p:cTn id="224" dur="1" fill="hold">
                                          <p:stCondLst>
                                            <p:cond delay="179"/>
                                          </p:stCondLst>
                                        </p:cTn>
                                        <p:tgtEl>
                                          <p:spTgt spid="9"/>
                                        </p:tgtEl>
                                        <p:attrNameLst>
                                          <p:attrName>style.visibility</p:attrName>
                                        </p:attrNameLst>
                                      </p:cBhvr>
                                      <p:to>
                                        <p:strVal val="hidden"/>
                                      </p:to>
                                    </p:set>
                                  </p:childTnLst>
                                </p:cTn>
                              </p:par>
                              <p:par>
                                <p:cTn id="228" presetID="10" presetClass="exit" presetSubtype="0" fill="hold" grpId="1" nodeType="withEffect">
                                  <p:stCondLst>
                                    <p:cond delay="13900"/>
                                  </p:stCondLst>
                                  <p:childTnLst>
                                    <p:animEffect transition="out" filter="fade">
                                      <p:cBhvr>
                                        <p:cTn id="226" dur="180"/>
                                        <p:tgtEl>
                                          <p:spTgt spid="16"/>
                                        </p:tgtEl>
                                      </p:cBhvr>
                                    </p:animEffect>
                                    <p:set>
                                      <p:cBhvr>
                                        <p:cTn id="227" dur="1" fill="hold">
                                          <p:stCondLst>
                                            <p:cond delay="179"/>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13900"/>
                                  </p:stCondLst>
                                  <p:childTnLst>
                                    <p:animEffect transition="out" filter="fade">
                                      <p:cBhvr>
                                        <p:cTn id="229" dur="180"/>
                                        <p:tgtEl>
                                          <p:spTgt spid="17"/>
                                        </p:tgtEl>
                                      </p:cBhvr>
                                    </p:animEffect>
                                    <p:set>
                                      <p:cBhvr>
                                        <p:cTn id="230" dur="1" fill="hold">
                                          <p:stCondLst>
                                            <p:cond delay="179"/>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13972"/>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289"/>
                                        <p:tgtEl>
                                          <p:spTgt spid="43"/>
                                        </p:tgtEl>
                                      </p:cBhvr>
                                    </p:animEffect>
                                    <p:anim calcmode="lin" valueType="num">
                                      <p:cBhvr additive="base">
                                        <p:cTn id="234" dur="289" fill="hold"/>
                                        <p:tgtEl>
                                          <p:spTgt spid="43"/>
                                        </p:tgtEl>
                                        <p:attrNameLst>
                                          <p:attrName>ppt_x</p:attrName>
                                        </p:attrNameLst>
                                      </p:cBhvr>
                                      <p:tavLst>
                                        <p:tav tm="0">
                                          <p:val>
                                            <p:strVal val="#ppt_x-.05"/>
                                          </p:val>
                                        </p:tav>
                                        <p:tav tm="100000">
                                          <p:val>
                                            <p:strVal val="#ppt_x"/>
                                          </p:val>
                                        </p:tav>
                                      </p:tavLst>
                                    </p:anim>
                                    <p:anim calcmode="lin" valueType="num">
                                      <p:cBhvr additive="base">
                                        <p:cTn id="235" dur="289"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14030"/>
                                  </p:stCondLst>
                                  <p:childTnLst>
                                    <p:animEffect transition="out" filter="fade">
                                      <p:cBhvr>
                                        <p:cTn id="237" dur="144"/>
                                        <p:tgtEl>
                                          <p:spTgt spid="41"/>
                                        </p:tgtEl>
                                      </p:cBhvr>
                                    </p:animEffect>
                                    <p:set>
                                      <p:cBhvr>
                                        <p:cTn id="238" dur="1" fill="hold">
                                          <p:stCondLst>
                                            <p:cond delay="143"/>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14030"/>
                                  </p:stCondLst>
                                  <p:childTnLst>
                                    <p:animEffect transition="out" filter="fade">
                                      <p:cBhvr>
                                        <p:cTn id="240" dur="144"/>
                                        <p:tgtEl>
                                          <p:spTgt spid="42"/>
                                        </p:tgtEl>
                                      </p:cBhvr>
                                    </p:animEffect>
                                    <p:set>
                                      <p:cBhvr>
                                        <p:cTn id="241" dur="1" fill="hold">
                                          <p:stCondLst>
                                            <p:cond delay="143"/>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14044"/>
                                  </p:stCondLst>
                                  <p:childTnLst>
                                    <p:animEffect transition="out" filter="fade">
                                      <p:cBhvr>
                                        <p:cTn id="243" dur="159"/>
                                        <p:tgtEl>
                                          <p:spTgt spid="22"/>
                                        </p:tgtEl>
                                      </p:cBhvr>
                                    </p:animEffect>
                                    <p:set>
                                      <p:cBhvr>
                                        <p:cTn id="244" dur="1" fill="hold">
                                          <p:stCondLst>
                                            <p:cond delay="158"/>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14044"/>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159"/>
                                        <p:tgtEl>
                                          <p:spTgt spid="23"/>
                                        </p:tgtEl>
                                      </p:cBhvr>
                                    </p:animEffect>
                                  </p:childTnLst>
                                </p:cTn>
                              </p:par>
                              <p:par>
                                <p:cTn id="253" presetID="42" presetClass="entr" presetSubtype="0" fill="hold" grpId="0" nodeType="withEffect">
                                  <p:stCondLst>
                                    <p:cond delay="14117"/>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217"/>
                                        <p:tgtEl>
                                          <p:spTgt spid="44"/>
                                        </p:tgtEl>
                                      </p:cBhvr>
                                    </p:animEffect>
                                    <p:anim calcmode="lin" valueType="num">
                                      <p:cBhvr additive="base">
                                        <p:cTn id="251" dur="217" fill="hold"/>
                                        <p:tgtEl>
                                          <p:spTgt spid="44"/>
                                        </p:tgtEl>
                                        <p:attrNameLst>
                                          <p:attrName>ppt_x</p:attrName>
                                        </p:attrNameLst>
                                      </p:cBhvr>
                                      <p:tavLst>
                                        <p:tav tm="0">
                                          <p:val>
                                            <p:strVal val="#ppt_x-.05"/>
                                          </p:val>
                                        </p:tav>
                                        <p:tav tm="100000">
                                          <p:val>
                                            <p:strVal val="#ppt_x"/>
                                          </p:val>
                                        </p:tav>
                                      </p:tavLst>
                                    </p:anim>
                                    <p:anim calcmode="lin" valueType="num">
                                      <p:cBhvr additive="base">
                                        <p:cTn id="252" dur="217"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14225"/>
                                  </p:stCondLst>
                                  <p:iterate type="lt">
                                    <p:tmAbs val="21"/>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14406"/>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289" fill="hold"/>
                                        <p:tgtEl>
                                          <p:spTgt spid="18"/>
                                        </p:tgtEl>
                                        <p:attrNameLst>
                                          <p:attrName>ppt_w</p:attrName>
                                        </p:attrNameLst>
                                      </p:cBhvr>
                                      <p:tavLst>
                                        <p:tav tm="0">
                                          <p:val>
                                            <p:strVal val="0"/>
                                          </p:val>
                                        </p:tav>
                                        <p:tav tm="100000">
                                          <p:val>
                                            <p:strVal val="#ppt_w"/>
                                          </p:val>
                                        </p:tav>
                                      </p:tavLst>
                                    </p:anim>
                                    <p:anim calcmode="lin" valueType="num">
                                      <p:cBhvr additive="base">
                                        <p:cTn id="258" dur="289" fill="hold"/>
                                        <p:tgtEl>
                                          <p:spTgt spid="18"/>
                                        </p:tgtEl>
                                        <p:attrNameLst>
                                          <p:attrName>ppt_h</p:attrName>
                                        </p:attrNameLst>
                                      </p:cBhvr>
                                      <p:tavLst>
                                        <p:tav tm="0">
                                          <p:val>
                                            <p:strVal val="0"/>
                                          </p:val>
                                        </p:tav>
                                        <p:tav tm="100000">
                                          <p:val>
                                            <p:strVal val="#ppt_h"/>
                                          </p:val>
                                        </p:tav>
                                      </p:tavLst>
                                    </p:anim>
                                    <p:animEffect transition="in" filter="fade">
                                      <p:cBhvr>
                                        <p:cTn id="259" dur="289"/>
                                        <p:tgtEl>
                                          <p:spTgt spid="18"/>
                                        </p:tgtEl>
                                      </p:cBhvr>
                                    </p:animEffect>
                                  </p:childTnLst>
                                </p:cTn>
                              </p:par>
                              <p:par>
                                <p:cTn id="262" presetID="32" presetClass="emph" presetSubtype="0" fill="hold" grpId="1" nodeType="withEffect" autoRev="1" repeatCount="8000">
                                  <p:stCondLst>
                                    <p:cond delay="14695"/>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14840"/>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651"/>
                                        <p:tgtEl>
                                          <p:spTgt spid="19"/>
                                        </p:tgtEl>
                                      </p:cBhvr>
                                    </p:animEffect>
                                  </p:childTnLst>
                                </p:cTn>
                              </p:par>
                              <p:par>
                                <p:cTn id="268" presetID="10" presetClass="entr" presetSubtype="0" fill="hold" grpId="0" nodeType="withEffect">
                                  <p:stCondLst>
                                    <p:cond delay="15636"/>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57"/>
                                        <p:tgtEl>
                                          <p:spTgt spid="46"/>
                                        </p:tgtEl>
                                      </p:cBhvr>
                                    </p:animEffect>
                                  </p:childTnLst>
                                </p:cTn>
                              </p:par>
                              <p:par>
                                <p:cTn id="271" presetID="10" presetClass="exit" presetSubtype="0" fill="hold" grpId="1" nodeType="withEffect">
                                  <p:stCondLst>
                                    <p:cond delay="15708"/>
                                  </p:stCondLst>
                                  <p:childTnLst>
                                    <p:animEffect transition="out" filter="fade">
                                      <p:cBhvr>
                                        <p:cTn id="269" dur="159"/>
                                        <p:tgtEl>
                                          <p:spTgt spid="24"/>
                                        </p:tgtEl>
                                      </p:cBhvr>
                                    </p:animEffect>
                                    <p:set>
                                      <p:cBhvr>
                                        <p:cTn id="270" dur="1" fill="hold">
                                          <p:stCondLst>
                                            <p:cond delay="158"/>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15708"/>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159"/>
                                        <p:tgtEl>
                                          <p:spTgt spid="25"/>
                                        </p:tgtEl>
                                      </p:cBhvr>
                                    </p:animEffect>
                                  </p:childTnLst>
                                </p:cTn>
                              </p:par>
                              <p:par>
                                <p:cTn id="277" presetID="10" presetClass="exit" presetSubtype="0" fill="hold" grpId="1" nodeType="withEffect">
                                  <p:stCondLst>
                                    <p:cond delay="15723"/>
                                  </p:stCondLst>
                                  <p:childTnLst>
                                    <p:animEffect transition="out" filter="fade">
                                      <p:cBhvr>
                                        <p:cTn id="275" dur="274"/>
                                        <p:tgtEl>
                                          <p:spTgt spid="46"/>
                                        </p:tgtEl>
                                      </p:cBhvr>
                                    </p:animEffect>
                                    <p:set>
                                      <p:cBhvr>
                                        <p:cTn id="276" dur="1" fill="hold">
                                          <p:stCondLst>
                                            <p:cond delay="273"/>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15781"/>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15853"/>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217" fill="hold"/>
                                        <p:tgtEl>
                                          <p:spTgt spid="28"/>
                                        </p:tgtEl>
                                        <p:attrNameLst>
                                          <p:attrName>ppt_w</p:attrName>
                                        </p:attrNameLst>
                                      </p:cBhvr>
                                      <p:tavLst>
                                        <p:tav tm="0">
                                          <p:val>
                                            <p:strVal val="0"/>
                                          </p:val>
                                        </p:tav>
                                        <p:tav tm="100000">
                                          <p:val>
                                            <p:strVal val="#ppt_w"/>
                                          </p:val>
                                        </p:tav>
                                      </p:tavLst>
                                    </p:anim>
                                    <p:anim calcmode="lin" valueType="num">
                                      <p:cBhvr additive="base">
                                        <p:cTn id="282" dur="217" fill="hold"/>
                                        <p:tgtEl>
                                          <p:spTgt spid="28"/>
                                        </p:tgtEl>
                                        <p:attrNameLst>
                                          <p:attrName>ppt_h</p:attrName>
                                        </p:attrNameLst>
                                      </p:cBhvr>
                                      <p:tavLst>
                                        <p:tav tm="0">
                                          <p:val>
                                            <p:strVal val="0"/>
                                          </p:val>
                                        </p:tav>
                                        <p:tav tm="100000">
                                          <p:val>
                                            <p:strVal val="#ppt_h"/>
                                          </p:val>
                                        </p:tav>
                                      </p:tavLst>
                                    </p:anim>
                                    <p:animEffect transition="in" filter="fade">
                                      <p:cBhvr>
                                        <p:cTn id="283" dur="217"/>
                                        <p:tgtEl>
                                          <p:spTgt spid="28"/>
                                        </p:tgtEl>
                                      </p:cBhvr>
                                    </p:animEffect>
                                  </p:childTnLst>
                                </p:cTn>
                              </p:par>
                              <p:par>
                                <p:cTn id="286" presetID="6" presetClass="emph" presetSubtype="0" fill="hold" grpId="1" nodeType="withEffect" autoRev="1" repeatCount="indefinite">
                                  <p:stCondLst>
                                    <p:cond delay="16070"/>
                                  </p:stCondLst>
                                  <p:childTnLst>
                                    <p:animScale>
                                      <p:cBhvr>
                                        <p:cTn id="285" dur="400" fill="hold"/>
                                        <p:tgtEl>
                                          <p:spTgt spid="28"/>
                                        </p:tgtEl>
                                      </p:cBhvr>
                                      <p:by x="120000" y="120000"/>
                                    </p:animScale>
                                  </p:childTnLst>
                                </p:cTn>
                              </p:par>
                              <p:par>
                                <p:cTn id="289" presetID="22" presetClass="entr" presetSubtype="8" fill="hold" grpId="0" nodeType="withEffect">
                                  <p:stCondLst>
                                    <p:cond delay="16938"/>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651"/>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13"/>
                                        <p:tgtEl>
                                          <p:spTgt spid="35"/>
                                        </p:tgtEl>
                                      </p:cBhvr>
                                    </p:animEffect>
                                    <p:anim calcmode="lin" valueType="num">
                                      <p:cBhvr additive="base">
                                        <p:cTn id="10" dur="413" fill="hold"/>
                                        <p:tgtEl>
                                          <p:spTgt spid="35"/>
                                        </p:tgtEl>
                                        <p:attrNameLst>
                                          <p:attrName>ppt_x</p:attrName>
                                        </p:attrNameLst>
                                      </p:cBhvr>
                                      <p:tavLst>
                                        <p:tav tm="0">
                                          <p:val>
                                            <p:strVal val="#ppt_x-.05"/>
                                          </p:val>
                                        </p:tav>
                                        <p:tav tm="100000">
                                          <p:val>
                                            <p:strVal val="#ppt_x"/>
                                          </p:val>
                                        </p:tav>
                                      </p:tavLst>
                                    </p:anim>
                                    <p:anim calcmode="lin" valueType="num">
                                      <p:cBhvr additive="base">
                                        <p:cTn id="11" dur="413"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195"/>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643"/>
                                        <p:tgtEl>
                                          <p:spTgt spid="6"/>
                                        </p:tgtEl>
                                      </p:cBhvr>
                                    </p:animEffect>
                                  </p:childTnLst>
                                </p:cTn>
                              </p:par>
                              <p:par>
                                <p:cTn id="22" presetID="10" presetClass="exit" presetSubtype="0" fill="hold" grpId="1" nodeType="withEffect">
                                  <p:stCondLst>
                                    <p:cond delay="1379"/>
                                  </p:stCondLst>
                                  <p:childTnLst>
                                    <p:animEffect transition="out" filter="fade">
                                      <p:cBhvr>
                                        <p:cTn id="20" dur="367"/>
                                        <p:tgtEl>
                                          <p:spTgt spid="35"/>
                                        </p:tgtEl>
                                      </p:cBhvr>
                                    </p:animEffect>
                                    <p:set>
                                      <p:cBhvr>
                                        <p:cTn id="21" dur="1" fill="hold">
                                          <p:stCondLst>
                                            <p:cond delay="366"/>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563"/>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459"/>
                                        <p:tgtEl>
                                          <p:spTgt spid="34"/>
                                        </p:tgtEl>
                                      </p:cBhvr>
                                    </p:animEffect>
                                    <p:anim calcmode="lin" valueType="num">
                                      <p:cBhvr additive="base">
                                        <p:cTn id="25" dur="459" fill="hold"/>
                                        <p:tgtEl>
                                          <p:spTgt spid="34"/>
                                        </p:tgtEl>
                                        <p:attrNameLst>
                                          <p:attrName>ppt_x</p:attrName>
                                        </p:attrNameLst>
                                      </p:cBhvr>
                                      <p:tavLst>
                                        <p:tav tm="0">
                                          <p:val>
                                            <p:strVal val="#ppt_x"/>
                                          </p:val>
                                        </p:tav>
                                        <p:tav tm="100000">
                                          <p:val>
                                            <p:strVal val="#ppt_x"/>
                                          </p:val>
                                        </p:tav>
                                      </p:tavLst>
                                    </p:anim>
                                    <p:anim calcmode="lin" valueType="num">
                                      <p:cBhvr additive="base">
                                        <p:cTn id="26" dur="459"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1839"/>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67"/>
                                        <p:tgtEl>
                                          <p:spTgt spid="36"/>
                                        </p:tgtEl>
                                      </p:cBhvr>
                                    </p:animEffect>
                                    <p:anim calcmode="lin" valueType="num">
                                      <p:cBhvr additive="base">
                                        <p:cTn id="30" dur="367" fill="hold"/>
                                        <p:tgtEl>
                                          <p:spTgt spid="36"/>
                                        </p:tgtEl>
                                        <p:attrNameLst>
                                          <p:attrName>ppt_x</p:attrName>
                                        </p:attrNameLst>
                                      </p:cBhvr>
                                      <p:tavLst>
                                        <p:tav tm="0">
                                          <p:val>
                                            <p:strVal val="#ppt_x-.05"/>
                                          </p:val>
                                        </p:tav>
                                        <p:tav tm="100000">
                                          <p:val>
                                            <p:strVal val="#ppt_x"/>
                                          </p:val>
                                        </p:tav>
                                      </p:tavLst>
                                    </p:anim>
                                    <p:anim calcmode="lin" valueType="num">
                                      <p:cBhvr additive="base">
                                        <p:cTn id="31" dur="367"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1839"/>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59"/>
                                        <p:tgtEl>
                                          <p:spTgt spid="21"/>
                                        </p:tgtEl>
                                      </p:cBhvr>
                                    </p:animEffect>
                                    <p:anim calcmode="lin" valueType="num">
                                      <p:cBhvr additive="base">
                                        <p:cTn id="35" dur="459" fill="hold"/>
                                        <p:tgtEl>
                                          <p:spTgt spid="21"/>
                                        </p:tgtEl>
                                        <p:attrNameLst>
                                          <p:attrName>ppt_x</p:attrName>
                                        </p:attrNameLst>
                                      </p:cBhvr>
                                      <p:tavLst>
                                        <p:tav tm="0">
                                          <p:val>
                                            <p:strVal val="#ppt_x-.05"/>
                                          </p:val>
                                        </p:tav>
                                        <p:tav tm="100000">
                                          <p:val>
                                            <p:strVal val="#ppt_x"/>
                                          </p:val>
                                        </p:tav>
                                      </p:tavLst>
                                    </p:anim>
                                    <p:anim calcmode="lin" valueType="num">
                                      <p:cBhvr additive="base">
                                        <p:cTn id="36" dur="459"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023"/>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59"/>
                                        <p:tgtEl>
                                          <p:spTgt spid="26"/>
                                        </p:tgtEl>
                                      </p:cBhvr>
                                    </p:animEffect>
                                    <p:anim calcmode="lin" valueType="num">
                                      <p:cBhvr additive="base">
                                        <p:cTn id="40" dur="459" fill="hold"/>
                                        <p:tgtEl>
                                          <p:spTgt spid="26"/>
                                        </p:tgtEl>
                                        <p:attrNameLst>
                                          <p:attrName>ppt_x</p:attrName>
                                        </p:attrNameLst>
                                      </p:cBhvr>
                                      <p:tavLst>
                                        <p:tav tm="0">
                                          <p:val>
                                            <p:strVal val="#ppt_x+.05"/>
                                          </p:val>
                                        </p:tav>
                                        <p:tav tm="100000">
                                          <p:val>
                                            <p:strVal val="#ppt_x"/>
                                          </p:val>
                                        </p:tav>
                                      </p:tavLst>
                                    </p:anim>
                                    <p:anim calcmode="lin" valueType="num">
                                      <p:cBhvr additive="base">
                                        <p:cTn id="41" dur="459"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482"/>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459" fill="hold"/>
                                        <p:tgtEl>
                                          <p:spTgt spid="10"/>
                                        </p:tgtEl>
                                        <p:attrNameLst>
                                          <p:attrName>ppt_w</p:attrName>
                                        </p:attrNameLst>
                                      </p:cBhvr>
                                      <p:tavLst>
                                        <p:tav tm="0">
                                          <p:val>
                                            <p:strVal val="0"/>
                                          </p:val>
                                        </p:tav>
                                        <p:tav tm="100000">
                                          <p:val>
                                            <p:strVal val="#ppt_w"/>
                                          </p:val>
                                        </p:tav>
                                      </p:tavLst>
                                    </p:anim>
                                    <p:anim calcmode="lin" valueType="num">
                                      <p:cBhvr additive="base">
                                        <p:cTn id="45" dur="459" fill="hold"/>
                                        <p:tgtEl>
                                          <p:spTgt spid="10"/>
                                        </p:tgtEl>
                                        <p:attrNameLst>
                                          <p:attrName>ppt_h</p:attrName>
                                        </p:attrNameLst>
                                      </p:cBhvr>
                                      <p:tavLst>
                                        <p:tav tm="0">
                                          <p:val>
                                            <p:strVal val="0"/>
                                          </p:val>
                                        </p:tav>
                                        <p:tav tm="100000">
                                          <p:val>
                                            <p:strVal val="#ppt_h"/>
                                          </p:val>
                                        </p:tav>
                                      </p:tavLst>
                                    </p:anim>
                                    <p:animEffect transition="in" filter="fade">
                                      <p:cBhvr>
                                        <p:cTn id="46" dur="459"/>
                                        <p:tgtEl>
                                          <p:spTgt spid="10"/>
                                        </p:tgtEl>
                                      </p:cBhvr>
                                    </p:animEffect>
                                  </p:childTnLst>
                                </p:cTn>
                              </p:par>
                              <p:par>
                                <p:cTn id="52" presetID="42" presetClass="entr" presetSubtype="0" fill="hold" grpId="0" nodeType="withEffect">
                                  <p:stCondLst>
                                    <p:cond delay="28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59"/>
                                        <p:tgtEl>
                                          <p:spTgt spid="11"/>
                                        </p:tgtEl>
                                      </p:cBhvr>
                                    </p:animEffect>
                                    <p:anim calcmode="lin" valueType="num">
                                      <p:cBhvr additive="base">
                                        <p:cTn id="50" dur="459" fill="hold"/>
                                        <p:tgtEl>
                                          <p:spTgt spid="11"/>
                                        </p:tgtEl>
                                        <p:attrNameLst>
                                          <p:attrName>ppt_x</p:attrName>
                                        </p:attrNameLst>
                                      </p:cBhvr>
                                      <p:tavLst>
                                        <p:tav tm="0">
                                          <p:val>
                                            <p:strVal val="#ppt_x-.05"/>
                                          </p:val>
                                        </p:tav>
                                        <p:tav tm="100000">
                                          <p:val>
                                            <p:strVal val="#ppt_x"/>
                                          </p:val>
                                        </p:tav>
                                      </p:tavLst>
                                    </p:anim>
                                    <p:anim calcmode="lin" valueType="num">
                                      <p:cBhvr additive="base">
                                        <p:cTn id="51" dur="459"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31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586"/>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73"/>
                                        <p:tgtEl>
                                          <p:spTgt spid="37"/>
                                        </p:tgtEl>
                                      </p:cBhvr>
                                    </p:animEffect>
                                  </p:childTnLst>
                                </p:cTn>
                              </p:par>
                              <p:par>
                                <p:cTn id="60" presetID="10" presetClass="exit" presetSubtype="0" fill="hold" grpId="1" nodeType="withEffect">
                                  <p:stCondLst>
                                    <p:cond delay="3586"/>
                                  </p:stCondLst>
                                  <p:childTnLst>
                                    <p:animEffect transition="out" filter="fade">
                                      <p:cBhvr>
                                        <p:cTn id="58" dur="202"/>
                                        <p:tgtEl>
                                          <p:spTgt spid="21"/>
                                        </p:tgtEl>
                                      </p:cBhvr>
                                    </p:animEffect>
                                    <p:set>
                                      <p:cBhvr>
                                        <p:cTn id="59" dur="1" fill="hold">
                                          <p:stCondLst>
                                            <p:cond delay="201"/>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586"/>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02"/>
                                        <p:tgtEl>
                                          <p:spTgt spid="22"/>
                                        </p:tgtEl>
                                      </p:cBhvr>
                                    </p:animEffect>
                                  </p:childTnLst>
                                </p:cTn>
                              </p:par>
                              <p:par>
                                <p:cTn id="68" presetID="42" presetClass="entr" presetSubtype="0" fill="hold" grpId="0" nodeType="withEffect">
                                  <p:stCondLst>
                                    <p:cond delay="3586"/>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275"/>
                                        <p:tgtEl>
                                          <p:spTgt spid="38"/>
                                        </p:tgtEl>
                                      </p:cBhvr>
                                    </p:animEffect>
                                    <p:anim calcmode="lin" valueType="num">
                                      <p:cBhvr additive="base">
                                        <p:cTn id="66" dur="275" fill="hold"/>
                                        <p:tgtEl>
                                          <p:spTgt spid="38"/>
                                        </p:tgtEl>
                                        <p:attrNameLst>
                                          <p:attrName>ppt_x</p:attrName>
                                        </p:attrNameLst>
                                      </p:cBhvr>
                                      <p:tavLst>
                                        <p:tav tm="0">
                                          <p:val>
                                            <p:strVal val="#ppt_x-.05"/>
                                          </p:val>
                                        </p:tav>
                                        <p:tav tm="100000">
                                          <p:val>
                                            <p:strVal val="#ppt_x"/>
                                          </p:val>
                                        </p:tav>
                                      </p:tavLst>
                                    </p:anim>
                                    <p:anim calcmode="lin" valueType="num">
                                      <p:cBhvr additive="base">
                                        <p:cTn id="67" dur="275"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632"/>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3678"/>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551"/>
                                        <p:tgtEl>
                                          <p:spTgt spid="29"/>
                                        </p:tgtEl>
                                      </p:cBhvr>
                                    </p:animEffect>
                                  </p:childTnLst>
                                </p:cTn>
                              </p:par>
                              <p:par>
                                <p:cTn id="76" presetID="10" presetClass="exit" presetSubtype="0" fill="hold" grpId="1" nodeType="withEffect">
                                  <p:stCondLst>
                                    <p:cond delay="3696"/>
                                  </p:stCondLst>
                                  <p:childTnLst>
                                    <p:animEffect transition="out" filter="fade">
                                      <p:cBhvr>
                                        <p:cTn id="74" dur="349"/>
                                        <p:tgtEl>
                                          <p:spTgt spid="37"/>
                                        </p:tgtEl>
                                      </p:cBhvr>
                                    </p:animEffect>
                                    <p:set>
                                      <p:cBhvr>
                                        <p:cTn id="75" dur="1" fill="hold">
                                          <p:stCondLst>
                                            <p:cond delay="348"/>
                                          </p:stCondLst>
                                        </p:cTn>
                                        <p:tgtEl>
                                          <p:spTgt spid="37"/>
                                        </p:tgtEl>
                                        <p:attrNameLst>
                                          <p:attrName>style.visibility</p:attrName>
                                        </p:attrNameLst>
                                      </p:cBhvr>
                                      <p:to>
                                        <p:strVal val="hidden"/>
                                      </p:to>
                                    </p:set>
                                  </p:childTnLst>
                                </p:cTn>
                              </p:par>
                              <p:par>
                                <p:cTn id="78" presetID="1" presetClass="entr" presetSubtype="0" fill="hold" grpId="0" nodeType="withEffect">
                                  <p:stCondLst>
                                    <p:cond delay="3724"/>
                                  </p:stCondLst>
                                  <p:iterate type="lt">
                                    <p:tmAbs val="27"/>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4700"/>
                                  </p:stCondLst>
                                  <p:childTnLst>
                                    <p:animEffect transition="out" filter="fade">
                                      <p:cBhvr>
                                        <p:cTn id="79" dur="186"/>
                                        <p:tgtEl>
                                          <p:spTgt spid="36"/>
                                        </p:tgtEl>
                                      </p:cBhvr>
                                    </p:animEffect>
                                    <p:set>
                                      <p:cBhvr>
                                        <p:cTn id="80" dur="1" fill="hold">
                                          <p:stCondLst>
                                            <p:cond delay="185"/>
                                          </p:stCondLst>
                                        </p:cTn>
                                        <p:tgtEl>
                                          <p:spTgt spid="36"/>
                                        </p:tgtEl>
                                        <p:attrNameLst>
                                          <p:attrName>style.visibility</p:attrName>
                                        </p:attrNameLst>
                                      </p:cBhvr>
                                      <p:to>
                                        <p:strVal val="hidden"/>
                                      </p:to>
                                    </p:set>
                                  </p:childTnLst>
                                </p:cTn>
                              </p:par>
                              <p:par>
                                <p:cTn id="84" presetID="10" presetClass="exit" presetSubtype="0" fill="hold" grpId="1" nodeType="withEffect">
                                  <p:stCondLst>
                                    <p:cond delay="4700"/>
                                  </p:stCondLst>
                                  <p:childTnLst>
                                    <p:animEffect transition="out" filter="fade">
                                      <p:cBhvr>
                                        <p:cTn id="82" dur="232"/>
                                        <p:tgtEl>
                                          <p:spTgt spid="29"/>
                                        </p:tgtEl>
                                      </p:cBhvr>
                                    </p:animEffect>
                                    <p:set>
                                      <p:cBhvr>
                                        <p:cTn id="83" dur="1" fill="hold">
                                          <p:stCondLst>
                                            <p:cond delay="231"/>
                                          </p:stCondLst>
                                        </p:cTn>
                                        <p:tgtEl>
                                          <p:spTgt spid="29"/>
                                        </p:tgtEl>
                                        <p:attrNameLst>
                                          <p:attrName>style.visibility</p:attrName>
                                        </p:attrNameLst>
                                      </p:cBhvr>
                                      <p:to>
                                        <p:strVal val="hidden"/>
                                      </p:to>
                                    </p:set>
                                  </p:childTnLst>
                                </p:cTn>
                              </p:par>
                              <p:par>
                                <p:cTn id="87" presetID="10" presetClass="exit" presetSubtype="0" fill="hold" grpId="2" nodeType="withEffect">
                                  <p:stCondLst>
                                    <p:cond delay="4700"/>
                                  </p:stCondLst>
                                  <p:childTnLst>
                                    <p:animEffect transition="out" filter="fade">
                                      <p:cBhvr>
                                        <p:cTn id="85" dur="232"/>
                                        <p:tgtEl>
                                          <p:spTgt spid="11"/>
                                        </p:tgtEl>
                                      </p:cBhvr>
                                    </p:animEffect>
                                    <p:set>
                                      <p:cBhvr>
                                        <p:cTn id="86" dur="1" fill="hold">
                                          <p:stCondLst>
                                            <p:cond delay="231"/>
                                          </p:stCondLst>
                                        </p:cTn>
                                        <p:tgtEl>
                                          <p:spTgt spid="11"/>
                                        </p:tgtEl>
                                        <p:attrNameLst>
                                          <p:attrName>style.visibility</p:attrName>
                                        </p:attrNameLst>
                                      </p:cBhvr>
                                      <p:to>
                                        <p:strVal val="hidden"/>
                                      </p:to>
                                    </p:set>
                                  </p:childTnLst>
                                </p:cTn>
                              </p:par>
                              <p:par>
                                <p:cTn id="90" presetID="10" presetClass="exit" presetSubtype="0" fill="hold" grpId="1" nodeType="withEffect">
                                  <p:stCondLst>
                                    <p:cond delay="4774"/>
                                  </p:stCondLst>
                                  <p:childTnLst>
                                    <p:animEffect transition="out" filter="fade">
                                      <p:cBhvr>
                                        <p:cTn id="88" dur="186"/>
                                        <p:tgtEl>
                                          <p:spTgt spid="38"/>
                                        </p:tgtEl>
                                      </p:cBhvr>
                                    </p:animEffect>
                                    <p:set>
                                      <p:cBhvr>
                                        <p:cTn id="89" dur="1" fill="hold">
                                          <p:stCondLst>
                                            <p:cond delay="185"/>
                                          </p:stCondLst>
                                        </p:cTn>
                                        <p:tgtEl>
                                          <p:spTgt spid="38"/>
                                        </p:tgtEl>
                                        <p:attrNameLst>
                                          <p:attrName>style.visibility</p:attrName>
                                        </p:attrNameLst>
                                      </p:cBhvr>
                                      <p:to>
                                        <p:strVal val="hidden"/>
                                      </p:to>
                                    </p:set>
                                  </p:childTnLst>
                                </p:cTn>
                              </p:par>
                              <p:par>
                                <p:cTn id="93" presetID="10" presetClass="exit" presetSubtype="0" fill="hold" grpId="1" nodeType="withEffect">
                                  <p:stCondLst>
                                    <p:cond delay="4774"/>
                                  </p:stCondLst>
                                  <p:childTnLst>
                                    <p:animEffect transition="out" filter="fade">
                                      <p:cBhvr>
                                        <p:cTn id="91" dur="186"/>
                                        <p:tgtEl>
                                          <p:spTgt spid="39"/>
                                        </p:tgtEl>
                                      </p:cBhvr>
                                    </p:animEffect>
                                    <p:set>
                                      <p:cBhvr>
                                        <p:cTn id="92" dur="1" fill="hold">
                                          <p:stCondLst>
                                            <p:cond delay="185"/>
                                          </p:stCondLst>
                                        </p:cTn>
                                        <p:tgtEl>
                                          <p:spTgt spid="39"/>
                                        </p:tgtEl>
                                        <p:attrNameLst>
                                          <p:attrName>style.visibility</p:attrName>
                                        </p:attrNameLst>
                                      </p:cBhvr>
                                      <p:to>
                                        <p:strVal val="hidden"/>
                                      </p:to>
                                    </p:set>
                                  </p:childTnLst>
                                </p:cTn>
                              </p:par>
                              <p:par>
                                <p:cTn id="98" presetID="42" presetClass="entr" presetSubtype="0" fill="hold" grpId="0" nodeType="withEffect">
                                  <p:stCondLst>
                                    <p:cond delay="4793"/>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372"/>
                                        <p:tgtEl>
                                          <p:spTgt spid="40"/>
                                        </p:tgtEl>
                                      </p:cBhvr>
                                    </p:animEffect>
                                    <p:anim calcmode="lin" valueType="num">
                                      <p:cBhvr additive="base">
                                        <p:cTn id="96" dur="372" fill="hold"/>
                                        <p:tgtEl>
                                          <p:spTgt spid="40"/>
                                        </p:tgtEl>
                                        <p:attrNameLst>
                                          <p:attrName>ppt_x</p:attrName>
                                        </p:attrNameLst>
                                      </p:cBhvr>
                                      <p:tavLst>
                                        <p:tav tm="0">
                                          <p:val>
                                            <p:strVal val="#ppt_x-.05"/>
                                          </p:val>
                                        </p:tav>
                                        <p:tav tm="100000">
                                          <p:val>
                                            <p:strVal val="#ppt_x"/>
                                          </p:val>
                                        </p:tav>
                                      </p:tavLst>
                                    </p:anim>
                                    <p:anim calcmode="lin" valueType="num">
                                      <p:cBhvr additive="base">
                                        <p:cTn id="97" dur="372"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4793"/>
                                  </p:stCondLst>
                                  <p:childTnLst>
                                    <p:animEffect transition="out" filter="fade">
                                      <p:cBhvr>
                                        <p:cTn id="99" dur="204"/>
                                        <p:tgtEl>
                                          <p:spTgt spid="22"/>
                                        </p:tgtEl>
                                      </p:cBhvr>
                                    </p:animEffect>
                                    <p:set>
                                      <p:cBhvr>
                                        <p:cTn id="100" dur="1" fill="hold">
                                          <p:stCondLst>
                                            <p:cond delay="203"/>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4793"/>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04"/>
                                        <p:tgtEl>
                                          <p:spTgt spid="23"/>
                                        </p:tgtEl>
                                      </p:cBhvr>
                                    </p:animEffect>
                                  </p:childTnLst>
                                </p:cTn>
                              </p:par>
                              <p:par>
                                <p:cTn id="109" presetID="42" presetClass="entr" presetSubtype="0" fill="hold" grpId="0" nodeType="withEffect">
                                  <p:stCondLst>
                                    <p:cond delay="4886"/>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279"/>
                                        <p:tgtEl>
                                          <p:spTgt spid="41"/>
                                        </p:tgtEl>
                                      </p:cBhvr>
                                    </p:animEffect>
                                    <p:anim calcmode="lin" valueType="num">
                                      <p:cBhvr additive="base">
                                        <p:cTn id="107" dur="279" fill="hold"/>
                                        <p:tgtEl>
                                          <p:spTgt spid="41"/>
                                        </p:tgtEl>
                                        <p:attrNameLst>
                                          <p:attrName>ppt_x</p:attrName>
                                        </p:attrNameLst>
                                      </p:cBhvr>
                                      <p:tavLst>
                                        <p:tav tm="0">
                                          <p:val>
                                            <p:strVal val="#ppt_x-.05"/>
                                          </p:val>
                                        </p:tav>
                                        <p:tav tm="100000">
                                          <p:val>
                                            <p:strVal val="#ppt_x"/>
                                          </p:val>
                                        </p:tav>
                                      </p:tavLst>
                                    </p:anim>
                                    <p:anim calcmode="lin" valueType="num">
                                      <p:cBhvr additive="base">
                                        <p:cTn id="108" dur="279"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5025"/>
                                  </p:stCondLst>
                                  <p:iterate type="lt">
                                    <p:tmAbs val="27"/>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5258"/>
                                  </p:stCondLst>
                                  <p:childTnLst>
                                    <p:animEffect transition="out" filter="wipe(left)">
                                      <p:cBhvr>
                                        <p:cTn id="112" dur="744"/>
                                        <p:tgtEl>
                                          <p:spTgt spid="10"/>
                                        </p:tgtEl>
                                      </p:cBhvr>
                                    </p:animEffect>
                                    <p:set>
                                      <p:cBhvr>
                                        <p:cTn id="113" dur="1" fill="hold">
                                          <p:stCondLst>
                                            <p:cond delay="743"/>
                                          </p:stCondLst>
                                        </p:cTn>
                                        <p:tgtEl>
                                          <p:spTgt spid="10"/>
                                        </p:tgtEl>
                                        <p:attrNameLst>
                                          <p:attrName>style.visibility</p:attrName>
                                        </p:attrNameLst>
                                      </p:cBhvr>
                                      <p:to>
                                        <p:strVal val="hidden"/>
                                      </p:to>
                                    </p:set>
                                  </p:childTnLst>
                                </p:cTn>
                              </p:par>
                              <p:par>
                                <p:cTn id="118" presetID="2" presetClass="entr" presetSubtype="1" fill="hold" grpId="0" nodeType="withEffect">
                                  <p:stCondLst>
                                    <p:cond delay="591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465" fill="hold"/>
                                        <p:tgtEl>
                                          <p:spTgt spid="12"/>
                                        </p:tgtEl>
                                        <p:attrNameLst>
                                          <p:attrName>ppt_x</p:attrName>
                                        </p:attrNameLst>
                                      </p:cBhvr>
                                      <p:tavLst>
                                        <p:tav tm="0">
                                          <p:val>
                                            <p:strVal val="#ppt_x"/>
                                          </p:val>
                                        </p:tav>
                                        <p:tav tm="100000">
                                          <p:val>
                                            <p:strVal val="#ppt_x"/>
                                          </p:val>
                                        </p:tav>
                                      </p:tavLst>
                                    </p:anim>
                                    <p:anim calcmode="lin" valueType="num">
                                      <p:cBhvr additive="base">
                                        <p:cTn id="117" dur="465"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6096"/>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465" fill="hold"/>
                                        <p:tgtEl>
                                          <p:spTgt spid="13"/>
                                        </p:tgtEl>
                                        <p:attrNameLst>
                                          <p:attrName>ppt_x</p:attrName>
                                        </p:attrNameLst>
                                      </p:cBhvr>
                                      <p:tavLst>
                                        <p:tav tm="0">
                                          <p:val>
                                            <p:strVal val="#ppt_x"/>
                                          </p:val>
                                        </p:tav>
                                        <p:tav tm="100000">
                                          <p:val>
                                            <p:strVal val="#ppt_x"/>
                                          </p:val>
                                        </p:tav>
                                      </p:tavLst>
                                    </p:anim>
                                    <p:anim calcmode="lin" valueType="num">
                                      <p:cBhvr additive="base">
                                        <p:cTn id="121" dur="465"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6329"/>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465" fill="hold"/>
                                        <p:tgtEl>
                                          <p:spTgt spid="14"/>
                                        </p:tgtEl>
                                        <p:attrNameLst>
                                          <p:attrName>ppt_x</p:attrName>
                                        </p:attrNameLst>
                                      </p:cBhvr>
                                      <p:tavLst>
                                        <p:tav tm="0">
                                          <p:val>
                                            <p:strVal val="#ppt_x"/>
                                          </p:val>
                                        </p:tav>
                                        <p:tav tm="100000">
                                          <p:val>
                                            <p:strVal val="#ppt_x"/>
                                          </p:val>
                                        </p:tav>
                                      </p:tavLst>
                                    </p:anim>
                                    <p:anim calcmode="lin" valueType="num">
                                      <p:cBhvr additive="base">
                                        <p:cTn id="125" dur="465"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7027"/>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372" fill="hold"/>
                                        <p:tgtEl>
                                          <p:spTgt spid="15"/>
                                        </p:tgtEl>
                                        <p:attrNameLst>
                                          <p:attrName>ppt_w</p:attrName>
                                        </p:attrNameLst>
                                      </p:cBhvr>
                                      <p:tavLst>
                                        <p:tav tm="0">
                                          <p:val>
                                            <p:strVal val="#ppt_w*2.4"/>
                                          </p:val>
                                        </p:tav>
                                        <p:tav tm="100000">
                                          <p:val>
                                            <p:strVal val="#ppt_w"/>
                                          </p:val>
                                        </p:tav>
                                      </p:tavLst>
                                    </p:anim>
                                    <p:anim calcmode="lin" valueType="num">
                                      <p:cBhvr additive="base">
                                        <p:cTn id="129" dur="372" fill="hold"/>
                                        <p:tgtEl>
                                          <p:spTgt spid="15"/>
                                        </p:tgtEl>
                                        <p:attrNameLst>
                                          <p:attrName>ppt_h</p:attrName>
                                        </p:attrNameLst>
                                      </p:cBhvr>
                                      <p:tavLst>
                                        <p:tav tm="0">
                                          <p:val>
                                            <p:strVal val="#ppt_h*2.4"/>
                                          </p:val>
                                        </p:tav>
                                        <p:tav tm="100000">
                                          <p:val>
                                            <p:strVal val="#ppt_h"/>
                                          </p:val>
                                        </p:tav>
                                      </p:tavLst>
                                    </p:anim>
                                    <p:animEffect transition="in" filter="fade">
                                      <p:cBhvr>
                                        <p:cTn id="130" dur="372"/>
                                        <p:tgtEl>
                                          <p:spTgt spid="15"/>
                                        </p:tgtEl>
                                      </p:cBhvr>
                                    </p:animEffect>
                                  </p:childTnLst>
                                </p:cTn>
                              </p:par>
                              <p:par>
                                <p:cTn id="134" presetID="10" presetClass="exit" presetSubtype="0" fill="hold" grpId="1" nodeType="withEffect">
                                  <p:stCondLst>
                                    <p:cond delay="7700"/>
                                  </p:stCondLst>
                                  <p:childTnLst>
                                    <p:animEffect transition="out" filter="fade">
                                      <p:cBhvr>
                                        <p:cTn id="132" dur="78"/>
                                        <p:tgtEl>
                                          <p:spTgt spid="40"/>
                                        </p:tgtEl>
                                      </p:cBhvr>
                                    </p:animEffect>
                                    <p:set>
                                      <p:cBhvr>
                                        <p:cTn id="133" dur="1" fill="hold">
                                          <p:stCondLst>
                                            <p:cond delay="77"/>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7700"/>
                                  </p:stCondLst>
                                  <p:childTnLst>
                                    <p:animEffect transition="out" filter="fade">
                                      <p:cBhvr>
                                        <p:cTn id="135" dur="98"/>
                                        <p:tgtEl>
                                          <p:spTgt spid="12"/>
                                        </p:tgtEl>
                                      </p:cBhvr>
                                    </p:animEffect>
                                    <p:set>
                                      <p:cBhvr>
                                        <p:cTn id="136" dur="1" fill="hold">
                                          <p:stCondLst>
                                            <p:cond delay="97"/>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7700"/>
                                  </p:stCondLst>
                                  <p:childTnLst>
                                    <p:animEffect transition="out" filter="fade">
                                      <p:cBhvr>
                                        <p:cTn id="138" dur="98"/>
                                        <p:tgtEl>
                                          <p:spTgt spid="13"/>
                                        </p:tgtEl>
                                      </p:cBhvr>
                                    </p:animEffect>
                                    <p:set>
                                      <p:cBhvr>
                                        <p:cTn id="139" dur="1" fill="hold">
                                          <p:stCondLst>
                                            <p:cond delay="97"/>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7700"/>
                                  </p:stCondLst>
                                  <p:childTnLst>
                                    <p:animEffect transition="out" filter="fade">
                                      <p:cBhvr>
                                        <p:cTn id="141" dur="98"/>
                                        <p:tgtEl>
                                          <p:spTgt spid="14"/>
                                        </p:tgtEl>
                                      </p:cBhvr>
                                    </p:animEffect>
                                    <p:set>
                                      <p:cBhvr>
                                        <p:cTn id="142" dur="1" fill="hold">
                                          <p:stCondLst>
                                            <p:cond delay="97"/>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7700"/>
                                  </p:stCondLst>
                                  <p:childTnLst>
                                    <p:animEffect transition="out" filter="fade">
                                      <p:cBhvr>
                                        <p:cTn id="144" dur="98"/>
                                        <p:tgtEl>
                                          <p:spTgt spid="15"/>
                                        </p:tgtEl>
                                      </p:cBhvr>
                                    </p:animEffect>
                                    <p:set>
                                      <p:cBhvr>
                                        <p:cTn id="145" dur="1" fill="hold">
                                          <p:stCondLst>
                                            <p:cond delay="97"/>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7731"/>
                                  </p:stCondLst>
                                  <p:childTnLst>
                                    <p:animEffect transition="out" filter="fade">
                                      <p:cBhvr>
                                        <p:cTn id="147" dur="78"/>
                                        <p:tgtEl>
                                          <p:spTgt spid="41"/>
                                        </p:tgtEl>
                                      </p:cBhvr>
                                    </p:animEffect>
                                    <p:set>
                                      <p:cBhvr>
                                        <p:cTn id="148" dur="1" fill="hold">
                                          <p:stCondLst>
                                            <p:cond delay="77"/>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7731"/>
                                  </p:stCondLst>
                                  <p:childTnLst>
                                    <p:animEffect transition="out" filter="fade">
                                      <p:cBhvr>
                                        <p:cTn id="150" dur="78"/>
                                        <p:tgtEl>
                                          <p:spTgt spid="42"/>
                                        </p:tgtEl>
                                      </p:cBhvr>
                                    </p:animEffect>
                                    <p:set>
                                      <p:cBhvr>
                                        <p:cTn id="151" dur="1" fill="hold">
                                          <p:stCondLst>
                                            <p:cond delay="77"/>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7739"/>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157"/>
                                        <p:tgtEl>
                                          <p:spTgt spid="43"/>
                                        </p:tgtEl>
                                      </p:cBhvr>
                                    </p:animEffect>
                                    <p:anim calcmode="lin" valueType="num">
                                      <p:cBhvr additive="base">
                                        <p:cTn id="155" dur="157" fill="hold"/>
                                        <p:tgtEl>
                                          <p:spTgt spid="43"/>
                                        </p:tgtEl>
                                        <p:attrNameLst>
                                          <p:attrName>ppt_x</p:attrName>
                                        </p:attrNameLst>
                                      </p:cBhvr>
                                      <p:tavLst>
                                        <p:tav tm="0">
                                          <p:val>
                                            <p:strVal val="#ppt_x-.05"/>
                                          </p:val>
                                        </p:tav>
                                        <p:tav tm="100000">
                                          <p:val>
                                            <p:strVal val="#ppt_x"/>
                                          </p:val>
                                        </p:tav>
                                      </p:tavLst>
                                    </p:anim>
                                    <p:anim calcmode="lin" valueType="num">
                                      <p:cBhvr additive="base">
                                        <p:cTn id="156" dur="157"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7778"/>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236"/>
                                        <p:tgtEl>
                                          <p:spTgt spid="7"/>
                                        </p:tgtEl>
                                      </p:cBhvr>
                                    </p:animEffect>
                                  </p:childTnLst>
                                </p:cTn>
                              </p:par>
                              <p:par>
                                <p:cTn id="165" presetID="42" presetClass="entr" presetSubtype="0" fill="hold" grpId="0" nodeType="withEffect">
                                  <p:stCondLst>
                                    <p:cond delay="7778"/>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118"/>
                                        <p:tgtEl>
                                          <p:spTgt spid="44"/>
                                        </p:tgtEl>
                                      </p:cBhvr>
                                    </p:animEffect>
                                    <p:anim calcmode="lin" valueType="num">
                                      <p:cBhvr additive="base">
                                        <p:cTn id="163" dur="118" fill="hold"/>
                                        <p:tgtEl>
                                          <p:spTgt spid="44"/>
                                        </p:tgtEl>
                                        <p:attrNameLst>
                                          <p:attrName>ppt_x</p:attrName>
                                        </p:attrNameLst>
                                      </p:cBhvr>
                                      <p:tavLst>
                                        <p:tav tm="0">
                                          <p:val>
                                            <p:strVal val="#ppt_x-.05"/>
                                          </p:val>
                                        </p:tav>
                                        <p:tav tm="100000">
                                          <p:val>
                                            <p:strVal val="#ppt_x"/>
                                          </p:val>
                                        </p:tav>
                                      </p:tavLst>
                                    </p:anim>
                                    <p:anim calcmode="lin" valueType="num">
                                      <p:cBhvr additive="base">
                                        <p:cTn id="164" dur="118"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7837"/>
                                  </p:stCondLst>
                                  <p:iterate type="lt">
                                    <p:tmAbs val="15"/>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7975"/>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157" fill="hold"/>
                                        <p:tgtEl>
                                          <p:spTgt spid="16"/>
                                        </p:tgtEl>
                                        <p:attrNameLst>
                                          <p:attrName>ppt_w</p:attrName>
                                        </p:attrNameLst>
                                      </p:cBhvr>
                                      <p:tavLst>
                                        <p:tav tm="0">
                                          <p:val>
                                            <p:strVal val="0"/>
                                          </p:val>
                                        </p:tav>
                                        <p:tav tm="100000">
                                          <p:val>
                                            <p:strVal val="#ppt_w"/>
                                          </p:val>
                                        </p:tav>
                                      </p:tavLst>
                                    </p:anim>
                                    <p:anim calcmode="lin" valueType="num">
                                      <p:cBhvr additive="base">
                                        <p:cTn id="170" dur="157" fill="hold"/>
                                        <p:tgtEl>
                                          <p:spTgt spid="16"/>
                                        </p:tgtEl>
                                        <p:attrNameLst>
                                          <p:attrName>ppt_h</p:attrName>
                                        </p:attrNameLst>
                                      </p:cBhvr>
                                      <p:tavLst>
                                        <p:tav tm="0">
                                          <p:val>
                                            <p:strVal val="0"/>
                                          </p:val>
                                        </p:tav>
                                        <p:tav tm="100000">
                                          <p:val>
                                            <p:strVal val="#ppt_h"/>
                                          </p:val>
                                        </p:tav>
                                      </p:tavLst>
                                    </p:anim>
                                    <p:animEffect transition="in" filter="fade">
                                      <p:cBhvr>
                                        <p:cTn id="171" dur="157"/>
                                        <p:tgtEl>
                                          <p:spTgt spid="16"/>
                                        </p:tgtEl>
                                      </p:cBhvr>
                                    </p:animEffect>
                                  </p:childTnLst>
                                </p:cTn>
                              </p:par>
                              <p:par>
                                <p:cTn id="174" presetID="0" presetClass="path" presetSubtype="0" fill="hold" grpId="1" nodeType="withEffect" autoRev="1" repeatCount="10000">
                                  <p:stCondLst>
                                    <p:cond delay="8133"/>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9117"/>
                                  </p:stCondLst>
                                  <p:childTnLst>
                                    <p:animEffect transition="out" filter="fade">
                                      <p:cBhvr>
                                        <p:cTn id="175" dur="98"/>
                                        <p:tgtEl>
                                          <p:spTgt spid="16"/>
                                        </p:tgtEl>
                                      </p:cBhvr>
                                    </p:animEffect>
                                    <p:set>
                                      <p:cBhvr>
                                        <p:cTn id="176" dur="1" fill="hold">
                                          <p:stCondLst>
                                            <p:cond delay="97"/>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9156"/>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118"/>
                                        <p:tgtEl>
                                          <p:spTgt spid="17"/>
                                        </p:tgtEl>
                                      </p:cBhvr>
                                    </p:animEffect>
                                  </p:childTnLst>
                                </p:cTn>
                              </p:par>
                              <p:par>
                                <p:cTn id="182" presetID="0" presetClass="path" presetSubtype="0" fill="hold" grpId="1" nodeType="withEffect">
                                  <p:stCondLst>
                                    <p:cond delay="9314"/>
                                  </p:stCondLst>
                                  <p:childTnLst>
                                    <p:animMotion origin="layout" path="M 0 0 L 0.36 0 E" pathEditMode="relative" ptsTypes="AA">
                                      <p:cBhvr>
                                        <p:cTn id="181" dur="511" fill="hold"/>
                                        <p:tgtEl>
                                          <p:spTgt spid="17"/>
                                        </p:tgtEl>
                                        <p:attrNameLst>
                                          <p:attrName>ppt_x</p:attrName>
                                          <p:attrName>ppt_y</p:attrName>
                                        </p:attrNameLst>
                                      </p:cBhvr>
                                    </p:animMotion>
                                  </p:childTnLst>
                                </p:cTn>
                              </p:par>
                              <p:par>
                                <p:cTn id="185" presetID="10" presetClass="exit" presetSubtype="0" fill="hold" grpId="1" nodeType="withEffect">
                                  <p:stCondLst>
                                    <p:cond delay="9511"/>
                                  </p:stCondLst>
                                  <p:childTnLst>
                                    <p:animEffect transition="out" filter="fade">
                                      <p:cBhvr>
                                        <p:cTn id="183" dur="86"/>
                                        <p:tgtEl>
                                          <p:spTgt spid="26"/>
                                        </p:tgtEl>
                                      </p:cBhvr>
                                    </p:animEffect>
                                    <p:set>
                                      <p:cBhvr>
                                        <p:cTn id="184" dur="1" fill="hold">
                                          <p:stCondLst>
                                            <p:cond delay="85"/>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9511"/>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86"/>
                                        <p:tgtEl>
                                          <p:spTgt spid="27"/>
                                        </p:tgtEl>
                                      </p:cBhvr>
                                    </p:animEffect>
                                  </p:childTnLst>
                                </p:cTn>
                              </p:par>
                              <p:par>
                                <p:cTn id="191" presetID="10" presetClass="entr" presetSubtype="0" fill="hold" grpId="0" nodeType="withEffect">
                                  <p:stCondLst>
                                    <p:cond delay="9905"/>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31"/>
                                        <p:tgtEl>
                                          <p:spTgt spid="46"/>
                                        </p:tgtEl>
                                      </p:cBhvr>
                                    </p:animEffect>
                                  </p:childTnLst>
                                </p:cTn>
                              </p:par>
                              <p:par>
                                <p:cTn id="194" presetID="10" presetClass="exit" presetSubtype="0" fill="hold" grpId="1" nodeType="withEffect">
                                  <p:stCondLst>
                                    <p:cond delay="9936"/>
                                  </p:stCondLst>
                                  <p:childTnLst>
                                    <p:animEffect transition="out" filter="fade">
                                      <p:cBhvr>
                                        <p:cTn id="192" dur="78"/>
                                        <p:tgtEl>
                                          <p:spTgt spid="44"/>
                                        </p:tgtEl>
                                      </p:cBhvr>
                                    </p:animEffect>
                                    <p:set>
                                      <p:cBhvr>
                                        <p:cTn id="193" dur="1" fill="hold">
                                          <p:stCondLst>
                                            <p:cond delay="77"/>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9936"/>
                                  </p:stCondLst>
                                  <p:childTnLst>
                                    <p:animEffect transition="out" filter="fade">
                                      <p:cBhvr>
                                        <p:cTn id="195" dur="78"/>
                                        <p:tgtEl>
                                          <p:spTgt spid="45"/>
                                        </p:tgtEl>
                                      </p:cBhvr>
                                    </p:animEffect>
                                    <p:set>
                                      <p:cBhvr>
                                        <p:cTn id="196" dur="1" fill="hold">
                                          <p:stCondLst>
                                            <p:cond delay="77"/>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9944"/>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275"/>
                                        <p:tgtEl>
                                          <p:spTgt spid="18"/>
                                        </p:tgtEl>
                                      </p:cBhvr>
                                    </p:animEffect>
                                  </p:childTnLst>
                                </p:cTn>
                              </p:par>
                              <p:par>
                                <p:cTn id="203" presetID="10" presetClass="exit" presetSubtype="0" fill="hold" grpId="1" nodeType="withEffect">
                                  <p:stCondLst>
                                    <p:cond delay="9952"/>
                                  </p:stCondLst>
                                  <p:childTnLst>
                                    <p:animEffect transition="out" filter="fade">
                                      <p:cBhvr>
                                        <p:cTn id="201" dur="149"/>
                                        <p:tgtEl>
                                          <p:spTgt spid="46"/>
                                        </p:tgtEl>
                                      </p:cBhvr>
                                    </p:animEffect>
                                    <p:set>
                                      <p:cBhvr>
                                        <p:cTn id="202" dur="1" fill="hold">
                                          <p:stCondLst>
                                            <p:cond delay="148"/>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9983"/>
                                  </p:stCondLst>
                                  <p:childTnLst>
                                    <p:animEffect transition="out" filter="fade">
                                      <p:cBhvr>
                                        <p:cTn id="204" dur="86"/>
                                        <p:tgtEl>
                                          <p:spTgt spid="23"/>
                                        </p:tgtEl>
                                      </p:cBhvr>
                                    </p:animEffect>
                                    <p:set>
                                      <p:cBhvr>
                                        <p:cTn id="205" dur="1" fill="hold">
                                          <p:stCondLst>
                                            <p:cond delay="85"/>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9983"/>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86"/>
                                        <p:tgtEl>
                                          <p:spTgt spid="24"/>
                                        </p:tgtEl>
                                      </p:cBhvr>
                                    </p:animEffect>
                                  </p:childTnLst>
                                </p:cTn>
                              </p:par>
                              <p:par>
                                <p:cTn id="214" presetID="42" presetClass="entr" presetSubtype="0" fill="hold" grpId="0" nodeType="withEffect">
                                  <p:stCondLst>
                                    <p:cond delay="9983"/>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118"/>
                                        <p:tgtEl>
                                          <p:spTgt spid="47"/>
                                        </p:tgtEl>
                                      </p:cBhvr>
                                    </p:animEffect>
                                    <p:anim calcmode="lin" valueType="num">
                                      <p:cBhvr additive="base">
                                        <p:cTn id="212" dur="118" fill="hold"/>
                                        <p:tgtEl>
                                          <p:spTgt spid="47"/>
                                        </p:tgtEl>
                                        <p:attrNameLst>
                                          <p:attrName>ppt_x</p:attrName>
                                        </p:attrNameLst>
                                      </p:cBhvr>
                                      <p:tavLst>
                                        <p:tav tm="0">
                                          <p:val>
                                            <p:strVal val="#ppt_x-.05"/>
                                          </p:val>
                                        </p:tav>
                                        <p:tav tm="100000">
                                          <p:val>
                                            <p:strVal val="#ppt_x"/>
                                          </p:val>
                                        </p:tav>
                                      </p:tavLst>
                                    </p:anim>
                                    <p:anim calcmode="lin" valueType="num">
                                      <p:cBhvr additive="base">
                                        <p:cTn id="213" dur="118"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10042"/>
                                  </p:stCondLst>
                                  <p:iterate type="lt">
                                    <p:tmAbs val="15"/>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10062"/>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118" fill="hold"/>
                                        <p:tgtEl>
                                          <p:spTgt spid="30"/>
                                        </p:tgtEl>
                                        <p:attrNameLst>
                                          <p:attrName>ppt_w</p:attrName>
                                        </p:attrNameLst>
                                      </p:cBhvr>
                                      <p:tavLst>
                                        <p:tav tm="0">
                                          <p:val>
                                            <p:strVal val="0"/>
                                          </p:val>
                                        </p:tav>
                                        <p:tav tm="100000">
                                          <p:val>
                                            <p:strVal val="#ppt_w"/>
                                          </p:val>
                                        </p:tav>
                                      </p:tavLst>
                                    </p:anim>
                                    <p:anim calcmode="lin" valueType="num">
                                      <p:cBhvr additive="base">
                                        <p:cTn id="219" dur="118" fill="hold"/>
                                        <p:tgtEl>
                                          <p:spTgt spid="30"/>
                                        </p:tgtEl>
                                        <p:attrNameLst>
                                          <p:attrName>ppt_h</p:attrName>
                                        </p:attrNameLst>
                                      </p:cBhvr>
                                      <p:tavLst>
                                        <p:tav tm="0">
                                          <p:val>
                                            <p:strVal val="0"/>
                                          </p:val>
                                        </p:tav>
                                        <p:tav tm="100000">
                                          <p:val>
                                            <p:strVal val="#ppt_h"/>
                                          </p:val>
                                        </p:tav>
                                      </p:tavLst>
                                    </p:anim>
                                    <p:animEffect transition="in" filter="fade">
                                      <p:cBhvr>
                                        <p:cTn id="220" dur="118"/>
                                        <p:tgtEl>
                                          <p:spTgt spid="30"/>
                                        </p:tgtEl>
                                      </p:cBhvr>
                                    </p:animEffect>
                                  </p:childTnLst>
                                </p:cTn>
                              </p:par>
                              <p:par>
                                <p:cTn id="224" presetID="10" presetClass="exit" presetSubtype="0" fill="hold" grpId="1" nodeType="withEffect">
                                  <p:stCondLst>
                                    <p:cond delay="105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105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105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105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106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106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106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107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108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109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109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109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110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110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114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118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118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119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123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124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128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128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130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134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149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151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2026-10-30T21:38:32Z</dcterms:created>
  <dcterms:modified xsi:type="dcterms:W3CDTF">2026-10-30T21:38:32Z</dcterms:modified>
</cp:coreProperties>
</file>