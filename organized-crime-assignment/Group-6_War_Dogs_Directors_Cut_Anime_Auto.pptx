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a828730-a461-6d73-82cd-a10bc4b64274}">
          <p14:sldIdLst>
            <p14:sldId id="256"/>
            <p14:sldId id="257"/>
          </p14:sldIdLst>
        </p14:section>
        <p14:section name="Act I: The Hustle" id="{3bc01d59-03f2-856d-0d7f-769768e3f3e4}">
          <p14:sldIdLst>
            <p14:sldId id="258"/>
            <p14:sldId id="259"/>
          </p14:sldIdLst>
        </p14:section>
        <p14:section name="Act II: The Deal" id="{6e9fafb7-103e-9ba2-83a4-0e6797c2eaed}">
          <p14:sldIdLst>
            <p14:sldId id="260"/>
            <p14:sldId id="261"/>
            <p14:sldId id="262"/>
            <p14:sldId id="263"/>
          </p14:sldIdLst>
        </p14:section>
        <p14:section name="Act III: The Fall" id="{d72a2d8b-46e3-2dcf-2cf9-8d7500a652db}">
          <p14:sldIdLst>
            <p14:sldId id="264"/>
            <p14:sldId id="265"/>
          </p14:sldIdLst>
        </p14:section>
        <p14:section name="Verdict and Credits" id="{2ad80967-9f8c-454c-6d71-224cd93cca4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 no clicks)
[HOW IT PLAYS] Everything is automatic. Start reading as soon as the slide opens; each scene's animation starts by itself at the time shown, paced to a 50-second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0:13 · Scene 2 starts by itself]
Scene two: he meets his old friend Efraim, whose company AEY bids online for the "crumbs" of military procurement: small contracts the big defence companies ignore. David joins him.
[≈ 0:26 · Scene 3 starts by itself]
Scene three: a shipment of pistols gets stuck in Jordan, so they fly out, use local fixers and drive it into Iraq. It works, and they get paid.
[≈ 0:38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 no clicks)
[HOW IT PLAYS] Everything is automatic. Start reading as soon as the slide opens; each scene's animation starts by itself at the time shown, paced to a 50-second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0:19 · Scene 6 starts by itself]
Scene six: Henry has access to about 100 million rounds of old rifle ammunition sitting in Albania.
[≈ 0:27 · Scene 7 starts by itself]
Scene seven: with this cheap supply and a financier behind them, AEY underbids everyone and wins the Afghan army contract, worth around 300 million dollars.
[≈ 0:38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 no clicks)
[HOW IT PLAYS] Everything is automatic. Start reading as soon as the slide opens; each scene's animation starts by itself at the time shown, paced to a 50-second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0:13 · Scene 10 starts by itself]
Scene ten: instead of reporting it, they have the rounds repacked to remove the Chinese markings. This really happened.
[≈ 0:21 · Scene 11 starts by itself]
Scene eleven: David is threatened in Albania, Efraim cheats him out of his money, and their friendship collapses.
[≈ 0:29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9" fill="hold">
                      <p:stCondLst>
                        <p:cond delay="indefinite"/>
                        <p:cond evt="onBegin" delay="0">
                          <p:tn val="2"/>
                        </p:cond>
                      </p:stCondLst>
                      <p:childTnLst>
                        <p:par>
                          <p:cTn id="29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350"/>
                                        <p:tgtEl>
                                          <p:spTgt spid="32"/>
                                        </p:tgtEl>
                                      </p:cBhvr>
                                    </p:animEffect>
                                    <p:anim calcmode="lin" valueType="num">
                                      <p:cBhvr additive="base">
                                        <p:cTn id="10" dur="350" fill="hold"/>
                                        <p:tgtEl>
                                          <p:spTgt spid="32"/>
                                        </p:tgtEl>
                                        <p:attrNameLst>
                                          <p:attrName>ppt_x</p:attrName>
                                        </p:attrNameLst>
                                      </p:cBhvr>
                                      <p:tavLst>
                                        <p:tav tm="0">
                                          <p:val>
                                            <p:strVal val="#ppt_x-.05"/>
                                          </p:val>
                                        </p:tav>
                                        <p:tav tm="100000">
                                          <p:val>
                                            <p:strVal val="#ppt_x"/>
                                          </p:val>
                                        </p:tav>
                                      </p:tavLst>
                                    </p:anim>
                                    <p:anim calcmode="lin" valueType="num">
                                      <p:cBhvr additive="base">
                                        <p:cTn id="11" dur="350" fill="hold"/>
                                        <p:tgtEl>
                                          <p:spTgt spid="32"/>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2"/>
                                        </p:tgtEl>
                                      </p:cBhvr>
                                    </p:animEffect>
                                    <p:set>
                                      <p:cBhvr>
                                        <p:cTn id="19" dur="1" fill="hold">
                                          <p:stCondLst>
                                            <p:cond delay="249"/>
                                          </p:stCondLst>
                                        </p:cTn>
                                        <p:tgtEl>
                                          <p:spTgt spid="32"/>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35"/>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500"/>
                                        <p:tgtEl>
                                          <p:spTgt spid="31"/>
                                        </p:tgtEl>
                                      </p:cBhvr>
                                    </p:animEffect>
                                    <p:anim calcmode="lin" valueType="num">
                                      <p:cBhvr additive="base">
                                        <p:cTn id="26" dur="500" fill="hold"/>
                                        <p:tgtEl>
                                          <p:spTgt spid="31"/>
                                        </p:tgtEl>
                                        <p:attrNameLst>
                                          <p:attrName>ppt_x</p:attrName>
                                        </p:attrNameLst>
                                      </p:cBhvr>
                                      <p:tavLst>
                                        <p:tav tm="0">
                                          <p:val>
                                            <p:strVal val="#ppt_x"/>
                                          </p:val>
                                        </p:tav>
                                        <p:tav tm="100000">
                                          <p:val>
                                            <p:strVal val="#ppt_x"/>
                                          </p:val>
                                        </p:tav>
                                      </p:tavLst>
                                    </p:anim>
                                    <p:anim calcmode="lin" valueType="num">
                                      <p:cBhvr additive="base">
                                        <p:cTn id="27" dur="500" fill="hold"/>
                                        <p:tgtEl>
                                          <p:spTgt spid="31"/>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7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400"/>
                                        <p:tgtEl>
                                          <p:spTgt spid="33"/>
                                        </p:tgtEl>
                                      </p:cBhvr>
                                    </p:animEffect>
                                    <p:anim calcmode="lin" valueType="num">
                                      <p:cBhvr additive="base">
                                        <p:cTn id="31" dur="400" fill="hold"/>
                                        <p:tgtEl>
                                          <p:spTgt spid="33"/>
                                        </p:tgtEl>
                                        <p:attrNameLst>
                                          <p:attrName>ppt_x</p:attrName>
                                        </p:attrNameLst>
                                      </p:cBhvr>
                                      <p:tavLst>
                                        <p:tav tm="0">
                                          <p:val>
                                            <p:strVal val="#ppt_x-.05"/>
                                          </p:val>
                                        </p:tav>
                                        <p:tav tm="100000">
                                          <p:val>
                                            <p:strVal val="#ppt_x"/>
                                          </p:val>
                                        </p:tav>
                                      </p:tavLst>
                                    </p:anim>
                                    <p:anim calcmode="lin" valueType="num">
                                      <p:cBhvr additive="base">
                                        <p:cTn id="32" dur="400" fill="hold"/>
                                        <p:tgtEl>
                                          <p:spTgt spid="33"/>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05"/>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anim calcmode="lin" valueType="num">
                                      <p:cBhvr additive="base">
                                        <p:cTn id="36" dur="500" fill="hold"/>
                                        <p:tgtEl>
                                          <p:spTgt spid="19"/>
                                        </p:tgtEl>
                                        <p:attrNameLst>
                                          <p:attrName>ppt_x</p:attrName>
                                        </p:attrNameLst>
                                      </p:cBhvr>
                                      <p:tavLst>
                                        <p:tav tm="0">
                                          <p:val>
                                            <p:strVal val="#ppt_x-.05"/>
                                          </p:val>
                                        </p:tav>
                                        <p:tav tm="100000">
                                          <p:val>
                                            <p:strVal val="#ppt_x"/>
                                          </p:val>
                                        </p:tav>
                                      </p:tavLst>
                                    </p:anim>
                                    <p:anim calcmode="lin" valueType="num">
                                      <p:cBhvr additive="base">
                                        <p:cTn id="37" dur="500" fill="hold"/>
                                        <p:tgtEl>
                                          <p:spTgt spid="19"/>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04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300"/>
                                        <p:tgtEl>
                                          <p:spTgt spid="34"/>
                                        </p:tgtEl>
                                      </p:cBhvr>
                                    </p:animEffect>
                                    <p:anim calcmode="lin" valueType="num">
                                      <p:cBhvr additive="base">
                                        <p:cTn id="41" dur="300" fill="hold"/>
                                        <p:tgtEl>
                                          <p:spTgt spid="34"/>
                                        </p:tgtEl>
                                        <p:attrNameLst>
                                          <p:attrName>ppt_x</p:attrName>
                                        </p:attrNameLst>
                                      </p:cBhvr>
                                      <p:tavLst>
                                        <p:tav tm="0">
                                          <p:val>
                                            <p:strVal val="#ppt_x-.05"/>
                                          </p:val>
                                        </p:tav>
                                        <p:tav tm="100000">
                                          <p:val>
                                            <p:strVal val="#ppt_x"/>
                                          </p:val>
                                        </p:tav>
                                      </p:tavLst>
                                    </p:anim>
                                    <p:anim calcmode="lin" valueType="num">
                                      <p:cBhvr additive="base">
                                        <p:cTn id="42" dur="300" fill="hold"/>
                                        <p:tgtEl>
                                          <p:spTgt spid="34"/>
                                        </p:tgtEl>
                                        <p:attrNameLst>
                                          <p:attrName>ppt_y</p:attrName>
                                        </p:attrNameLst>
                                      </p:cBhvr>
                                      <p:tavLst>
                                        <p:tav tm="0">
                                          <p:val>
                                            <p:strVal val="#ppt_y"/>
                                          </p:val>
                                        </p:tav>
                                        <p:tav tm="100000">
                                          <p:val>
                                            <p:strVal val="#ppt_y"/>
                                          </p:val>
                                        </p:tav>
                                      </p:tavLst>
                                    </p:anim>
                                  </p:childTnLst>
                                </p:cTn>
                              </p:par>
                              <p:par>
                                <p:cTn id="46" presetID="10" presetClass="entr" presetSubtype="0" fill="hold" grpId="0" nodeType="withEffect">
                                  <p:stCondLst>
                                    <p:cond delay="1075"/>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200"/>
                                        <p:tgtEl>
                                          <p:spTgt spid="35"/>
                                        </p:tgtEl>
                                      </p:cBhvr>
                                    </p:animEffect>
                                  </p:childTnLst>
                                </p:cTn>
                              </p:par>
                              <p:par>
                                <p:cTn id="50" presetID="2" presetClass="entr" presetSubtype="1" fill="hold" grpId="0" nodeType="withEffect">
                                  <p:stCondLst>
                                    <p:cond delay="111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8" dur="600" fill="hold"/>
                                        <p:tgtEl>
                                          <p:spTgt spid="8"/>
                                        </p:tgtEl>
                                        <p:attrNameLst>
                                          <p:attrName>ppt_x</p:attrName>
                                        </p:attrNameLst>
                                      </p:cBhvr>
                                      <p:tavLst>
                                        <p:tav tm="0">
                                          <p:val>
                                            <p:strVal val="#ppt_x"/>
                                          </p:val>
                                        </p:tav>
                                        <p:tav tm="100000">
                                          <p:val>
                                            <p:strVal val="#ppt_x"/>
                                          </p:val>
                                        </p:tav>
                                      </p:tavLst>
                                    </p:anim>
                                    <p:anim calcmode="lin" valueType="num">
                                      <p:cBhvr additive="base">
                                        <p:cTn id="49" dur="600" fill="hold"/>
                                        <p:tgtEl>
                                          <p:spTgt spid="8"/>
                                        </p:tgtEl>
                                        <p:attrNameLst>
                                          <p:attrName>ppt_y</p:attrName>
                                        </p:attrNameLst>
                                      </p:cBhvr>
                                      <p:tavLst>
                                        <p:tav tm="0">
                                          <p:val>
                                            <p:strVal val="0-#ppt_h/2"/>
                                          </p:val>
                                        </p:tav>
                                        <p:tav tm="100000">
                                          <p:val>
                                            <p:strVal val="#ppt_y"/>
                                          </p:val>
                                        </p:tav>
                                      </p:tavLst>
                                    </p:anim>
                                  </p:childTnLst>
                                </p:cTn>
                              </p:par>
                              <p:par>
                                <p:cTn id="55" presetID="53" presetClass="entr" presetSubtype="16" fill="hold" grpId="0" nodeType="withEffect">
                                  <p:stCondLst>
                                    <p:cond delay="1145"/>
                                  </p:stCondLst>
                                  <p:childTnLst>
                                    <p:set>
                                      <p:cBhvr>
                                        <p:cTn id="51" dur="1" fill="hold">
                                          <p:stCondLst>
                                            <p:cond delay="0"/>
                                          </p:stCondLst>
                                        </p:cTn>
                                        <p:tgtEl>
                                          <p:spTgt spid="25"/>
                                        </p:tgtEl>
                                        <p:attrNameLst>
                                          <p:attrName>style.visibility</p:attrName>
                                        </p:attrNameLst>
                                      </p:cBhvr>
                                      <p:to>
                                        <p:strVal val="visible"/>
                                      </p:to>
                                    </p:set>
                                    <p:anim calcmode="lin" valueType="num">
                                      <p:cBhvr additive="base">
                                        <p:cTn id="52" dur="300" fill="hold"/>
                                        <p:tgtEl>
                                          <p:spTgt spid="25"/>
                                        </p:tgtEl>
                                        <p:attrNameLst>
                                          <p:attrName>ppt_w</p:attrName>
                                        </p:attrNameLst>
                                      </p:cBhvr>
                                      <p:tavLst>
                                        <p:tav tm="0">
                                          <p:val>
                                            <p:strVal val="0"/>
                                          </p:val>
                                        </p:tav>
                                        <p:tav tm="100000">
                                          <p:val>
                                            <p:strVal val="#ppt_w"/>
                                          </p:val>
                                        </p:tav>
                                      </p:tavLst>
                                    </p:anim>
                                    <p:anim calcmode="lin" valueType="num">
                                      <p:cBhvr additive="base">
                                        <p:cTn id="53" dur="300" fill="hold"/>
                                        <p:tgtEl>
                                          <p:spTgt spid="25"/>
                                        </p:tgtEl>
                                        <p:attrNameLst>
                                          <p:attrName>ppt_h</p:attrName>
                                        </p:attrNameLst>
                                      </p:cBhvr>
                                      <p:tavLst>
                                        <p:tav tm="0">
                                          <p:val>
                                            <p:strVal val="0"/>
                                          </p:val>
                                        </p:tav>
                                        <p:tav tm="100000">
                                          <p:val>
                                            <p:strVal val="#ppt_h"/>
                                          </p:val>
                                        </p:tav>
                                      </p:tavLst>
                                    </p:anim>
                                    <p:animEffect transition="in" filter="fade">
                                      <p:cBhvr>
                                        <p:cTn id="54" dur="300"/>
                                        <p:tgtEl>
                                          <p:spTgt spid="25"/>
                                        </p:tgtEl>
                                      </p:cBhvr>
                                    </p:animEffect>
                                  </p:childTnLst>
                                </p:cTn>
                              </p:par>
                              <p:par>
                                <p:cTn id="57" presetID="0" presetClass="path" presetSubtype="0" fill="hold" grpId="1" nodeType="withEffect" autoRev="1" repeatCount="6000">
                                  <p:stCondLst>
                                    <p:cond delay="1180"/>
                                  </p:stCondLst>
                                  <p:childTnLst>
                                    <p:animMotion origin="layout" path="M 0 0 L 0 -0.012 E" pathEditMode="relative" ptsTypes="AA">
                                      <p:cBhvr>
                                        <p:cTn id="56" dur="300" fill="hold"/>
                                        <p:tgtEl>
                                          <p:spTgt spid="25"/>
                                        </p:tgtEl>
                                        <p:attrNameLst>
                                          <p:attrName>ppt_x</p:attrName>
                                          <p:attrName>ppt_y</p:attrName>
                                        </p:attrNameLst>
                                      </p:cBhvr>
                                    </p:animMotion>
                                  </p:childTnLst>
                                </p:cTn>
                              </p:par>
                              <p:par>
                                <p:cTn id="62" presetID="53" presetClass="entr" presetSubtype="32" fill="hold" grpId="0" nodeType="withEffect">
                                  <p:stCondLst>
                                    <p:cond delay="1215"/>
                                  </p:stCondLst>
                                  <p:childTnLst>
                                    <p:set>
                                      <p:cBhvr>
                                        <p:cTn id="58" dur="1" fill="hold">
                                          <p:stCondLst>
                                            <p:cond delay="0"/>
                                          </p:stCondLst>
                                        </p:cTn>
                                        <p:tgtEl>
                                          <p:spTgt spid="9"/>
                                        </p:tgtEl>
                                        <p:attrNameLst>
                                          <p:attrName>style.visibility</p:attrName>
                                        </p:attrNameLst>
                                      </p:cBhvr>
                                      <p:to>
                                        <p:strVal val="visible"/>
                                      </p:to>
                                    </p:set>
                                    <p:anim calcmode="lin" valueType="num">
                                      <p:cBhvr additive="base">
                                        <p:cTn id="59" dur="400" fill="hold"/>
                                        <p:tgtEl>
                                          <p:spTgt spid="9"/>
                                        </p:tgtEl>
                                        <p:attrNameLst>
                                          <p:attrName>ppt_w</p:attrName>
                                        </p:attrNameLst>
                                      </p:cBhvr>
                                      <p:tavLst>
                                        <p:tav tm="0">
                                          <p:val>
                                            <p:strVal val="#ppt_w*2.4"/>
                                          </p:val>
                                        </p:tav>
                                        <p:tav tm="100000">
                                          <p:val>
                                            <p:strVal val="#ppt_w"/>
                                          </p:val>
                                        </p:tav>
                                      </p:tavLst>
                                    </p:anim>
                                    <p:anim calcmode="lin" valueType="num">
                                      <p:cBhvr additive="base">
                                        <p:cTn id="60" dur="400" fill="hold"/>
                                        <p:tgtEl>
                                          <p:spTgt spid="9"/>
                                        </p:tgtEl>
                                        <p:attrNameLst>
                                          <p:attrName>ppt_h</p:attrName>
                                        </p:attrNameLst>
                                      </p:cBhvr>
                                      <p:tavLst>
                                        <p:tav tm="0">
                                          <p:val>
                                            <p:strVal val="#ppt_h*2.4"/>
                                          </p:val>
                                        </p:tav>
                                        <p:tav tm="100000">
                                          <p:val>
                                            <p:strVal val="#ppt_h"/>
                                          </p:val>
                                        </p:tav>
                                      </p:tavLst>
                                    </p:anim>
                                    <p:animEffect transition="in" filter="fade">
                                      <p:cBhvr>
                                        <p:cTn id="61" dur="400"/>
                                        <p:tgtEl>
                                          <p:spTgt spid="9"/>
                                        </p:tgtEl>
                                      </p:cBhvr>
                                    </p:animEffect>
                                  </p:childTnLst>
                                </p:cTn>
                              </p:par>
                              <p:par>
                                <p:cTn id="67" presetID="53" presetClass="entr" presetSubtype="16" fill="hold" grpId="0" nodeType="withEffect">
                                  <p:stCondLst>
                                    <p:cond delay="1250"/>
                                  </p:stCondLst>
                                  <p:childTnLst>
                                    <p:set>
                                      <p:cBhvr>
                                        <p:cTn id="63" dur="1" fill="hold">
                                          <p:stCondLst>
                                            <p:cond delay="0"/>
                                          </p:stCondLst>
                                        </p:cTn>
                                        <p:tgtEl>
                                          <p:spTgt spid="10"/>
                                        </p:tgtEl>
                                        <p:attrNameLst>
                                          <p:attrName>style.visibility</p:attrName>
                                        </p:attrNameLst>
                                      </p:cBhvr>
                                      <p:to>
                                        <p:strVal val="visible"/>
                                      </p:to>
                                    </p:set>
                                    <p:anim calcmode="lin" valueType="num">
                                      <p:cBhvr additive="base">
                                        <p:cTn id="64" dur="500" fill="hold"/>
                                        <p:tgtEl>
                                          <p:spTgt spid="10"/>
                                        </p:tgtEl>
                                        <p:attrNameLst>
                                          <p:attrName>ppt_w</p:attrName>
                                        </p:attrNameLst>
                                      </p:cBhvr>
                                      <p:tavLst>
                                        <p:tav tm="0">
                                          <p:val>
                                            <p:strVal val="0"/>
                                          </p:val>
                                        </p:tav>
                                        <p:tav tm="100000">
                                          <p:val>
                                            <p:strVal val="#ppt_w"/>
                                          </p:val>
                                        </p:tav>
                                      </p:tavLst>
                                    </p:anim>
                                    <p:anim calcmode="lin" valueType="num">
                                      <p:cBhvr additive="base">
                                        <p:cTn id="65" dur="500" fill="hold"/>
                                        <p:tgtEl>
                                          <p:spTgt spid="10"/>
                                        </p:tgtEl>
                                        <p:attrNameLst>
                                          <p:attrName>ppt_h</p:attrName>
                                        </p:attrNameLst>
                                      </p:cBhvr>
                                      <p:tavLst>
                                        <p:tav tm="0">
                                          <p:val>
                                            <p:strVal val="0"/>
                                          </p:val>
                                        </p:tav>
                                        <p:tav tm="100000">
                                          <p:val>
                                            <p:strVal val="#ppt_h"/>
                                          </p:val>
                                        </p:tav>
                                      </p:tavLst>
                                    </p:anim>
                                    <p:animEffect transition="in" filter="fade">
                                      <p:cBhvr>
                                        <p:cTn id="66" dur="500"/>
                                        <p:tgtEl>
                                          <p:spTgt spid="10"/>
                                        </p:tgtEl>
                                      </p:cBhvr>
                                    </p:animEffect>
                                  </p:childTnLst>
                                </p:cTn>
                              </p:par>
                              <p:par>
                                <p:cTn id="70" presetID="10" presetClass="exit" presetSubtype="0" fill="hold" grpId="1" nodeType="withEffect">
                                  <p:stCondLst>
                                    <p:cond delay="13500"/>
                                  </p:stCondLst>
                                  <p:childTnLst>
                                    <p:animEffect transition="out" filter="fade">
                                      <p:cBhvr>
                                        <p:cTn id="68" dur="200"/>
                                        <p:tgtEl>
                                          <p:spTgt spid="33"/>
                                        </p:tgtEl>
                                      </p:cBhvr>
                                    </p:animEffect>
                                    <p:set>
                                      <p:cBhvr>
                                        <p:cTn id="69" dur="1" fill="hold">
                                          <p:stCondLst>
                                            <p:cond delay="199"/>
                                          </p:stCondLst>
                                        </p:cTn>
                                        <p:tgtEl>
                                          <p:spTgt spid="33"/>
                                        </p:tgtEl>
                                        <p:attrNameLst>
                                          <p:attrName>style.visibility</p:attrName>
                                        </p:attrNameLst>
                                      </p:cBhvr>
                                      <p:to>
                                        <p:strVal val="hidden"/>
                                      </p:to>
                                    </p:set>
                                  </p:childTnLst>
                                </p:cTn>
                              </p:par>
                              <p:par>
                                <p:cTn id="73" presetID="10" presetClass="exit" presetSubtype="0" fill="hold" grpId="1" nodeType="withEffect">
                                  <p:stCondLst>
                                    <p:cond delay="13521"/>
                                  </p:stCondLst>
                                  <p:childTnLst>
                                    <p:animEffect transition="out" filter="fade">
                                      <p:cBhvr>
                                        <p:cTn id="71" dur="250"/>
                                        <p:tgtEl>
                                          <p:spTgt spid="8"/>
                                        </p:tgtEl>
                                      </p:cBhvr>
                                    </p:animEffect>
                                    <p:set>
                                      <p:cBhvr>
                                        <p:cTn id="72" dur="1" fill="hold">
                                          <p:stCondLst>
                                            <p:cond delay="249"/>
                                          </p:stCondLst>
                                        </p:cTn>
                                        <p:tgtEl>
                                          <p:spTgt spid="8"/>
                                        </p:tgtEl>
                                        <p:attrNameLst>
                                          <p:attrName>style.visibility</p:attrName>
                                        </p:attrNameLst>
                                      </p:cBhvr>
                                      <p:to>
                                        <p:strVal val="hidden"/>
                                      </p:to>
                                    </p:set>
                                  </p:childTnLst>
                                </p:cTn>
                              </p:par>
                              <p:par>
                                <p:cTn id="76" presetID="10" presetClass="exit" presetSubtype="0" fill="hold" grpId="1" nodeType="withEffect">
                                  <p:stCondLst>
                                    <p:cond delay="13543"/>
                                  </p:stCondLst>
                                  <p:childTnLst>
                                    <p:animEffect transition="out" filter="fade">
                                      <p:cBhvr>
                                        <p:cTn id="74" dur="250"/>
                                        <p:tgtEl>
                                          <p:spTgt spid="9"/>
                                        </p:tgtEl>
                                      </p:cBhvr>
                                    </p:animEffect>
                                    <p:set>
                                      <p:cBhvr>
                                        <p:cTn id="75" dur="1" fill="hold">
                                          <p:stCondLst>
                                            <p:cond delay="249"/>
                                          </p:stCondLst>
                                        </p:cTn>
                                        <p:tgtEl>
                                          <p:spTgt spid="9"/>
                                        </p:tgtEl>
                                        <p:attrNameLst>
                                          <p:attrName>style.visibility</p:attrName>
                                        </p:attrNameLst>
                                      </p:cBhvr>
                                      <p:to>
                                        <p:strVal val="hidden"/>
                                      </p:to>
                                    </p:set>
                                  </p:childTnLst>
                                </p:cTn>
                              </p:par>
                              <p:par>
                                <p:cTn id="79" presetID="10" presetClass="exit" presetSubtype="0" fill="hold" grpId="1" nodeType="withEffect">
                                  <p:stCondLst>
                                    <p:cond delay="13565"/>
                                  </p:stCondLst>
                                  <p:childTnLst>
                                    <p:animEffect transition="out" filter="fade">
                                      <p:cBhvr>
                                        <p:cTn id="77" dur="250"/>
                                        <p:tgtEl>
                                          <p:spTgt spid="10"/>
                                        </p:tgtEl>
                                      </p:cBhvr>
                                    </p:animEffect>
                                    <p:set>
                                      <p:cBhvr>
                                        <p:cTn id="78" dur="1" fill="hold">
                                          <p:stCondLst>
                                            <p:cond delay="249"/>
                                          </p:stCondLst>
                                        </p:cTn>
                                        <p:tgtEl>
                                          <p:spTgt spid="10"/>
                                        </p:tgtEl>
                                        <p:attrNameLst>
                                          <p:attrName>style.visibility</p:attrName>
                                        </p:attrNameLst>
                                      </p:cBhvr>
                                      <p:to>
                                        <p:strVal val="hidden"/>
                                      </p:to>
                                    </p:set>
                                  </p:childTnLst>
                                </p:cTn>
                              </p:par>
                              <p:par>
                                <p:cTn id="82" presetID="10" presetClass="exit" presetSubtype="0" fill="hold" grpId="2" nodeType="withEffect">
                                  <p:stCondLst>
                                    <p:cond delay="13587"/>
                                  </p:stCondLst>
                                  <p:childTnLst>
                                    <p:animEffect transition="out" filter="fade">
                                      <p:cBhvr>
                                        <p:cTn id="80" dur="250"/>
                                        <p:tgtEl>
                                          <p:spTgt spid="25"/>
                                        </p:tgtEl>
                                      </p:cBhvr>
                                    </p:animEffect>
                                    <p:set>
                                      <p:cBhvr>
                                        <p:cTn id="81" dur="1" fill="hold">
                                          <p:stCondLst>
                                            <p:cond delay="249"/>
                                          </p:stCondLst>
                                        </p:cTn>
                                        <p:tgtEl>
                                          <p:spTgt spid="25"/>
                                        </p:tgtEl>
                                        <p:attrNameLst>
                                          <p:attrName>style.visibility</p:attrName>
                                        </p:attrNameLst>
                                      </p:cBhvr>
                                      <p:to>
                                        <p:strVal val="hidden"/>
                                      </p:to>
                                    </p:set>
                                  </p:childTnLst>
                                </p:cTn>
                              </p:par>
                              <p:par>
                                <p:cTn id="87" presetID="42" presetClass="entr" presetSubtype="0" fill="hold" grpId="0" nodeType="withEffect">
                                  <p:stCondLst>
                                    <p:cond delay="13609"/>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anim calcmode="lin" valueType="num">
                                      <p:cBhvr additive="base">
                                        <p:cTn id="85" dur="400" fill="hold"/>
                                        <p:tgtEl>
                                          <p:spTgt spid="36"/>
                                        </p:tgtEl>
                                        <p:attrNameLst>
                                          <p:attrName>ppt_x</p:attrName>
                                        </p:attrNameLst>
                                      </p:cBhvr>
                                      <p:tavLst>
                                        <p:tav tm="0">
                                          <p:val>
                                            <p:strVal val="#ppt_x-.05"/>
                                          </p:val>
                                        </p:tav>
                                        <p:tav tm="100000">
                                          <p:val>
                                            <p:strVal val="#ppt_x"/>
                                          </p:val>
                                        </p:tav>
                                      </p:tavLst>
                                    </p:anim>
                                    <p:anim calcmode="lin" valueType="num">
                                      <p:cBhvr additive="base">
                                        <p:cTn id="86" dur="400" fill="hold"/>
                                        <p:tgtEl>
                                          <p:spTgt spid="36"/>
                                        </p:tgtEl>
                                        <p:attrNameLst>
                                          <p:attrName>ppt_y</p:attrName>
                                        </p:attrNameLst>
                                      </p:cBhvr>
                                      <p:tavLst>
                                        <p:tav tm="0">
                                          <p:val>
                                            <p:strVal val="#ppt_y"/>
                                          </p:val>
                                        </p:tav>
                                        <p:tav tm="100000">
                                          <p:val>
                                            <p:strVal val="#ppt_y"/>
                                          </p:val>
                                        </p:tav>
                                      </p:tavLst>
                                    </p:anim>
                                  </p:childTnLst>
                                </p:cTn>
                              </p:par>
                              <p:par>
                                <p:cTn id="90" presetID="10" presetClass="exit" presetSubtype="0" fill="hold" grpId="1" nodeType="withEffect">
                                  <p:stCondLst>
                                    <p:cond delay="13631"/>
                                  </p:stCondLst>
                                  <p:childTnLst>
                                    <p:animEffect transition="out" filter="fade">
                                      <p:cBhvr>
                                        <p:cTn id="88" dur="200"/>
                                        <p:tgtEl>
                                          <p:spTgt spid="34"/>
                                        </p:tgtEl>
                                      </p:cBhvr>
                                    </p:animEffect>
                                    <p:set>
                                      <p:cBhvr>
                                        <p:cTn id="89" dur="1" fill="hold">
                                          <p:stCondLst>
                                            <p:cond delay="199"/>
                                          </p:stCondLst>
                                        </p:cTn>
                                        <p:tgtEl>
                                          <p:spTgt spid="34"/>
                                        </p:tgtEl>
                                        <p:attrNameLst>
                                          <p:attrName>style.visibility</p:attrName>
                                        </p:attrNameLst>
                                      </p:cBhvr>
                                      <p:to>
                                        <p:strVal val="hidden"/>
                                      </p:to>
                                    </p:set>
                                  </p:childTnLst>
                                </p:cTn>
                              </p:par>
                              <p:par>
                                <p:cTn id="93" presetID="10" presetClass="exit" presetSubtype="0" fill="hold" grpId="1" nodeType="withEffect">
                                  <p:stCondLst>
                                    <p:cond delay="13653"/>
                                  </p:stCondLst>
                                  <p:childTnLst>
                                    <p:animEffect transition="out" filter="fade">
                                      <p:cBhvr>
                                        <p:cTn id="91" dur="200"/>
                                        <p:tgtEl>
                                          <p:spTgt spid="35"/>
                                        </p:tgtEl>
                                      </p:cBhvr>
                                    </p:animEffect>
                                    <p:set>
                                      <p:cBhvr>
                                        <p:cTn id="92" dur="1" fill="hold">
                                          <p:stCondLst>
                                            <p:cond delay="199"/>
                                          </p:stCondLst>
                                        </p:cTn>
                                        <p:tgtEl>
                                          <p:spTgt spid="35"/>
                                        </p:tgtEl>
                                        <p:attrNameLst>
                                          <p:attrName>style.visibility</p:attrName>
                                        </p:attrNameLst>
                                      </p:cBhvr>
                                      <p:to>
                                        <p:strVal val="hidden"/>
                                      </p:to>
                                    </p:set>
                                  </p:childTnLst>
                                </p:cTn>
                              </p:par>
                              <p:par>
                                <p:cTn id="98" presetID="42" presetClass="entr" presetSubtype="0" fill="hold" grpId="0" nodeType="withEffect">
                                  <p:stCondLst>
                                    <p:cond delay="13675"/>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additive="base">
                                        <p:cTn id="96" dur="500" fill="hold"/>
                                        <p:tgtEl>
                                          <p:spTgt spid="23"/>
                                        </p:tgtEl>
                                        <p:attrNameLst>
                                          <p:attrName>ppt_x</p:attrName>
                                        </p:attrNameLst>
                                      </p:cBhvr>
                                      <p:tavLst>
                                        <p:tav tm="0">
                                          <p:val>
                                            <p:strVal val="#ppt_x+.05"/>
                                          </p:val>
                                        </p:tav>
                                        <p:tav tm="100000">
                                          <p:val>
                                            <p:strVal val="#ppt_x"/>
                                          </p:val>
                                        </p:tav>
                                      </p:tavLst>
                                    </p:anim>
                                    <p:anim calcmode="lin" valueType="num">
                                      <p:cBhvr additive="base">
                                        <p:cTn id="97" dur="500" fill="hold"/>
                                        <p:tgtEl>
                                          <p:spTgt spid="23"/>
                                        </p:tgtEl>
                                        <p:attrNameLst>
                                          <p:attrName>ppt_y</p:attrName>
                                        </p:attrNameLst>
                                      </p:cBhvr>
                                      <p:tavLst>
                                        <p:tav tm="0">
                                          <p:val>
                                            <p:strVal val="#ppt_y"/>
                                          </p:val>
                                        </p:tav>
                                        <p:tav tm="100000">
                                          <p:val>
                                            <p:strVal val="#ppt_y"/>
                                          </p:val>
                                        </p:tav>
                                      </p:tavLst>
                                    </p:anim>
                                  </p:childTnLst>
                                </p:cTn>
                              </p:par>
                              <p:par>
                                <p:cTn id="103" presetID="42" presetClass="entr" presetSubtype="0" fill="hold" grpId="0" nodeType="withEffect">
                                  <p:stCondLst>
                                    <p:cond delay="13696"/>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00"/>
                                        <p:tgtEl>
                                          <p:spTgt spid="37"/>
                                        </p:tgtEl>
                                      </p:cBhvr>
                                    </p:animEffect>
                                    <p:anim calcmode="lin" valueType="num">
                                      <p:cBhvr additive="base">
                                        <p:cTn id="101" dur="300" fill="hold"/>
                                        <p:tgtEl>
                                          <p:spTgt spid="37"/>
                                        </p:tgtEl>
                                        <p:attrNameLst>
                                          <p:attrName>ppt_x</p:attrName>
                                        </p:attrNameLst>
                                      </p:cBhvr>
                                      <p:tavLst>
                                        <p:tav tm="0">
                                          <p:val>
                                            <p:strVal val="#ppt_x-.05"/>
                                          </p:val>
                                        </p:tav>
                                        <p:tav tm="100000">
                                          <p:val>
                                            <p:strVal val="#ppt_x"/>
                                          </p:val>
                                        </p:tav>
                                      </p:tavLst>
                                    </p:anim>
                                    <p:anim calcmode="lin" valueType="num">
                                      <p:cBhvr additive="base">
                                        <p:cTn id="102" dur="300" fill="hold"/>
                                        <p:tgtEl>
                                          <p:spTgt spid="37"/>
                                        </p:tgtEl>
                                        <p:attrNameLst>
                                          <p:attrName>ppt_y</p:attrName>
                                        </p:attrNameLst>
                                      </p:cBhvr>
                                      <p:tavLst>
                                        <p:tav tm="0">
                                          <p:val>
                                            <p:strVal val="#ppt_y"/>
                                          </p:val>
                                        </p:tav>
                                        <p:tav tm="100000">
                                          <p:val>
                                            <p:strVal val="#ppt_y"/>
                                          </p:val>
                                        </p:tav>
                                      </p:tavLst>
                                    </p:anim>
                                  </p:childTnLst>
                                </p:cTn>
                              </p:par>
                              <p:par>
                                <p:cTn id="106" presetID="10" presetClass="entr" presetSubtype="0" fill="hold" grpId="0" nodeType="withEffect">
                                  <p:stCondLst>
                                    <p:cond delay="13718"/>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200"/>
                                        <p:tgtEl>
                                          <p:spTgt spid="38"/>
                                        </p:tgtEl>
                                      </p:cBhvr>
                                    </p:animEffect>
                                  </p:childTnLst>
                                </p:cTn>
                              </p:par>
                              <p:par>
                                <p:cTn id="111" presetID="53" presetClass="entr" presetSubtype="16" fill="hold" grpId="0" nodeType="withEffect">
                                  <p:stCondLst>
                                    <p:cond delay="1374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300" fill="hold"/>
                                        <p:tgtEl>
                                          <p:spTgt spid="27"/>
                                        </p:tgtEl>
                                        <p:attrNameLst>
                                          <p:attrName>ppt_w</p:attrName>
                                        </p:attrNameLst>
                                      </p:cBhvr>
                                      <p:tavLst>
                                        <p:tav tm="0">
                                          <p:val>
                                            <p:strVal val="0"/>
                                          </p:val>
                                        </p:tav>
                                        <p:tav tm="100000">
                                          <p:val>
                                            <p:strVal val="#ppt_w"/>
                                          </p:val>
                                        </p:tav>
                                      </p:tavLst>
                                    </p:anim>
                                    <p:anim calcmode="lin" valueType="num">
                                      <p:cBhvr additive="base">
                                        <p:cTn id="109" dur="300" fill="hold"/>
                                        <p:tgtEl>
                                          <p:spTgt spid="27"/>
                                        </p:tgtEl>
                                        <p:attrNameLst>
                                          <p:attrName>ppt_h</p:attrName>
                                        </p:attrNameLst>
                                      </p:cBhvr>
                                      <p:tavLst>
                                        <p:tav tm="0">
                                          <p:val>
                                            <p:strVal val="0"/>
                                          </p:val>
                                        </p:tav>
                                        <p:tav tm="100000">
                                          <p:val>
                                            <p:strVal val="#ppt_h"/>
                                          </p:val>
                                        </p:tav>
                                      </p:tavLst>
                                    </p:anim>
                                    <p:animEffect transition="in" filter="fade">
                                      <p:cBhvr>
                                        <p:cTn id="110" dur="300"/>
                                        <p:tgtEl>
                                          <p:spTgt spid="27"/>
                                        </p:tgtEl>
                                      </p:cBhvr>
                                    </p:animEffect>
                                  </p:childTnLst>
                                </p:cTn>
                              </p:par>
                              <p:par>
                                <p:cTn id="116" presetID="53" presetClass="entr" presetSubtype="16" fill="hold" grpId="0" nodeType="withEffect">
                                  <p:stCondLst>
                                    <p:cond delay="13762"/>
                                  </p:stCondLst>
                                  <p:childTnLst>
                                    <p:set>
                                      <p:cBhvr>
                                        <p:cTn id="112" dur="1" fill="hold">
                                          <p:stCondLst>
                                            <p:cond delay="0"/>
                                          </p:stCondLst>
                                        </p:cTn>
                                        <p:tgtEl>
                                          <p:spTgt spid="11"/>
                                        </p:tgtEl>
                                        <p:attrNameLst>
                                          <p:attrName>style.visibility</p:attrName>
                                        </p:attrNameLst>
                                      </p:cBhvr>
                                      <p:to>
                                        <p:strVal val="visible"/>
                                      </p:to>
                                    </p:set>
                                    <p:anim calcmode="lin" valueType="num">
                                      <p:cBhvr additive="base">
                                        <p:cTn id="113" dur="500" fill="hold"/>
                                        <p:tgtEl>
                                          <p:spTgt spid="11"/>
                                        </p:tgtEl>
                                        <p:attrNameLst>
                                          <p:attrName>ppt_w</p:attrName>
                                        </p:attrNameLst>
                                      </p:cBhvr>
                                      <p:tavLst>
                                        <p:tav tm="0">
                                          <p:val>
                                            <p:strVal val="0"/>
                                          </p:val>
                                        </p:tav>
                                        <p:tav tm="100000">
                                          <p:val>
                                            <p:strVal val="#ppt_w"/>
                                          </p:val>
                                        </p:tav>
                                      </p:tavLst>
                                    </p:anim>
                                    <p:anim calcmode="lin" valueType="num">
                                      <p:cBhvr additive="base">
                                        <p:cTn id="114" dur="500" fill="hold"/>
                                        <p:tgtEl>
                                          <p:spTgt spid="11"/>
                                        </p:tgtEl>
                                        <p:attrNameLst>
                                          <p:attrName>ppt_h</p:attrName>
                                        </p:attrNameLst>
                                      </p:cBhvr>
                                      <p:tavLst>
                                        <p:tav tm="0">
                                          <p:val>
                                            <p:strVal val="0"/>
                                          </p:val>
                                        </p:tav>
                                        <p:tav tm="100000">
                                          <p:val>
                                            <p:strVal val="#ppt_h"/>
                                          </p:val>
                                        </p:tav>
                                      </p:tavLst>
                                    </p:anim>
                                    <p:animEffect transition="in" filter="fade">
                                      <p:cBhvr>
                                        <p:cTn id="115" dur="500"/>
                                        <p:tgtEl>
                                          <p:spTgt spid="11"/>
                                        </p:tgtEl>
                                      </p:cBhvr>
                                    </p:animEffect>
                                  </p:childTnLst>
                                </p:cTn>
                              </p:par>
                              <p:par>
                                <p:cTn id="118" presetID="8" presetClass="emph" presetSubtype="0" fill="hold" grpId="1" nodeType="withEffect" repeatCount="indefinite">
                                  <p:stCondLst>
                                    <p:cond delay="13784"/>
                                  </p:stCondLst>
                                  <p:childTnLst>
                                    <p:animRot by="21600000">
                                      <p:cBhvr>
                                        <p:cTn id="117" dur="1500" fill="hold"/>
                                        <p:tgtEl>
                                          <p:spTgt spid="27"/>
                                        </p:tgtEl>
                                        <p:attrNameLst>
                                          <p:attrName>r</p:attrName>
                                        </p:attrNameLst>
                                      </p:cBhvr>
                                    </p:animRot>
                                  </p:childTnLst>
                                </p:cTn>
                              </p:par>
                              <p:par>
                                <p:cTn id="123" presetID="53" presetClass="entr" presetSubtype="16" fill="hold" grpId="0" nodeType="withEffect">
                                  <p:stCondLst>
                                    <p:cond delay="13806"/>
                                  </p:stCondLst>
                                  <p:childTnLst>
                                    <p:set>
                                      <p:cBhvr>
                                        <p:cTn id="119" dur="1" fill="hold">
                                          <p:stCondLst>
                                            <p:cond delay="0"/>
                                          </p:stCondLst>
                                        </p:cTn>
                                        <p:tgtEl>
                                          <p:spTgt spid="12"/>
                                        </p:tgtEl>
                                        <p:attrNameLst>
                                          <p:attrName>style.visibility</p:attrName>
                                        </p:attrNameLst>
                                      </p:cBhvr>
                                      <p:to>
                                        <p:strVal val="visible"/>
                                      </p:to>
                                    </p:set>
                                    <p:anim calcmode="lin" valueType="num">
                                      <p:cBhvr additive="base">
                                        <p:cTn id="120" dur="400" fill="hold"/>
                                        <p:tgtEl>
                                          <p:spTgt spid="12"/>
                                        </p:tgtEl>
                                        <p:attrNameLst>
                                          <p:attrName>ppt_w</p:attrName>
                                        </p:attrNameLst>
                                      </p:cBhvr>
                                      <p:tavLst>
                                        <p:tav tm="0">
                                          <p:val>
                                            <p:strVal val="0"/>
                                          </p:val>
                                        </p:tav>
                                        <p:tav tm="100000">
                                          <p:val>
                                            <p:strVal val="#ppt_w"/>
                                          </p:val>
                                        </p:tav>
                                      </p:tavLst>
                                    </p:anim>
                                    <p:anim calcmode="lin" valueType="num">
                                      <p:cBhvr additive="base">
                                        <p:cTn id="121" dur="400" fill="hold"/>
                                        <p:tgtEl>
                                          <p:spTgt spid="12"/>
                                        </p:tgtEl>
                                        <p:attrNameLst>
                                          <p:attrName>ppt_h</p:attrName>
                                        </p:attrNameLst>
                                      </p:cBhvr>
                                      <p:tavLst>
                                        <p:tav tm="0">
                                          <p:val>
                                            <p:strVal val="0"/>
                                          </p:val>
                                        </p:tav>
                                        <p:tav tm="100000">
                                          <p:val>
                                            <p:strVal val="#ppt_h"/>
                                          </p:val>
                                        </p:tav>
                                      </p:tavLst>
                                    </p:anim>
                                    <p:animEffect transition="in" filter="fade">
                                      <p:cBhvr>
                                        <p:cTn id="122" dur="400"/>
                                        <p:tgtEl>
                                          <p:spTgt spid="12"/>
                                        </p:tgtEl>
                                      </p:cBhvr>
                                    </p:animEffect>
                                  </p:childTnLst>
                                </p:cTn>
                              </p:par>
                              <p:par>
                                <p:cTn id="126" presetID="10" presetClass="exit" presetSubtype="0" fill="hold" grpId="1" nodeType="withEffect">
                                  <p:stCondLst>
                                    <p:cond delay="13828"/>
                                  </p:stCondLst>
                                  <p:childTnLst>
                                    <p:animEffect transition="out" filter="fade">
                                      <p:cBhvr>
                                        <p:cTn id="124" dur="220"/>
                                        <p:tgtEl>
                                          <p:spTgt spid="19"/>
                                        </p:tgtEl>
                                      </p:cBhvr>
                                    </p:animEffect>
                                    <p:set>
                                      <p:cBhvr>
                                        <p:cTn id="125" dur="1" fill="hold">
                                          <p:stCondLst>
                                            <p:cond delay="219"/>
                                          </p:stCondLst>
                                        </p:cTn>
                                        <p:tgtEl>
                                          <p:spTgt spid="19"/>
                                        </p:tgtEl>
                                        <p:attrNameLst>
                                          <p:attrName>style.visibility</p:attrName>
                                        </p:attrNameLst>
                                      </p:cBhvr>
                                      <p:to>
                                        <p:strVal val="hidden"/>
                                      </p:to>
                                    </p:set>
                                  </p:childTnLst>
                                </p:cTn>
                              </p:par>
                              <p:par>
                                <p:cTn id="129" presetID="10" presetClass="entr" presetSubtype="0" fill="hold" grpId="0" nodeType="withEffect">
                                  <p:stCondLst>
                                    <p:cond delay="13850"/>
                                  </p:stCondLst>
                                  <p:childTnLst>
                                    <p:set>
                                      <p:cBhvr>
                                        <p:cTn id="127" dur="1" fill="hold">
                                          <p:stCondLst>
                                            <p:cond delay="0"/>
                                          </p:stCondLst>
                                        </p:cTn>
                                        <p:tgtEl>
                                          <p:spTgt spid="20"/>
                                        </p:tgtEl>
                                        <p:attrNameLst>
                                          <p:attrName>style.visibility</p:attrName>
                                        </p:attrNameLst>
                                      </p:cBhvr>
                                      <p:to>
                                        <p:strVal val="visible"/>
                                      </p:to>
                                    </p:set>
                                    <p:animEffect transition="in" filter="fade">
                                      <p:cBhvr>
                                        <p:cTn id="128" dur="220"/>
                                        <p:tgtEl>
                                          <p:spTgt spid="20"/>
                                        </p:tgtEl>
                                      </p:cBhvr>
                                    </p:animEffect>
                                  </p:childTnLst>
                                </p:cTn>
                              </p:par>
                              <p:par>
                                <p:cTn id="132" presetID="10" presetClass="exit" presetSubtype="0" fill="hold" grpId="1" nodeType="withEffect">
                                  <p:stCondLst>
                                    <p:cond delay="26100"/>
                                  </p:stCondLst>
                                  <p:childTnLst>
                                    <p:animEffect transition="out" filter="fade">
                                      <p:cBhvr>
                                        <p:cTn id="130" dur="200"/>
                                        <p:tgtEl>
                                          <p:spTgt spid="36"/>
                                        </p:tgtEl>
                                      </p:cBhvr>
                                    </p:animEffect>
                                    <p:set>
                                      <p:cBhvr>
                                        <p:cTn id="131" dur="1" fill="hold">
                                          <p:stCondLst>
                                            <p:cond delay="199"/>
                                          </p:stCondLst>
                                        </p:cTn>
                                        <p:tgtEl>
                                          <p:spTgt spid="36"/>
                                        </p:tgtEl>
                                        <p:attrNameLst>
                                          <p:attrName>style.visibility</p:attrName>
                                        </p:attrNameLst>
                                      </p:cBhvr>
                                      <p:to>
                                        <p:strVal val="hidden"/>
                                      </p:to>
                                    </p:set>
                                  </p:childTnLst>
                                </p:cTn>
                              </p:par>
                              <p:par>
                                <p:cTn id="135" presetID="10" presetClass="exit" presetSubtype="0" fill="hold" grpId="1" nodeType="withEffect">
                                  <p:stCondLst>
                                    <p:cond delay="26135"/>
                                  </p:stCondLst>
                                  <p:childTnLst>
                                    <p:animEffect transition="out" filter="fade">
                                      <p:cBhvr>
                                        <p:cTn id="133" dur="250"/>
                                        <p:tgtEl>
                                          <p:spTgt spid="11"/>
                                        </p:tgtEl>
                                      </p:cBhvr>
                                    </p:animEffect>
                                    <p:set>
                                      <p:cBhvr>
                                        <p:cTn id="134" dur="1" fill="hold">
                                          <p:stCondLst>
                                            <p:cond delay="249"/>
                                          </p:stCondLst>
                                        </p:cTn>
                                        <p:tgtEl>
                                          <p:spTgt spid="11"/>
                                        </p:tgtEl>
                                        <p:attrNameLst>
                                          <p:attrName>style.visibility</p:attrName>
                                        </p:attrNameLst>
                                      </p:cBhvr>
                                      <p:to>
                                        <p:strVal val="hidden"/>
                                      </p:to>
                                    </p:set>
                                  </p:childTnLst>
                                </p:cTn>
                              </p:par>
                              <p:par>
                                <p:cTn id="138" presetID="10" presetClass="exit" presetSubtype="0" fill="hold" grpId="1" nodeType="withEffect">
                                  <p:stCondLst>
                                    <p:cond delay="26170"/>
                                  </p:stCondLst>
                                  <p:childTnLst>
                                    <p:animEffect transition="out" filter="fade">
                                      <p:cBhvr>
                                        <p:cTn id="136" dur="250"/>
                                        <p:tgtEl>
                                          <p:spTgt spid="12"/>
                                        </p:tgtEl>
                                      </p:cBhvr>
                                    </p:animEffect>
                                    <p:set>
                                      <p:cBhvr>
                                        <p:cTn id="137" dur="1" fill="hold">
                                          <p:stCondLst>
                                            <p:cond delay="249"/>
                                          </p:stCondLst>
                                        </p:cTn>
                                        <p:tgtEl>
                                          <p:spTgt spid="12"/>
                                        </p:tgtEl>
                                        <p:attrNameLst>
                                          <p:attrName>style.visibility</p:attrName>
                                        </p:attrNameLst>
                                      </p:cBhvr>
                                      <p:to>
                                        <p:strVal val="hidden"/>
                                      </p:to>
                                    </p:set>
                                  </p:childTnLst>
                                </p:cTn>
                              </p:par>
                              <p:par>
                                <p:cTn id="141" presetID="10" presetClass="exit" presetSubtype="0" fill="hold" grpId="2" nodeType="withEffect">
                                  <p:stCondLst>
                                    <p:cond delay="26205"/>
                                  </p:stCondLst>
                                  <p:childTnLst>
                                    <p:animEffect transition="out" filter="fade">
                                      <p:cBhvr>
                                        <p:cTn id="139" dur="250"/>
                                        <p:tgtEl>
                                          <p:spTgt spid="27"/>
                                        </p:tgtEl>
                                      </p:cBhvr>
                                    </p:animEffect>
                                    <p:set>
                                      <p:cBhvr>
                                        <p:cTn id="140" dur="1" fill="hold">
                                          <p:stCondLst>
                                            <p:cond delay="249"/>
                                          </p:stCondLst>
                                        </p:cTn>
                                        <p:tgtEl>
                                          <p:spTgt spid="27"/>
                                        </p:tgtEl>
                                        <p:attrNameLst>
                                          <p:attrName>style.visibility</p:attrName>
                                        </p:attrNameLst>
                                      </p:cBhvr>
                                      <p:to>
                                        <p:strVal val="hidden"/>
                                      </p:to>
                                    </p:set>
                                  </p:childTnLst>
                                </p:cTn>
                              </p:par>
                              <p:par>
                                <p:cTn id="144" presetID="10" presetClass="exit" presetSubtype="0" fill="hold" grpId="1" nodeType="withEffect">
                                  <p:stCondLst>
                                    <p:cond delay="26240"/>
                                  </p:stCondLst>
                                  <p:childTnLst>
                                    <p:animEffect transition="out" filter="fade">
                                      <p:cBhvr>
                                        <p:cTn id="142" dur="200"/>
                                        <p:tgtEl>
                                          <p:spTgt spid="37"/>
                                        </p:tgtEl>
                                      </p:cBhvr>
                                    </p:animEffect>
                                    <p:set>
                                      <p:cBhvr>
                                        <p:cTn id="143" dur="1" fill="hold">
                                          <p:stCondLst>
                                            <p:cond delay="199"/>
                                          </p:stCondLst>
                                        </p:cTn>
                                        <p:tgtEl>
                                          <p:spTgt spid="37"/>
                                        </p:tgtEl>
                                        <p:attrNameLst>
                                          <p:attrName>style.visibility</p:attrName>
                                        </p:attrNameLst>
                                      </p:cBhvr>
                                      <p:to>
                                        <p:strVal val="hidden"/>
                                      </p:to>
                                    </p:set>
                                  </p:childTnLst>
                                </p:cTn>
                              </p:par>
                              <p:par>
                                <p:cTn id="147" presetID="10" presetClass="exit" presetSubtype="0" fill="hold" grpId="1" nodeType="withEffect">
                                  <p:stCondLst>
                                    <p:cond delay="26275"/>
                                  </p:stCondLst>
                                  <p:childTnLst>
                                    <p:animEffect transition="out" filter="fade">
                                      <p:cBhvr>
                                        <p:cTn id="145" dur="200"/>
                                        <p:tgtEl>
                                          <p:spTgt spid="38"/>
                                        </p:tgtEl>
                                      </p:cBhvr>
                                    </p:animEffect>
                                    <p:set>
                                      <p:cBhvr>
                                        <p:cTn id="146" dur="1" fill="hold">
                                          <p:stCondLst>
                                            <p:cond delay="199"/>
                                          </p:stCondLst>
                                        </p:cTn>
                                        <p:tgtEl>
                                          <p:spTgt spid="38"/>
                                        </p:tgtEl>
                                        <p:attrNameLst>
                                          <p:attrName>style.visibility</p:attrName>
                                        </p:attrNameLst>
                                      </p:cBhvr>
                                      <p:to>
                                        <p:strVal val="hidden"/>
                                      </p:to>
                                    </p:set>
                                  </p:childTnLst>
                                </p:cTn>
                              </p:par>
                              <p:par>
                                <p:cTn id="152" presetID="42" presetClass="entr" presetSubtype="0" fill="hold" grpId="0" nodeType="withEffect">
                                  <p:stCondLst>
                                    <p:cond delay="263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400"/>
                                        <p:tgtEl>
                                          <p:spTgt spid="39"/>
                                        </p:tgtEl>
                                      </p:cBhvr>
                                    </p:animEffect>
                                    <p:anim calcmode="lin" valueType="num">
                                      <p:cBhvr additive="base">
                                        <p:cTn id="150" dur="400" fill="hold"/>
                                        <p:tgtEl>
                                          <p:spTgt spid="39"/>
                                        </p:tgtEl>
                                        <p:attrNameLst>
                                          <p:attrName>ppt_x</p:attrName>
                                        </p:attrNameLst>
                                      </p:cBhvr>
                                      <p:tavLst>
                                        <p:tav tm="0">
                                          <p:val>
                                            <p:strVal val="#ppt_x-.05"/>
                                          </p:val>
                                        </p:tav>
                                        <p:tav tm="100000">
                                          <p:val>
                                            <p:strVal val="#ppt_x"/>
                                          </p:val>
                                        </p:tav>
                                      </p:tavLst>
                                    </p:anim>
                                    <p:anim calcmode="lin" valueType="num">
                                      <p:cBhvr additive="base">
                                        <p:cTn id="151" dur="400" fill="hold"/>
                                        <p:tgtEl>
                                          <p:spTgt spid="39"/>
                                        </p:tgtEl>
                                        <p:attrNameLst>
                                          <p:attrName>ppt_y</p:attrName>
                                        </p:attrNameLst>
                                      </p:cBhvr>
                                      <p:tavLst>
                                        <p:tav tm="0">
                                          <p:val>
                                            <p:strVal val="#ppt_y"/>
                                          </p:val>
                                        </p:tav>
                                        <p:tav tm="100000">
                                          <p:val>
                                            <p:strVal val="#ppt_y"/>
                                          </p:val>
                                        </p:tav>
                                      </p:tavLst>
                                    </p:anim>
                                  </p:childTnLst>
                                </p:cTn>
                              </p:par>
                              <p:par>
                                <p:cTn id="155" presetID="22" presetClass="entr" presetSubtype="8" fill="hold" grpId="0" nodeType="withEffect">
                                  <p:stCondLst>
                                    <p:cond delay="26345"/>
                                  </p:stCondLst>
                                  <p:childTnLst>
                                    <p:set>
                                      <p:cBhvr>
                                        <p:cTn id="153" dur="1" fill="hold">
                                          <p:stCondLst>
                                            <p:cond delay="0"/>
                                          </p:stCondLst>
                                        </p:cTn>
                                        <p:tgtEl>
                                          <p:spTgt spid="13"/>
                                        </p:tgtEl>
                                        <p:attrNameLst>
                                          <p:attrName>style.visibility</p:attrName>
                                        </p:attrNameLst>
                                      </p:cBhvr>
                                      <p:to>
                                        <p:strVal val="visible"/>
                                      </p:to>
                                    </p:set>
                                    <p:animEffect transition="in" filter="wipe(left)">
                                      <p:cBhvr>
                                        <p:cTn id="154" dur="600"/>
                                        <p:tgtEl>
                                          <p:spTgt spid="13"/>
                                        </p:tgtEl>
                                      </p:cBhvr>
                                    </p:animEffect>
                                  </p:childTnLst>
                                </p:cTn>
                              </p:par>
                              <p:par>
                                <p:cTn id="160" presetID="42" presetClass="entr" presetSubtype="0" fill="hold" grpId="0" nodeType="withEffect">
                                  <p:stCondLst>
                                    <p:cond delay="26380"/>
                                  </p:stCondLst>
                                  <p:childTnLst>
                                    <p:set>
                                      <p:cBhvr>
                                        <p:cTn id="156" dur="1" fill="hold">
                                          <p:stCondLst>
                                            <p:cond delay="0"/>
                                          </p:stCondLst>
                                        </p:cTn>
                                        <p:tgtEl>
                                          <p:spTgt spid="40"/>
                                        </p:tgtEl>
                                        <p:attrNameLst>
                                          <p:attrName>style.visibility</p:attrName>
                                        </p:attrNameLst>
                                      </p:cBhvr>
                                      <p:to>
                                        <p:strVal val="visible"/>
                                      </p:to>
                                    </p:set>
                                    <p:animEffect transition="in" filter="fade">
                                      <p:cBhvr>
                                        <p:cTn id="157" dur="300"/>
                                        <p:tgtEl>
                                          <p:spTgt spid="40"/>
                                        </p:tgtEl>
                                      </p:cBhvr>
                                    </p:animEffect>
                                    <p:anim calcmode="lin" valueType="num">
                                      <p:cBhvr additive="base">
                                        <p:cTn id="158" dur="300" fill="hold"/>
                                        <p:tgtEl>
                                          <p:spTgt spid="40"/>
                                        </p:tgtEl>
                                        <p:attrNameLst>
                                          <p:attrName>ppt_x</p:attrName>
                                        </p:attrNameLst>
                                      </p:cBhvr>
                                      <p:tavLst>
                                        <p:tav tm="0">
                                          <p:val>
                                            <p:strVal val="#ppt_x-.05"/>
                                          </p:val>
                                        </p:tav>
                                        <p:tav tm="100000">
                                          <p:val>
                                            <p:strVal val="#ppt_x"/>
                                          </p:val>
                                        </p:tav>
                                      </p:tavLst>
                                    </p:anim>
                                    <p:anim calcmode="lin" valueType="num">
                                      <p:cBhvr additive="base">
                                        <p:cTn id="159" dur="300" fill="hold"/>
                                        <p:tgtEl>
                                          <p:spTgt spid="40"/>
                                        </p:tgtEl>
                                        <p:attrNameLst>
                                          <p:attrName>ppt_y</p:attrName>
                                        </p:attrNameLst>
                                      </p:cBhvr>
                                      <p:tavLst>
                                        <p:tav tm="0">
                                          <p:val>
                                            <p:strVal val="#ppt_y"/>
                                          </p:val>
                                        </p:tav>
                                        <p:tav tm="100000">
                                          <p:val>
                                            <p:strVal val="#ppt_y"/>
                                          </p:val>
                                        </p:tav>
                                      </p:tavLst>
                                    </p:anim>
                                  </p:childTnLst>
                                </p:cTn>
                              </p:par>
                              <p:par>
                                <p:cTn id="163" presetID="10" presetClass="entr" presetSubtype="0" fill="hold" grpId="0" nodeType="withEffect">
                                  <p:stCondLst>
                                    <p:cond delay="26415"/>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200"/>
                                        <p:tgtEl>
                                          <p:spTgt spid="41"/>
                                        </p:tgtEl>
                                      </p:cBhvr>
                                    </p:animEffect>
                                  </p:childTnLst>
                                </p:cTn>
                              </p:par>
                              <p:par>
                                <p:cTn id="167" presetID="2" presetClass="entr" presetSubtype="8" fill="hold" grpId="0" nodeType="withEffect">
                                  <p:stCondLst>
                                    <p:cond delay="26450"/>
                                  </p:stCondLst>
                                  <p:childTnLst>
                                    <p:set>
                                      <p:cBhvr>
                                        <p:cTn id="164" dur="1" fill="hold">
                                          <p:stCondLst>
                                            <p:cond delay="0"/>
                                          </p:stCondLst>
                                        </p:cTn>
                                        <p:tgtEl>
                                          <p:spTgt spid="14"/>
                                        </p:tgtEl>
                                        <p:attrNameLst>
                                          <p:attrName>style.visibility</p:attrName>
                                        </p:attrNameLst>
                                      </p:cBhvr>
                                      <p:to>
                                        <p:strVal val="visible"/>
                                      </p:to>
                                    </p:set>
                                    <p:anim calcmode="lin" valueType="num">
                                      <p:cBhvr additive="base">
                                        <p:cTn id="165" dur="2300" fill="hold"/>
                                        <p:tgtEl>
                                          <p:spTgt spid="14"/>
                                        </p:tgtEl>
                                        <p:attrNameLst>
                                          <p:attrName>ppt_x</p:attrName>
                                        </p:attrNameLst>
                                      </p:cBhvr>
                                      <p:tavLst>
                                        <p:tav tm="0">
                                          <p:val>
                                            <p:strVal val="0-#ppt_w/2"/>
                                          </p:val>
                                        </p:tav>
                                        <p:tav tm="100000">
                                          <p:val>
                                            <p:strVal val="1+#ppt_w/2"/>
                                          </p:val>
                                        </p:tav>
                                      </p:tavLst>
                                    </p:anim>
                                    <p:anim calcmode="lin" valueType="num">
                                      <p:cBhvr additive="base">
                                        <p:cTn id="166" dur="2300" fill="hold"/>
                                        <p:tgtEl>
                                          <p:spTgt spid="14"/>
                                        </p:tgtEl>
                                        <p:attrNameLst>
                                          <p:attrName>ppt_y</p:attrName>
                                        </p:attrNameLst>
                                      </p:cBhvr>
                                      <p:tavLst>
                                        <p:tav tm="0">
                                          <p:val>
                                            <p:strVal val="#ppt_y"/>
                                          </p:val>
                                        </p:tav>
                                        <p:tav tm="100000">
                                          <p:val>
                                            <p:strVal val="#ppt_y"/>
                                          </p:val>
                                        </p:tav>
                                      </p:tavLst>
                                    </p:anim>
                                  </p:childTnLst>
                                </p:cTn>
                              </p:par>
                              <p:par>
                                <p:cTn id="170" presetID="10" presetClass="exit" presetSubtype="0" fill="hold" grpId="1" nodeType="withEffect">
                                  <p:stCondLst>
                                    <p:cond delay="31590"/>
                                  </p:stCondLst>
                                  <p:childTnLst>
                                    <p:animEffect transition="out" filter="fade">
                                      <p:cBhvr>
                                        <p:cTn id="168" dur="250"/>
                                        <p:tgtEl>
                                          <p:spTgt spid="13"/>
                                        </p:tgtEl>
                                      </p:cBhvr>
                                    </p:animEffect>
                                    <p:set>
                                      <p:cBhvr>
                                        <p:cTn id="169" dur="1" fill="hold">
                                          <p:stCondLst>
                                            <p:cond delay="249"/>
                                          </p:stCondLst>
                                        </p:cTn>
                                        <p:tgtEl>
                                          <p:spTgt spid="13"/>
                                        </p:tgtEl>
                                        <p:attrNameLst>
                                          <p:attrName>style.visibility</p:attrName>
                                        </p:attrNameLst>
                                      </p:cBhvr>
                                      <p:to>
                                        <p:strVal val="hidden"/>
                                      </p:to>
                                    </p:set>
                                  </p:childTnLst>
                                </p:cTn>
                              </p:par>
                              <p:par>
                                <p:cTn id="173" presetID="10" presetClass="entr" presetSubtype="0" fill="hold" grpId="0" nodeType="withEffect">
                                  <p:stCondLst>
                                    <p:cond delay="31660"/>
                                  </p:stCondLst>
                                  <p:childTnLst>
                                    <p:set>
                                      <p:cBhvr>
                                        <p:cTn id="171" dur="1" fill="hold">
                                          <p:stCondLst>
                                            <p:cond delay="0"/>
                                          </p:stCondLst>
                                        </p:cTn>
                                        <p:tgtEl>
                                          <p:spTgt spid="42"/>
                                        </p:tgtEl>
                                        <p:attrNameLst>
                                          <p:attrName>style.visibility</p:attrName>
                                        </p:attrNameLst>
                                      </p:cBhvr>
                                      <p:to>
                                        <p:strVal val="visible"/>
                                      </p:to>
                                    </p:set>
                                    <p:animEffect transition="in" filter="fade">
                                      <p:cBhvr>
                                        <p:cTn id="172" dur="80"/>
                                        <p:tgtEl>
                                          <p:spTgt spid="42"/>
                                        </p:tgtEl>
                                      </p:cBhvr>
                                    </p:animEffect>
                                  </p:childTnLst>
                                </p:cTn>
                              </p:par>
                              <p:par>
                                <p:cTn id="178" presetID="53" presetClass="entr" presetSubtype="16" fill="hold" grpId="0" nodeType="withEffect">
                                  <p:stCondLst>
                                    <p:cond delay="31730"/>
                                  </p:stCondLst>
                                  <p:childTnLst>
                                    <p:set>
                                      <p:cBhvr>
                                        <p:cTn id="174" dur="1" fill="hold">
                                          <p:stCondLst>
                                            <p:cond delay="0"/>
                                          </p:stCondLst>
                                        </p:cTn>
                                        <p:tgtEl>
                                          <p:spTgt spid="7"/>
                                        </p:tgtEl>
                                        <p:attrNameLst>
                                          <p:attrName>style.visibility</p:attrName>
                                        </p:attrNameLst>
                                      </p:cBhvr>
                                      <p:to>
                                        <p:strVal val="visible"/>
                                      </p:to>
                                    </p:set>
                                    <p:anim calcmode="lin" valueType="num">
                                      <p:cBhvr additive="base">
                                        <p:cTn id="175" dur="300" fill="hold"/>
                                        <p:tgtEl>
                                          <p:spTgt spid="7"/>
                                        </p:tgtEl>
                                        <p:attrNameLst>
                                          <p:attrName>ppt_w</p:attrName>
                                        </p:attrNameLst>
                                      </p:cBhvr>
                                      <p:tavLst>
                                        <p:tav tm="0">
                                          <p:val>
                                            <p:strVal val="0"/>
                                          </p:val>
                                        </p:tav>
                                        <p:tav tm="100000">
                                          <p:val>
                                            <p:strVal val="#ppt_w"/>
                                          </p:val>
                                        </p:tav>
                                      </p:tavLst>
                                    </p:anim>
                                    <p:anim calcmode="lin" valueType="num">
                                      <p:cBhvr additive="base">
                                        <p:cTn id="176" dur="300" fill="hold"/>
                                        <p:tgtEl>
                                          <p:spTgt spid="7"/>
                                        </p:tgtEl>
                                        <p:attrNameLst>
                                          <p:attrName>ppt_h</p:attrName>
                                        </p:attrNameLst>
                                      </p:cBhvr>
                                      <p:tavLst>
                                        <p:tav tm="0">
                                          <p:val>
                                            <p:strVal val="0"/>
                                          </p:val>
                                        </p:tav>
                                        <p:tav tm="100000">
                                          <p:val>
                                            <p:strVal val="#ppt_h"/>
                                          </p:val>
                                        </p:tav>
                                      </p:tavLst>
                                    </p:anim>
                                    <p:animEffect transition="in" filter="fade">
                                      <p:cBhvr>
                                        <p:cTn id="177" dur="300"/>
                                        <p:tgtEl>
                                          <p:spTgt spid="7"/>
                                        </p:tgtEl>
                                      </p:cBhvr>
                                    </p:animEffect>
                                  </p:childTnLst>
                                </p:cTn>
                              </p:par>
                              <p:par>
                                <p:cTn id="181" presetID="10" presetClass="exit" presetSubtype="0" fill="hold" grpId="1" nodeType="withEffect">
                                  <p:stCondLst>
                                    <p:cond delay="31780"/>
                                  </p:stCondLst>
                                  <p:childTnLst>
                                    <p:animEffect transition="out" filter="fade">
                                      <p:cBhvr>
                                        <p:cTn id="179" dur="300"/>
                                        <p:tgtEl>
                                          <p:spTgt spid="42"/>
                                        </p:tgtEl>
                                      </p:cBhvr>
                                    </p:animEffect>
                                    <p:set>
                                      <p:cBhvr>
                                        <p:cTn id="180" dur="1" fill="hold">
                                          <p:stCondLst>
                                            <p:cond delay="299"/>
                                          </p:stCondLst>
                                        </p:cTn>
                                        <p:tgtEl>
                                          <p:spTgt spid="42"/>
                                        </p:tgtEl>
                                        <p:attrNameLst>
                                          <p:attrName>style.visibility</p:attrName>
                                        </p:attrNameLst>
                                      </p:cBhvr>
                                      <p:to>
                                        <p:strVal val="hidden"/>
                                      </p:to>
                                    </p:set>
                                  </p:childTnLst>
                                </p:cTn>
                              </p:par>
                              <p:par>
                                <p:cTn id="185" presetID="2" presetClass="entr" presetSubtype="8" fill="hold" grpId="0" nodeType="withEffect">
                                  <p:stCondLst>
                                    <p:cond delay="31800"/>
                                  </p:stCondLst>
                                  <p:childTnLst>
                                    <p:set>
                                      <p:cBhvr>
                                        <p:cTn id="182" dur="1" fill="hold">
                                          <p:stCondLst>
                                            <p:cond delay="0"/>
                                          </p:stCondLst>
                                        </p:cTn>
                                        <p:tgtEl>
                                          <p:spTgt spid="15"/>
                                        </p:tgtEl>
                                        <p:attrNameLst>
                                          <p:attrName>style.visibility</p:attrName>
                                        </p:attrNameLst>
                                      </p:cBhvr>
                                      <p:to>
                                        <p:strVal val="visible"/>
                                      </p:to>
                                    </p:set>
                                    <p:anim calcmode="lin" valueType="num">
                                      <p:cBhvr additive="base">
                                        <p:cTn id="183" dur="2600" fill="hold"/>
                                        <p:tgtEl>
                                          <p:spTgt spid="15"/>
                                        </p:tgtEl>
                                        <p:attrNameLst>
                                          <p:attrName>ppt_x</p:attrName>
                                        </p:attrNameLst>
                                      </p:cBhvr>
                                      <p:tavLst>
                                        <p:tav tm="0">
                                          <p:val>
                                            <p:strVal val="0-#ppt_w/2"/>
                                          </p:val>
                                        </p:tav>
                                        <p:tav tm="100000">
                                          <p:val>
                                            <p:strVal val="1+#ppt_w/2"/>
                                          </p:val>
                                        </p:tav>
                                      </p:tavLst>
                                    </p:anim>
                                    <p:anim calcmode="lin" valueType="num">
                                      <p:cBhvr additive="base">
                                        <p:cTn id="184" dur="2600" fill="hold"/>
                                        <p:tgtEl>
                                          <p:spTgt spid="15"/>
                                        </p:tgtEl>
                                        <p:attrNameLst>
                                          <p:attrName>ppt_y</p:attrName>
                                        </p:attrNameLst>
                                      </p:cBhvr>
                                      <p:tavLst>
                                        <p:tav tm="0">
                                          <p:val>
                                            <p:strVal val="#ppt_y"/>
                                          </p:val>
                                        </p:tav>
                                        <p:tav tm="100000">
                                          <p:val>
                                            <p:strVal val="#ppt_y"/>
                                          </p:val>
                                        </p:tav>
                                      </p:tavLst>
                                    </p:anim>
                                  </p:childTnLst>
                                </p:cTn>
                              </p:par>
                              <p:par>
                                <p:cTn id="188" presetID="10" presetClass="exit" presetSubtype="0" fill="hold" grpId="1" nodeType="withEffect">
                                  <p:stCondLst>
                                    <p:cond delay="37950"/>
                                  </p:stCondLst>
                                  <p:childTnLst>
                                    <p:animEffect transition="out" filter="fade">
                                      <p:cBhvr>
                                        <p:cTn id="186" dur="300"/>
                                        <p:tgtEl>
                                          <p:spTgt spid="7"/>
                                        </p:tgtEl>
                                      </p:cBhvr>
                                    </p:animEffect>
                                    <p:set>
                                      <p:cBhvr>
                                        <p:cTn id="187" dur="1" fill="hold">
                                          <p:stCondLst>
                                            <p:cond delay="299"/>
                                          </p:stCondLst>
                                        </p:cTn>
                                        <p:tgtEl>
                                          <p:spTgt spid="7"/>
                                        </p:tgtEl>
                                        <p:attrNameLst>
                                          <p:attrName>style.visibility</p:attrName>
                                        </p:attrNameLst>
                                      </p:cBhvr>
                                      <p:to>
                                        <p:strVal val="hidden"/>
                                      </p:to>
                                    </p:set>
                                  </p:childTnLst>
                                </p:cTn>
                              </p:par>
                              <p:par>
                                <p:cTn id="191" presetID="10" presetClass="exit" presetSubtype="0" fill="hold" grpId="1" nodeType="withEffect">
                                  <p:stCondLst>
                                    <p:cond delay="38300"/>
                                  </p:stCondLst>
                                  <p:childTnLst>
                                    <p:animEffect transition="out" filter="fade">
                                      <p:cBhvr>
                                        <p:cTn id="189" dur="200"/>
                                        <p:tgtEl>
                                          <p:spTgt spid="39"/>
                                        </p:tgtEl>
                                      </p:cBhvr>
                                    </p:animEffect>
                                    <p:set>
                                      <p:cBhvr>
                                        <p:cTn id="190" dur="1" fill="hold">
                                          <p:stCondLst>
                                            <p:cond delay="199"/>
                                          </p:stCondLst>
                                        </p:cTn>
                                        <p:tgtEl>
                                          <p:spTgt spid="39"/>
                                        </p:tgtEl>
                                        <p:attrNameLst>
                                          <p:attrName>style.visibility</p:attrName>
                                        </p:attrNameLst>
                                      </p:cBhvr>
                                      <p:to>
                                        <p:strVal val="hidden"/>
                                      </p:to>
                                    </p:set>
                                  </p:childTnLst>
                                </p:cTn>
                              </p:par>
                              <p:par>
                                <p:cTn id="196" presetID="42" presetClass="entr" presetSubtype="0" fill="hold" grpId="0" nodeType="withEffect">
                                  <p:stCondLst>
                                    <p:cond delay="38319"/>
                                  </p:stCondLst>
                                  <p:childTnLst>
                                    <p:set>
                                      <p:cBhvr>
                                        <p:cTn id="192" dur="1" fill="hold">
                                          <p:stCondLst>
                                            <p:cond delay="0"/>
                                          </p:stCondLst>
                                        </p:cTn>
                                        <p:tgtEl>
                                          <p:spTgt spid="43"/>
                                        </p:tgtEl>
                                        <p:attrNameLst>
                                          <p:attrName>style.visibility</p:attrName>
                                        </p:attrNameLst>
                                      </p:cBhvr>
                                      <p:to>
                                        <p:strVal val="visible"/>
                                      </p:to>
                                    </p:set>
                                    <p:animEffect transition="in" filter="fade">
                                      <p:cBhvr>
                                        <p:cTn id="193" dur="400"/>
                                        <p:tgtEl>
                                          <p:spTgt spid="43"/>
                                        </p:tgtEl>
                                      </p:cBhvr>
                                    </p:animEffect>
                                    <p:anim calcmode="lin" valueType="num">
                                      <p:cBhvr additive="base">
                                        <p:cTn id="194" dur="400" fill="hold"/>
                                        <p:tgtEl>
                                          <p:spTgt spid="43"/>
                                        </p:tgtEl>
                                        <p:attrNameLst>
                                          <p:attrName>ppt_x</p:attrName>
                                        </p:attrNameLst>
                                      </p:cBhvr>
                                      <p:tavLst>
                                        <p:tav tm="0">
                                          <p:val>
                                            <p:strVal val="#ppt_x-.05"/>
                                          </p:val>
                                        </p:tav>
                                        <p:tav tm="100000">
                                          <p:val>
                                            <p:strVal val="#ppt_x"/>
                                          </p:val>
                                        </p:tav>
                                      </p:tavLst>
                                    </p:anim>
                                    <p:anim calcmode="lin" valueType="num">
                                      <p:cBhvr additive="base">
                                        <p:cTn id="195" dur="400" fill="hold"/>
                                        <p:tgtEl>
                                          <p:spTgt spid="43"/>
                                        </p:tgtEl>
                                        <p:attrNameLst>
                                          <p:attrName>ppt_y</p:attrName>
                                        </p:attrNameLst>
                                      </p:cBhvr>
                                      <p:tavLst>
                                        <p:tav tm="0">
                                          <p:val>
                                            <p:strVal val="#ppt_y"/>
                                          </p:val>
                                        </p:tav>
                                        <p:tav tm="100000">
                                          <p:val>
                                            <p:strVal val="#ppt_y"/>
                                          </p:val>
                                        </p:tav>
                                      </p:tavLst>
                                    </p:anim>
                                  </p:childTnLst>
                                </p:cTn>
                              </p:par>
                              <p:par>
                                <p:cTn id="199" presetID="10" presetClass="exit" presetSubtype="0" fill="hold" grpId="1" nodeType="withEffect">
                                  <p:stCondLst>
                                    <p:cond delay="38338"/>
                                  </p:stCondLst>
                                  <p:childTnLst>
                                    <p:animEffect transition="out" filter="fade">
                                      <p:cBhvr>
                                        <p:cTn id="197" dur="200"/>
                                        <p:tgtEl>
                                          <p:spTgt spid="40"/>
                                        </p:tgtEl>
                                      </p:cBhvr>
                                    </p:animEffect>
                                    <p:set>
                                      <p:cBhvr>
                                        <p:cTn id="198" dur="1" fill="hold">
                                          <p:stCondLst>
                                            <p:cond delay="199"/>
                                          </p:stCondLst>
                                        </p:cTn>
                                        <p:tgtEl>
                                          <p:spTgt spid="40"/>
                                        </p:tgtEl>
                                        <p:attrNameLst>
                                          <p:attrName>style.visibility</p:attrName>
                                        </p:attrNameLst>
                                      </p:cBhvr>
                                      <p:to>
                                        <p:strVal val="hidden"/>
                                      </p:to>
                                    </p:set>
                                  </p:childTnLst>
                                </p:cTn>
                              </p:par>
                              <p:par>
                                <p:cTn id="202" presetID="10" presetClass="exit" presetSubtype="0" fill="hold" grpId="1" nodeType="withEffect">
                                  <p:stCondLst>
                                    <p:cond delay="38358"/>
                                  </p:stCondLst>
                                  <p:childTnLst>
                                    <p:animEffect transition="out" filter="fade">
                                      <p:cBhvr>
                                        <p:cTn id="200" dur="200"/>
                                        <p:tgtEl>
                                          <p:spTgt spid="41"/>
                                        </p:tgtEl>
                                      </p:cBhvr>
                                    </p:animEffect>
                                    <p:set>
                                      <p:cBhvr>
                                        <p:cTn id="201" dur="1" fill="hold">
                                          <p:stCondLst>
                                            <p:cond delay="199"/>
                                          </p:stCondLst>
                                        </p:cTn>
                                        <p:tgtEl>
                                          <p:spTgt spid="41"/>
                                        </p:tgtEl>
                                        <p:attrNameLst>
                                          <p:attrName>style.visibility</p:attrName>
                                        </p:attrNameLst>
                                      </p:cBhvr>
                                      <p:to>
                                        <p:strVal val="hidden"/>
                                      </p:to>
                                    </p:set>
                                  </p:childTnLst>
                                </p:cTn>
                              </p:par>
                              <p:par>
                                <p:cTn id="205" presetID="10" presetClass="exit" presetSubtype="0" fill="hold" grpId="1" nodeType="withEffect">
                                  <p:stCondLst>
                                    <p:cond delay="38377"/>
                                  </p:stCondLst>
                                  <p:childTnLst>
                                    <p:animEffect transition="out" filter="fade">
                                      <p:cBhvr>
                                        <p:cTn id="203" dur="220"/>
                                        <p:tgtEl>
                                          <p:spTgt spid="20"/>
                                        </p:tgtEl>
                                      </p:cBhvr>
                                    </p:animEffect>
                                    <p:set>
                                      <p:cBhvr>
                                        <p:cTn id="204" dur="1" fill="hold">
                                          <p:stCondLst>
                                            <p:cond delay="219"/>
                                          </p:stCondLst>
                                        </p:cTn>
                                        <p:tgtEl>
                                          <p:spTgt spid="20"/>
                                        </p:tgtEl>
                                        <p:attrNameLst>
                                          <p:attrName>style.visibility</p:attrName>
                                        </p:attrNameLst>
                                      </p:cBhvr>
                                      <p:to>
                                        <p:strVal val="hidden"/>
                                      </p:to>
                                    </p:set>
                                  </p:childTnLst>
                                </p:cTn>
                              </p:par>
                              <p:par>
                                <p:cTn id="208" presetID="10" presetClass="entr" presetSubtype="0" fill="hold" grpId="0" nodeType="withEffect">
                                  <p:stCondLst>
                                    <p:cond delay="38397"/>
                                  </p:stCondLst>
                                  <p:childTnLst>
                                    <p:set>
                                      <p:cBhvr>
                                        <p:cTn id="206" dur="1" fill="hold">
                                          <p:stCondLst>
                                            <p:cond delay="0"/>
                                          </p:stCondLst>
                                        </p:cTn>
                                        <p:tgtEl>
                                          <p:spTgt spid="21"/>
                                        </p:tgtEl>
                                        <p:attrNameLst>
                                          <p:attrName>style.visibility</p:attrName>
                                        </p:attrNameLst>
                                      </p:cBhvr>
                                      <p:to>
                                        <p:strVal val="visible"/>
                                      </p:to>
                                    </p:set>
                                    <p:animEffect transition="in" filter="fade">
                                      <p:cBhvr>
                                        <p:cTn id="207" dur="220"/>
                                        <p:tgtEl>
                                          <p:spTgt spid="21"/>
                                        </p:tgtEl>
                                      </p:cBhvr>
                                    </p:animEffect>
                                  </p:childTnLst>
                                </p:cTn>
                              </p:par>
                              <p:par>
                                <p:cTn id="211" presetID="10" presetClass="exit" presetSubtype="0" fill="hold" grpId="1" nodeType="withEffect">
                                  <p:stCondLst>
                                    <p:cond delay="38416"/>
                                  </p:stCondLst>
                                  <p:childTnLst>
                                    <p:animEffect transition="out" filter="fade">
                                      <p:cBhvr>
                                        <p:cTn id="209" dur="220"/>
                                        <p:tgtEl>
                                          <p:spTgt spid="23"/>
                                        </p:tgtEl>
                                      </p:cBhvr>
                                    </p:animEffect>
                                    <p:set>
                                      <p:cBhvr>
                                        <p:cTn id="210" dur="1" fill="hold">
                                          <p:stCondLst>
                                            <p:cond delay="219"/>
                                          </p:stCondLst>
                                        </p:cTn>
                                        <p:tgtEl>
                                          <p:spTgt spid="23"/>
                                        </p:tgtEl>
                                        <p:attrNameLst>
                                          <p:attrName>style.visibility</p:attrName>
                                        </p:attrNameLst>
                                      </p:cBhvr>
                                      <p:to>
                                        <p:strVal val="hidden"/>
                                      </p:to>
                                    </p:set>
                                  </p:childTnLst>
                                </p:cTn>
                              </p:par>
                              <p:par>
                                <p:cTn id="214" presetID="10" presetClass="entr" presetSubtype="0" fill="hold" grpId="0" nodeType="withEffect">
                                  <p:stCondLst>
                                    <p:cond delay="38436"/>
                                  </p:stCondLst>
                                  <p:childTnLst>
                                    <p:set>
                                      <p:cBhvr>
                                        <p:cTn id="212" dur="1" fill="hold">
                                          <p:stCondLst>
                                            <p:cond delay="0"/>
                                          </p:stCondLst>
                                        </p:cTn>
                                        <p:tgtEl>
                                          <p:spTgt spid="24"/>
                                        </p:tgtEl>
                                        <p:attrNameLst>
                                          <p:attrName>style.visibility</p:attrName>
                                        </p:attrNameLst>
                                      </p:cBhvr>
                                      <p:to>
                                        <p:strVal val="visible"/>
                                      </p:to>
                                    </p:set>
                                    <p:animEffect transition="in" filter="fade">
                                      <p:cBhvr>
                                        <p:cTn id="213" dur="220"/>
                                        <p:tgtEl>
                                          <p:spTgt spid="24"/>
                                        </p:tgtEl>
                                      </p:cBhvr>
                                    </p:animEffect>
                                  </p:childTnLst>
                                </p:cTn>
                              </p:par>
                              <p:par>
                                <p:cTn id="218" presetID="2" presetClass="entr" presetSubtype="8" fill="hold" grpId="0" nodeType="withEffect">
                                  <p:stCondLst>
                                    <p:cond delay="38455"/>
                                  </p:stCondLst>
                                  <p:childTnLst>
                                    <p:set>
                                      <p:cBhvr>
                                        <p:cTn id="215" dur="1" fill="hold">
                                          <p:stCondLst>
                                            <p:cond delay="0"/>
                                          </p:stCondLst>
                                        </p:cTn>
                                        <p:tgtEl>
                                          <p:spTgt spid="16"/>
                                        </p:tgtEl>
                                        <p:attrNameLst>
                                          <p:attrName>style.visibility</p:attrName>
                                        </p:attrNameLst>
                                      </p:cBhvr>
                                      <p:to>
                                        <p:strVal val="visible"/>
                                      </p:to>
                                    </p:set>
                                    <p:anim calcmode="lin" valueType="num">
                                      <p:cBhvr additive="base">
                                        <p:cTn id="216" dur="600" fill="hold"/>
                                        <p:tgtEl>
                                          <p:spTgt spid="16"/>
                                        </p:tgtEl>
                                        <p:attrNameLst>
                                          <p:attrName>ppt_x</p:attrName>
                                        </p:attrNameLst>
                                      </p:cBhvr>
                                      <p:tavLst>
                                        <p:tav tm="0">
                                          <p:val>
                                            <p:strVal val="0-#ppt_w/2"/>
                                          </p:val>
                                        </p:tav>
                                        <p:tav tm="100000">
                                          <p:val>
                                            <p:strVal val="#ppt_x"/>
                                          </p:val>
                                        </p:tav>
                                      </p:tavLst>
                                    </p:anim>
                                    <p:anim calcmode="lin" valueType="num">
                                      <p:cBhvr additive="base">
                                        <p:cTn id="217" dur="600" fill="hold"/>
                                        <p:tgtEl>
                                          <p:spTgt spid="16"/>
                                        </p:tgtEl>
                                        <p:attrNameLst>
                                          <p:attrName>ppt_y</p:attrName>
                                        </p:attrNameLst>
                                      </p:cBhvr>
                                      <p:tavLst>
                                        <p:tav tm="0">
                                          <p:val>
                                            <p:strVal val="#ppt_y"/>
                                          </p:val>
                                        </p:tav>
                                        <p:tav tm="100000">
                                          <p:val>
                                            <p:strVal val="#ppt_y"/>
                                          </p:val>
                                        </p:tav>
                                      </p:tavLst>
                                    </p:anim>
                                  </p:childTnLst>
                                </p:cTn>
                              </p:par>
                              <p:par>
                                <p:cTn id="223" presetID="42" presetClass="entr" presetSubtype="0" fill="hold" grpId="0" nodeType="withEffect">
                                  <p:stCondLst>
                                    <p:cond delay="38475"/>
                                  </p:stCondLst>
                                  <p:childTnLst>
                                    <p:set>
                                      <p:cBhvr>
                                        <p:cTn id="219" dur="1" fill="hold">
                                          <p:stCondLst>
                                            <p:cond delay="0"/>
                                          </p:stCondLst>
                                        </p:cTn>
                                        <p:tgtEl>
                                          <p:spTgt spid="44"/>
                                        </p:tgtEl>
                                        <p:attrNameLst>
                                          <p:attrName>style.visibility</p:attrName>
                                        </p:attrNameLst>
                                      </p:cBhvr>
                                      <p:to>
                                        <p:strVal val="visible"/>
                                      </p:to>
                                    </p:set>
                                    <p:animEffect transition="in" filter="fade">
                                      <p:cBhvr>
                                        <p:cTn id="220" dur="300"/>
                                        <p:tgtEl>
                                          <p:spTgt spid="44"/>
                                        </p:tgtEl>
                                      </p:cBhvr>
                                    </p:animEffect>
                                    <p:anim calcmode="lin" valueType="num">
                                      <p:cBhvr additive="base">
                                        <p:cTn id="221" dur="300" fill="hold"/>
                                        <p:tgtEl>
                                          <p:spTgt spid="44"/>
                                        </p:tgtEl>
                                        <p:attrNameLst>
                                          <p:attrName>ppt_x</p:attrName>
                                        </p:attrNameLst>
                                      </p:cBhvr>
                                      <p:tavLst>
                                        <p:tav tm="0">
                                          <p:val>
                                            <p:strVal val="#ppt_x-.05"/>
                                          </p:val>
                                        </p:tav>
                                        <p:tav tm="100000">
                                          <p:val>
                                            <p:strVal val="#ppt_x"/>
                                          </p:val>
                                        </p:tav>
                                      </p:tavLst>
                                    </p:anim>
                                    <p:anim calcmode="lin" valueType="num">
                                      <p:cBhvr additive="base">
                                        <p:cTn id="222" dur="300" fill="hold"/>
                                        <p:tgtEl>
                                          <p:spTgt spid="44"/>
                                        </p:tgtEl>
                                        <p:attrNameLst>
                                          <p:attrName>ppt_y</p:attrName>
                                        </p:attrNameLst>
                                      </p:cBhvr>
                                      <p:tavLst>
                                        <p:tav tm="0">
                                          <p:val>
                                            <p:strVal val="#ppt_y"/>
                                          </p:val>
                                        </p:tav>
                                        <p:tav tm="100000">
                                          <p:val>
                                            <p:strVal val="#ppt_y"/>
                                          </p:val>
                                        </p:tav>
                                      </p:tavLst>
                                    </p:anim>
                                  </p:childTnLst>
                                </p:cTn>
                              </p:par>
                              <p:par>
                                <p:cTn id="226" presetID="10" presetClass="entr" presetSubtype="0" fill="hold" grpId="0" nodeType="withEffect">
                                  <p:stCondLst>
                                    <p:cond delay="38494"/>
                                  </p:stCondLst>
                                  <p:childTnLst>
                                    <p:set>
                                      <p:cBhvr>
                                        <p:cTn id="224" dur="1" fill="hold">
                                          <p:stCondLst>
                                            <p:cond delay="0"/>
                                          </p:stCondLst>
                                        </p:cTn>
                                        <p:tgtEl>
                                          <p:spTgt spid="45"/>
                                        </p:tgtEl>
                                        <p:attrNameLst>
                                          <p:attrName>style.visibility</p:attrName>
                                        </p:attrNameLst>
                                      </p:cBhvr>
                                      <p:to>
                                        <p:strVal val="visible"/>
                                      </p:to>
                                    </p:set>
                                    <p:animEffect transition="in" filter="fade">
                                      <p:cBhvr>
                                        <p:cTn id="225" dur="200"/>
                                        <p:tgtEl>
                                          <p:spTgt spid="45"/>
                                        </p:tgtEl>
                                      </p:cBhvr>
                                    </p:animEffect>
                                  </p:childTnLst>
                                </p:cTn>
                              </p:par>
                              <p:par>
                                <p:cTn id="231" presetID="53" presetClass="entr" presetSubtype="32" fill="hold" grpId="0" nodeType="withEffect">
                                  <p:stCondLst>
                                    <p:cond delay="38513"/>
                                  </p:stCondLst>
                                  <p:childTnLst>
                                    <p:set>
                                      <p:cBhvr>
                                        <p:cTn id="227" dur="1" fill="hold">
                                          <p:stCondLst>
                                            <p:cond delay="0"/>
                                          </p:stCondLst>
                                        </p:cTn>
                                        <p:tgtEl>
                                          <p:spTgt spid="17"/>
                                        </p:tgtEl>
                                        <p:attrNameLst>
                                          <p:attrName>style.visibility</p:attrName>
                                        </p:attrNameLst>
                                      </p:cBhvr>
                                      <p:to>
                                        <p:strVal val="visible"/>
                                      </p:to>
                                    </p:set>
                                    <p:anim calcmode="lin" valueType="num">
                                      <p:cBhvr additive="base">
                                        <p:cTn id="228" dur="400" fill="hold"/>
                                        <p:tgtEl>
                                          <p:spTgt spid="17"/>
                                        </p:tgtEl>
                                        <p:attrNameLst>
                                          <p:attrName>ppt_w</p:attrName>
                                        </p:attrNameLst>
                                      </p:cBhvr>
                                      <p:tavLst>
                                        <p:tav tm="0">
                                          <p:val>
                                            <p:strVal val="#ppt_w*2.4"/>
                                          </p:val>
                                        </p:tav>
                                        <p:tav tm="100000">
                                          <p:val>
                                            <p:strVal val="#ppt_w"/>
                                          </p:val>
                                        </p:tav>
                                      </p:tavLst>
                                    </p:anim>
                                    <p:anim calcmode="lin" valueType="num">
                                      <p:cBhvr additive="base">
                                        <p:cTn id="229" dur="400" fill="hold"/>
                                        <p:tgtEl>
                                          <p:spTgt spid="17"/>
                                        </p:tgtEl>
                                        <p:attrNameLst>
                                          <p:attrName>ppt_h</p:attrName>
                                        </p:attrNameLst>
                                      </p:cBhvr>
                                      <p:tavLst>
                                        <p:tav tm="0">
                                          <p:val>
                                            <p:strVal val="#ppt_h*2.4"/>
                                          </p:val>
                                        </p:tav>
                                        <p:tav tm="100000">
                                          <p:val>
                                            <p:strVal val="#ppt_h"/>
                                          </p:val>
                                        </p:tav>
                                      </p:tavLst>
                                    </p:anim>
                                    <p:animEffect transition="in" filter="fade">
                                      <p:cBhvr>
                                        <p:cTn id="230" dur="400"/>
                                        <p:tgtEl>
                                          <p:spTgt spid="17"/>
                                        </p:tgtEl>
                                      </p:cBhvr>
                                    </p:animEffect>
                                  </p:childTnLst>
                                </p:cTn>
                              </p:par>
                              <p:par>
                                <p:cTn id="236" presetID="53" presetClass="entr" presetSubtype="32" fill="hold" grpId="0" nodeType="withEffect">
                                  <p:stCondLst>
                                    <p:cond delay="38533"/>
                                  </p:stCondLst>
                                  <p:childTnLst>
                                    <p:set>
                                      <p:cBhvr>
                                        <p:cTn id="232" dur="1" fill="hold">
                                          <p:stCondLst>
                                            <p:cond delay="0"/>
                                          </p:stCondLst>
                                        </p:cTn>
                                        <p:tgtEl>
                                          <p:spTgt spid="18"/>
                                        </p:tgtEl>
                                        <p:attrNameLst>
                                          <p:attrName>style.visibility</p:attrName>
                                        </p:attrNameLst>
                                      </p:cBhvr>
                                      <p:to>
                                        <p:strVal val="visible"/>
                                      </p:to>
                                    </p:set>
                                    <p:anim calcmode="lin" valueType="num">
                                      <p:cBhvr additive="base">
                                        <p:cTn id="233" dur="400" fill="hold"/>
                                        <p:tgtEl>
                                          <p:spTgt spid="18"/>
                                        </p:tgtEl>
                                        <p:attrNameLst>
                                          <p:attrName>ppt_w</p:attrName>
                                        </p:attrNameLst>
                                      </p:cBhvr>
                                      <p:tavLst>
                                        <p:tav tm="0">
                                          <p:val>
                                            <p:strVal val="#ppt_w*2.4"/>
                                          </p:val>
                                        </p:tav>
                                        <p:tav tm="100000">
                                          <p:val>
                                            <p:strVal val="#ppt_w"/>
                                          </p:val>
                                        </p:tav>
                                      </p:tavLst>
                                    </p:anim>
                                    <p:anim calcmode="lin" valueType="num">
                                      <p:cBhvr additive="base">
                                        <p:cTn id="234" dur="400" fill="hold"/>
                                        <p:tgtEl>
                                          <p:spTgt spid="18"/>
                                        </p:tgtEl>
                                        <p:attrNameLst>
                                          <p:attrName>ppt_h</p:attrName>
                                        </p:attrNameLst>
                                      </p:cBhvr>
                                      <p:tavLst>
                                        <p:tav tm="0">
                                          <p:val>
                                            <p:strVal val="#ppt_h*2.4"/>
                                          </p:val>
                                        </p:tav>
                                        <p:tav tm="100000">
                                          <p:val>
                                            <p:strVal val="#ppt_h"/>
                                          </p:val>
                                        </p:tav>
                                      </p:tavLst>
                                    </p:anim>
                                    <p:animEffect transition="in" filter="fade">
                                      <p:cBhvr>
                                        <p:cTn id="235" dur="400"/>
                                        <p:tgtEl>
                                          <p:spTgt spid="18"/>
                                        </p:tgtEl>
                                      </p:cBhvr>
                                    </p:animEffect>
                                  </p:childTnLst>
                                </p:cTn>
                              </p:par>
                              <p:par>
                                <p:cTn id="241" presetID="53" presetClass="entr" presetSubtype="16" fill="hold" grpId="0" nodeType="withEffect">
                                  <p:stCondLst>
                                    <p:cond delay="38552"/>
                                  </p:stCondLst>
                                  <p:childTnLst>
                                    <p:set>
                                      <p:cBhvr>
                                        <p:cTn id="237" dur="1" fill="hold">
                                          <p:stCondLst>
                                            <p:cond delay="0"/>
                                          </p:stCondLst>
                                        </p:cTn>
                                        <p:tgtEl>
                                          <p:spTgt spid="28"/>
                                        </p:tgtEl>
                                        <p:attrNameLst>
                                          <p:attrName>style.visibility</p:attrName>
                                        </p:attrNameLst>
                                      </p:cBhvr>
                                      <p:to>
                                        <p:strVal val="visible"/>
                                      </p:to>
                                    </p:set>
                                    <p:anim calcmode="lin" valueType="num">
                                      <p:cBhvr additive="base">
                                        <p:cTn id="238" dur="300" fill="hold"/>
                                        <p:tgtEl>
                                          <p:spTgt spid="28"/>
                                        </p:tgtEl>
                                        <p:attrNameLst>
                                          <p:attrName>ppt_w</p:attrName>
                                        </p:attrNameLst>
                                      </p:cBhvr>
                                      <p:tavLst>
                                        <p:tav tm="0">
                                          <p:val>
                                            <p:strVal val="0"/>
                                          </p:val>
                                        </p:tav>
                                        <p:tav tm="100000">
                                          <p:val>
                                            <p:strVal val="#ppt_w"/>
                                          </p:val>
                                        </p:tav>
                                      </p:tavLst>
                                    </p:anim>
                                    <p:anim calcmode="lin" valueType="num">
                                      <p:cBhvr additive="base">
                                        <p:cTn id="239" dur="300" fill="hold"/>
                                        <p:tgtEl>
                                          <p:spTgt spid="28"/>
                                        </p:tgtEl>
                                        <p:attrNameLst>
                                          <p:attrName>ppt_h</p:attrName>
                                        </p:attrNameLst>
                                      </p:cBhvr>
                                      <p:tavLst>
                                        <p:tav tm="0">
                                          <p:val>
                                            <p:strVal val="0"/>
                                          </p:val>
                                        </p:tav>
                                        <p:tav tm="100000">
                                          <p:val>
                                            <p:strVal val="#ppt_h"/>
                                          </p:val>
                                        </p:tav>
                                      </p:tavLst>
                                    </p:anim>
                                    <p:animEffect transition="in" filter="fade">
                                      <p:cBhvr>
                                        <p:cTn id="240" dur="300"/>
                                        <p:tgtEl>
                                          <p:spTgt spid="28"/>
                                        </p:tgtEl>
                                      </p:cBhvr>
                                    </p:animEffect>
                                  </p:childTnLst>
                                </p:cTn>
                              </p:par>
                              <p:par>
                                <p:cTn id="246" presetID="53" presetClass="entr" presetSubtype="16" fill="hold" grpId="0" nodeType="withEffect">
                                  <p:stCondLst>
                                    <p:cond delay="38572"/>
                                  </p:stCondLst>
                                  <p:childTnLst>
                                    <p:set>
                                      <p:cBhvr>
                                        <p:cTn id="242" dur="1" fill="hold">
                                          <p:stCondLst>
                                            <p:cond delay="0"/>
                                          </p:stCondLst>
                                        </p:cTn>
                                        <p:tgtEl>
                                          <p:spTgt spid="29"/>
                                        </p:tgtEl>
                                        <p:attrNameLst>
                                          <p:attrName>style.visibility</p:attrName>
                                        </p:attrNameLst>
                                      </p:cBhvr>
                                      <p:to>
                                        <p:strVal val="visible"/>
                                      </p:to>
                                    </p:set>
                                    <p:anim calcmode="lin" valueType="num">
                                      <p:cBhvr additive="base">
                                        <p:cTn id="243" dur="300" fill="hold"/>
                                        <p:tgtEl>
                                          <p:spTgt spid="29"/>
                                        </p:tgtEl>
                                        <p:attrNameLst>
                                          <p:attrName>ppt_w</p:attrName>
                                        </p:attrNameLst>
                                      </p:cBhvr>
                                      <p:tavLst>
                                        <p:tav tm="0">
                                          <p:val>
                                            <p:strVal val="0"/>
                                          </p:val>
                                        </p:tav>
                                        <p:tav tm="100000">
                                          <p:val>
                                            <p:strVal val="#ppt_w"/>
                                          </p:val>
                                        </p:tav>
                                      </p:tavLst>
                                    </p:anim>
                                    <p:anim calcmode="lin" valueType="num">
                                      <p:cBhvr additive="base">
                                        <p:cTn id="244" dur="300" fill="hold"/>
                                        <p:tgtEl>
                                          <p:spTgt spid="29"/>
                                        </p:tgtEl>
                                        <p:attrNameLst>
                                          <p:attrName>ppt_h</p:attrName>
                                        </p:attrNameLst>
                                      </p:cBhvr>
                                      <p:tavLst>
                                        <p:tav tm="0">
                                          <p:val>
                                            <p:strVal val="0"/>
                                          </p:val>
                                        </p:tav>
                                        <p:tav tm="100000">
                                          <p:val>
                                            <p:strVal val="#ppt_h"/>
                                          </p:val>
                                        </p:tav>
                                      </p:tavLst>
                                    </p:anim>
                                    <p:animEffect transition="in" filter="fade">
                                      <p:cBhvr>
                                        <p:cTn id="245" dur="300"/>
                                        <p:tgtEl>
                                          <p:spTgt spid="29"/>
                                        </p:tgtEl>
                                      </p:cBhvr>
                                    </p:animEffect>
                                  </p:childTnLst>
                                </p:cTn>
                              </p:par>
                              <p:par>
                                <p:cTn id="251" presetID="53" presetClass="entr" presetSubtype="16" fill="hold" grpId="0" nodeType="withEffect">
                                  <p:stCondLst>
                                    <p:cond delay="38591"/>
                                  </p:stCondLst>
                                  <p:childTnLst>
                                    <p:set>
                                      <p:cBhvr>
                                        <p:cTn id="247" dur="1" fill="hold">
                                          <p:stCondLst>
                                            <p:cond delay="0"/>
                                          </p:stCondLst>
                                        </p:cTn>
                                        <p:tgtEl>
                                          <p:spTgt spid="30"/>
                                        </p:tgtEl>
                                        <p:attrNameLst>
                                          <p:attrName>style.visibility</p:attrName>
                                        </p:attrNameLst>
                                      </p:cBhvr>
                                      <p:to>
                                        <p:strVal val="visible"/>
                                      </p:to>
                                    </p:set>
                                    <p:anim calcmode="lin" valueType="num">
                                      <p:cBhvr additive="base">
                                        <p:cTn id="248" dur="300" fill="hold"/>
                                        <p:tgtEl>
                                          <p:spTgt spid="30"/>
                                        </p:tgtEl>
                                        <p:attrNameLst>
                                          <p:attrName>ppt_w</p:attrName>
                                        </p:attrNameLst>
                                      </p:cBhvr>
                                      <p:tavLst>
                                        <p:tav tm="0">
                                          <p:val>
                                            <p:strVal val="0"/>
                                          </p:val>
                                        </p:tav>
                                        <p:tav tm="100000">
                                          <p:val>
                                            <p:strVal val="#ppt_w"/>
                                          </p:val>
                                        </p:tav>
                                      </p:tavLst>
                                    </p:anim>
                                    <p:anim calcmode="lin" valueType="num">
                                      <p:cBhvr additive="base">
                                        <p:cTn id="249" dur="300" fill="hold"/>
                                        <p:tgtEl>
                                          <p:spTgt spid="30"/>
                                        </p:tgtEl>
                                        <p:attrNameLst>
                                          <p:attrName>ppt_h</p:attrName>
                                        </p:attrNameLst>
                                      </p:cBhvr>
                                      <p:tavLst>
                                        <p:tav tm="0">
                                          <p:val>
                                            <p:strVal val="0"/>
                                          </p:val>
                                        </p:tav>
                                        <p:tav tm="100000">
                                          <p:val>
                                            <p:strVal val="#ppt_h"/>
                                          </p:val>
                                        </p:tav>
                                      </p:tavLst>
                                    </p:anim>
                                    <p:animEffect transition="in" filter="fade">
                                      <p:cBhvr>
                                        <p:cTn id="250" dur="300"/>
                                        <p:tgtEl>
                                          <p:spTgt spid="30"/>
                                        </p:tgtEl>
                                      </p:cBhvr>
                                    </p:animEffect>
                                  </p:childTnLst>
                                </p:cTn>
                              </p:par>
                              <p:par>
                                <p:cTn id="253" presetID="6" presetClass="emph" presetSubtype="0" fill="hold" grpId="1" nodeType="withEffect" autoRev="1" repeatCount="indefinite">
                                  <p:stCondLst>
                                    <p:cond delay="38611"/>
                                  </p:stCondLst>
                                  <p:childTnLst>
                                    <p:animScale>
                                      <p:cBhvr>
                                        <p:cTn id="252" dur="600" fill="hold"/>
                                        <p:tgtEl>
                                          <p:spTgt spid="28"/>
                                        </p:tgtEl>
                                      </p:cBhvr>
                                      <p:by x="125000" y="125000"/>
                                    </p:animScale>
                                  </p:childTnLst>
                                </p:cTn>
                              </p:par>
                              <p:par>
                                <p:cTn id="255" presetID="6" presetClass="emph" presetSubtype="0" fill="hold" grpId="1" nodeType="withEffect" autoRev="1" repeatCount="indefinite">
                                  <p:stCondLst>
                                    <p:cond delay="38630"/>
                                  </p:stCondLst>
                                  <p:childTnLst>
                                    <p:animScale>
                                      <p:cBhvr>
                                        <p:cTn id="254" dur="600" fill="hold"/>
                                        <p:tgtEl>
                                          <p:spTgt spid="29"/>
                                        </p:tgtEl>
                                      </p:cBhvr>
                                      <p:by x="125000" y="125000"/>
                                    </p:animScale>
                                  </p:childTnLst>
                                </p:cTn>
                              </p:par>
                              <p:par>
                                <p:cTn id="257" presetID="6" presetClass="emph" presetSubtype="0" fill="hold" grpId="1" nodeType="withEffect" autoRev="1" repeatCount="indefinite">
                                  <p:stCondLst>
                                    <p:cond delay="38650"/>
                                  </p:stCondLst>
                                  <p:childTnLst>
                                    <p:animScale>
                                      <p:cBhvr>
                                        <p:cTn id="256" dur="600" fill="hold"/>
                                        <p:tgtEl>
                                          <p:spTgt spid="30"/>
                                        </p:tgtEl>
                                      </p:cBhvr>
                                      <p:by x="125000" y="125000"/>
                                    </p:animScale>
                                  </p:childTnLst>
                                </p:cTn>
                              </p:par>
                              <p:par>
                                <p:cTn id="260" presetID="10" presetClass="exit" presetSubtype="0" fill="hold" grpId="1" nodeType="withEffect">
                                  <p:stCondLst>
                                    <p:cond delay="43565"/>
                                  </p:stCondLst>
                                  <p:childTnLst>
                                    <p:animEffect transition="out" filter="fade">
                                      <p:cBhvr>
                                        <p:cTn id="258" dur="200"/>
                                        <p:tgtEl>
                                          <p:spTgt spid="44"/>
                                        </p:tgtEl>
                                      </p:cBhvr>
                                    </p:animEffect>
                                    <p:set>
                                      <p:cBhvr>
                                        <p:cTn id="259" dur="1" fill="hold">
                                          <p:stCondLst>
                                            <p:cond delay="199"/>
                                          </p:stCondLst>
                                        </p:cTn>
                                        <p:tgtEl>
                                          <p:spTgt spid="44"/>
                                        </p:tgtEl>
                                        <p:attrNameLst>
                                          <p:attrName>style.visibility</p:attrName>
                                        </p:attrNameLst>
                                      </p:cBhvr>
                                      <p:to>
                                        <p:strVal val="hidden"/>
                                      </p:to>
                                    </p:set>
                                  </p:childTnLst>
                                </p:cTn>
                              </p:par>
                              <p:par>
                                <p:cTn id="263" presetID="10" presetClass="exit" presetSubtype="0" fill="hold" grpId="1" nodeType="withEffect">
                                  <p:stCondLst>
                                    <p:cond delay="43608"/>
                                  </p:stCondLst>
                                  <p:childTnLst>
                                    <p:animEffect transition="out" filter="fade">
                                      <p:cBhvr>
                                        <p:cTn id="261" dur="200"/>
                                        <p:tgtEl>
                                          <p:spTgt spid="45"/>
                                        </p:tgtEl>
                                      </p:cBhvr>
                                    </p:animEffect>
                                    <p:set>
                                      <p:cBhvr>
                                        <p:cTn id="262" dur="1" fill="hold">
                                          <p:stCondLst>
                                            <p:cond delay="199"/>
                                          </p:stCondLst>
                                        </p:cTn>
                                        <p:tgtEl>
                                          <p:spTgt spid="45"/>
                                        </p:tgtEl>
                                        <p:attrNameLst>
                                          <p:attrName>style.visibility</p:attrName>
                                        </p:attrNameLst>
                                      </p:cBhvr>
                                      <p:to>
                                        <p:strVal val="hidden"/>
                                      </p:to>
                                    </p:set>
                                  </p:childTnLst>
                                </p:cTn>
                              </p:par>
                              <p:par>
                                <p:cTn id="266" presetID="10" presetClass="exit" presetSubtype="0" fill="hold" grpId="1" nodeType="withEffect">
                                  <p:stCondLst>
                                    <p:cond delay="43652"/>
                                  </p:stCondLst>
                                  <p:childTnLst>
                                    <p:animEffect transition="out" filter="fade">
                                      <p:cBhvr>
                                        <p:cTn id="264" dur="220"/>
                                        <p:tgtEl>
                                          <p:spTgt spid="21"/>
                                        </p:tgtEl>
                                      </p:cBhvr>
                                    </p:animEffect>
                                    <p:set>
                                      <p:cBhvr>
                                        <p:cTn id="265" dur="1" fill="hold">
                                          <p:stCondLst>
                                            <p:cond delay="219"/>
                                          </p:stCondLst>
                                        </p:cTn>
                                        <p:tgtEl>
                                          <p:spTgt spid="21"/>
                                        </p:tgtEl>
                                        <p:attrNameLst>
                                          <p:attrName>style.visibility</p:attrName>
                                        </p:attrNameLst>
                                      </p:cBhvr>
                                      <p:to>
                                        <p:strVal val="hidden"/>
                                      </p:to>
                                    </p:set>
                                  </p:childTnLst>
                                </p:cTn>
                              </p:par>
                              <p:par>
                                <p:cTn id="269" presetID="10" presetClass="entr" presetSubtype="0" fill="hold" grpId="0" nodeType="withEffect">
                                  <p:stCondLst>
                                    <p:cond delay="43696"/>
                                  </p:stCondLst>
                                  <p:childTnLst>
                                    <p:set>
                                      <p:cBhvr>
                                        <p:cTn id="267" dur="1" fill="hold">
                                          <p:stCondLst>
                                            <p:cond delay="0"/>
                                          </p:stCondLst>
                                        </p:cTn>
                                        <p:tgtEl>
                                          <p:spTgt spid="22"/>
                                        </p:tgtEl>
                                        <p:attrNameLst>
                                          <p:attrName>style.visibility</p:attrName>
                                        </p:attrNameLst>
                                      </p:cBhvr>
                                      <p:to>
                                        <p:strVal val="visible"/>
                                      </p:to>
                                    </p:set>
                                    <p:animEffect transition="in" filter="fade">
                                      <p:cBhvr>
                                        <p:cTn id="268" dur="220"/>
                                        <p:tgtEl>
                                          <p:spTgt spid="22"/>
                                        </p:tgtEl>
                                      </p:cBhvr>
                                    </p:animEffect>
                                  </p:childTnLst>
                                </p:cTn>
                              </p:par>
                              <p:par>
                                <p:cTn id="274" presetID="42" presetClass="entr" presetSubtype="0" fill="hold" grpId="0" nodeType="withEffect">
                                  <p:stCondLst>
                                    <p:cond delay="43740"/>
                                  </p:stCondLst>
                                  <p:childTnLst>
                                    <p:set>
                                      <p:cBhvr>
                                        <p:cTn id="270" dur="1" fill="hold">
                                          <p:stCondLst>
                                            <p:cond delay="0"/>
                                          </p:stCondLst>
                                        </p:cTn>
                                        <p:tgtEl>
                                          <p:spTgt spid="46"/>
                                        </p:tgtEl>
                                        <p:attrNameLst>
                                          <p:attrName>style.visibility</p:attrName>
                                        </p:attrNameLst>
                                      </p:cBhvr>
                                      <p:to>
                                        <p:strVal val="visible"/>
                                      </p:to>
                                    </p:set>
                                    <p:animEffect transition="in" filter="fade">
                                      <p:cBhvr>
                                        <p:cTn id="271" dur="300"/>
                                        <p:tgtEl>
                                          <p:spTgt spid="46"/>
                                        </p:tgtEl>
                                      </p:cBhvr>
                                    </p:animEffect>
                                    <p:anim calcmode="lin" valueType="num">
                                      <p:cBhvr additive="base">
                                        <p:cTn id="272" dur="300" fill="hold"/>
                                        <p:tgtEl>
                                          <p:spTgt spid="46"/>
                                        </p:tgtEl>
                                        <p:attrNameLst>
                                          <p:attrName>ppt_x</p:attrName>
                                        </p:attrNameLst>
                                      </p:cBhvr>
                                      <p:tavLst>
                                        <p:tav tm="0">
                                          <p:val>
                                            <p:strVal val="#ppt_x-.05"/>
                                          </p:val>
                                        </p:tav>
                                        <p:tav tm="100000">
                                          <p:val>
                                            <p:strVal val="#ppt_x"/>
                                          </p:val>
                                        </p:tav>
                                      </p:tavLst>
                                    </p:anim>
                                    <p:anim calcmode="lin" valueType="num">
                                      <p:cBhvr additive="base">
                                        <p:cTn id="273" dur="300" fill="hold"/>
                                        <p:tgtEl>
                                          <p:spTgt spid="46"/>
                                        </p:tgtEl>
                                        <p:attrNameLst>
                                          <p:attrName>ppt_y</p:attrName>
                                        </p:attrNameLst>
                                      </p:cBhvr>
                                      <p:tavLst>
                                        <p:tav tm="0">
                                          <p:val>
                                            <p:strVal val="#ppt_y"/>
                                          </p:val>
                                        </p:tav>
                                        <p:tav tm="100000">
                                          <p:val>
                                            <p:strVal val="#ppt_y"/>
                                          </p:val>
                                        </p:tav>
                                      </p:tavLst>
                                    </p:anim>
                                  </p:childTnLst>
                                </p:cTn>
                              </p:par>
                              <p:par>
                                <p:cTn id="279" presetID="53" presetClass="entr" presetSubtype="16" fill="hold" grpId="0" nodeType="withEffect">
                                  <p:stCondLst>
                                    <p:cond delay="43783"/>
                                  </p:stCondLst>
                                  <p:childTnLst>
                                    <p:set>
                                      <p:cBhvr>
                                        <p:cTn id="275" dur="1" fill="hold">
                                          <p:stCondLst>
                                            <p:cond delay="0"/>
                                          </p:stCondLst>
                                        </p:cTn>
                                        <p:tgtEl>
                                          <p:spTgt spid="26"/>
                                        </p:tgtEl>
                                        <p:attrNameLst>
                                          <p:attrName>style.visibility</p:attrName>
                                        </p:attrNameLst>
                                      </p:cBhvr>
                                      <p:to>
                                        <p:strVal val="visible"/>
                                      </p:to>
                                    </p:set>
                                    <p:anim calcmode="lin" valueType="num">
                                      <p:cBhvr additive="base">
                                        <p:cTn id="276" dur="300" fill="hold"/>
                                        <p:tgtEl>
                                          <p:spTgt spid="26"/>
                                        </p:tgtEl>
                                        <p:attrNameLst>
                                          <p:attrName>ppt_w</p:attrName>
                                        </p:attrNameLst>
                                      </p:cBhvr>
                                      <p:tavLst>
                                        <p:tav tm="0">
                                          <p:val>
                                            <p:strVal val="0"/>
                                          </p:val>
                                        </p:tav>
                                        <p:tav tm="100000">
                                          <p:val>
                                            <p:strVal val="#ppt_w"/>
                                          </p:val>
                                        </p:tav>
                                      </p:tavLst>
                                    </p:anim>
                                    <p:anim calcmode="lin" valueType="num">
                                      <p:cBhvr additive="base">
                                        <p:cTn id="277" dur="300" fill="hold"/>
                                        <p:tgtEl>
                                          <p:spTgt spid="26"/>
                                        </p:tgtEl>
                                        <p:attrNameLst>
                                          <p:attrName>ppt_h</p:attrName>
                                        </p:attrNameLst>
                                      </p:cBhvr>
                                      <p:tavLst>
                                        <p:tav tm="0">
                                          <p:val>
                                            <p:strVal val="0"/>
                                          </p:val>
                                        </p:tav>
                                        <p:tav tm="100000">
                                          <p:val>
                                            <p:strVal val="#ppt_h"/>
                                          </p:val>
                                        </p:tav>
                                      </p:tavLst>
                                    </p:anim>
                                    <p:animEffect transition="in" filter="fade">
                                      <p:cBhvr>
                                        <p:cTn id="278" dur="300"/>
                                        <p:tgtEl>
                                          <p:spTgt spid="26"/>
                                        </p:tgtEl>
                                      </p:cBhvr>
                                    </p:animEffect>
                                  </p:childTnLst>
                                </p:cTn>
                              </p:par>
                              <p:par>
                                <p:cTn id="282" presetID="10" presetClass="entr" presetSubtype="0" fill="hold" grpId="0" nodeType="withEffect">
                                  <p:stCondLst>
                                    <p:cond delay="43827"/>
                                  </p:stCondLst>
                                  <p:childTnLst>
                                    <p:set>
                                      <p:cBhvr>
                                        <p:cTn id="280" dur="1" fill="hold">
                                          <p:stCondLst>
                                            <p:cond delay="0"/>
                                          </p:stCondLst>
                                        </p:cTn>
                                        <p:tgtEl>
                                          <p:spTgt spid="47"/>
                                        </p:tgtEl>
                                        <p:attrNameLst>
                                          <p:attrName>style.visibility</p:attrName>
                                        </p:attrNameLst>
                                      </p:cBhvr>
                                      <p:to>
                                        <p:strVal val="visible"/>
                                      </p:to>
                                    </p:set>
                                    <p:animEffect transition="in" filter="fade">
                                      <p:cBhvr>
                                        <p:cTn id="281" dur="200"/>
                                        <p:tgtEl>
                                          <p:spTgt spid="47"/>
                                        </p:tgtEl>
                                      </p:cBhvr>
                                    </p:animEffect>
                                  </p:childTnLst>
                                </p:cTn>
                              </p:par>
                              <p:par>
                                <p:cTn id="285" presetID="10" presetClass="exit" presetSubtype="0" fill="hold" grpId="1" nodeType="withEffect">
                                  <p:stCondLst>
                                    <p:cond delay="43871"/>
                                  </p:stCondLst>
                                  <p:childTnLst>
                                    <p:animEffect transition="out" filter="fade">
                                      <p:cBhvr>
                                        <p:cTn id="283" dur="200"/>
                                        <p:tgtEl>
                                          <p:spTgt spid="43"/>
                                        </p:tgtEl>
                                      </p:cBhvr>
                                    </p:animEffect>
                                    <p:set>
                                      <p:cBhvr>
                                        <p:cTn id="284" dur="1" fill="hold">
                                          <p:stCondLst>
                                            <p:cond delay="199"/>
                                          </p:stCondLst>
                                        </p:cTn>
                                        <p:tgtEl>
                                          <p:spTgt spid="43"/>
                                        </p:tgtEl>
                                        <p:attrNameLst>
                                          <p:attrName>style.visibility</p:attrName>
                                        </p:attrNameLst>
                                      </p:cBhvr>
                                      <p:to>
                                        <p:strVal val="hidden"/>
                                      </p:to>
                                    </p:set>
                                  </p:childTnLst>
                                </p:cTn>
                              </p:par>
                              <p:par>
                                <p:cTn id="288" presetID="22" presetClass="entr" presetSubtype="8" fill="hold" grpId="0" nodeType="withEffect">
                                  <p:stCondLst>
                                    <p:cond delay="43915"/>
                                  </p:stCondLst>
                                  <p:childTnLst>
                                    <p:set>
                                      <p:cBhvr>
                                        <p:cTn id="286" dur="1" fill="hold">
                                          <p:stCondLst>
                                            <p:cond delay="0"/>
                                          </p:stCondLst>
                                        </p:cTn>
                                        <p:tgtEl>
                                          <p:spTgt spid="48"/>
                                        </p:tgtEl>
                                        <p:attrNameLst>
                                          <p:attrName>style.visibility</p:attrName>
                                        </p:attrNameLst>
                                      </p:cBhvr>
                                      <p:to>
                                        <p:strVal val="visible"/>
                                      </p:to>
                                    </p:set>
                                    <p:animEffect transition="in" filter="wipe(left)">
                                      <p:cBhvr>
                                        <p:cTn id="287" dur="6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32" grpId="1" animBg="1"/>
      <p:bldP spid="6" grpId="0"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42" grpId="1" animBg="1"/>
      <p:bldP spid="15" grpId="0"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6" fill="hold">
                      <p:stCondLst>
                        <p:cond delay="indefinite"/>
                        <p:cond evt="onBegin" delay="0">
                          <p:tn val="2"/>
                        </p:cond>
                      </p:stCondLst>
                      <p:childTnLst>
                        <p:par>
                          <p:cTn id="29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350"/>
                                        <p:tgtEl>
                                          <p:spTgt spid="30"/>
                                        </p:tgtEl>
                                      </p:cBhvr>
                                    </p:animEffect>
                                    <p:anim calcmode="lin" valueType="num">
                                      <p:cBhvr additive="base">
                                        <p:cTn id="10" dur="350" fill="hold"/>
                                        <p:tgtEl>
                                          <p:spTgt spid="30"/>
                                        </p:tgtEl>
                                        <p:attrNameLst>
                                          <p:attrName>ppt_x</p:attrName>
                                        </p:attrNameLst>
                                      </p:cBhvr>
                                      <p:tavLst>
                                        <p:tav tm="0">
                                          <p:val>
                                            <p:strVal val="#ppt_x-.05"/>
                                          </p:val>
                                        </p:tav>
                                        <p:tav tm="100000">
                                          <p:val>
                                            <p:strVal val="#ppt_x"/>
                                          </p:val>
                                        </p:tav>
                                      </p:tavLst>
                                    </p:anim>
                                    <p:anim calcmode="lin" valueType="num">
                                      <p:cBhvr additive="base">
                                        <p:cTn id="11" dur="350" fill="hold"/>
                                        <p:tgtEl>
                                          <p:spTgt spid="30"/>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0"/>
                                        </p:tgtEl>
                                      </p:cBhvr>
                                    </p:animEffect>
                                    <p:set>
                                      <p:cBhvr>
                                        <p:cTn id="19" dur="1" fill="hold">
                                          <p:stCondLst>
                                            <p:cond delay="249"/>
                                          </p:stCondLst>
                                        </p:cTn>
                                        <p:tgtEl>
                                          <p:spTgt spid="30"/>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35"/>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500"/>
                                        <p:tgtEl>
                                          <p:spTgt spid="29"/>
                                        </p:tgtEl>
                                      </p:cBhvr>
                                    </p:animEffect>
                                    <p:anim calcmode="lin" valueType="num">
                                      <p:cBhvr additive="base">
                                        <p:cTn id="26" dur="500" fill="hold"/>
                                        <p:tgtEl>
                                          <p:spTgt spid="29"/>
                                        </p:tgtEl>
                                        <p:attrNameLst>
                                          <p:attrName>ppt_x</p:attrName>
                                        </p:attrNameLst>
                                      </p:cBhvr>
                                      <p:tavLst>
                                        <p:tav tm="0">
                                          <p:val>
                                            <p:strVal val="#ppt_x"/>
                                          </p:val>
                                        </p:tav>
                                        <p:tav tm="100000">
                                          <p:val>
                                            <p:strVal val="#ppt_x"/>
                                          </p:val>
                                        </p:tav>
                                      </p:tavLst>
                                    </p:anim>
                                    <p:anim calcmode="lin" valueType="num">
                                      <p:cBhvr additive="base">
                                        <p:cTn id="27" dur="500" fill="hold"/>
                                        <p:tgtEl>
                                          <p:spTgt spid="29"/>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970"/>
                                  </p:stCondLst>
                                  <p:childTnLst>
                                    <p:set>
                                      <p:cBhvr>
                                        <p:cTn id="29" dur="1" fill="hold">
                                          <p:stCondLst>
                                            <p:cond delay="0"/>
                                          </p:stCondLst>
                                        </p:cTn>
                                        <p:tgtEl>
                                          <p:spTgt spid="31"/>
                                        </p:tgtEl>
                                        <p:attrNameLst>
                                          <p:attrName>style.visibility</p:attrName>
                                        </p:attrNameLst>
                                      </p:cBhvr>
                                      <p:to>
                                        <p:strVal val="visible"/>
                                      </p:to>
                                    </p:set>
                                    <p:animEffect transition="in" filter="fade">
                                      <p:cBhvr>
                                        <p:cTn id="30" dur="400"/>
                                        <p:tgtEl>
                                          <p:spTgt spid="31"/>
                                        </p:tgtEl>
                                      </p:cBhvr>
                                    </p:animEffect>
                                    <p:anim calcmode="lin" valueType="num">
                                      <p:cBhvr additive="base">
                                        <p:cTn id="31" dur="400" fill="hold"/>
                                        <p:tgtEl>
                                          <p:spTgt spid="31"/>
                                        </p:tgtEl>
                                        <p:attrNameLst>
                                          <p:attrName>ppt_x</p:attrName>
                                        </p:attrNameLst>
                                      </p:cBhvr>
                                      <p:tavLst>
                                        <p:tav tm="0">
                                          <p:val>
                                            <p:strVal val="#ppt_x-.05"/>
                                          </p:val>
                                        </p:tav>
                                        <p:tav tm="100000">
                                          <p:val>
                                            <p:strVal val="#ppt_x"/>
                                          </p:val>
                                        </p:tav>
                                      </p:tavLst>
                                    </p:anim>
                                    <p:anim calcmode="lin" valueType="num">
                                      <p:cBhvr additive="base">
                                        <p:cTn id="32" dur="400" fill="hold"/>
                                        <p:tgtEl>
                                          <p:spTgt spid="31"/>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05"/>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anim calcmode="lin" valueType="num">
                                      <p:cBhvr additive="base">
                                        <p:cTn id="36" dur="500" fill="hold"/>
                                        <p:tgtEl>
                                          <p:spTgt spid="20"/>
                                        </p:tgtEl>
                                        <p:attrNameLst>
                                          <p:attrName>ppt_x</p:attrName>
                                        </p:attrNameLst>
                                      </p:cBhvr>
                                      <p:tavLst>
                                        <p:tav tm="0">
                                          <p:val>
                                            <p:strVal val="#ppt_x-.05"/>
                                          </p:val>
                                        </p:tav>
                                        <p:tav tm="100000">
                                          <p:val>
                                            <p:strVal val="#ppt_x"/>
                                          </p:val>
                                        </p:tav>
                                      </p:tavLst>
                                    </p:anim>
                                    <p:anim calcmode="lin" valueType="num">
                                      <p:cBhvr additive="base">
                                        <p:cTn id="37" dur="500" fill="hold"/>
                                        <p:tgtEl>
                                          <p:spTgt spid="20"/>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04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500"/>
                                        <p:tgtEl>
                                          <p:spTgt spid="21"/>
                                        </p:tgtEl>
                                      </p:cBhvr>
                                    </p:animEffect>
                                    <p:anim calcmode="lin" valueType="num">
                                      <p:cBhvr additive="base">
                                        <p:cTn id="41" dur="500" fill="hold"/>
                                        <p:tgtEl>
                                          <p:spTgt spid="21"/>
                                        </p:tgtEl>
                                        <p:attrNameLst>
                                          <p:attrName>ppt_x</p:attrName>
                                        </p:attrNameLst>
                                      </p:cBhvr>
                                      <p:tavLst>
                                        <p:tav tm="0">
                                          <p:val>
                                            <p:strVal val="#ppt_x-.05"/>
                                          </p:val>
                                        </p:tav>
                                        <p:tav tm="100000">
                                          <p:val>
                                            <p:strVal val="#ppt_x"/>
                                          </p:val>
                                        </p:tav>
                                      </p:tavLst>
                                    </p:anim>
                                    <p:anim calcmode="lin" valueType="num">
                                      <p:cBhvr additive="base">
                                        <p:cTn id="42" dur="500" fill="hold"/>
                                        <p:tgtEl>
                                          <p:spTgt spid="21"/>
                                        </p:tgtEl>
                                        <p:attrNameLst>
                                          <p:attrName>ppt_y</p:attrName>
                                        </p:attrNameLst>
                                      </p:cBhvr>
                                      <p:tavLst>
                                        <p:tav tm="0">
                                          <p:val>
                                            <p:strVal val="#ppt_y"/>
                                          </p:val>
                                        </p:tav>
                                        <p:tav tm="100000">
                                          <p:val>
                                            <p:strVal val="#ppt_y"/>
                                          </p:val>
                                        </p:tav>
                                      </p:tavLst>
                                    </p:anim>
                                  </p:childTnLst>
                                </p:cTn>
                              </p:par>
                              <p:par>
                                <p:cTn id="48" presetID="42" presetClass="entr" presetSubtype="0" fill="hold" grpId="0" nodeType="withEffect">
                                  <p:stCondLst>
                                    <p:cond delay="1075"/>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500"/>
                                        <p:tgtEl>
                                          <p:spTgt spid="24"/>
                                        </p:tgtEl>
                                      </p:cBhvr>
                                    </p:animEffect>
                                    <p:anim calcmode="lin" valueType="num">
                                      <p:cBhvr additive="base">
                                        <p:cTn id="46" dur="500" fill="hold"/>
                                        <p:tgtEl>
                                          <p:spTgt spid="24"/>
                                        </p:tgtEl>
                                        <p:attrNameLst>
                                          <p:attrName>ppt_x</p:attrName>
                                        </p:attrNameLst>
                                      </p:cBhvr>
                                      <p:tavLst>
                                        <p:tav tm="0">
                                          <p:val>
                                            <p:strVal val="#ppt_x+.05"/>
                                          </p:val>
                                        </p:tav>
                                        <p:tav tm="100000">
                                          <p:val>
                                            <p:strVal val="#ppt_x"/>
                                          </p:val>
                                        </p:tav>
                                      </p:tavLst>
                                    </p:anim>
                                    <p:anim calcmode="lin" valueType="num">
                                      <p:cBhvr additive="base">
                                        <p:cTn id="47" dur="500" fill="hold"/>
                                        <p:tgtEl>
                                          <p:spTgt spid="24"/>
                                        </p:tgtEl>
                                        <p:attrNameLst>
                                          <p:attrName>ppt_y</p:attrName>
                                        </p:attrNameLst>
                                      </p:cBhvr>
                                      <p:tavLst>
                                        <p:tav tm="0">
                                          <p:val>
                                            <p:strVal val="#ppt_y"/>
                                          </p:val>
                                        </p:tav>
                                        <p:tav tm="100000">
                                          <p:val>
                                            <p:strVal val="#ppt_y"/>
                                          </p:val>
                                        </p:tav>
                                      </p:tavLst>
                                    </p:anim>
                                  </p:childTnLst>
                                </p:cTn>
                              </p:par>
                              <p:par>
                                <p:cTn id="53" presetID="42" presetClass="entr" presetSubtype="0" fill="hold" grpId="0" nodeType="withEffect">
                                  <p:stCondLst>
                                    <p:cond delay="1110"/>
                                  </p:stCondLst>
                                  <p:childTnLst>
                                    <p:set>
                                      <p:cBhvr>
                                        <p:cTn id="49" dur="1" fill="hold">
                                          <p:stCondLst>
                                            <p:cond delay="0"/>
                                          </p:stCondLst>
                                        </p:cTn>
                                        <p:tgtEl>
                                          <p:spTgt spid="32"/>
                                        </p:tgtEl>
                                        <p:attrNameLst>
                                          <p:attrName>style.visibility</p:attrName>
                                        </p:attrNameLst>
                                      </p:cBhvr>
                                      <p:to>
                                        <p:strVal val="visible"/>
                                      </p:to>
                                    </p:set>
                                    <p:animEffect transition="in" filter="fade">
                                      <p:cBhvr>
                                        <p:cTn id="50" dur="300"/>
                                        <p:tgtEl>
                                          <p:spTgt spid="32"/>
                                        </p:tgtEl>
                                      </p:cBhvr>
                                    </p:animEffect>
                                    <p:anim calcmode="lin" valueType="num">
                                      <p:cBhvr additive="base">
                                        <p:cTn id="51" dur="300" fill="hold"/>
                                        <p:tgtEl>
                                          <p:spTgt spid="32"/>
                                        </p:tgtEl>
                                        <p:attrNameLst>
                                          <p:attrName>ppt_x</p:attrName>
                                        </p:attrNameLst>
                                      </p:cBhvr>
                                      <p:tavLst>
                                        <p:tav tm="0">
                                          <p:val>
                                            <p:strVal val="#ppt_x-.05"/>
                                          </p:val>
                                        </p:tav>
                                        <p:tav tm="100000">
                                          <p:val>
                                            <p:strVal val="#ppt_x"/>
                                          </p:val>
                                        </p:tav>
                                      </p:tavLst>
                                    </p:anim>
                                    <p:anim calcmode="lin" valueType="num">
                                      <p:cBhvr additive="base">
                                        <p:cTn id="52" dur="300" fill="hold"/>
                                        <p:tgtEl>
                                          <p:spTgt spid="32"/>
                                        </p:tgtEl>
                                        <p:attrNameLst>
                                          <p:attrName>ppt_y</p:attrName>
                                        </p:attrNameLst>
                                      </p:cBhvr>
                                      <p:tavLst>
                                        <p:tav tm="0">
                                          <p:val>
                                            <p:strVal val="#ppt_y"/>
                                          </p:val>
                                        </p:tav>
                                        <p:tav tm="100000">
                                          <p:val>
                                            <p:strVal val="#ppt_y"/>
                                          </p:val>
                                        </p:tav>
                                      </p:tavLst>
                                    </p:anim>
                                  </p:childTnLst>
                                </p:cTn>
                              </p:par>
                              <p:par>
                                <p:cTn id="56" presetID="10" presetClass="entr" presetSubtype="0" fill="hold" grpId="0" nodeType="withEffect">
                                  <p:stCondLst>
                                    <p:cond delay="1145"/>
                                  </p:stCondLst>
                                  <p:childTnLst>
                                    <p:set>
                                      <p:cBhvr>
                                        <p:cTn id="54" dur="1" fill="hold">
                                          <p:stCondLst>
                                            <p:cond delay="0"/>
                                          </p:stCondLst>
                                        </p:cTn>
                                        <p:tgtEl>
                                          <p:spTgt spid="33"/>
                                        </p:tgtEl>
                                        <p:attrNameLst>
                                          <p:attrName>style.visibility</p:attrName>
                                        </p:attrNameLst>
                                      </p:cBhvr>
                                      <p:to>
                                        <p:strVal val="visible"/>
                                      </p:to>
                                    </p:set>
                                    <p:animEffect transition="in" filter="fade">
                                      <p:cBhvr>
                                        <p:cTn id="55" dur="200"/>
                                        <p:tgtEl>
                                          <p:spTgt spid="33"/>
                                        </p:tgtEl>
                                      </p:cBhvr>
                                    </p:animEffect>
                                  </p:childTnLst>
                                </p:cTn>
                              </p:par>
                              <p:par>
                                <p:cTn id="61" presetID="53" presetClass="entr" presetSubtype="16" fill="hold" grpId="0" nodeType="withEffect">
                                  <p:stCondLst>
                                    <p:cond delay="118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300" fill="hold"/>
                                        <p:tgtEl>
                                          <p:spTgt spid="27"/>
                                        </p:tgtEl>
                                        <p:attrNameLst>
                                          <p:attrName>ppt_w</p:attrName>
                                        </p:attrNameLst>
                                      </p:cBhvr>
                                      <p:tavLst>
                                        <p:tav tm="0">
                                          <p:val>
                                            <p:strVal val="0"/>
                                          </p:val>
                                        </p:tav>
                                        <p:tav tm="100000">
                                          <p:val>
                                            <p:strVal val="#ppt_w"/>
                                          </p:val>
                                        </p:tav>
                                      </p:tavLst>
                                    </p:anim>
                                    <p:anim calcmode="lin" valueType="num">
                                      <p:cBhvr additive="base">
                                        <p:cTn id="59" dur="300" fill="hold"/>
                                        <p:tgtEl>
                                          <p:spTgt spid="27"/>
                                        </p:tgtEl>
                                        <p:attrNameLst>
                                          <p:attrName>ppt_h</p:attrName>
                                        </p:attrNameLst>
                                      </p:cBhvr>
                                      <p:tavLst>
                                        <p:tav tm="0">
                                          <p:val>
                                            <p:strVal val="0"/>
                                          </p:val>
                                        </p:tav>
                                        <p:tav tm="100000">
                                          <p:val>
                                            <p:strVal val="#ppt_h"/>
                                          </p:val>
                                        </p:tav>
                                      </p:tavLst>
                                    </p:anim>
                                    <p:animEffect transition="in" filter="fade">
                                      <p:cBhvr>
                                        <p:cTn id="60" dur="300"/>
                                        <p:tgtEl>
                                          <p:spTgt spid="27"/>
                                        </p:tgtEl>
                                      </p:cBhvr>
                                    </p:animEffect>
                                  </p:childTnLst>
                                </p:cTn>
                              </p:par>
                              <p:par>
                                <p:cTn id="63" presetID="8" presetClass="emph" presetSubtype="0" fill="hold" grpId="1" nodeType="withEffect" repeatCount="indefinite">
                                  <p:stCondLst>
                                    <p:cond delay="1215"/>
                                  </p:stCondLst>
                                  <p:childTnLst>
                                    <p:animRot by="21600000">
                                      <p:cBhvr>
                                        <p:cTn id="62" dur="1500" fill="hold"/>
                                        <p:tgtEl>
                                          <p:spTgt spid="27"/>
                                        </p:tgtEl>
                                        <p:attrNameLst>
                                          <p:attrName>r</p:attrName>
                                        </p:attrNameLst>
                                      </p:cBhvr>
                                    </p:animRot>
                                  </p:childTnLst>
                                </p:cTn>
                              </p:par>
                              <p:par>
                                <p:cTn id="68" presetID="53" presetClass="entr" presetSubtype="32" fill="hold" grpId="0" nodeType="withEffect">
                                  <p:stCondLst>
                                    <p:cond delay="1250"/>
                                  </p:stCondLst>
                                  <p:childTnLst>
                                    <p:set>
                                      <p:cBhvr>
                                        <p:cTn id="64" dur="1" fill="hold">
                                          <p:stCondLst>
                                            <p:cond delay="0"/>
                                          </p:stCondLst>
                                        </p:cTn>
                                        <p:tgtEl>
                                          <p:spTgt spid="26"/>
                                        </p:tgtEl>
                                        <p:attrNameLst>
                                          <p:attrName>style.visibility</p:attrName>
                                        </p:attrNameLst>
                                      </p:cBhvr>
                                      <p:to>
                                        <p:strVal val="visible"/>
                                      </p:to>
                                    </p:set>
                                    <p:anim calcmode="lin" valueType="num">
                                      <p:cBhvr additive="base">
                                        <p:cTn id="65" dur="450" fill="hold"/>
                                        <p:tgtEl>
                                          <p:spTgt spid="26"/>
                                        </p:tgtEl>
                                        <p:attrNameLst>
                                          <p:attrName>ppt_w</p:attrName>
                                        </p:attrNameLst>
                                      </p:cBhvr>
                                      <p:tavLst>
                                        <p:tav tm="0">
                                          <p:val>
                                            <p:strVal val="#ppt_w*2.4"/>
                                          </p:val>
                                        </p:tav>
                                        <p:tav tm="100000">
                                          <p:val>
                                            <p:strVal val="#ppt_w"/>
                                          </p:val>
                                        </p:tav>
                                      </p:tavLst>
                                    </p:anim>
                                    <p:anim calcmode="lin" valueType="num">
                                      <p:cBhvr additive="base">
                                        <p:cTn id="66" dur="450" fill="hold"/>
                                        <p:tgtEl>
                                          <p:spTgt spid="26"/>
                                        </p:tgtEl>
                                        <p:attrNameLst>
                                          <p:attrName>ppt_h</p:attrName>
                                        </p:attrNameLst>
                                      </p:cBhvr>
                                      <p:tavLst>
                                        <p:tav tm="0">
                                          <p:val>
                                            <p:strVal val="#ppt_h*2.4"/>
                                          </p:val>
                                        </p:tav>
                                        <p:tav tm="100000">
                                          <p:val>
                                            <p:strVal val="#ppt_h"/>
                                          </p:val>
                                        </p:tav>
                                      </p:tavLst>
                                    </p:anim>
                                    <p:animEffect transition="in" filter="fade">
                                      <p:cBhvr>
                                        <p:cTn id="67" dur="450"/>
                                        <p:tgtEl>
                                          <p:spTgt spid="26"/>
                                        </p:tgtEl>
                                      </p:cBhvr>
                                    </p:animEffect>
                                  </p:childTnLst>
                                </p:cTn>
                              </p:par>
                              <p:par>
                                <p:cTn id="71" presetID="10" presetClass="exit" presetSubtype="0" fill="hold" grpId="1" nodeType="withEffect">
                                  <p:stCondLst>
                                    <p:cond delay="19800"/>
                                  </p:stCondLst>
                                  <p:childTnLst>
                                    <p:animEffect transition="out" filter="fade">
                                      <p:cBhvr>
                                        <p:cTn id="69" dur="200"/>
                                        <p:tgtEl>
                                          <p:spTgt spid="31"/>
                                        </p:tgtEl>
                                      </p:cBhvr>
                                    </p:animEffect>
                                    <p:set>
                                      <p:cBhvr>
                                        <p:cTn id="70" dur="1" fill="hold">
                                          <p:stCondLst>
                                            <p:cond delay="199"/>
                                          </p:stCondLst>
                                        </p:cTn>
                                        <p:tgtEl>
                                          <p:spTgt spid="31"/>
                                        </p:tgtEl>
                                        <p:attrNameLst>
                                          <p:attrName>style.visibility</p:attrName>
                                        </p:attrNameLst>
                                      </p:cBhvr>
                                      <p:to>
                                        <p:strVal val="hidden"/>
                                      </p:to>
                                    </p:set>
                                  </p:childTnLst>
                                </p:cTn>
                              </p:par>
                              <p:par>
                                <p:cTn id="74" presetID="10" presetClass="exit" presetSubtype="0" fill="hold" grpId="1" nodeType="withEffect">
                                  <p:stCondLst>
                                    <p:cond delay="19829"/>
                                  </p:stCondLst>
                                  <p:childTnLst>
                                    <p:animEffect transition="out" filter="fade">
                                      <p:cBhvr>
                                        <p:cTn id="72" dur="250"/>
                                        <p:tgtEl>
                                          <p:spTgt spid="26"/>
                                        </p:tgtEl>
                                      </p:cBhvr>
                                    </p:animEffect>
                                    <p:set>
                                      <p:cBhvr>
                                        <p:cTn id="73" dur="1" fill="hold">
                                          <p:stCondLst>
                                            <p:cond delay="249"/>
                                          </p:stCondLst>
                                        </p:cTn>
                                        <p:tgtEl>
                                          <p:spTgt spid="26"/>
                                        </p:tgtEl>
                                        <p:attrNameLst>
                                          <p:attrName>style.visibility</p:attrName>
                                        </p:attrNameLst>
                                      </p:cBhvr>
                                      <p:to>
                                        <p:strVal val="hidden"/>
                                      </p:to>
                                    </p:set>
                                  </p:childTnLst>
                                </p:cTn>
                              </p:par>
                              <p:par>
                                <p:cTn id="77" presetID="10" presetClass="exit" presetSubtype="0" fill="hold" grpId="2" nodeType="withEffect">
                                  <p:stCondLst>
                                    <p:cond delay="19858"/>
                                  </p:stCondLst>
                                  <p:childTnLst>
                                    <p:animEffect transition="out" filter="fade">
                                      <p:cBhvr>
                                        <p:cTn id="75" dur="250"/>
                                        <p:tgtEl>
                                          <p:spTgt spid="27"/>
                                        </p:tgtEl>
                                      </p:cBhvr>
                                    </p:animEffect>
                                    <p:set>
                                      <p:cBhvr>
                                        <p:cTn id="76" dur="1" fill="hold">
                                          <p:stCondLst>
                                            <p:cond delay="249"/>
                                          </p:stCondLst>
                                        </p:cTn>
                                        <p:tgtEl>
                                          <p:spTgt spid="27"/>
                                        </p:tgtEl>
                                        <p:attrNameLst>
                                          <p:attrName>style.visibility</p:attrName>
                                        </p:attrNameLst>
                                      </p:cBhvr>
                                      <p:to>
                                        <p:strVal val="hidden"/>
                                      </p:to>
                                    </p:set>
                                  </p:childTnLst>
                                </p:cTn>
                              </p:par>
                              <p:par>
                                <p:cTn id="82" presetID="42" presetClass="entr" presetSubtype="0" fill="hold" grpId="0" nodeType="withEffect">
                                  <p:stCondLst>
                                    <p:cond delay="19887"/>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400"/>
                                        <p:tgtEl>
                                          <p:spTgt spid="34"/>
                                        </p:tgtEl>
                                      </p:cBhvr>
                                    </p:animEffect>
                                    <p:anim calcmode="lin" valueType="num">
                                      <p:cBhvr additive="base">
                                        <p:cTn id="80" dur="400" fill="hold"/>
                                        <p:tgtEl>
                                          <p:spTgt spid="34"/>
                                        </p:tgtEl>
                                        <p:attrNameLst>
                                          <p:attrName>ppt_x</p:attrName>
                                        </p:attrNameLst>
                                      </p:cBhvr>
                                      <p:tavLst>
                                        <p:tav tm="0">
                                          <p:val>
                                            <p:strVal val="#ppt_x-.05"/>
                                          </p:val>
                                        </p:tav>
                                        <p:tav tm="100000">
                                          <p:val>
                                            <p:strVal val="#ppt_x"/>
                                          </p:val>
                                        </p:tav>
                                      </p:tavLst>
                                    </p:anim>
                                    <p:anim calcmode="lin" valueType="num">
                                      <p:cBhvr additive="base">
                                        <p:cTn id="81" dur="400" fill="hold"/>
                                        <p:tgtEl>
                                          <p:spTgt spid="34"/>
                                        </p:tgtEl>
                                        <p:attrNameLst>
                                          <p:attrName>ppt_y</p:attrName>
                                        </p:attrNameLst>
                                      </p:cBhvr>
                                      <p:tavLst>
                                        <p:tav tm="0">
                                          <p:val>
                                            <p:strVal val="#ppt_y"/>
                                          </p:val>
                                        </p:tav>
                                        <p:tav tm="100000">
                                          <p:val>
                                            <p:strVal val="#ppt_y"/>
                                          </p:val>
                                        </p:tav>
                                      </p:tavLst>
                                    </p:anim>
                                  </p:childTnLst>
                                </p:cTn>
                              </p:par>
                              <p:par>
                                <p:cTn id="85" presetID="10" presetClass="exit" presetSubtype="0" fill="hold" grpId="1" nodeType="withEffect">
                                  <p:stCondLst>
                                    <p:cond delay="19916"/>
                                  </p:stCondLst>
                                  <p:childTnLst>
                                    <p:animEffect transition="out" filter="fade">
                                      <p:cBhvr>
                                        <p:cTn id="83" dur="200"/>
                                        <p:tgtEl>
                                          <p:spTgt spid="32"/>
                                        </p:tgtEl>
                                      </p:cBhvr>
                                    </p:animEffect>
                                    <p:set>
                                      <p:cBhvr>
                                        <p:cTn id="84" dur="1" fill="hold">
                                          <p:stCondLst>
                                            <p:cond delay="199"/>
                                          </p:stCondLst>
                                        </p:cTn>
                                        <p:tgtEl>
                                          <p:spTgt spid="32"/>
                                        </p:tgtEl>
                                        <p:attrNameLst>
                                          <p:attrName>style.visibility</p:attrName>
                                        </p:attrNameLst>
                                      </p:cBhvr>
                                      <p:to>
                                        <p:strVal val="hidden"/>
                                      </p:to>
                                    </p:set>
                                  </p:childTnLst>
                                </p:cTn>
                              </p:par>
                              <p:par>
                                <p:cTn id="88" presetID="10" presetClass="exit" presetSubtype="0" fill="hold" grpId="1" nodeType="withEffect">
                                  <p:stCondLst>
                                    <p:cond delay="19945"/>
                                  </p:stCondLst>
                                  <p:childTnLst>
                                    <p:animEffect transition="out" filter="fade">
                                      <p:cBhvr>
                                        <p:cTn id="86" dur="200"/>
                                        <p:tgtEl>
                                          <p:spTgt spid="33"/>
                                        </p:tgtEl>
                                      </p:cBhvr>
                                    </p:animEffect>
                                    <p:set>
                                      <p:cBhvr>
                                        <p:cTn id="87" dur="1" fill="hold">
                                          <p:stCondLst>
                                            <p:cond delay="199"/>
                                          </p:stCondLst>
                                        </p:cTn>
                                        <p:tgtEl>
                                          <p:spTgt spid="33"/>
                                        </p:tgtEl>
                                        <p:attrNameLst>
                                          <p:attrName>style.visibility</p:attrName>
                                        </p:attrNameLst>
                                      </p:cBhvr>
                                      <p:to>
                                        <p:strVal val="hidden"/>
                                      </p:to>
                                    </p:set>
                                  </p:childTnLst>
                                </p:cTn>
                              </p:par>
                              <p:par>
                                <p:cTn id="91" presetID="10" presetClass="entr" presetSubtype="0" fill="hold" grpId="0" nodeType="withEffect">
                                  <p:stCondLst>
                                    <p:cond delay="19975"/>
                                  </p:stCondLst>
                                  <p:childTnLst>
                                    <p:set>
                                      <p:cBhvr>
                                        <p:cTn id="89" dur="1" fill="hold">
                                          <p:stCondLst>
                                            <p:cond delay="0"/>
                                          </p:stCondLst>
                                        </p:cTn>
                                        <p:tgtEl>
                                          <p:spTgt spid="7"/>
                                        </p:tgtEl>
                                        <p:attrNameLst>
                                          <p:attrName>style.visibility</p:attrName>
                                        </p:attrNameLst>
                                      </p:cBhvr>
                                      <p:to>
                                        <p:strVal val="visible"/>
                                      </p:to>
                                    </p:set>
                                    <p:animEffect transition="in" filter="fade">
                                      <p:cBhvr>
                                        <p:cTn id="90" dur="600"/>
                                        <p:tgtEl>
                                          <p:spTgt spid="7"/>
                                        </p:tgtEl>
                                      </p:cBhvr>
                                    </p:animEffect>
                                  </p:childTnLst>
                                </p:cTn>
                              </p:par>
                              <p:par>
                                <p:cTn id="96" presetID="42" presetClass="entr" presetSubtype="0" fill="hold" grpId="0" nodeType="withEffect">
                                  <p:stCondLst>
                                    <p:cond delay="20004"/>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300"/>
                                        <p:tgtEl>
                                          <p:spTgt spid="35"/>
                                        </p:tgtEl>
                                      </p:cBhvr>
                                    </p:animEffect>
                                    <p:anim calcmode="lin" valueType="num">
                                      <p:cBhvr additive="base">
                                        <p:cTn id="94" dur="300" fill="hold"/>
                                        <p:tgtEl>
                                          <p:spTgt spid="35"/>
                                        </p:tgtEl>
                                        <p:attrNameLst>
                                          <p:attrName>ppt_x</p:attrName>
                                        </p:attrNameLst>
                                      </p:cBhvr>
                                      <p:tavLst>
                                        <p:tav tm="0">
                                          <p:val>
                                            <p:strVal val="#ppt_x-.05"/>
                                          </p:val>
                                        </p:tav>
                                        <p:tav tm="100000">
                                          <p:val>
                                            <p:strVal val="#ppt_x"/>
                                          </p:val>
                                        </p:tav>
                                      </p:tavLst>
                                    </p:anim>
                                    <p:anim calcmode="lin" valueType="num">
                                      <p:cBhvr additive="base">
                                        <p:cTn id="95" dur="300" fill="hold"/>
                                        <p:tgtEl>
                                          <p:spTgt spid="35"/>
                                        </p:tgtEl>
                                        <p:attrNameLst>
                                          <p:attrName>ppt_y</p:attrName>
                                        </p:attrNameLst>
                                      </p:cBhvr>
                                      <p:tavLst>
                                        <p:tav tm="0">
                                          <p:val>
                                            <p:strVal val="#ppt_y"/>
                                          </p:val>
                                        </p:tav>
                                        <p:tav tm="100000">
                                          <p:val>
                                            <p:strVal val="#ppt_y"/>
                                          </p:val>
                                        </p:tav>
                                      </p:tavLst>
                                    </p:anim>
                                  </p:childTnLst>
                                </p:cTn>
                              </p:par>
                              <p:par>
                                <p:cTn id="99" presetID="10" presetClass="entr" presetSubtype="0" fill="hold" grpId="0" nodeType="withEffect">
                                  <p:stCondLst>
                                    <p:cond delay="20033"/>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200"/>
                                        <p:tgtEl>
                                          <p:spTgt spid="36"/>
                                        </p:tgtEl>
                                      </p:cBhvr>
                                    </p:animEffect>
                                  </p:childTnLst>
                                </p:cTn>
                              </p:par>
                              <p:par>
                                <p:cTn id="104" presetID="42" presetClass="entr" presetSubtype="0" fill="hold" grpId="0" nodeType="withEffect">
                                  <p:stCondLst>
                                    <p:cond delay="20062"/>
                                  </p:stCondLst>
                                  <p:childTnLst>
                                    <p:set>
                                      <p:cBhvr>
                                        <p:cTn id="100" dur="1" fill="hold">
                                          <p:stCondLst>
                                            <p:cond delay="0"/>
                                          </p:stCondLst>
                                        </p:cTn>
                                        <p:tgtEl>
                                          <p:spTgt spid="10"/>
                                        </p:tgtEl>
                                        <p:attrNameLst>
                                          <p:attrName>style.visibility</p:attrName>
                                        </p:attrNameLst>
                                      </p:cBhvr>
                                      <p:to>
                                        <p:strVal val="visible"/>
                                      </p:to>
                                    </p:set>
                                    <p:animEffect transition="in" filter="fade">
                                      <p:cBhvr>
                                        <p:cTn id="101" dur="500"/>
                                        <p:tgtEl>
                                          <p:spTgt spid="10"/>
                                        </p:tgtEl>
                                      </p:cBhvr>
                                    </p:animEffect>
                                    <p:anim calcmode="lin" valueType="num">
                                      <p:cBhvr additive="base">
                                        <p:cTn id="102" dur="500" fill="hold"/>
                                        <p:tgtEl>
                                          <p:spTgt spid="10"/>
                                        </p:tgtEl>
                                        <p:attrNameLst>
                                          <p:attrName>ppt_x</p:attrName>
                                        </p:attrNameLst>
                                      </p:cBhvr>
                                      <p:tavLst>
                                        <p:tav tm="0">
                                          <p:val>
                                            <p:strVal val="#ppt_x"/>
                                          </p:val>
                                        </p:tav>
                                        <p:tav tm="100000">
                                          <p:val>
                                            <p:strVal val="#ppt_x"/>
                                          </p:val>
                                        </p:tav>
                                      </p:tavLst>
                                    </p:anim>
                                    <p:anim calcmode="lin" valueType="num">
                                      <p:cBhvr additive="base">
                                        <p:cTn id="103" dur="500" fill="hold"/>
                                        <p:tgtEl>
                                          <p:spTgt spid="10"/>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20091"/>
                                  </p:stCondLst>
                                  <p:childTnLst>
                                    <p:set>
                                      <p:cBhvr>
                                        <p:cTn id="105" dur="1" fill="hold">
                                          <p:stCondLst>
                                            <p:cond delay="0"/>
                                          </p:stCondLst>
                                        </p:cTn>
                                        <p:tgtEl>
                                          <p:spTgt spid="11"/>
                                        </p:tgtEl>
                                        <p:attrNameLst>
                                          <p:attrName>style.visibility</p:attrName>
                                        </p:attrNameLst>
                                      </p:cBhvr>
                                      <p:to>
                                        <p:strVal val="visible"/>
                                      </p:to>
                                    </p:set>
                                    <p:animEffect transition="in" filter="fade">
                                      <p:cBhvr>
                                        <p:cTn id="106" dur="500"/>
                                        <p:tgtEl>
                                          <p:spTgt spid="11"/>
                                        </p:tgtEl>
                                      </p:cBhvr>
                                    </p:animEffect>
                                    <p:anim calcmode="lin" valueType="num">
                                      <p:cBhvr additive="base">
                                        <p:cTn id="107" dur="500" fill="hold"/>
                                        <p:tgtEl>
                                          <p:spTgt spid="11"/>
                                        </p:tgtEl>
                                        <p:attrNameLst>
                                          <p:attrName>ppt_x</p:attrName>
                                        </p:attrNameLst>
                                      </p:cBhvr>
                                      <p:tavLst>
                                        <p:tav tm="0">
                                          <p:val>
                                            <p:strVal val="#ppt_x"/>
                                          </p:val>
                                        </p:tav>
                                        <p:tav tm="100000">
                                          <p:val>
                                            <p:strVal val="#ppt_x"/>
                                          </p:val>
                                        </p:tav>
                                      </p:tavLst>
                                    </p:anim>
                                    <p:anim calcmode="lin" valueType="num">
                                      <p:cBhvr additive="base">
                                        <p:cTn id="108" dur="500" fill="hold"/>
                                        <p:tgtEl>
                                          <p:spTgt spid="11"/>
                                        </p:tgtEl>
                                        <p:attrNameLst>
                                          <p:attrName>ppt_y</p:attrName>
                                        </p:attrNameLst>
                                      </p:cBhvr>
                                      <p:tavLst>
                                        <p:tav tm="0">
                                          <p:val>
                                            <p:strVal val="#ppt_y+.06"/>
                                          </p:val>
                                        </p:tav>
                                        <p:tav tm="100000">
                                          <p:val>
                                            <p:strVal val="#ppt_y"/>
                                          </p:val>
                                        </p:tav>
                                      </p:tavLst>
                                    </p:anim>
                                  </p:childTnLst>
                                </p:cTn>
                              </p:par>
                              <p:par>
                                <p:cTn id="113" presetID="2" presetClass="entr" presetSubtype="1" fill="hold" grpId="0" nodeType="withEffect">
                                  <p:stCondLst>
                                    <p:cond delay="20120"/>
                                  </p:stCondLst>
                                  <p:childTnLst>
                                    <p:set>
                                      <p:cBhvr>
                                        <p:cTn id="110" dur="1" fill="hold">
                                          <p:stCondLst>
                                            <p:cond delay="0"/>
                                          </p:stCondLst>
                                        </p:cTn>
                                        <p:tgtEl>
                                          <p:spTgt spid="12"/>
                                        </p:tgtEl>
                                        <p:attrNameLst>
                                          <p:attrName>style.visibility</p:attrName>
                                        </p:attrNameLst>
                                      </p:cBhvr>
                                      <p:to>
                                        <p:strVal val="visible"/>
                                      </p:to>
                                    </p:set>
                                    <p:anim calcmode="lin" valueType="num">
                                      <p:cBhvr additive="base">
                                        <p:cTn id="111" dur="600" fill="hold"/>
                                        <p:tgtEl>
                                          <p:spTgt spid="12"/>
                                        </p:tgtEl>
                                        <p:attrNameLst>
                                          <p:attrName>ppt_x</p:attrName>
                                        </p:attrNameLst>
                                      </p:cBhvr>
                                      <p:tavLst>
                                        <p:tav tm="0">
                                          <p:val>
                                            <p:strVal val="#ppt_x"/>
                                          </p:val>
                                        </p:tav>
                                        <p:tav tm="100000">
                                          <p:val>
                                            <p:strVal val="#ppt_x"/>
                                          </p:val>
                                        </p:tav>
                                      </p:tavLst>
                                    </p:anim>
                                    <p:anim calcmode="lin" valueType="num">
                                      <p:cBhvr additive="base">
                                        <p:cTn id="112" dur="600" fill="hold"/>
                                        <p:tgtEl>
                                          <p:spTgt spid="12"/>
                                        </p:tgtEl>
                                        <p:attrNameLst>
                                          <p:attrName>ppt_y</p:attrName>
                                        </p:attrNameLst>
                                      </p:cBhvr>
                                      <p:tavLst>
                                        <p:tav tm="0">
                                          <p:val>
                                            <p:strVal val="0-#ppt_h/2"/>
                                          </p:val>
                                        </p:tav>
                                        <p:tav tm="100000">
                                          <p:val>
                                            <p:strVal val="#ppt_y"/>
                                          </p:val>
                                        </p:tav>
                                      </p:tavLst>
                                    </p:anim>
                                  </p:childTnLst>
                                </p:cTn>
                              </p:par>
                              <p:par>
                                <p:cTn id="118" presetID="53" presetClass="entr" presetSubtype="16" fill="hold" grpId="0" nodeType="withEffect">
                                  <p:stCondLst>
                                    <p:cond delay="20150"/>
                                  </p:stCondLst>
                                  <p:childTnLst>
                                    <p:set>
                                      <p:cBhvr>
                                        <p:cTn id="114" dur="1" fill="hold">
                                          <p:stCondLst>
                                            <p:cond delay="0"/>
                                          </p:stCondLst>
                                        </p:cTn>
                                        <p:tgtEl>
                                          <p:spTgt spid="13"/>
                                        </p:tgtEl>
                                        <p:attrNameLst>
                                          <p:attrName>style.visibility</p:attrName>
                                        </p:attrNameLst>
                                      </p:cBhvr>
                                      <p:to>
                                        <p:strVal val="visible"/>
                                      </p:to>
                                    </p:set>
                                    <p:anim calcmode="lin" valueType="num">
                                      <p:cBhvr additive="base">
                                        <p:cTn id="115" dur="400" fill="hold"/>
                                        <p:tgtEl>
                                          <p:spTgt spid="13"/>
                                        </p:tgtEl>
                                        <p:attrNameLst>
                                          <p:attrName>ppt_w</p:attrName>
                                        </p:attrNameLst>
                                      </p:cBhvr>
                                      <p:tavLst>
                                        <p:tav tm="0">
                                          <p:val>
                                            <p:strVal val="0"/>
                                          </p:val>
                                        </p:tav>
                                        <p:tav tm="100000">
                                          <p:val>
                                            <p:strVal val="#ppt_w"/>
                                          </p:val>
                                        </p:tav>
                                      </p:tavLst>
                                    </p:anim>
                                    <p:anim calcmode="lin" valueType="num">
                                      <p:cBhvr additive="base">
                                        <p:cTn id="116" dur="400" fill="hold"/>
                                        <p:tgtEl>
                                          <p:spTgt spid="13"/>
                                        </p:tgtEl>
                                        <p:attrNameLst>
                                          <p:attrName>ppt_h</p:attrName>
                                        </p:attrNameLst>
                                      </p:cBhvr>
                                      <p:tavLst>
                                        <p:tav tm="0">
                                          <p:val>
                                            <p:strVal val="0"/>
                                          </p:val>
                                        </p:tav>
                                        <p:tav tm="100000">
                                          <p:val>
                                            <p:strVal val="#ppt_h"/>
                                          </p:val>
                                        </p:tav>
                                      </p:tavLst>
                                    </p:anim>
                                    <p:animEffect transition="in" filter="fade">
                                      <p:cBhvr>
                                        <p:cTn id="117" dur="400"/>
                                        <p:tgtEl>
                                          <p:spTgt spid="13"/>
                                        </p:tgtEl>
                                      </p:cBhvr>
                                    </p:animEffect>
                                  </p:childTnLst>
                                </p:cTn>
                              </p:par>
                              <p:par>
                                <p:cTn id="121" presetID="10" presetClass="exit" presetSubtype="0" fill="hold" grpId="1" nodeType="withEffect">
                                  <p:stCondLst>
                                    <p:cond delay="27500"/>
                                  </p:stCondLst>
                                  <p:childTnLst>
                                    <p:animEffect transition="out" filter="fade">
                                      <p:cBhvr>
                                        <p:cTn id="119" dur="200"/>
                                        <p:tgtEl>
                                          <p:spTgt spid="34"/>
                                        </p:tgtEl>
                                      </p:cBhvr>
                                    </p:animEffect>
                                    <p:set>
                                      <p:cBhvr>
                                        <p:cTn id="120" dur="1" fill="hold">
                                          <p:stCondLst>
                                            <p:cond delay="199"/>
                                          </p:stCondLst>
                                        </p:cTn>
                                        <p:tgtEl>
                                          <p:spTgt spid="34"/>
                                        </p:tgtEl>
                                        <p:attrNameLst>
                                          <p:attrName>style.visibility</p:attrName>
                                        </p:attrNameLst>
                                      </p:cBhvr>
                                      <p:to>
                                        <p:strVal val="hidden"/>
                                      </p:to>
                                    </p:set>
                                  </p:childTnLst>
                                </p:cTn>
                              </p:par>
                              <p:par>
                                <p:cTn id="124" presetID="10" presetClass="exit" presetSubtype="0" fill="hold" grpId="1" nodeType="withEffect">
                                  <p:stCondLst>
                                    <p:cond delay="27529"/>
                                  </p:stCondLst>
                                  <p:childTnLst>
                                    <p:animEffect transition="out" filter="fade">
                                      <p:cBhvr>
                                        <p:cTn id="122" dur="250"/>
                                        <p:tgtEl>
                                          <p:spTgt spid="10"/>
                                        </p:tgtEl>
                                      </p:cBhvr>
                                    </p:animEffect>
                                    <p:set>
                                      <p:cBhvr>
                                        <p:cTn id="123" dur="1" fill="hold">
                                          <p:stCondLst>
                                            <p:cond delay="249"/>
                                          </p:stCondLst>
                                        </p:cTn>
                                        <p:tgtEl>
                                          <p:spTgt spid="10"/>
                                        </p:tgtEl>
                                        <p:attrNameLst>
                                          <p:attrName>style.visibility</p:attrName>
                                        </p:attrNameLst>
                                      </p:cBhvr>
                                      <p:to>
                                        <p:strVal val="hidden"/>
                                      </p:to>
                                    </p:set>
                                  </p:childTnLst>
                                </p:cTn>
                              </p:par>
                              <p:par>
                                <p:cTn id="127" presetID="10" presetClass="exit" presetSubtype="0" fill="hold" grpId="1" nodeType="withEffect">
                                  <p:stCondLst>
                                    <p:cond delay="27558"/>
                                  </p:stCondLst>
                                  <p:childTnLst>
                                    <p:animEffect transition="out" filter="fade">
                                      <p:cBhvr>
                                        <p:cTn id="125" dur="250"/>
                                        <p:tgtEl>
                                          <p:spTgt spid="11"/>
                                        </p:tgtEl>
                                      </p:cBhvr>
                                    </p:animEffect>
                                    <p:set>
                                      <p:cBhvr>
                                        <p:cTn id="126" dur="1" fill="hold">
                                          <p:stCondLst>
                                            <p:cond delay="249"/>
                                          </p:stCondLst>
                                        </p:cTn>
                                        <p:tgtEl>
                                          <p:spTgt spid="11"/>
                                        </p:tgtEl>
                                        <p:attrNameLst>
                                          <p:attrName>style.visibility</p:attrName>
                                        </p:attrNameLst>
                                      </p:cBhvr>
                                      <p:to>
                                        <p:strVal val="hidden"/>
                                      </p:to>
                                    </p:set>
                                  </p:childTnLst>
                                </p:cTn>
                              </p:par>
                              <p:par>
                                <p:cTn id="130" presetID="10" presetClass="exit" presetSubtype="0" fill="hold" grpId="1" nodeType="withEffect">
                                  <p:stCondLst>
                                    <p:cond delay="27587"/>
                                  </p:stCondLst>
                                  <p:childTnLst>
                                    <p:animEffect transition="out" filter="fade">
                                      <p:cBhvr>
                                        <p:cTn id="128" dur="250"/>
                                        <p:tgtEl>
                                          <p:spTgt spid="12"/>
                                        </p:tgtEl>
                                      </p:cBhvr>
                                    </p:animEffect>
                                    <p:set>
                                      <p:cBhvr>
                                        <p:cTn id="129" dur="1" fill="hold">
                                          <p:stCondLst>
                                            <p:cond delay="249"/>
                                          </p:stCondLst>
                                        </p:cTn>
                                        <p:tgtEl>
                                          <p:spTgt spid="12"/>
                                        </p:tgtEl>
                                        <p:attrNameLst>
                                          <p:attrName>style.visibility</p:attrName>
                                        </p:attrNameLst>
                                      </p:cBhvr>
                                      <p:to>
                                        <p:strVal val="hidden"/>
                                      </p:to>
                                    </p:set>
                                  </p:childTnLst>
                                </p:cTn>
                              </p:par>
                              <p:par>
                                <p:cTn id="133" presetID="10" presetClass="exit" presetSubtype="0" fill="hold" grpId="1" nodeType="withEffect">
                                  <p:stCondLst>
                                    <p:cond delay="27616"/>
                                  </p:stCondLst>
                                  <p:childTnLst>
                                    <p:animEffect transition="out" filter="fade">
                                      <p:cBhvr>
                                        <p:cTn id="131" dur="250"/>
                                        <p:tgtEl>
                                          <p:spTgt spid="13"/>
                                        </p:tgtEl>
                                      </p:cBhvr>
                                    </p:animEffect>
                                    <p:set>
                                      <p:cBhvr>
                                        <p:cTn id="132" dur="1" fill="hold">
                                          <p:stCondLst>
                                            <p:cond delay="249"/>
                                          </p:stCondLst>
                                        </p:cTn>
                                        <p:tgtEl>
                                          <p:spTgt spid="13"/>
                                        </p:tgtEl>
                                        <p:attrNameLst>
                                          <p:attrName>style.visibility</p:attrName>
                                        </p:attrNameLst>
                                      </p:cBhvr>
                                      <p:to>
                                        <p:strVal val="hidden"/>
                                      </p:to>
                                    </p:set>
                                  </p:childTnLst>
                                </p:cTn>
                              </p:par>
                              <p:par>
                                <p:cTn id="136" presetID="10" presetClass="exit" presetSubtype="0" fill="hold" grpId="1" nodeType="withEffect">
                                  <p:stCondLst>
                                    <p:cond delay="27645"/>
                                  </p:stCondLst>
                                  <p:childTnLst>
                                    <p:animEffect transition="out" filter="fade">
                                      <p:cBhvr>
                                        <p:cTn id="134" dur="250"/>
                                        <p:tgtEl>
                                          <p:spTgt spid="7"/>
                                        </p:tgtEl>
                                      </p:cBhvr>
                                    </p:animEffect>
                                    <p:set>
                                      <p:cBhvr>
                                        <p:cTn id="135" dur="1" fill="hold">
                                          <p:stCondLst>
                                            <p:cond delay="249"/>
                                          </p:stCondLst>
                                        </p:cTn>
                                        <p:tgtEl>
                                          <p:spTgt spid="7"/>
                                        </p:tgtEl>
                                        <p:attrNameLst>
                                          <p:attrName>style.visibility</p:attrName>
                                        </p:attrNameLst>
                                      </p:cBhvr>
                                      <p:to>
                                        <p:strVal val="hidden"/>
                                      </p:to>
                                    </p:set>
                                  </p:childTnLst>
                                </p:cTn>
                              </p:par>
                              <p:par>
                                <p:cTn id="141" presetID="42" presetClass="entr" presetSubtype="0" fill="hold" grpId="0" nodeType="withEffect">
                                  <p:stCondLst>
                                    <p:cond delay="27675"/>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400"/>
                                        <p:tgtEl>
                                          <p:spTgt spid="37"/>
                                        </p:tgtEl>
                                      </p:cBhvr>
                                    </p:animEffect>
                                    <p:anim calcmode="lin" valueType="num">
                                      <p:cBhvr additive="base">
                                        <p:cTn id="139" dur="400" fill="hold"/>
                                        <p:tgtEl>
                                          <p:spTgt spid="37"/>
                                        </p:tgtEl>
                                        <p:attrNameLst>
                                          <p:attrName>ppt_x</p:attrName>
                                        </p:attrNameLst>
                                      </p:cBhvr>
                                      <p:tavLst>
                                        <p:tav tm="0">
                                          <p:val>
                                            <p:strVal val="#ppt_x-.05"/>
                                          </p:val>
                                        </p:tav>
                                        <p:tav tm="100000">
                                          <p:val>
                                            <p:strVal val="#ppt_x"/>
                                          </p:val>
                                        </p:tav>
                                      </p:tavLst>
                                    </p:anim>
                                    <p:anim calcmode="lin" valueType="num">
                                      <p:cBhvr additive="base">
                                        <p:cTn id="140" dur="400" fill="hold"/>
                                        <p:tgtEl>
                                          <p:spTgt spid="37"/>
                                        </p:tgtEl>
                                        <p:attrNameLst>
                                          <p:attrName>ppt_y</p:attrName>
                                        </p:attrNameLst>
                                      </p:cBhvr>
                                      <p:tavLst>
                                        <p:tav tm="0">
                                          <p:val>
                                            <p:strVal val="#ppt_y"/>
                                          </p:val>
                                        </p:tav>
                                        <p:tav tm="100000">
                                          <p:val>
                                            <p:strVal val="#ppt_y"/>
                                          </p:val>
                                        </p:tav>
                                      </p:tavLst>
                                    </p:anim>
                                  </p:childTnLst>
                                </p:cTn>
                              </p:par>
                              <p:par>
                                <p:cTn id="144" presetID="10" presetClass="exit" presetSubtype="0" fill="hold" grpId="1" nodeType="withEffect">
                                  <p:stCondLst>
                                    <p:cond delay="27704"/>
                                  </p:stCondLst>
                                  <p:childTnLst>
                                    <p:animEffect transition="out" filter="fade">
                                      <p:cBhvr>
                                        <p:cTn id="142" dur="200"/>
                                        <p:tgtEl>
                                          <p:spTgt spid="35"/>
                                        </p:tgtEl>
                                      </p:cBhvr>
                                    </p:animEffect>
                                    <p:set>
                                      <p:cBhvr>
                                        <p:cTn id="143" dur="1" fill="hold">
                                          <p:stCondLst>
                                            <p:cond delay="199"/>
                                          </p:stCondLst>
                                        </p:cTn>
                                        <p:tgtEl>
                                          <p:spTgt spid="35"/>
                                        </p:tgtEl>
                                        <p:attrNameLst>
                                          <p:attrName>style.visibility</p:attrName>
                                        </p:attrNameLst>
                                      </p:cBhvr>
                                      <p:to>
                                        <p:strVal val="hidden"/>
                                      </p:to>
                                    </p:set>
                                  </p:childTnLst>
                                </p:cTn>
                              </p:par>
                              <p:par>
                                <p:cTn id="147" presetID="10" presetClass="exit" presetSubtype="0" fill="hold" grpId="1" nodeType="withEffect">
                                  <p:stCondLst>
                                    <p:cond delay="27733"/>
                                  </p:stCondLst>
                                  <p:childTnLst>
                                    <p:animEffect transition="out" filter="fade">
                                      <p:cBhvr>
                                        <p:cTn id="145" dur="200"/>
                                        <p:tgtEl>
                                          <p:spTgt spid="36"/>
                                        </p:tgtEl>
                                      </p:cBhvr>
                                    </p:animEffect>
                                    <p:set>
                                      <p:cBhvr>
                                        <p:cTn id="146" dur="1" fill="hold">
                                          <p:stCondLst>
                                            <p:cond delay="199"/>
                                          </p:stCondLst>
                                        </p:cTn>
                                        <p:tgtEl>
                                          <p:spTgt spid="36"/>
                                        </p:tgtEl>
                                        <p:attrNameLst>
                                          <p:attrName>style.visibility</p:attrName>
                                        </p:attrNameLst>
                                      </p:cBhvr>
                                      <p:to>
                                        <p:strVal val="hidden"/>
                                      </p:to>
                                    </p:set>
                                  </p:childTnLst>
                                </p:cTn>
                              </p:par>
                              <p:par>
                                <p:cTn id="152" presetID="53" presetClass="entr" presetSubtype="16" fill="hold" grpId="0" nodeType="withEffect">
                                  <p:stCondLst>
                                    <p:cond delay="27762"/>
                                  </p:stCondLst>
                                  <p:childTnLst>
                                    <p:set>
                                      <p:cBhvr>
                                        <p:cTn id="148" dur="1" fill="hold">
                                          <p:stCondLst>
                                            <p:cond delay="0"/>
                                          </p:stCondLst>
                                        </p:cTn>
                                        <p:tgtEl>
                                          <p:spTgt spid="14"/>
                                        </p:tgtEl>
                                        <p:attrNameLst>
                                          <p:attrName>style.visibility</p:attrName>
                                        </p:attrNameLst>
                                      </p:cBhvr>
                                      <p:to>
                                        <p:strVal val="visible"/>
                                      </p:to>
                                    </p:set>
                                    <p:anim calcmode="lin" valueType="num">
                                      <p:cBhvr additive="base">
                                        <p:cTn id="149" dur="450" fill="hold"/>
                                        <p:tgtEl>
                                          <p:spTgt spid="14"/>
                                        </p:tgtEl>
                                        <p:attrNameLst>
                                          <p:attrName>ppt_w</p:attrName>
                                        </p:attrNameLst>
                                      </p:cBhvr>
                                      <p:tavLst>
                                        <p:tav tm="0">
                                          <p:val>
                                            <p:strVal val="0"/>
                                          </p:val>
                                        </p:tav>
                                        <p:tav tm="100000">
                                          <p:val>
                                            <p:strVal val="#ppt_w"/>
                                          </p:val>
                                        </p:tav>
                                      </p:tavLst>
                                    </p:anim>
                                    <p:anim calcmode="lin" valueType="num">
                                      <p:cBhvr additive="base">
                                        <p:cTn id="150" dur="450" fill="hold"/>
                                        <p:tgtEl>
                                          <p:spTgt spid="14"/>
                                        </p:tgtEl>
                                        <p:attrNameLst>
                                          <p:attrName>ppt_h</p:attrName>
                                        </p:attrNameLst>
                                      </p:cBhvr>
                                      <p:tavLst>
                                        <p:tav tm="0">
                                          <p:val>
                                            <p:strVal val="0"/>
                                          </p:val>
                                        </p:tav>
                                        <p:tav tm="100000">
                                          <p:val>
                                            <p:strVal val="#ppt_h"/>
                                          </p:val>
                                        </p:tav>
                                      </p:tavLst>
                                    </p:anim>
                                    <p:animEffect transition="in" filter="fade">
                                      <p:cBhvr>
                                        <p:cTn id="151" dur="450"/>
                                        <p:tgtEl>
                                          <p:spTgt spid="14"/>
                                        </p:tgtEl>
                                      </p:cBhvr>
                                    </p:animEffect>
                                  </p:childTnLst>
                                </p:cTn>
                              </p:par>
                              <p:par>
                                <p:cTn id="157" presetID="42" presetClass="entr" presetSubtype="0" fill="hold" grpId="0" nodeType="withEffect">
                                  <p:stCondLst>
                                    <p:cond delay="27791"/>
                                  </p:stCondLst>
                                  <p:childTnLst>
                                    <p:set>
                                      <p:cBhvr>
                                        <p:cTn id="153" dur="1" fill="hold">
                                          <p:stCondLst>
                                            <p:cond delay="0"/>
                                          </p:stCondLst>
                                        </p:cTn>
                                        <p:tgtEl>
                                          <p:spTgt spid="38"/>
                                        </p:tgtEl>
                                        <p:attrNameLst>
                                          <p:attrName>style.visibility</p:attrName>
                                        </p:attrNameLst>
                                      </p:cBhvr>
                                      <p:to>
                                        <p:strVal val="visible"/>
                                      </p:to>
                                    </p:set>
                                    <p:animEffect transition="in" filter="fade">
                                      <p:cBhvr>
                                        <p:cTn id="154" dur="300"/>
                                        <p:tgtEl>
                                          <p:spTgt spid="38"/>
                                        </p:tgtEl>
                                      </p:cBhvr>
                                    </p:animEffect>
                                    <p:anim calcmode="lin" valueType="num">
                                      <p:cBhvr additive="base">
                                        <p:cTn id="155" dur="300" fill="hold"/>
                                        <p:tgtEl>
                                          <p:spTgt spid="38"/>
                                        </p:tgtEl>
                                        <p:attrNameLst>
                                          <p:attrName>ppt_x</p:attrName>
                                        </p:attrNameLst>
                                      </p:cBhvr>
                                      <p:tavLst>
                                        <p:tav tm="0">
                                          <p:val>
                                            <p:strVal val="#ppt_x-.05"/>
                                          </p:val>
                                        </p:tav>
                                        <p:tav tm="100000">
                                          <p:val>
                                            <p:strVal val="#ppt_x"/>
                                          </p:val>
                                        </p:tav>
                                      </p:tavLst>
                                    </p:anim>
                                    <p:anim calcmode="lin" valueType="num">
                                      <p:cBhvr additive="base">
                                        <p:cTn id="156" dur="300" fill="hold"/>
                                        <p:tgtEl>
                                          <p:spTgt spid="38"/>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27820"/>
                                  </p:stCondLst>
                                  <p:childTnLst>
                                    <p:set>
                                      <p:cBhvr>
                                        <p:cTn id="158" dur="1" fill="hold">
                                          <p:stCondLst>
                                            <p:cond delay="0"/>
                                          </p:stCondLst>
                                        </p:cTn>
                                        <p:tgtEl>
                                          <p:spTgt spid="39"/>
                                        </p:tgtEl>
                                        <p:attrNameLst>
                                          <p:attrName>style.visibility</p:attrName>
                                        </p:attrNameLst>
                                      </p:cBhvr>
                                      <p:to>
                                        <p:strVal val="visible"/>
                                      </p:to>
                                    </p:set>
                                    <p:animEffect transition="in" filter="fade">
                                      <p:cBhvr>
                                        <p:cTn id="159" dur="200"/>
                                        <p:tgtEl>
                                          <p:spTgt spid="39"/>
                                        </p:tgtEl>
                                      </p:cBhvr>
                                    </p:animEffect>
                                  </p:childTnLst>
                                </p:cTn>
                              </p:par>
                              <p:par>
                                <p:cTn id="165" presetID="53" presetClass="entr" presetSubtype="32" fill="hold" grpId="0" nodeType="withEffect">
                                  <p:stCondLst>
                                    <p:cond delay="27850"/>
                                  </p:stCondLst>
                                  <p:childTnLst>
                                    <p:set>
                                      <p:cBhvr>
                                        <p:cTn id="161" dur="1" fill="hold">
                                          <p:stCondLst>
                                            <p:cond delay="0"/>
                                          </p:stCondLst>
                                        </p:cTn>
                                        <p:tgtEl>
                                          <p:spTgt spid="15"/>
                                        </p:tgtEl>
                                        <p:attrNameLst>
                                          <p:attrName>style.visibility</p:attrName>
                                        </p:attrNameLst>
                                      </p:cBhvr>
                                      <p:to>
                                        <p:strVal val="visible"/>
                                      </p:to>
                                    </p:set>
                                    <p:anim calcmode="lin" valueType="num">
                                      <p:cBhvr additive="base">
                                        <p:cTn id="162" dur="400" fill="hold"/>
                                        <p:tgtEl>
                                          <p:spTgt spid="15"/>
                                        </p:tgtEl>
                                        <p:attrNameLst>
                                          <p:attrName>ppt_w</p:attrName>
                                        </p:attrNameLst>
                                      </p:cBhvr>
                                      <p:tavLst>
                                        <p:tav tm="0">
                                          <p:val>
                                            <p:strVal val="#ppt_w*2.4"/>
                                          </p:val>
                                        </p:tav>
                                        <p:tav tm="100000">
                                          <p:val>
                                            <p:strVal val="#ppt_w"/>
                                          </p:val>
                                        </p:tav>
                                      </p:tavLst>
                                    </p:anim>
                                    <p:anim calcmode="lin" valueType="num">
                                      <p:cBhvr additive="base">
                                        <p:cTn id="163" dur="400" fill="hold"/>
                                        <p:tgtEl>
                                          <p:spTgt spid="15"/>
                                        </p:tgtEl>
                                        <p:attrNameLst>
                                          <p:attrName>ppt_h</p:attrName>
                                        </p:attrNameLst>
                                      </p:cBhvr>
                                      <p:tavLst>
                                        <p:tav tm="0">
                                          <p:val>
                                            <p:strVal val="#ppt_h*2.4"/>
                                          </p:val>
                                        </p:tav>
                                        <p:tav tm="100000">
                                          <p:val>
                                            <p:strVal val="#ppt_h"/>
                                          </p:val>
                                        </p:tav>
                                      </p:tavLst>
                                    </p:anim>
                                    <p:animEffect transition="in" filter="fade">
                                      <p:cBhvr>
                                        <p:cTn id="164" dur="400"/>
                                        <p:tgtEl>
                                          <p:spTgt spid="15"/>
                                        </p:tgtEl>
                                      </p:cBhvr>
                                    </p:animEffect>
                                  </p:childTnLst>
                                </p:cTn>
                              </p:par>
                              <p:par>
                                <p:cTn id="168" presetID="10" presetClass="exit" presetSubtype="0" fill="hold" grpId="1" nodeType="withEffect">
                                  <p:stCondLst>
                                    <p:cond delay="32540"/>
                                  </p:stCondLst>
                                  <p:childTnLst>
                                    <p:animEffect transition="out" filter="fade">
                                      <p:cBhvr>
                                        <p:cTn id="166" dur="250"/>
                                        <p:tgtEl>
                                          <p:spTgt spid="14"/>
                                        </p:tgtEl>
                                      </p:cBhvr>
                                    </p:animEffect>
                                    <p:set>
                                      <p:cBhvr>
                                        <p:cTn id="167" dur="1" fill="hold">
                                          <p:stCondLst>
                                            <p:cond delay="249"/>
                                          </p:stCondLst>
                                        </p:cTn>
                                        <p:tgtEl>
                                          <p:spTgt spid="14"/>
                                        </p:tgtEl>
                                        <p:attrNameLst>
                                          <p:attrName>style.visibility</p:attrName>
                                        </p:attrNameLst>
                                      </p:cBhvr>
                                      <p:to>
                                        <p:strVal val="hidden"/>
                                      </p:to>
                                    </p:set>
                                  </p:childTnLst>
                                </p:cTn>
                              </p:par>
                              <p:par>
                                <p:cTn id="171" presetID="10" presetClass="exit" presetSubtype="0" fill="hold" grpId="1" nodeType="withEffect">
                                  <p:stCondLst>
                                    <p:cond delay="32563"/>
                                  </p:stCondLst>
                                  <p:childTnLst>
                                    <p:animEffect transition="out" filter="fade">
                                      <p:cBhvr>
                                        <p:cTn id="169" dur="250"/>
                                        <p:tgtEl>
                                          <p:spTgt spid="15"/>
                                        </p:tgtEl>
                                      </p:cBhvr>
                                    </p:animEffect>
                                    <p:set>
                                      <p:cBhvr>
                                        <p:cTn id="170" dur="1" fill="hold">
                                          <p:stCondLst>
                                            <p:cond delay="249"/>
                                          </p:stCondLst>
                                        </p:cTn>
                                        <p:tgtEl>
                                          <p:spTgt spid="15"/>
                                        </p:tgtEl>
                                        <p:attrNameLst>
                                          <p:attrName>style.visibility</p:attrName>
                                        </p:attrNameLst>
                                      </p:cBhvr>
                                      <p:to>
                                        <p:strVal val="hidden"/>
                                      </p:to>
                                    </p:set>
                                  </p:childTnLst>
                                </p:cTn>
                              </p:par>
                              <p:par>
                                <p:cTn id="174" presetID="10" presetClass="entr" presetSubtype="0" fill="hold" grpId="0" nodeType="withEffect">
                                  <p:stCondLst>
                                    <p:cond delay="32586"/>
                                  </p:stCondLst>
                                  <p:childTnLst>
                                    <p:set>
                                      <p:cBhvr>
                                        <p:cTn id="172" dur="1" fill="hold">
                                          <p:stCondLst>
                                            <p:cond delay="0"/>
                                          </p:stCondLst>
                                        </p:cTn>
                                        <p:tgtEl>
                                          <p:spTgt spid="40"/>
                                        </p:tgtEl>
                                        <p:attrNameLst>
                                          <p:attrName>style.visibility</p:attrName>
                                        </p:attrNameLst>
                                      </p:cBhvr>
                                      <p:to>
                                        <p:strVal val="visible"/>
                                      </p:to>
                                    </p:set>
                                    <p:animEffect transition="in" filter="fade">
                                      <p:cBhvr>
                                        <p:cTn id="173" dur="80"/>
                                        <p:tgtEl>
                                          <p:spTgt spid="40"/>
                                        </p:tgtEl>
                                      </p:cBhvr>
                                    </p:animEffect>
                                  </p:childTnLst>
                                </p:cTn>
                              </p:par>
                              <p:par>
                                <p:cTn id="179" presetID="53" presetClass="entr" presetSubtype="16" fill="hold" grpId="0" nodeType="withEffect">
                                  <p:stCondLst>
                                    <p:cond delay="32610"/>
                                  </p:stCondLst>
                                  <p:childTnLst>
                                    <p:set>
                                      <p:cBhvr>
                                        <p:cTn id="175" dur="1" fill="hold">
                                          <p:stCondLst>
                                            <p:cond delay="0"/>
                                          </p:stCondLst>
                                        </p:cTn>
                                        <p:tgtEl>
                                          <p:spTgt spid="8"/>
                                        </p:tgtEl>
                                        <p:attrNameLst>
                                          <p:attrName>style.visibility</p:attrName>
                                        </p:attrNameLst>
                                      </p:cBhvr>
                                      <p:to>
                                        <p:strVal val="visible"/>
                                      </p:to>
                                    </p:set>
                                    <p:anim calcmode="lin" valueType="num">
                                      <p:cBhvr additive="base">
                                        <p:cTn id="176" dur="300" fill="hold"/>
                                        <p:tgtEl>
                                          <p:spTgt spid="8"/>
                                        </p:tgtEl>
                                        <p:attrNameLst>
                                          <p:attrName>ppt_w</p:attrName>
                                        </p:attrNameLst>
                                      </p:cBhvr>
                                      <p:tavLst>
                                        <p:tav tm="0">
                                          <p:val>
                                            <p:strVal val="0"/>
                                          </p:val>
                                        </p:tav>
                                        <p:tav tm="100000">
                                          <p:val>
                                            <p:strVal val="#ppt_w"/>
                                          </p:val>
                                        </p:tav>
                                      </p:tavLst>
                                    </p:anim>
                                    <p:anim calcmode="lin" valueType="num">
                                      <p:cBhvr additive="base">
                                        <p:cTn id="177" dur="300" fill="hold"/>
                                        <p:tgtEl>
                                          <p:spTgt spid="8"/>
                                        </p:tgtEl>
                                        <p:attrNameLst>
                                          <p:attrName>ppt_h</p:attrName>
                                        </p:attrNameLst>
                                      </p:cBhvr>
                                      <p:tavLst>
                                        <p:tav tm="0">
                                          <p:val>
                                            <p:strVal val="0"/>
                                          </p:val>
                                        </p:tav>
                                        <p:tav tm="100000">
                                          <p:val>
                                            <p:strVal val="#ppt_h"/>
                                          </p:val>
                                        </p:tav>
                                      </p:tavLst>
                                    </p:anim>
                                    <p:animEffect transition="in" filter="fade">
                                      <p:cBhvr>
                                        <p:cTn id="178" dur="300"/>
                                        <p:tgtEl>
                                          <p:spTgt spid="8"/>
                                        </p:tgtEl>
                                      </p:cBhvr>
                                    </p:animEffect>
                                  </p:childTnLst>
                                </p:cTn>
                              </p:par>
                              <p:par>
                                <p:cTn id="184" presetID="53" presetClass="entr" presetSubtype="16" fill="hold" grpId="0" nodeType="withEffect">
                                  <p:stCondLst>
                                    <p:cond delay="32633"/>
                                  </p:stCondLst>
                                  <p:childTnLst>
                                    <p:set>
                                      <p:cBhvr>
                                        <p:cTn id="180" dur="1" fill="hold">
                                          <p:stCondLst>
                                            <p:cond delay="0"/>
                                          </p:stCondLst>
                                        </p:cTn>
                                        <p:tgtEl>
                                          <p:spTgt spid="9"/>
                                        </p:tgtEl>
                                        <p:attrNameLst>
                                          <p:attrName>style.visibility</p:attrName>
                                        </p:attrNameLst>
                                      </p:cBhvr>
                                      <p:to>
                                        <p:strVal val="visible"/>
                                      </p:to>
                                    </p:set>
                                    <p:anim calcmode="lin" valueType="num">
                                      <p:cBhvr additive="base">
                                        <p:cTn id="181" dur="350" fill="hold"/>
                                        <p:tgtEl>
                                          <p:spTgt spid="9"/>
                                        </p:tgtEl>
                                        <p:attrNameLst>
                                          <p:attrName>ppt_w</p:attrName>
                                        </p:attrNameLst>
                                      </p:cBhvr>
                                      <p:tavLst>
                                        <p:tav tm="0">
                                          <p:val>
                                            <p:strVal val="0"/>
                                          </p:val>
                                        </p:tav>
                                        <p:tav tm="100000">
                                          <p:val>
                                            <p:strVal val="#ppt_w"/>
                                          </p:val>
                                        </p:tav>
                                      </p:tavLst>
                                    </p:anim>
                                    <p:anim calcmode="lin" valueType="num">
                                      <p:cBhvr additive="base">
                                        <p:cTn id="182" dur="350" fill="hold"/>
                                        <p:tgtEl>
                                          <p:spTgt spid="9"/>
                                        </p:tgtEl>
                                        <p:attrNameLst>
                                          <p:attrName>ppt_h</p:attrName>
                                        </p:attrNameLst>
                                      </p:cBhvr>
                                      <p:tavLst>
                                        <p:tav tm="0">
                                          <p:val>
                                            <p:strVal val="0"/>
                                          </p:val>
                                        </p:tav>
                                        <p:tav tm="100000">
                                          <p:val>
                                            <p:strVal val="#ppt_h"/>
                                          </p:val>
                                        </p:tav>
                                      </p:tavLst>
                                    </p:anim>
                                    <p:animEffect transition="in" filter="fade">
                                      <p:cBhvr>
                                        <p:cTn id="183" dur="350"/>
                                        <p:tgtEl>
                                          <p:spTgt spid="9"/>
                                        </p:tgtEl>
                                      </p:cBhvr>
                                    </p:animEffect>
                                  </p:childTnLst>
                                </p:cTn>
                              </p:par>
                              <p:par>
                                <p:cTn id="189" presetID="53" presetClass="entr" presetSubtype="32" fill="hold" grpId="0" nodeType="withEffect">
                                  <p:stCondLst>
                                    <p:cond delay="32680"/>
                                  </p:stCondLst>
                                  <p:childTnLst>
                                    <p:set>
                                      <p:cBhvr>
                                        <p:cTn id="185" dur="1" fill="hold">
                                          <p:stCondLst>
                                            <p:cond delay="0"/>
                                          </p:stCondLst>
                                        </p:cTn>
                                        <p:tgtEl>
                                          <p:spTgt spid="16"/>
                                        </p:tgtEl>
                                        <p:attrNameLst>
                                          <p:attrName>style.visibility</p:attrName>
                                        </p:attrNameLst>
                                      </p:cBhvr>
                                      <p:to>
                                        <p:strVal val="visible"/>
                                      </p:to>
                                    </p:set>
                                    <p:anim calcmode="lin" valueType="num">
                                      <p:cBhvr additive="base">
                                        <p:cTn id="186" dur="450" fill="hold"/>
                                        <p:tgtEl>
                                          <p:spTgt spid="16"/>
                                        </p:tgtEl>
                                        <p:attrNameLst>
                                          <p:attrName>ppt_w</p:attrName>
                                        </p:attrNameLst>
                                      </p:cBhvr>
                                      <p:tavLst>
                                        <p:tav tm="0">
                                          <p:val>
                                            <p:strVal val="#ppt_w*2.4"/>
                                          </p:val>
                                        </p:tav>
                                        <p:tav tm="100000">
                                          <p:val>
                                            <p:strVal val="#ppt_w"/>
                                          </p:val>
                                        </p:tav>
                                      </p:tavLst>
                                    </p:anim>
                                    <p:anim calcmode="lin" valueType="num">
                                      <p:cBhvr additive="base">
                                        <p:cTn id="187" dur="450" fill="hold"/>
                                        <p:tgtEl>
                                          <p:spTgt spid="16"/>
                                        </p:tgtEl>
                                        <p:attrNameLst>
                                          <p:attrName>ppt_h</p:attrName>
                                        </p:attrNameLst>
                                      </p:cBhvr>
                                      <p:tavLst>
                                        <p:tav tm="0">
                                          <p:val>
                                            <p:strVal val="#ppt_h*2.4"/>
                                          </p:val>
                                        </p:tav>
                                        <p:tav tm="100000">
                                          <p:val>
                                            <p:strVal val="#ppt_h"/>
                                          </p:val>
                                        </p:tav>
                                      </p:tavLst>
                                    </p:anim>
                                    <p:animEffect transition="in" filter="fade">
                                      <p:cBhvr>
                                        <p:cTn id="188" dur="450"/>
                                        <p:tgtEl>
                                          <p:spTgt spid="16"/>
                                        </p:tgtEl>
                                      </p:cBhvr>
                                    </p:animEffect>
                                  </p:childTnLst>
                                </p:cTn>
                              </p:par>
                              <p:par>
                                <p:cTn id="192" presetID="10" presetClass="exit" presetSubtype="0" fill="hold" grpId="1" nodeType="withEffect">
                                  <p:stCondLst>
                                    <p:cond delay="32703"/>
                                  </p:stCondLst>
                                  <p:childTnLst>
                                    <p:animEffect transition="out" filter="fade">
                                      <p:cBhvr>
                                        <p:cTn id="190" dur="200"/>
                                        <p:tgtEl>
                                          <p:spTgt spid="38"/>
                                        </p:tgtEl>
                                      </p:cBhvr>
                                    </p:animEffect>
                                    <p:set>
                                      <p:cBhvr>
                                        <p:cTn id="191" dur="1" fill="hold">
                                          <p:stCondLst>
                                            <p:cond delay="199"/>
                                          </p:stCondLst>
                                        </p:cTn>
                                        <p:tgtEl>
                                          <p:spTgt spid="38"/>
                                        </p:tgtEl>
                                        <p:attrNameLst>
                                          <p:attrName>style.visibility</p:attrName>
                                        </p:attrNameLst>
                                      </p:cBhvr>
                                      <p:to>
                                        <p:strVal val="hidden"/>
                                      </p:to>
                                    </p:set>
                                  </p:childTnLst>
                                </p:cTn>
                              </p:par>
                              <p:par>
                                <p:cTn id="195" presetID="10" presetClass="exit" presetSubtype="0" fill="hold" grpId="1" nodeType="withEffect">
                                  <p:stCondLst>
                                    <p:cond delay="32706"/>
                                  </p:stCondLst>
                                  <p:childTnLst>
                                    <p:animEffect transition="out" filter="fade">
                                      <p:cBhvr>
                                        <p:cTn id="193" dur="300"/>
                                        <p:tgtEl>
                                          <p:spTgt spid="40"/>
                                        </p:tgtEl>
                                      </p:cBhvr>
                                    </p:animEffect>
                                    <p:set>
                                      <p:cBhvr>
                                        <p:cTn id="194" dur="1" fill="hold">
                                          <p:stCondLst>
                                            <p:cond delay="2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32726"/>
                                  </p:stCondLst>
                                  <p:childTnLst>
                                    <p:animEffect transition="out" filter="fade">
                                      <p:cBhvr>
                                        <p:cTn id="196" dur="200"/>
                                        <p:tgtEl>
                                          <p:spTgt spid="39"/>
                                        </p:tgtEl>
                                      </p:cBhvr>
                                    </p:animEffect>
                                    <p:set>
                                      <p:cBhvr>
                                        <p:cTn id="197" dur="1" fill="hold">
                                          <p:stCondLst>
                                            <p:cond delay="199"/>
                                          </p:stCondLst>
                                        </p:cTn>
                                        <p:tgtEl>
                                          <p:spTgt spid="39"/>
                                        </p:tgtEl>
                                        <p:attrNameLst>
                                          <p:attrName>style.visibility</p:attrName>
                                        </p:attrNameLst>
                                      </p:cBhvr>
                                      <p:to>
                                        <p:strVal val="hidden"/>
                                      </p:to>
                                    </p:set>
                                  </p:childTnLst>
                                </p:cTn>
                              </p:par>
                              <p:par>
                                <p:cTn id="201" presetID="10" presetClass="exit" presetSubtype="0" fill="hold" grpId="1" nodeType="withEffect">
                                  <p:stCondLst>
                                    <p:cond delay="32750"/>
                                  </p:stCondLst>
                                  <p:childTnLst>
                                    <p:animEffect transition="out" filter="fade">
                                      <p:cBhvr>
                                        <p:cTn id="199" dur="220"/>
                                        <p:tgtEl>
                                          <p:spTgt spid="21"/>
                                        </p:tgtEl>
                                      </p:cBhvr>
                                    </p:animEffect>
                                    <p:set>
                                      <p:cBhvr>
                                        <p:cTn id="200" dur="1" fill="hold">
                                          <p:stCondLst>
                                            <p:cond delay="219"/>
                                          </p:stCondLst>
                                        </p:cTn>
                                        <p:tgtEl>
                                          <p:spTgt spid="21"/>
                                        </p:tgtEl>
                                        <p:attrNameLst>
                                          <p:attrName>style.visibility</p:attrName>
                                        </p:attrNameLst>
                                      </p:cBhvr>
                                      <p:to>
                                        <p:strVal val="hidden"/>
                                      </p:to>
                                    </p:set>
                                  </p:childTnLst>
                                </p:cTn>
                              </p:par>
                              <p:par>
                                <p:cTn id="204" presetID="10" presetClass="entr" presetSubtype="0" fill="hold" grpId="0" nodeType="withEffect">
                                  <p:stCondLst>
                                    <p:cond delay="32773"/>
                                  </p:stCondLst>
                                  <p:childTnLst>
                                    <p:set>
                                      <p:cBhvr>
                                        <p:cTn id="202" dur="1" fill="hold">
                                          <p:stCondLst>
                                            <p:cond delay="0"/>
                                          </p:stCondLst>
                                        </p:cTn>
                                        <p:tgtEl>
                                          <p:spTgt spid="22"/>
                                        </p:tgtEl>
                                        <p:attrNameLst>
                                          <p:attrName>style.visibility</p:attrName>
                                        </p:attrNameLst>
                                      </p:cBhvr>
                                      <p:to>
                                        <p:strVal val="visible"/>
                                      </p:to>
                                    </p:set>
                                    <p:animEffect transition="in" filter="fade">
                                      <p:cBhvr>
                                        <p:cTn id="203" dur="220"/>
                                        <p:tgtEl>
                                          <p:spTgt spid="22"/>
                                        </p:tgtEl>
                                      </p:cBhvr>
                                    </p:animEffect>
                                  </p:childTnLst>
                                </p:cTn>
                              </p:par>
                              <p:par>
                                <p:cTn id="209" presetID="42" presetClass="entr" presetSubtype="0" fill="hold" grpId="0" nodeType="withEffect">
                                  <p:stCondLst>
                                    <p:cond delay="32796"/>
                                  </p:stCondLst>
                                  <p:childTnLst>
                                    <p:set>
                                      <p:cBhvr>
                                        <p:cTn id="205" dur="1" fill="hold">
                                          <p:stCondLst>
                                            <p:cond delay="0"/>
                                          </p:stCondLst>
                                        </p:cTn>
                                        <p:tgtEl>
                                          <p:spTgt spid="41"/>
                                        </p:tgtEl>
                                        <p:attrNameLst>
                                          <p:attrName>style.visibility</p:attrName>
                                        </p:attrNameLst>
                                      </p:cBhvr>
                                      <p:to>
                                        <p:strVal val="visible"/>
                                      </p:to>
                                    </p:set>
                                    <p:animEffect transition="in" filter="fade">
                                      <p:cBhvr>
                                        <p:cTn id="206" dur="300"/>
                                        <p:tgtEl>
                                          <p:spTgt spid="41"/>
                                        </p:tgtEl>
                                      </p:cBhvr>
                                    </p:animEffect>
                                    <p:anim calcmode="lin" valueType="num">
                                      <p:cBhvr additive="base">
                                        <p:cTn id="207" dur="300" fill="hold"/>
                                        <p:tgtEl>
                                          <p:spTgt spid="41"/>
                                        </p:tgtEl>
                                        <p:attrNameLst>
                                          <p:attrName>ppt_x</p:attrName>
                                        </p:attrNameLst>
                                      </p:cBhvr>
                                      <p:tavLst>
                                        <p:tav tm="0">
                                          <p:val>
                                            <p:strVal val="#ppt_x-.05"/>
                                          </p:val>
                                        </p:tav>
                                        <p:tav tm="100000">
                                          <p:val>
                                            <p:strVal val="#ppt_x"/>
                                          </p:val>
                                        </p:tav>
                                      </p:tavLst>
                                    </p:anim>
                                    <p:anim calcmode="lin" valueType="num">
                                      <p:cBhvr additive="base">
                                        <p:cTn id="208" dur="300" fill="hold"/>
                                        <p:tgtEl>
                                          <p:spTgt spid="41"/>
                                        </p:tgtEl>
                                        <p:attrNameLst>
                                          <p:attrName>ppt_y</p:attrName>
                                        </p:attrNameLst>
                                      </p:cBhvr>
                                      <p:tavLst>
                                        <p:tav tm="0">
                                          <p:val>
                                            <p:strVal val="#ppt_y"/>
                                          </p:val>
                                        </p:tav>
                                        <p:tav tm="100000">
                                          <p:val>
                                            <p:strVal val="#ppt_y"/>
                                          </p:val>
                                        </p:tav>
                                      </p:tavLst>
                                    </p:anim>
                                  </p:childTnLst>
                                </p:cTn>
                              </p:par>
                              <p:par>
                                <p:cTn id="211" presetID="8" presetClass="emph" presetSubtype="0" fill="hold" grpId="1" nodeType="withEffect" repeatCount="indefinite">
                                  <p:stCondLst>
                                    <p:cond delay="32820"/>
                                  </p:stCondLst>
                                  <p:childTnLst>
                                    <p:animRot by="21600000">
                                      <p:cBhvr>
                                        <p:cTn id="210" dur="9000" fill="hold"/>
                                        <p:tgtEl>
                                          <p:spTgt spid="9"/>
                                        </p:tgtEl>
                                        <p:attrNameLst>
                                          <p:attrName>r</p:attrName>
                                        </p:attrNameLst>
                                      </p:cBhvr>
                                    </p:animRot>
                                  </p:childTnLst>
                                </p:cTn>
                              </p:par>
                              <p:par>
                                <p:cTn id="214" presetID="10" presetClass="entr" presetSubtype="0" fill="hold" grpId="0" nodeType="withEffect">
                                  <p:stCondLst>
                                    <p:cond delay="32843"/>
                                  </p:stCondLst>
                                  <p:childTnLst>
                                    <p:set>
                                      <p:cBhvr>
                                        <p:cTn id="212" dur="1" fill="hold">
                                          <p:stCondLst>
                                            <p:cond delay="0"/>
                                          </p:stCondLst>
                                        </p:cTn>
                                        <p:tgtEl>
                                          <p:spTgt spid="42"/>
                                        </p:tgtEl>
                                        <p:attrNameLst>
                                          <p:attrName>style.visibility</p:attrName>
                                        </p:attrNameLst>
                                      </p:cBhvr>
                                      <p:to>
                                        <p:strVal val="visible"/>
                                      </p:to>
                                    </p:set>
                                    <p:animEffect transition="in" filter="fade">
                                      <p:cBhvr>
                                        <p:cTn id="213" dur="200"/>
                                        <p:tgtEl>
                                          <p:spTgt spid="42"/>
                                        </p:tgtEl>
                                      </p:cBhvr>
                                    </p:animEffect>
                                  </p:childTnLst>
                                </p:cTn>
                              </p:par>
                              <p:par>
                                <p:cTn id="216" presetID="0" presetClass="path" presetSubtype="0" fill="hold" grpId="1" nodeType="withEffect" autoRev="1" repeatCount="6000">
                                  <p:stCondLst>
                                    <p:cond delay="32866"/>
                                  </p:stCondLst>
                                  <p:childTnLst>
                                    <p:animMotion origin="layout" path="M 0 0 L 0 -0.012 E" pathEditMode="relative" ptsTypes="AA">
                                      <p:cBhvr>
                                        <p:cTn id="215" dur="260" fill="hold"/>
                                        <p:tgtEl>
                                          <p:spTgt spid="22"/>
                                        </p:tgtEl>
                                        <p:attrNameLst>
                                          <p:attrName>ppt_x</p:attrName>
                                          <p:attrName>ppt_y</p:attrName>
                                        </p:attrNameLst>
                                      </p:cBhvr>
                                    </p:animMotion>
                                  </p:childTnLst>
                                </p:cTn>
                              </p:par>
                              <p:par>
                                <p:cTn id="221" presetID="53" presetClass="entr" presetSubtype="32" fill="hold" grpId="0" nodeType="withEffect">
                                  <p:stCondLst>
                                    <p:cond delay="32890"/>
                                  </p:stCondLst>
                                  <p:childTnLst>
                                    <p:set>
                                      <p:cBhvr>
                                        <p:cTn id="217" dur="1" fill="hold">
                                          <p:stCondLst>
                                            <p:cond delay="0"/>
                                          </p:stCondLst>
                                        </p:cTn>
                                        <p:tgtEl>
                                          <p:spTgt spid="17"/>
                                        </p:tgtEl>
                                        <p:attrNameLst>
                                          <p:attrName>style.visibility</p:attrName>
                                        </p:attrNameLst>
                                      </p:cBhvr>
                                      <p:to>
                                        <p:strVal val="visible"/>
                                      </p:to>
                                    </p:set>
                                    <p:anim calcmode="lin" valueType="num">
                                      <p:cBhvr additive="base">
                                        <p:cTn id="218" dur="450" fill="hold"/>
                                        <p:tgtEl>
                                          <p:spTgt spid="17"/>
                                        </p:tgtEl>
                                        <p:attrNameLst>
                                          <p:attrName>ppt_w</p:attrName>
                                        </p:attrNameLst>
                                      </p:cBhvr>
                                      <p:tavLst>
                                        <p:tav tm="0">
                                          <p:val>
                                            <p:strVal val="#ppt_w*2.4"/>
                                          </p:val>
                                        </p:tav>
                                        <p:tav tm="100000">
                                          <p:val>
                                            <p:strVal val="#ppt_w"/>
                                          </p:val>
                                        </p:tav>
                                      </p:tavLst>
                                    </p:anim>
                                    <p:anim calcmode="lin" valueType="num">
                                      <p:cBhvr additive="base">
                                        <p:cTn id="219" dur="450" fill="hold"/>
                                        <p:tgtEl>
                                          <p:spTgt spid="17"/>
                                        </p:tgtEl>
                                        <p:attrNameLst>
                                          <p:attrName>ppt_h</p:attrName>
                                        </p:attrNameLst>
                                      </p:cBhvr>
                                      <p:tavLst>
                                        <p:tav tm="0">
                                          <p:val>
                                            <p:strVal val="#ppt_h*2.4"/>
                                          </p:val>
                                        </p:tav>
                                        <p:tav tm="100000">
                                          <p:val>
                                            <p:strVal val="#ppt_h"/>
                                          </p:val>
                                        </p:tav>
                                      </p:tavLst>
                                    </p:anim>
                                    <p:animEffect transition="in" filter="fade">
                                      <p:cBhvr>
                                        <p:cTn id="220" dur="450"/>
                                        <p:tgtEl>
                                          <p:spTgt spid="17"/>
                                        </p:tgtEl>
                                      </p:cBhvr>
                                    </p:animEffect>
                                  </p:childTnLst>
                                </p:cTn>
                              </p:par>
                              <p:par>
                                <p:cTn id="224" presetID="10" presetClass="exit" presetSubtype="0" fill="hold" grpId="1" nodeType="withEffect">
                                  <p:stCondLst>
                                    <p:cond delay="38700"/>
                                  </p:stCondLst>
                                  <p:childTnLst>
                                    <p:animEffect transition="out" filter="fade">
                                      <p:cBhvr>
                                        <p:cTn id="222" dur="200"/>
                                        <p:tgtEl>
                                          <p:spTgt spid="37"/>
                                        </p:tgtEl>
                                      </p:cBhvr>
                                    </p:animEffect>
                                    <p:set>
                                      <p:cBhvr>
                                        <p:cTn id="223" dur="1" fill="hold">
                                          <p:stCondLst>
                                            <p:cond delay="199"/>
                                          </p:stCondLst>
                                        </p:cTn>
                                        <p:tgtEl>
                                          <p:spTgt spid="37"/>
                                        </p:tgtEl>
                                        <p:attrNameLst>
                                          <p:attrName>style.visibility</p:attrName>
                                        </p:attrNameLst>
                                      </p:cBhvr>
                                      <p:to>
                                        <p:strVal val="hidden"/>
                                      </p:to>
                                    </p:set>
                                  </p:childTnLst>
                                </p:cTn>
                              </p:par>
                              <p:par>
                                <p:cTn id="227" presetID="10" presetClass="exit" presetSubtype="0" fill="hold" grpId="1" nodeType="withEffect">
                                  <p:stCondLst>
                                    <p:cond delay="38725"/>
                                  </p:stCondLst>
                                  <p:childTnLst>
                                    <p:animEffect transition="out" filter="fade">
                                      <p:cBhvr>
                                        <p:cTn id="225" dur="250"/>
                                        <p:tgtEl>
                                          <p:spTgt spid="8"/>
                                        </p:tgtEl>
                                      </p:cBhvr>
                                    </p:animEffect>
                                    <p:set>
                                      <p:cBhvr>
                                        <p:cTn id="226" dur="1" fill="hold">
                                          <p:stCondLst>
                                            <p:cond delay="249"/>
                                          </p:stCondLst>
                                        </p:cTn>
                                        <p:tgtEl>
                                          <p:spTgt spid="8"/>
                                        </p:tgtEl>
                                        <p:attrNameLst>
                                          <p:attrName>style.visibility</p:attrName>
                                        </p:attrNameLst>
                                      </p:cBhvr>
                                      <p:to>
                                        <p:strVal val="hidden"/>
                                      </p:to>
                                    </p:set>
                                  </p:childTnLst>
                                </p:cTn>
                              </p:par>
                              <p:par>
                                <p:cTn id="230" presetID="10" presetClass="exit" presetSubtype="0" fill="hold" grpId="2" nodeType="withEffect">
                                  <p:stCondLst>
                                    <p:cond delay="38750"/>
                                  </p:stCondLst>
                                  <p:childTnLst>
                                    <p:animEffect transition="out" filter="fade">
                                      <p:cBhvr>
                                        <p:cTn id="228" dur="250"/>
                                        <p:tgtEl>
                                          <p:spTgt spid="9"/>
                                        </p:tgtEl>
                                      </p:cBhvr>
                                    </p:animEffect>
                                    <p:set>
                                      <p:cBhvr>
                                        <p:cTn id="229" dur="1" fill="hold">
                                          <p:stCondLst>
                                            <p:cond delay="249"/>
                                          </p:stCondLst>
                                        </p:cTn>
                                        <p:tgtEl>
                                          <p:spTgt spid="9"/>
                                        </p:tgtEl>
                                        <p:attrNameLst>
                                          <p:attrName>style.visibility</p:attrName>
                                        </p:attrNameLst>
                                      </p:cBhvr>
                                      <p:to>
                                        <p:strVal val="hidden"/>
                                      </p:to>
                                    </p:set>
                                  </p:childTnLst>
                                </p:cTn>
                              </p:par>
                              <p:par>
                                <p:cTn id="233" presetID="10" presetClass="exit" presetSubtype="0" fill="hold" grpId="1" nodeType="withEffect">
                                  <p:stCondLst>
                                    <p:cond delay="38775"/>
                                  </p:stCondLst>
                                  <p:childTnLst>
                                    <p:animEffect transition="out" filter="fade">
                                      <p:cBhvr>
                                        <p:cTn id="231" dur="250"/>
                                        <p:tgtEl>
                                          <p:spTgt spid="16"/>
                                        </p:tgtEl>
                                      </p:cBhvr>
                                    </p:animEffect>
                                    <p:set>
                                      <p:cBhvr>
                                        <p:cTn id="232" dur="1" fill="hold">
                                          <p:stCondLst>
                                            <p:cond delay="249"/>
                                          </p:stCondLst>
                                        </p:cTn>
                                        <p:tgtEl>
                                          <p:spTgt spid="16"/>
                                        </p:tgtEl>
                                        <p:attrNameLst>
                                          <p:attrName>style.visibility</p:attrName>
                                        </p:attrNameLst>
                                      </p:cBhvr>
                                      <p:to>
                                        <p:strVal val="hidden"/>
                                      </p:to>
                                    </p:set>
                                  </p:childTnLst>
                                </p:cTn>
                              </p:par>
                              <p:par>
                                <p:cTn id="236" presetID="10" presetClass="exit" presetSubtype="0" fill="hold" grpId="1" nodeType="withEffect">
                                  <p:stCondLst>
                                    <p:cond delay="38800"/>
                                  </p:stCondLst>
                                  <p:childTnLst>
                                    <p:animEffect transition="out" filter="fade">
                                      <p:cBhvr>
                                        <p:cTn id="234" dur="250"/>
                                        <p:tgtEl>
                                          <p:spTgt spid="17"/>
                                        </p:tgtEl>
                                      </p:cBhvr>
                                    </p:animEffect>
                                    <p:set>
                                      <p:cBhvr>
                                        <p:cTn id="235" dur="1" fill="hold">
                                          <p:stCondLst>
                                            <p:cond delay="249"/>
                                          </p:stCondLst>
                                        </p:cTn>
                                        <p:tgtEl>
                                          <p:spTgt spid="17"/>
                                        </p:tgtEl>
                                        <p:attrNameLst>
                                          <p:attrName>style.visibility</p:attrName>
                                        </p:attrNameLst>
                                      </p:cBhvr>
                                      <p:to>
                                        <p:strVal val="hidden"/>
                                      </p:to>
                                    </p:set>
                                  </p:childTnLst>
                                </p:cTn>
                              </p:par>
                              <p:par>
                                <p:cTn id="241" presetID="42" presetClass="entr" presetSubtype="0" fill="hold" grpId="0" nodeType="withEffect">
                                  <p:stCondLst>
                                    <p:cond delay="38825"/>
                                  </p:stCondLst>
                                  <p:childTnLst>
                                    <p:set>
                                      <p:cBhvr>
                                        <p:cTn id="237" dur="1" fill="hold">
                                          <p:stCondLst>
                                            <p:cond delay="0"/>
                                          </p:stCondLst>
                                        </p:cTn>
                                        <p:tgtEl>
                                          <p:spTgt spid="43"/>
                                        </p:tgtEl>
                                        <p:attrNameLst>
                                          <p:attrName>style.visibility</p:attrName>
                                        </p:attrNameLst>
                                      </p:cBhvr>
                                      <p:to>
                                        <p:strVal val="visible"/>
                                      </p:to>
                                    </p:set>
                                    <p:animEffect transition="in" filter="fade">
                                      <p:cBhvr>
                                        <p:cTn id="238" dur="400"/>
                                        <p:tgtEl>
                                          <p:spTgt spid="43"/>
                                        </p:tgtEl>
                                      </p:cBhvr>
                                    </p:animEffect>
                                    <p:anim calcmode="lin" valueType="num">
                                      <p:cBhvr additive="base">
                                        <p:cTn id="239" dur="400" fill="hold"/>
                                        <p:tgtEl>
                                          <p:spTgt spid="43"/>
                                        </p:tgtEl>
                                        <p:attrNameLst>
                                          <p:attrName>ppt_x</p:attrName>
                                        </p:attrNameLst>
                                      </p:cBhvr>
                                      <p:tavLst>
                                        <p:tav tm="0">
                                          <p:val>
                                            <p:strVal val="#ppt_x-.05"/>
                                          </p:val>
                                        </p:tav>
                                        <p:tav tm="100000">
                                          <p:val>
                                            <p:strVal val="#ppt_x"/>
                                          </p:val>
                                        </p:tav>
                                      </p:tavLst>
                                    </p:anim>
                                    <p:anim calcmode="lin" valueType="num">
                                      <p:cBhvr additive="base">
                                        <p:cTn id="240" dur="400" fill="hold"/>
                                        <p:tgtEl>
                                          <p:spTgt spid="43"/>
                                        </p:tgtEl>
                                        <p:attrNameLst>
                                          <p:attrName>ppt_y</p:attrName>
                                        </p:attrNameLst>
                                      </p:cBhvr>
                                      <p:tavLst>
                                        <p:tav tm="0">
                                          <p:val>
                                            <p:strVal val="#ppt_y"/>
                                          </p:val>
                                        </p:tav>
                                        <p:tav tm="100000">
                                          <p:val>
                                            <p:strVal val="#ppt_y"/>
                                          </p:val>
                                        </p:tav>
                                      </p:tavLst>
                                    </p:anim>
                                  </p:childTnLst>
                                </p:cTn>
                              </p:par>
                              <p:par>
                                <p:cTn id="244" presetID="10" presetClass="exit" presetSubtype="0" fill="hold" grpId="1" nodeType="withEffect">
                                  <p:stCondLst>
                                    <p:cond delay="38850"/>
                                  </p:stCondLst>
                                  <p:childTnLst>
                                    <p:animEffect transition="out" filter="fade">
                                      <p:cBhvr>
                                        <p:cTn id="242" dur="200"/>
                                        <p:tgtEl>
                                          <p:spTgt spid="41"/>
                                        </p:tgtEl>
                                      </p:cBhvr>
                                    </p:animEffect>
                                    <p:set>
                                      <p:cBhvr>
                                        <p:cTn id="243" dur="1" fill="hold">
                                          <p:stCondLst>
                                            <p:cond delay="199"/>
                                          </p:stCondLst>
                                        </p:cTn>
                                        <p:tgtEl>
                                          <p:spTgt spid="41"/>
                                        </p:tgtEl>
                                        <p:attrNameLst>
                                          <p:attrName>style.visibility</p:attrName>
                                        </p:attrNameLst>
                                      </p:cBhvr>
                                      <p:to>
                                        <p:strVal val="hidden"/>
                                      </p:to>
                                    </p:set>
                                  </p:childTnLst>
                                </p:cTn>
                              </p:par>
                              <p:par>
                                <p:cTn id="247" presetID="10" presetClass="exit" presetSubtype="0" fill="hold" grpId="1" nodeType="withEffect">
                                  <p:stCondLst>
                                    <p:cond delay="38875"/>
                                  </p:stCondLst>
                                  <p:childTnLst>
                                    <p:animEffect transition="out" filter="fade">
                                      <p:cBhvr>
                                        <p:cTn id="245" dur="200"/>
                                        <p:tgtEl>
                                          <p:spTgt spid="42"/>
                                        </p:tgtEl>
                                      </p:cBhvr>
                                    </p:animEffect>
                                    <p:set>
                                      <p:cBhvr>
                                        <p:cTn id="246" dur="1" fill="hold">
                                          <p:stCondLst>
                                            <p:cond delay="199"/>
                                          </p:stCondLst>
                                        </p:cTn>
                                        <p:tgtEl>
                                          <p:spTgt spid="42"/>
                                        </p:tgtEl>
                                        <p:attrNameLst>
                                          <p:attrName>style.visibility</p:attrName>
                                        </p:attrNameLst>
                                      </p:cBhvr>
                                      <p:to>
                                        <p:strVal val="hidden"/>
                                      </p:to>
                                    </p:set>
                                  </p:childTnLst>
                                </p:cTn>
                              </p:par>
                              <p:par>
                                <p:cTn id="250" presetID="10" presetClass="exit" presetSubtype="0" fill="hold" grpId="2" nodeType="withEffect">
                                  <p:stCondLst>
                                    <p:cond delay="38900"/>
                                  </p:stCondLst>
                                  <p:childTnLst>
                                    <p:animEffect transition="out" filter="fade">
                                      <p:cBhvr>
                                        <p:cTn id="248" dur="220"/>
                                        <p:tgtEl>
                                          <p:spTgt spid="22"/>
                                        </p:tgtEl>
                                      </p:cBhvr>
                                    </p:animEffect>
                                    <p:set>
                                      <p:cBhvr>
                                        <p:cTn id="249" dur="1" fill="hold">
                                          <p:stCondLst>
                                            <p:cond delay="219"/>
                                          </p:stCondLst>
                                        </p:cTn>
                                        <p:tgtEl>
                                          <p:spTgt spid="22"/>
                                        </p:tgtEl>
                                        <p:attrNameLst>
                                          <p:attrName>style.visibility</p:attrName>
                                        </p:attrNameLst>
                                      </p:cBhvr>
                                      <p:to>
                                        <p:strVal val="hidden"/>
                                      </p:to>
                                    </p:set>
                                  </p:childTnLst>
                                </p:cTn>
                              </p:par>
                              <p:par>
                                <p:cTn id="253" presetID="10" presetClass="entr" presetSubtype="0" fill="hold" grpId="0" nodeType="withEffect">
                                  <p:stCondLst>
                                    <p:cond delay="38925"/>
                                  </p:stCondLst>
                                  <p:childTnLst>
                                    <p:set>
                                      <p:cBhvr>
                                        <p:cTn id="251" dur="1" fill="hold">
                                          <p:stCondLst>
                                            <p:cond delay="0"/>
                                          </p:stCondLst>
                                        </p:cTn>
                                        <p:tgtEl>
                                          <p:spTgt spid="23"/>
                                        </p:tgtEl>
                                        <p:attrNameLst>
                                          <p:attrName>style.visibility</p:attrName>
                                        </p:attrNameLst>
                                      </p:cBhvr>
                                      <p:to>
                                        <p:strVal val="visible"/>
                                      </p:to>
                                    </p:set>
                                    <p:animEffect transition="in" filter="fade">
                                      <p:cBhvr>
                                        <p:cTn id="252" dur="220"/>
                                        <p:tgtEl>
                                          <p:spTgt spid="23"/>
                                        </p:tgtEl>
                                      </p:cBhvr>
                                    </p:animEffect>
                                  </p:childTnLst>
                                </p:cTn>
                              </p:par>
                              <p:par>
                                <p:cTn id="258" presetID="42" presetClass="entr" presetSubtype="0" fill="hold" grpId="0" nodeType="withEffect">
                                  <p:stCondLst>
                                    <p:cond delay="38950"/>
                                  </p:stCondLst>
                                  <p:childTnLst>
                                    <p:set>
                                      <p:cBhvr>
                                        <p:cTn id="254" dur="1" fill="hold">
                                          <p:stCondLst>
                                            <p:cond delay="0"/>
                                          </p:stCondLst>
                                        </p:cTn>
                                        <p:tgtEl>
                                          <p:spTgt spid="44"/>
                                        </p:tgtEl>
                                        <p:attrNameLst>
                                          <p:attrName>style.visibility</p:attrName>
                                        </p:attrNameLst>
                                      </p:cBhvr>
                                      <p:to>
                                        <p:strVal val="visible"/>
                                      </p:to>
                                    </p:set>
                                    <p:animEffect transition="in" filter="fade">
                                      <p:cBhvr>
                                        <p:cTn id="255" dur="300"/>
                                        <p:tgtEl>
                                          <p:spTgt spid="44"/>
                                        </p:tgtEl>
                                      </p:cBhvr>
                                    </p:animEffect>
                                    <p:anim calcmode="lin" valueType="num">
                                      <p:cBhvr additive="base">
                                        <p:cTn id="256" dur="300" fill="hold"/>
                                        <p:tgtEl>
                                          <p:spTgt spid="44"/>
                                        </p:tgtEl>
                                        <p:attrNameLst>
                                          <p:attrName>ppt_x</p:attrName>
                                        </p:attrNameLst>
                                      </p:cBhvr>
                                      <p:tavLst>
                                        <p:tav tm="0">
                                          <p:val>
                                            <p:strVal val="#ppt_x-.05"/>
                                          </p:val>
                                        </p:tav>
                                        <p:tav tm="100000">
                                          <p:val>
                                            <p:strVal val="#ppt_x"/>
                                          </p:val>
                                        </p:tav>
                                      </p:tavLst>
                                    </p:anim>
                                    <p:anim calcmode="lin" valueType="num">
                                      <p:cBhvr additive="base">
                                        <p:cTn id="257" dur="300" fill="hold"/>
                                        <p:tgtEl>
                                          <p:spTgt spid="44"/>
                                        </p:tgtEl>
                                        <p:attrNameLst>
                                          <p:attrName>ppt_y</p:attrName>
                                        </p:attrNameLst>
                                      </p:cBhvr>
                                      <p:tavLst>
                                        <p:tav tm="0">
                                          <p:val>
                                            <p:strVal val="#ppt_y"/>
                                          </p:val>
                                        </p:tav>
                                        <p:tav tm="100000">
                                          <p:val>
                                            <p:strVal val="#ppt_y"/>
                                          </p:val>
                                        </p:tav>
                                      </p:tavLst>
                                    </p:anim>
                                  </p:childTnLst>
                                </p:cTn>
                              </p:par>
                              <p:par>
                                <p:cTn id="261" presetID="10" presetClass="entr" presetSubtype="0" fill="hold" grpId="0" nodeType="withEffect">
                                  <p:stCondLst>
                                    <p:cond delay="38975"/>
                                  </p:stCondLst>
                                  <p:childTnLst>
                                    <p:set>
                                      <p:cBhvr>
                                        <p:cTn id="259" dur="1" fill="hold">
                                          <p:stCondLst>
                                            <p:cond delay="0"/>
                                          </p:stCondLst>
                                        </p:cTn>
                                        <p:tgtEl>
                                          <p:spTgt spid="45"/>
                                        </p:tgtEl>
                                        <p:attrNameLst>
                                          <p:attrName>style.visibility</p:attrName>
                                        </p:attrNameLst>
                                      </p:cBhvr>
                                      <p:to>
                                        <p:strVal val="visible"/>
                                      </p:to>
                                    </p:set>
                                    <p:animEffect transition="in" filter="fade">
                                      <p:cBhvr>
                                        <p:cTn id="260" dur="200"/>
                                        <p:tgtEl>
                                          <p:spTgt spid="45"/>
                                        </p:tgtEl>
                                      </p:cBhvr>
                                    </p:animEffect>
                                  </p:childTnLst>
                                </p:cTn>
                              </p:par>
                              <p:par>
                                <p:cTn id="266" presetID="53" presetClass="entr" presetSubtype="16" fill="hold" grpId="0" nodeType="withEffect">
                                  <p:stCondLst>
                                    <p:cond delay="39000"/>
                                  </p:stCondLst>
                                  <p:childTnLst>
                                    <p:set>
                                      <p:cBhvr>
                                        <p:cTn id="262" dur="1" fill="hold">
                                          <p:stCondLst>
                                            <p:cond delay="0"/>
                                          </p:stCondLst>
                                        </p:cTn>
                                        <p:tgtEl>
                                          <p:spTgt spid="18"/>
                                        </p:tgtEl>
                                        <p:attrNameLst>
                                          <p:attrName>style.visibility</p:attrName>
                                        </p:attrNameLst>
                                      </p:cBhvr>
                                      <p:to>
                                        <p:strVal val="visible"/>
                                      </p:to>
                                    </p:set>
                                    <p:anim calcmode="lin" valueType="num">
                                      <p:cBhvr additive="base">
                                        <p:cTn id="263" dur="400" fill="hold"/>
                                        <p:tgtEl>
                                          <p:spTgt spid="18"/>
                                        </p:tgtEl>
                                        <p:attrNameLst>
                                          <p:attrName>ppt_w</p:attrName>
                                        </p:attrNameLst>
                                      </p:cBhvr>
                                      <p:tavLst>
                                        <p:tav tm="0">
                                          <p:val>
                                            <p:strVal val="0"/>
                                          </p:val>
                                        </p:tav>
                                        <p:tav tm="100000">
                                          <p:val>
                                            <p:strVal val="#ppt_w"/>
                                          </p:val>
                                        </p:tav>
                                      </p:tavLst>
                                    </p:anim>
                                    <p:anim calcmode="lin" valueType="num">
                                      <p:cBhvr additive="base">
                                        <p:cTn id="264" dur="400" fill="hold"/>
                                        <p:tgtEl>
                                          <p:spTgt spid="18"/>
                                        </p:tgtEl>
                                        <p:attrNameLst>
                                          <p:attrName>ppt_h</p:attrName>
                                        </p:attrNameLst>
                                      </p:cBhvr>
                                      <p:tavLst>
                                        <p:tav tm="0">
                                          <p:val>
                                            <p:strVal val="0"/>
                                          </p:val>
                                        </p:tav>
                                        <p:tav tm="100000">
                                          <p:val>
                                            <p:strVal val="#ppt_h"/>
                                          </p:val>
                                        </p:tav>
                                      </p:tavLst>
                                    </p:anim>
                                    <p:animEffect transition="in" filter="fade">
                                      <p:cBhvr>
                                        <p:cTn id="265" dur="400"/>
                                        <p:tgtEl>
                                          <p:spTgt spid="18"/>
                                        </p:tgtEl>
                                      </p:cBhvr>
                                    </p:animEffect>
                                  </p:childTnLst>
                                </p:cTn>
                              </p:par>
                              <p:par>
                                <p:cTn id="268" presetID="32" presetClass="emph" presetSubtype="0" fill="hold" grpId="1" nodeType="withEffect" autoRev="1" repeatCount="8000">
                                  <p:stCondLst>
                                    <p:cond delay="39025"/>
                                  </p:stCondLst>
                                  <p:childTnLst>
                                    <p:animRot by="240000">
                                      <p:cBhvr>
                                        <p:cTn id="267" dur="120" fill="hold"/>
                                        <p:tgtEl>
                                          <p:spTgt spid="18"/>
                                        </p:tgtEl>
                                        <p:attrNameLst>
                                          <p:attrName>r</p:attrName>
                                        </p:attrNameLst>
                                      </p:cBhvr>
                                    </p:animRot>
                                  </p:childTnLst>
                                </p:cTn>
                              </p:par>
                              <p:par>
                                <p:cTn id="271" presetID="22" presetClass="entr" presetSubtype="8" fill="hold" grpId="0" nodeType="withEffect">
                                  <p:stCondLst>
                                    <p:cond delay="39050"/>
                                  </p:stCondLst>
                                  <p:childTnLst>
                                    <p:set>
                                      <p:cBhvr>
                                        <p:cTn id="269" dur="1" fill="hold">
                                          <p:stCondLst>
                                            <p:cond delay="0"/>
                                          </p:stCondLst>
                                        </p:cTn>
                                        <p:tgtEl>
                                          <p:spTgt spid="19"/>
                                        </p:tgtEl>
                                        <p:attrNameLst>
                                          <p:attrName>style.visibility</p:attrName>
                                        </p:attrNameLst>
                                      </p:cBhvr>
                                      <p:to>
                                        <p:strVal val="visible"/>
                                      </p:to>
                                    </p:set>
                                    <p:animEffect transition="in" filter="wipe(left)">
                                      <p:cBhvr>
                                        <p:cTn id="270" dur="600"/>
                                        <p:tgtEl>
                                          <p:spTgt spid="19"/>
                                        </p:tgtEl>
                                      </p:cBhvr>
                                    </p:animEffect>
                                  </p:childTnLst>
                                </p:cTn>
                              </p:par>
                              <p:par>
                                <p:cTn id="274" presetID="10" presetClass="entr" presetSubtype="0" fill="hold" grpId="0" nodeType="withEffect">
                                  <p:stCondLst>
                                    <p:cond delay="43785"/>
                                  </p:stCondLst>
                                  <p:childTnLst>
                                    <p:set>
                                      <p:cBhvr>
                                        <p:cTn id="272" dur="1" fill="hold">
                                          <p:stCondLst>
                                            <p:cond delay="0"/>
                                          </p:stCondLst>
                                        </p:cTn>
                                        <p:tgtEl>
                                          <p:spTgt spid="46"/>
                                        </p:tgtEl>
                                        <p:attrNameLst>
                                          <p:attrName>style.visibility</p:attrName>
                                        </p:attrNameLst>
                                      </p:cBhvr>
                                      <p:to>
                                        <p:strVal val="visible"/>
                                      </p:to>
                                    </p:set>
                                    <p:animEffect transition="in" filter="fade">
                                      <p:cBhvr>
                                        <p:cTn id="273" dur="80"/>
                                        <p:tgtEl>
                                          <p:spTgt spid="46"/>
                                        </p:tgtEl>
                                      </p:cBhvr>
                                    </p:animEffect>
                                  </p:childTnLst>
                                </p:cTn>
                              </p:par>
                              <p:par>
                                <p:cTn id="277" presetID="10" presetClass="exit" presetSubtype="0" fill="hold" grpId="1" nodeType="withEffect">
                                  <p:stCondLst>
                                    <p:cond delay="43835"/>
                                  </p:stCondLst>
                                  <p:childTnLst>
                                    <p:animEffect transition="out" filter="fade">
                                      <p:cBhvr>
                                        <p:cTn id="275" dur="220"/>
                                        <p:tgtEl>
                                          <p:spTgt spid="24"/>
                                        </p:tgtEl>
                                      </p:cBhvr>
                                    </p:animEffect>
                                    <p:set>
                                      <p:cBhvr>
                                        <p:cTn id="276" dur="1" fill="hold">
                                          <p:stCondLst>
                                            <p:cond delay="219"/>
                                          </p:stCondLst>
                                        </p:cTn>
                                        <p:tgtEl>
                                          <p:spTgt spid="24"/>
                                        </p:tgtEl>
                                        <p:attrNameLst>
                                          <p:attrName>style.visibility</p:attrName>
                                        </p:attrNameLst>
                                      </p:cBhvr>
                                      <p:to>
                                        <p:strVal val="hidden"/>
                                      </p:to>
                                    </p:set>
                                  </p:childTnLst>
                                </p:cTn>
                              </p:par>
                              <p:par>
                                <p:cTn id="280" presetID="10" presetClass="entr" presetSubtype="0" fill="hold" grpId="0" nodeType="withEffect">
                                  <p:stCondLst>
                                    <p:cond delay="43885"/>
                                  </p:stCondLst>
                                  <p:childTnLst>
                                    <p:set>
                                      <p:cBhvr>
                                        <p:cTn id="278" dur="1" fill="hold">
                                          <p:stCondLst>
                                            <p:cond delay="0"/>
                                          </p:stCondLst>
                                        </p:cTn>
                                        <p:tgtEl>
                                          <p:spTgt spid="25"/>
                                        </p:tgtEl>
                                        <p:attrNameLst>
                                          <p:attrName>style.visibility</p:attrName>
                                        </p:attrNameLst>
                                      </p:cBhvr>
                                      <p:to>
                                        <p:strVal val="visible"/>
                                      </p:to>
                                    </p:set>
                                    <p:animEffect transition="in" filter="fade">
                                      <p:cBhvr>
                                        <p:cTn id="279" dur="220"/>
                                        <p:tgtEl>
                                          <p:spTgt spid="25"/>
                                        </p:tgtEl>
                                      </p:cBhvr>
                                    </p:animEffect>
                                  </p:childTnLst>
                                </p:cTn>
                              </p:par>
                              <p:par>
                                <p:cTn id="283" presetID="10" presetClass="exit" presetSubtype="0" fill="hold" grpId="1" nodeType="withEffect">
                                  <p:stCondLst>
                                    <p:cond delay="43905"/>
                                  </p:stCondLst>
                                  <p:childTnLst>
                                    <p:animEffect transition="out" filter="fade">
                                      <p:cBhvr>
                                        <p:cTn id="281" dur="300"/>
                                        <p:tgtEl>
                                          <p:spTgt spid="46"/>
                                        </p:tgtEl>
                                      </p:cBhvr>
                                    </p:animEffect>
                                    <p:set>
                                      <p:cBhvr>
                                        <p:cTn id="282" dur="1" fill="hold">
                                          <p:stCondLst>
                                            <p:cond delay="299"/>
                                          </p:stCondLst>
                                        </p:cTn>
                                        <p:tgtEl>
                                          <p:spTgt spid="46"/>
                                        </p:tgtEl>
                                        <p:attrNameLst>
                                          <p:attrName>style.visibility</p:attrName>
                                        </p:attrNameLst>
                                      </p:cBhvr>
                                      <p:to>
                                        <p:strVal val="hidden"/>
                                      </p:to>
                                    </p:set>
                                  </p:childTnLst>
                                </p:cTn>
                              </p:par>
                              <p:par>
                                <p:cTn id="285" presetID="0" presetClass="path" presetSubtype="0" fill="hold" grpId="1" nodeType="withEffect" autoRev="1" repeatCount="6000">
                                  <p:stCondLst>
                                    <p:cond delay="43985"/>
                                  </p:stCondLst>
                                  <p:childTnLst>
                                    <p:animMotion origin="layout" path="M 0 0 L 0.008 0 E" pathEditMode="relative" ptsTypes="AA">
                                      <p:cBhvr>
                                        <p:cTn id="284" dur="60" fill="hold"/>
                                        <p:tgtEl>
                                          <p:spTgt spid="25"/>
                                        </p:tgtEl>
                                        <p:attrNameLst>
                                          <p:attrName>ppt_x</p:attrName>
                                          <p:attrName>ppt_y</p:attrName>
                                        </p:attrNameLst>
                                      </p:cBhvr>
                                    </p:animMotion>
                                  </p:childTnLst>
                                </p:cTn>
                              </p:par>
                              <p:par>
                                <p:cTn id="290" presetID="53" presetClass="entr" presetSubtype="16" fill="hold" grpId="0" nodeType="withEffect">
                                  <p:stCondLst>
                                    <p:cond delay="44035"/>
                                  </p:stCondLst>
                                  <p:childTnLst>
                                    <p:set>
                                      <p:cBhvr>
                                        <p:cTn id="286" dur="1" fill="hold">
                                          <p:stCondLst>
                                            <p:cond delay="0"/>
                                          </p:stCondLst>
                                        </p:cTn>
                                        <p:tgtEl>
                                          <p:spTgt spid="28"/>
                                        </p:tgtEl>
                                        <p:attrNameLst>
                                          <p:attrName>style.visibility</p:attrName>
                                        </p:attrNameLst>
                                      </p:cBhvr>
                                      <p:to>
                                        <p:strVal val="visible"/>
                                      </p:to>
                                    </p:set>
                                    <p:anim calcmode="lin" valueType="num">
                                      <p:cBhvr additive="base">
                                        <p:cTn id="287" dur="300" fill="hold"/>
                                        <p:tgtEl>
                                          <p:spTgt spid="28"/>
                                        </p:tgtEl>
                                        <p:attrNameLst>
                                          <p:attrName>ppt_w</p:attrName>
                                        </p:attrNameLst>
                                      </p:cBhvr>
                                      <p:tavLst>
                                        <p:tav tm="0">
                                          <p:val>
                                            <p:strVal val="0"/>
                                          </p:val>
                                        </p:tav>
                                        <p:tav tm="100000">
                                          <p:val>
                                            <p:strVal val="#ppt_w"/>
                                          </p:val>
                                        </p:tav>
                                      </p:tavLst>
                                    </p:anim>
                                    <p:anim calcmode="lin" valueType="num">
                                      <p:cBhvr additive="base">
                                        <p:cTn id="288" dur="300" fill="hold"/>
                                        <p:tgtEl>
                                          <p:spTgt spid="28"/>
                                        </p:tgtEl>
                                        <p:attrNameLst>
                                          <p:attrName>ppt_h</p:attrName>
                                        </p:attrNameLst>
                                      </p:cBhvr>
                                      <p:tavLst>
                                        <p:tav tm="0">
                                          <p:val>
                                            <p:strVal val="0"/>
                                          </p:val>
                                        </p:tav>
                                        <p:tav tm="100000">
                                          <p:val>
                                            <p:strVal val="#ppt_h"/>
                                          </p:val>
                                        </p:tav>
                                      </p:tavLst>
                                    </p:anim>
                                    <p:animEffect transition="in" filter="fade">
                                      <p:cBhvr>
                                        <p:cTn id="289" dur="300"/>
                                        <p:tgtEl>
                                          <p:spTgt spid="28"/>
                                        </p:tgtEl>
                                      </p:cBhvr>
                                    </p:animEffect>
                                  </p:childTnLst>
                                </p:cTn>
                              </p:par>
                              <p:par>
                                <p:cTn id="292" presetID="6" presetClass="emph" presetSubtype="0" fill="hold" grpId="1" nodeType="withEffect" autoRev="1" repeatCount="indefinite">
                                  <p:stCondLst>
                                    <p:cond delay="44085"/>
                                  </p:stCondLst>
                                  <p:childTnLst>
                                    <p:animScale>
                                      <p:cBhvr>
                                        <p:cTn id="291" dur="400" fill="hold"/>
                                        <p:tgtEl>
                                          <p:spTgt spid="28"/>
                                        </p:tgtEl>
                                      </p:cBhvr>
                                      <p:by x="120000" y="120000"/>
                                    </p:animScale>
                                  </p:childTnLst>
                                </p:cTn>
                              </p:par>
                              <p:par>
                                <p:cTn id="295" presetID="22" presetClass="entr" presetSubtype="8" fill="hold" grpId="0" nodeType="withEffect">
                                  <p:stCondLst>
                                    <p:cond delay="44135"/>
                                  </p:stCondLst>
                                  <p:childTnLst>
                                    <p:set>
                                      <p:cBhvr>
                                        <p:cTn id="293" dur="1" fill="hold">
                                          <p:stCondLst>
                                            <p:cond delay="0"/>
                                          </p:stCondLst>
                                        </p:cTn>
                                        <p:tgtEl>
                                          <p:spTgt spid="47"/>
                                        </p:tgtEl>
                                        <p:attrNameLst>
                                          <p:attrName>style.visibility</p:attrName>
                                        </p:attrNameLst>
                                      </p:cBhvr>
                                      <p:to>
                                        <p:strVal val="visible"/>
                                      </p:to>
                                    </p:set>
                                    <p:animEffect transition="in" filter="wipe(left)">
                                      <p:cBhvr>
                                        <p:cTn id="294" dur="6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30" grpId="1" animBg="1"/>
      <p:bldP spid="6" grpId="0"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16" grpId="0" animBg="1"/>
      <p:bldP spid="38" grpId="1" animBg="1"/>
      <p:bldP spid="40"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8" fill="hold">
                      <p:stCondLst>
                        <p:cond delay="indefinite"/>
                        <p:cond evt="onBegin" delay="0">
                          <p:tn val="2"/>
                        </p:cond>
                      </p:stCondLst>
                      <p:childTnLst>
                        <p:par>
                          <p:cTn id="319"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350"/>
                                        <p:tgtEl>
                                          <p:spTgt spid="35"/>
                                        </p:tgtEl>
                                      </p:cBhvr>
                                    </p:animEffect>
                                    <p:anim calcmode="lin" valueType="num">
                                      <p:cBhvr additive="base">
                                        <p:cTn id="10" dur="350" fill="hold"/>
                                        <p:tgtEl>
                                          <p:spTgt spid="35"/>
                                        </p:tgtEl>
                                        <p:attrNameLst>
                                          <p:attrName>ppt_x</p:attrName>
                                        </p:attrNameLst>
                                      </p:cBhvr>
                                      <p:tavLst>
                                        <p:tav tm="0">
                                          <p:val>
                                            <p:strVal val="#ppt_x-.05"/>
                                          </p:val>
                                        </p:tav>
                                        <p:tav tm="100000">
                                          <p:val>
                                            <p:strVal val="#ppt_x"/>
                                          </p:val>
                                        </p:tav>
                                      </p:tavLst>
                                    </p:anim>
                                    <p:anim calcmode="lin" valueType="num">
                                      <p:cBhvr additive="base">
                                        <p:cTn id="11" dur="350" fill="hold"/>
                                        <p:tgtEl>
                                          <p:spTgt spid="35"/>
                                        </p:tgtEl>
                                        <p:attrNameLst>
                                          <p:attrName>ppt_y</p:attrName>
                                        </p:attrNameLst>
                                      </p:cBhvr>
                                      <p:tavLst>
                                        <p:tav tm="0">
                                          <p:val>
                                            <p:strVal val="#ppt_y"/>
                                          </p:val>
                                        </p:tav>
                                        <p:tav tm="100000">
                                          <p:val>
                                            <p:strVal val="#ppt_y"/>
                                          </p:val>
                                        </p:tav>
                                      </p:tavLst>
                                    </p:anim>
                                  </p:childTnLst>
                                </p:cTn>
                              </p:par>
                              <p:par>
                                <p:cTn id="15" presetID="10" presetClass="entr" presetSubtype="0" fill="hold" grpId="0" nodeType="withEffect">
                                  <p:stCondLst>
                                    <p:cond delay="20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200"/>
                                        <p:tgtEl>
                                          <p:spTgt spid="3"/>
                                        </p:tgtEl>
                                      </p:cBhvr>
                                    </p:animEffect>
                                  </p:childTnLst>
                                </p:cTn>
                              </p:par>
                              <p:par>
                                <p:cTn id="17" presetID="6" presetClass="emph" presetSubtype="0" fill="hold" grpId="1" nodeType="withEffect" autoRev="1" repeatCount="indefinite">
                                  <p:stCondLst>
                                    <p:cond delay="500"/>
                                  </p:stCondLst>
                                  <p:childTnLst>
                                    <p:animScale>
                                      <p:cBhvr>
                                        <p:cTn id="16" dur="650" fill="hold"/>
                                        <p:tgtEl>
                                          <p:spTgt spid="2"/>
                                        </p:tgtEl>
                                      </p:cBhvr>
                                      <p:by x="135000" y="135000"/>
                                    </p:animScale>
                                  </p:childTnLst>
                                </p:cTn>
                              </p:par>
                              <p:par>
                                <p:cTn id="20" presetID="10" presetClass="exit" presetSubtype="0" fill="hold" grpId="1" nodeType="withEffect">
                                  <p:stCondLst>
                                    <p:cond delay="650"/>
                                  </p:stCondLst>
                                  <p:childTnLst>
                                    <p:animEffect transition="out" filter="fade">
                                      <p:cBhvr>
                                        <p:cTn id="18" dur="250"/>
                                        <p:tgtEl>
                                          <p:spTgt spid="35"/>
                                        </p:tgtEl>
                                      </p:cBhvr>
                                    </p:animEffect>
                                    <p:set>
                                      <p:cBhvr>
                                        <p:cTn id="19" dur="1" fill="hold">
                                          <p:stCondLst>
                                            <p:cond delay="249"/>
                                          </p:stCondLst>
                                        </p:cTn>
                                        <p:tgtEl>
                                          <p:spTgt spid="35"/>
                                        </p:tgtEl>
                                        <p:attrNameLst>
                                          <p:attrName>style.visibility</p:attrName>
                                        </p:attrNameLst>
                                      </p:cBhvr>
                                      <p:to>
                                        <p:strVal val="hidden"/>
                                      </p:to>
                                    </p:set>
                                  </p:childTnLst>
                                </p:cTn>
                              </p:par>
                              <p:par>
                                <p:cTn id="23" presetID="10" presetClass="entr" presetSubtype="0" fill="hold" grpId="0" nodeType="withEffect">
                                  <p:stCondLst>
                                    <p:cond delay="9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600"/>
                                        <p:tgtEl>
                                          <p:spTgt spid="6"/>
                                        </p:tgtEl>
                                      </p:cBhvr>
                                    </p:animEffect>
                                  </p:childTnLst>
                                </p:cTn>
                              </p:par>
                              <p:par>
                                <p:cTn id="28" presetID="42" presetClass="entr" presetSubtype="0" fill="hold" grpId="0" nodeType="withEffect">
                                  <p:stCondLst>
                                    <p:cond delay="950"/>
                                  </p:stCondLst>
                                  <p:childTnLst>
                                    <p:set>
                                      <p:cBhvr>
                                        <p:cTn id="24" dur="1" fill="hold">
                                          <p:stCondLst>
                                            <p:cond delay="0"/>
                                          </p:stCondLst>
                                        </p:cTn>
                                        <p:tgtEl>
                                          <p:spTgt spid="34"/>
                                        </p:tgtEl>
                                        <p:attrNameLst>
                                          <p:attrName>style.visibility</p:attrName>
                                        </p:attrNameLst>
                                      </p:cBhvr>
                                      <p:to>
                                        <p:strVal val="visible"/>
                                      </p:to>
                                    </p:set>
                                    <p:animEffect transition="in" filter="fade">
                                      <p:cBhvr>
                                        <p:cTn id="25" dur="500"/>
                                        <p:tgtEl>
                                          <p:spTgt spid="34"/>
                                        </p:tgtEl>
                                      </p:cBhvr>
                                    </p:animEffect>
                                    <p:anim calcmode="lin" valueType="num">
                                      <p:cBhvr additive="base">
                                        <p:cTn id="26" dur="500" fill="hold"/>
                                        <p:tgtEl>
                                          <p:spTgt spid="34"/>
                                        </p:tgtEl>
                                        <p:attrNameLst>
                                          <p:attrName>ppt_x</p:attrName>
                                        </p:attrNameLst>
                                      </p:cBhvr>
                                      <p:tavLst>
                                        <p:tav tm="0">
                                          <p:val>
                                            <p:strVal val="#ppt_x"/>
                                          </p:val>
                                        </p:tav>
                                        <p:tav tm="100000">
                                          <p:val>
                                            <p:strVal val="#ppt_x"/>
                                          </p:val>
                                        </p:tav>
                                      </p:tavLst>
                                    </p:anim>
                                    <p:anim calcmode="lin" valueType="num">
                                      <p:cBhvr additive="base">
                                        <p:cTn id="27" dur="500" fill="hold"/>
                                        <p:tgtEl>
                                          <p:spTgt spid="34"/>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1000"/>
                                  </p:stCondLst>
                                  <p:childTnLst>
                                    <p:set>
                                      <p:cBhvr>
                                        <p:cTn id="29" dur="1" fill="hold">
                                          <p:stCondLst>
                                            <p:cond delay="0"/>
                                          </p:stCondLst>
                                        </p:cTn>
                                        <p:tgtEl>
                                          <p:spTgt spid="36"/>
                                        </p:tgtEl>
                                        <p:attrNameLst>
                                          <p:attrName>style.visibility</p:attrName>
                                        </p:attrNameLst>
                                      </p:cBhvr>
                                      <p:to>
                                        <p:strVal val="visible"/>
                                      </p:to>
                                    </p:set>
                                    <p:animEffect transition="in" filter="fade">
                                      <p:cBhvr>
                                        <p:cTn id="30" dur="400"/>
                                        <p:tgtEl>
                                          <p:spTgt spid="36"/>
                                        </p:tgtEl>
                                      </p:cBhvr>
                                    </p:animEffect>
                                    <p:anim calcmode="lin" valueType="num">
                                      <p:cBhvr additive="base">
                                        <p:cTn id="31" dur="400" fill="hold"/>
                                        <p:tgtEl>
                                          <p:spTgt spid="36"/>
                                        </p:tgtEl>
                                        <p:attrNameLst>
                                          <p:attrName>ppt_x</p:attrName>
                                        </p:attrNameLst>
                                      </p:cBhvr>
                                      <p:tavLst>
                                        <p:tav tm="0">
                                          <p:val>
                                            <p:strVal val="#ppt_x-.05"/>
                                          </p:val>
                                        </p:tav>
                                        <p:tav tm="100000">
                                          <p:val>
                                            <p:strVal val="#ppt_x"/>
                                          </p:val>
                                        </p:tav>
                                      </p:tavLst>
                                    </p:anim>
                                    <p:anim calcmode="lin" valueType="num">
                                      <p:cBhvr additive="base">
                                        <p:cTn id="32" dur="400" fill="hold"/>
                                        <p:tgtEl>
                                          <p:spTgt spid="36"/>
                                        </p:tgtEl>
                                        <p:attrNameLst>
                                          <p:attrName>ppt_y</p:attrName>
                                        </p:attrNameLst>
                                      </p:cBhvr>
                                      <p:tavLst>
                                        <p:tav tm="0">
                                          <p:val>
                                            <p:strVal val="#ppt_y"/>
                                          </p:val>
                                        </p:tav>
                                        <p:tav tm="100000">
                                          <p:val>
                                            <p:strVal val="#ppt_y"/>
                                          </p:val>
                                        </p:tav>
                                      </p:tavLst>
                                    </p:anim>
                                  </p:childTnLst>
                                </p:cTn>
                              </p:par>
                              <p:par>
                                <p:cTn id="38" presetID="42" presetClass="entr" presetSubtype="0" fill="hold" grpId="0" nodeType="withEffect">
                                  <p:stCondLst>
                                    <p:cond delay="105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anim calcmode="lin" valueType="num">
                                      <p:cBhvr additive="base">
                                        <p:cTn id="36" dur="500" fill="hold"/>
                                        <p:tgtEl>
                                          <p:spTgt spid="21"/>
                                        </p:tgtEl>
                                        <p:attrNameLst>
                                          <p:attrName>ppt_x</p:attrName>
                                        </p:attrNameLst>
                                      </p:cBhvr>
                                      <p:tavLst>
                                        <p:tav tm="0">
                                          <p:val>
                                            <p:strVal val="#ppt_x-.05"/>
                                          </p:val>
                                        </p:tav>
                                        <p:tav tm="100000">
                                          <p:val>
                                            <p:strVal val="#ppt_x"/>
                                          </p:val>
                                        </p:tav>
                                      </p:tavLst>
                                    </p:anim>
                                    <p:anim calcmode="lin" valueType="num">
                                      <p:cBhvr additive="base">
                                        <p:cTn id="37" dur="500" fill="hold"/>
                                        <p:tgtEl>
                                          <p:spTgt spid="21"/>
                                        </p:tgtEl>
                                        <p:attrNameLst>
                                          <p:attrName>ppt_y</p:attrName>
                                        </p:attrNameLst>
                                      </p:cBhvr>
                                      <p:tavLst>
                                        <p:tav tm="0">
                                          <p:val>
                                            <p:strVal val="#ppt_y"/>
                                          </p:val>
                                        </p:tav>
                                        <p:tav tm="100000">
                                          <p:val>
                                            <p:strVal val="#ppt_y"/>
                                          </p:val>
                                        </p:tav>
                                      </p:tavLst>
                                    </p:anim>
                                  </p:childTnLst>
                                </p:cTn>
                              </p:par>
                              <p:par>
                                <p:cTn id="43" presetID="42" presetClass="entr" presetSubtype="0" fill="hold" grpId="0" nodeType="withEffect">
                                  <p:stCondLst>
                                    <p:cond delay="110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500"/>
                                        <p:tgtEl>
                                          <p:spTgt spid="26"/>
                                        </p:tgtEl>
                                      </p:cBhvr>
                                    </p:animEffect>
                                    <p:anim calcmode="lin" valueType="num">
                                      <p:cBhvr additive="base">
                                        <p:cTn id="41" dur="500" fill="hold"/>
                                        <p:tgtEl>
                                          <p:spTgt spid="26"/>
                                        </p:tgtEl>
                                        <p:attrNameLst>
                                          <p:attrName>ppt_x</p:attrName>
                                        </p:attrNameLst>
                                      </p:cBhvr>
                                      <p:tavLst>
                                        <p:tav tm="0">
                                          <p:val>
                                            <p:strVal val="#ppt_x+.05"/>
                                          </p:val>
                                        </p:tav>
                                        <p:tav tm="100000">
                                          <p:val>
                                            <p:strVal val="#ppt_x"/>
                                          </p:val>
                                        </p:tav>
                                      </p:tavLst>
                                    </p:anim>
                                    <p:anim calcmode="lin" valueType="num">
                                      <p:cBhvr additive="base">
                                        <p:cTn id="42" dur="500" fill="hold"/>
                                        <p:tgtEl>
                                          <p:spTgt spid="26"/>
                                        </p:tgtEl>
                                        <p:attrNameLst>
                                          <p:attrName>ppt_y</p:attrName>
                                        </p:attrNameLst>
                                      </p:cBhvr>
                                      <p:tavLst>
                                        <p:tav tm="0">
                                          <p:val>
                                            <p:strVal val="#ppt_y"/>
                                          </p:val>
                                        </p:tav>
                                        <p:tav tm="100000">
                                          <p:val>
                                            <p:strVal val="#ppt_y"/>
                                          </p:val>
                                        </p:tav>
                                      </p:tavLst>
                                    </p:anim>
                                  </p:childTnLst>
                                </p:cTn>
                              </p:par>
                              <p:par>
                                <p:cTn id="48" presetID="53" presetClass="entr" presetSubtype="16" fill="hold" grpId="0" nodeType="withEffect">
                                  <p:stCondLst>
                                    <p:cond delay="1150"/>
                                  </p:stCondLst>
                                  <p:childTnLst>
                                    <p:set>
                                      <p:cBhvr>
                                        <p:cTn id="44" dur="1" fill="hold">
                                          <p:stCondLst>
                                            <p:cond delay="0"/>
                                          </p:stCondLst>
                                        </p:cTn>
                                        <p:tgtEl>
                                          <p:spTgt spid="10"/>
                                        </p:tgtEl>
                                        <p:attrNameLst>
                                          <p:attrName>style.visibility</p:attrName>
                                        </p:attrNameLst>
                                      </p:cBhvr>
                                      <p:to>
                                        <p:strVal val="visible"/>
                                      </p:to>
                                    </p:set>
                                    <p:anim calcmode="lin" valueType="num">
                                      <p:cBhvr additive="base">
                                        <p:cTn id="45" dur="500" fill="hold"/>
                                        <p:tgtEl>
                                          <p:spTgt spid="10"/>
                                        </p:tgtEl>
                                        <p:attrNameLst>
                                          <p:attrName>ppt_w</p:attrName>
                                        </p:attrNameLst>
                                      </p:cBhvr>
                                      <p:tavLst>
                                        <p:tav tm="0">
                                          <p:val>
                                            <p:strVal val="0"/>
                                          </p:val>
                                        </p:tav>
                                        <p:tav tm="100000">
                                          <p:val>
                                            <p:strVal val="#ppt_w"/>
                                          </p:val>
                                        </p:tav>
                                      </p:tavLst>
                                    </p:anim>
                                    <p:anim calcmode="lin" valueType="num">
                                      <p:cBhvr additive="base">
                                        <p:cTn id="46" dur="500" fill="hold"/>
                                        <p:tgtEl>
                                          <p:spTgt spid="10"/>
                                        </p:tgtEl>
                                        <p:attrNameLst>
                                          <p:attrName>ppt_h</p:attrName>
                                        </p:attrNameLst>
                                      </p:cBhvr>
                                      <p:tavLst>
                                        <p:tav tm="0">
                                          <p:val>
                                            <p:strVal val="0"/>
                                          </p:val>
                                        </p:tav>
                                        <p:tav tm="100000">
                                          <p:val>
                                            <p:strVal val="#ppt_h"/>
                                          </p:val>
                                        </p:tav>
                                      </p:tavLst>
                                    </p:anim>
                                    <p:animEffect transition="in" filter="fade">
                                      <p:cBhvr>
                                        <p:cTn id="47" dur="500"/>
                                        <p:tgtEl>
                                          <p:spTgt spid="10"/>
                                        </p:tgtEl>
                                      </p:cBhvr>
                                    </p:animEffect>
                                  </p:childTnLst>
                                </p:cTn>
                              </p:par>
                              <p:par>
                                <p:cTn id="53" presetID="42" presetClass="entr" presetSubtype="0" fill="hold" grpId="0" nodeType="withEffect">
                                  <p:stCondLst>
                                    <p:cond delay="1200"/>
                                  </p:stCondLst>
                                  <p:childTnLst>
                                    <p:set>
                                      <p:cBhvr>
                                        <p:cTn id="49" dur="1" fill="hold">
                                          <p:stCondLst>
                                            <p:cond delay="0"/>
                                          </p:stCondLst>
                                        </p:cTn>
                                        <p:tgtEl>
                                          <p:spTgt spid="11"/>
                                        </p:tgtEl>
                                        <p:attrNameLst>
                                          <p:attrName>style.visibility</p:attrName>
                                        </p:attrNameLst>
                                      </p:cBhvr>
                                      <p:to>
                                        <p:strVal val="visible"/>
                                      </p:to>
                                    </p:set>
                                    <p:animEffect transition="in" filter="fade">
                                      <p:cBhvr>
                                        <p:cTn id="50" dur="500"/>
                                        <p:tgtEl>
                                          <p:spTgt spid="11"/>
                                        </p:tgtEl>
                                      </p:cBhvr>
                                    </p:animEffect>
                                    <p:anim calcmode="lin" valueType="num">
                                      <p:cBhvr additive="base">
                                        <p:cTn id="51" dur="500" fill="hold"/>
                                        <p:tgtEl>
                                          <p:spTgt spid="11"/>
                                        </p:tgtEl>
                                        <p:attrNameLst>
                                          <p:attrName>ppt_x</p:attrName>
                                        </p:attrNameLst>
                                      </p:cBhvr>
                                      <p:tavLst>
                                        <p:tav tm="0">
                                          <p:val>
                                            <p:strVal val="#ppt_x-.05"/>
                                          </p:val>
                                        </p:tav>
                                        <p:tav tm="100000">
                                          <p:val>
                                            <p:strVal val="#ppt_x"/>
                                          </p:val>
                                        </p:tav>
                                      </p:tavLst>
                                    </p:anim>
                                    <p:anim calcmode="lin" valueType="num">
                                      <p:cBhvr additive="base">
                                        <p:cTn id="52" dur="500" fill="hold"/>
                                        <p:tgtEl>
                                          <p:spTgt spid="11"/>
                                        </p:tgtEl>
                                        <p:attrNameLst>
                                          <p:attrName>ppt_y</p:attrName>
                                        </p:attrNameLst>
                                      </p:cBhvr>
                                      <p:tavLst>
                                        <p:tav tm="0">
                                          <p:val>
                                            <p:strVal val="#ppt_y"/>
                                          </p:val>
                                        </p:tav>
                                        <p:tav tm="100000">
                                          <p:val>
                                            <p:strVal val="#ppt_y"/>
                                          </p:val>
                                        </p:tav>
                                      </p:tavLst>
                                    </p:anim>
                                  </p:childTnLst>
                                </p:cTn>
                              </p:par>
                              <p:par>
                                <p:cTn id="55" presetID="0" presetClass="path" presetSubtype="0" fill="hold" grpId="1" nodeType="withEffect" autoRev="1" repeatCount="4000">
                                  <p:stCondLst>
                                    <p:cond delay="1250"/>
                                  </p:stCondLst>
                                  <p:childTnLst>
                                    <p:animMotion origin="layout" path="M 0 0 L 0 -0.012 E" pathEditMode="relative" ptsTypes="AA">
                                      <p:cBhvr>
                                        <p:cTn id="54" dur="300" fill="hold"/>
                                        <p:tgtEl>
                                          <p:spTgt spid="11"/>
                                        </p:tgtEl>
                                        <p:attrNameLst>
                                          <p:attrName>ppt_x</p:attrName>
                                          <p:attrName>ppt_y</p:attrName>
                                        </p:attrNameLst>
                                      </p:cBhvr>
                                    </p:animMotion>
                                  </p:childTnLst>
                                </p:cTn>
                              </p:par>
                              <p:par>
                                <p:cTn id="58" presetID="10" presetClass="entr" presetSubtype="0" fill="hold" grpId="0" nodeType="withEffect">
                                  <p:stCondLst>
                                    <p:cond delay="6345"/>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80"/>
                                        <p:tgtEl>
                                          <p:spTgt spid="37"/>
                                        </p:tgtEl>
                                      </p:cBhvr>
                                    </p:animEffect>
                                  </p:childTnLst>
                                </p:cTn>
                              </p:par>
                              <p:par>
                                <p:cTn id="61" presetID="10" presetClass="exit" presetSubtype="0" fill="hold" grpId="1" nodeType="withEffect">
                                  <p:stCondLst>
                                    <p:cond delay="6395"/>
                                  </p:stCondLst>
                                  <p:childTnLst>
                                    <p:animEffect transition="out" filter="fade">
                                      <p:cBhvr>
                                        <p:cTn id="59" dur="220"/>
                                        <p:tgtEl>
                                          <p:spTgt spid="21"/>
                                        </p:tgtEl>
                                      </p:cBhvr>
                                    </p:animEffect>
                                    <p:set>
                                      <p:cBhvr>
                                        <p:cTn id="60" dur="1" fill="hold">
                                          <p:stCondLst>
                                            <p:cond delay="219"/>
                                          </p:stCondLst>
                                        </p:cTn>
                                        <p:tgtEl>
                                          <p:spTgt spid="21"/>
                                        </p:tgtEl>
                                        <p:attrNameLst>
                                          <p:attrName>style.visibility</p:attrName>
                                        </p:attrNameLst>
                                      </p:cBhvr>
                                      <p:to>
                                        <p:strVal val="hidden"/>
                                      </p:to>
                                    </p:set>
                                  </p:childTnLst>
                                </p:cTn>
                              </p:par>
                              <p:par>
                                <p:cTn id="64" presetID="10" presetClass="entr" presetSubtype="0" fill="hold" grpId="0" nodeType="withEffect">
                                  <p:stCondLst>
                                    <p:cond delay="6445"/>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220"/>
                                        <p:tgtEl>
                                          <p:spTgt spid="22"/>
                                        </p:tgtEl>
                                      </p:cBhvr>
                                    </p:animEffect>
                                  </p:childTnLst>
                                </p:cTn>
                              </p:par>
                              <p:par>
                                <p:cTn id="67" presetID="10" presetClass="exit" presetSubtype="0" fill="hold" grpId="1" nodeType="withEffect">
                                  <p:stCondLst>
                                    <p:cond delay="6465"/>
                                  </p:stCondLst>
                                  <p:childTnLst>
                                    <p:animEffect transition="out" filter="fade">
                                      <p:cBhvr>
                                        <p:cTn id="65" dur="300"/>
                                        <p:tgtEl>
                                          <p:spTgt spid="37"/>
                                        </p:tgtEl>
                                      </p:cBhvr>
                                    </p:animEffect>
                                    <p:set>
                                      <p:cBhvr>
                                        <p:cTn id="66" dur="1" fill="hold">
                                          <p:stCondLst>
                                            <p:cond delay="299"/>
                                          </p:stCondLst>
                                        </p:cTn>
                                        <p:tgtEl>
                                          <p:spTgt spid="37"/>
                                        </p:tgtEl>
                                        <p:attrNameLst>
                                          <p:attrName>style.visibility</p:attrName>
                                        </p:attrNameLst>
                                      </p:cBhvr>
                                      <p:to>
                                        <p:strVal val="hidden"/>
                                      </p:to>
                                    </p:set>
                                  </p:childTnLst>
                                </p:cTn>
                              </p:par>
                              <p:par>
                                <p:cTn id="72" presetID="42" presetClass="entr" presetSubtype="0" fill="hold" grpId="0" nodeType="withEffect">
                                  <p:stCondLst>
                                    <p:cond delay="6495"/>
                                  </p:stCondLst>
                                  <p:childTnLst>
                                    <p:set>
                                      <p:cBhvr>
                                        <p:cTn id="68" dur="1" fill="hold">
                                          <p:stCondLst>
                                            <p:cond delay="0"/>
                                          </p:stCondLst>
                                        </p:cTn>
                                        <p:tgtEl>
                                          <p:spTgt spid="38"/>
                                        </p:tgtEl>
                                        <p:attrNameLst>
                                          <p:attrName>style.visibility</p:attrName>
                                        </p:attrNameLst>
                                      </p:cBhvr>
                                      <p:to>
                                        <p:strVal val="visible"/>
                                      </p:to>
                                    </p:set>
                                    <p:animEffect transition="in" filter="fade">
                                      <p:cBhvr>
                                        <p:cTn id="69" dur="300"/>
                                        <p:tgtEl>
                                          <p:spTgt spid="38"/>
                                        </p:tgtEl>
                                      </p:cBhvr>
                                    </p:animEffect>
                                    <p:anim calcmode="lin" valueType="num">
                                      <p:cBhvr additive="base">
                                        <p:cTn id="70" dur="300" fill="hold"/>
                                        <p:tgtEl>
                                          <p:spTgt spid="38"/>
                                        </p:tgtEl>
                                        <p:attrNameLst>
                                          <p:attrName>ppt_x</p:attrName>
                                        </p:attrNameLst>
                                      </p:cBhvr>
                                      <p:tavLst>
                                        <p:tav tm="0">
                                          <p:val>
                                            <p:strVal val="#ppt_x-.05"/>
                                          </p:val>
                                        </p:tav>
                                        <p:tav tm="100000">
                                          <p:val>
                                            <p:strVal val="#ppt_x"/>
                                          </p:val>
                                        </p:tav>
                                      </p:tavLst>
                                    </p:anim>
                                    <p:anim calcmode="lin" valueType="num">
                                      <p:cBhvr additive="base">
                                        <p:cTn id="71" dur="300" fill="hold"/>
                                        <p:tgtEl>
                                          <p:spTgt spid="38"/>
                                        </p:tgtEl>
                                        <p:attrNameLst>
                                          <p:attrName>ppt_y</p:attrName>
                                        </p:attrNameLst>
                                      </p:cBhvr>
                                      <p:tavLst>
                                        <p:tav tm="0">
                                          <p:val>
                                            <p:strVal val="#ppt_y"/>
                                          </p:val>
                                        </p:tav>
                                        <p:tav tm="100000">
                                          <p:val>
                                            <p:strVal val="#ppt_y"/>
                                          </p:val>
                                        </p:tav>
                                      </p:tavLst>
                                    </p:anim>
                                  </p:childTnLst>
                                </p:cTn>
                              </p:par>
                              <p:par>
                                <p:cTn id="74" presetID="0" presetClass="path" presetSubtype="0" fill="hold" grpId="1" nodeType="withEffect" autoRev="1" repeatCount="6000">
                                  <p:stCondLst>
                                    <p:cond delay="6545"/>
                                  </p:stCondLst>
                                  <p:childTnLst>
                                    <p:animMotion origin="layout" path="M 0 0 L 0.008 0 E" pathEditMode="relative" ptsTypes="AA">
                                      <p:cBhvr>
                                        <p:cTn id="73" dur="60" fill="hold"/>
                                        <p:tgtEl>
                                          <p:spTgt spid="22"/>
                                        </p:tgtEl>
                                        <p:attrNameLst>
                                          <p:attrName>ppt_x</p:attrName>
                                          <p:attrName>ppt_y</p:attrName>
                                        </p:attrNameLst>
                                      </p:cBhvr>
                                    </p:animMotion>
                                  </p:childTnLst>
                                </p:cTn>
                              </p:par>
                              <p:par>
                                <p:cTn id="77" presetID="22" presetClass="entr" presetSubtype="1" fill="hold" grpId="0" nodeType="withEffect">
                                  <p:stCondLst>
                                    <p:cond delay="6595"/>
                                  </p:stCondLst>
                                  <p:childTnLst>
                                    <p:set>
                                      <p:cBhvr>
                                        <p:cTn id="75" dur="1" fill="hold">
                                          <p:stCondLst>
                                            <p:cond delay="0"/>
                                          </p:stCondLst>
                                        </p:cTn>
                                        <p:tgtEl>
                                          <p:spTgt spid="29"/>
                                        </p:tgtEl>
                                        <p:attrNameLst>
                                          <p:attrName>style.visibility</p:attrName>
                                        </p:attrNameLst>
                                      </p:cBhvr>
                                      <p:to>
                                        <p:strVal val="visible"/>
                                      </p:to>
                                    </p:set>
                                    <p:animEffect transition="in" filter="wipe(down)">
                                      <p:cBhvr>
                                        <p:cTn id="76" dur="600"/>
                                        <p:tgtEl>
                                          <p:spTgt spid="29"/>
                                        </p:tgtEl>
                                      </p:cBhvr>
                                    </p:animEffect>
                                  </p:childTnLst>
                                </p:cTn>
                              </p:par>
                              <p:par>
                                <p:cTn id="80" presetID="10" presetClass="entr" presetSubtype="0" fill="hold" grpId="0" nodeType="withEffect">
                                  <p:stCondLst>
                                    <p:cond delay="6695"/>
                                  </p:stCondLst>
                                  <p:childTnLst>
                                    <p:set>
                                      <p:cBhvr>
                                        <p:cTn id="78" dur="1" fill="hold">
                                          <p:stCondLst>
                                            <p:cond delay="0"/>
                                          </p:stCondLst>
                                        </p:cTn>
                                        <p:tgtEl>
                                          <p:spTgt spid="39"/>
                                        </p:tgtEl>
                                        <p:attrNameLst>
                                          <p:attrName>style.visibility</p:attrName>
                                        </p:attrNameLst>
                                      </p:cBhvr>
                                      <p:to>
                                        <p:strVal val="visible"/>
                                      </p:to>
                                    </p:set>
                                    <p:animEffect transition="in" filter="fade">
                                      <p:cBhvr>
                                        <p:cTn id="79" dur="200"/>
                                        <p:tgtEl>
                                          <p:spTgt spid="39"/>
                                        </p:tgtEl>
                                      </p:cBhvr>
                                    </p:animEffect>
                                  </p:childTnLst>
                                </p:cTn>
                              </p:par>
                              <p:par>
                                <p:cTn id="83" presetID="10" presetClass="exit" presetSubtype="0" fill="hold" grpId="1" nodeType="withEffect">
                                  <p:stCondLst>
                                    <p:cond delay="13000"/>
                                  </p:stCondLst>
                                  <p:childTnLst>
                                    <p:animEffect transition="out" filter="fade">
                                      <p:cBhvr>
                                        <p:cTn id="81" dur="200"/>
                                        <p:tgtEl>
                                          <p:spTgt spid="36"/>
                                        </p:tgtEl>
                                      </p:cBhvr>
                                    </p:animEffect>
                                    <p:set>
                                      <p:cBhvr>
                                        <p:cTn id="82" dur="1" fill="hold">
                                          <p:stCondLst>
                                            <p:cond delay="199"/>
                                          </p:stCondLst>
                                        </p:cTn>
                                        <p:tgtEl>
                                          <p:spTgt spid="36"/>
                                        </p:tgtEl>
                                        <p:attrNameLst>
                                          <p:attrName>style.visibility</p:attrName>
                                        </p:attrNameLst>
                                      </p:cBhvr>
                                      <p:to>
                                        <p:strVal val="hidden"/>
                                      </p:to>
                                    </p:set>
                                  </p:childTnLst>
                                </p:cTn>
                              </p:par>
                              <p:par>
                                <p:cTn id="86" presetID="10" presetClass="exit" presetSubtype="0" fill="hold" grpId="1" nodeType="withEffect">
                                  <p:stCondLst>
                                    <p:cond delay="13025"/>
                                  </p:stCondLst>
                                  <p:childTnLst>
                                    <p:animEffect transition="out" filter="fade">
                                      <p:cBhvr>
                                        <p:cTn id="84" dur="250"/>
                                        <p:tgtEl>
                                          <p:spTgt spid="29"/>
                                        </p:tgtEl>
                                      </p:cBhvr>
                                    </p:animEffect>
                                    <p:set>
                                      <p:cBhvr>
                                        <p:cTn id="85" dur="1" fill="hold">
                                          <p:stCondLst>
                                            <p:cond delay="249"/>
                                          </p:stCondLst>
                                        </p:cTn>
                                        <p:tgtEl>
                                          <p:spTgt spid="29"/>
                                        </p:tgtEl>
                                        <p:attrNameLst>
                                          <p:attrName>style.visibility</p:attrName>
                                        </p:attrNameLst>
                                      </p:cBhvr>
                                      <p:to>
                                        <p:strVal val="hidden"/>
                                      </p:to>
                                    </p:set>
                                  </p:childTnLst>
                                </p:cTn>
                              </p:par>
                              <p:par>
                                <p:cTn id="89" presetID="10" presetClass="exit" presetSubtype="0" fill="hold" grpId="2" nodeType="withEffect">
                                  <p:stCondLst>
                                    <p:cond delay="13050"/>
                                  </p:stCondLst>
                                  <p:childTnLst>
                                    <p:animEffect transition="out" filter="fade">
                                      <p:cBhvr>
                                        <p:cTn id="87" dur="250"/>
                                        <p:tgtEl>
                                          <p:spTgt spid="11"/>
                                        </p:tgtEl>
                                      </p:cBhvr>
                                    </p:animEffect>
                                    <p:set>
                                      <p:cBhvr>
                                        <p:cTn id="88" dur="1" fill="hold">
                                          <p:stCondLst>
                                            <p:cond delay="249"/>
                                          </p:stCondLst>
                                        </p:cTn>
                                        <p:tgtEl>
                                          <p:spTgt spid="11"/>
                                        </p:tgtEl>
                                        <p:attrNameLst>
                                          <p:attrName>style.visibility</p:attrName>
                                        </p:attrNameLst>
                                      </p:cBhvr>
                                      <p:to>
                                        <p:strVal val="hidden"/>
                                      </p:to>
                                    </p:set>
                                  </p:childTnLst>
                                </p:cTn>
                              </p:par>
                              <p:par>
                                <p:cTn id="92" presetID="10" presetClass="exit" presetSubtype="0" fill="hold" grpId="1" nodeType="withEffect">
                                  <p:stCondLst>
                                    <p:cond delay="13075"/>
                                  </p:stCondLst>
                                  <p:childTnLst>
                                    <p:animEffect transition="out" filter="fade">
                                      <p:cBhvr>
                                        <p:cTn id="90" dur="200"/>
                                        <p:tgtEl>
                                          <p:spTgt spid="38"/>
                                        </p:tgtEl>
                                      </p:cBhvr>
                                    </p:animEffect>
                                    <p:set>
                                      <p:cBhvr>
                                        <p:cTn id="91" dur="1" fill="hold">
                                          <p:stCondLst>
                                            <p:cond delay="199"/>
                                          </p:stCondLst>
                                        </p:cTn>
                                        <p:tgtEl>
                                          <p:spTgt spid="38"/>
                                        </p:tgtEl>
                                        <p:attrNameLst>
                                          <p:attrName>style.visibility</p:attrName>
                                        </p:attrNameLst>
                                      </p:cBhvr>
                                      <p:to>
                                        <p:strVal val="hidden"/>
                                      </p:to>
                                    </p:set>
                                  </p:childTnLst>
                                </p:cTn>
                              </p:par>
                              <p:par>
                                <p:cTn id="95" presetID="10" presetClass="exit" presetSubtype="0" fill="hold" grpId="1" nodeType="withEffect">
                                  <p:stCondLst>
                                    <p:cond delay="13100"/>
                                  </p:stCondLst>
                                  <p:childTnLst>
                                    <p:animEffect transition="out" filter="fade">
                                      <p:cBhvr>
                                        <p:cTn id="93" dur="200"/>
                                        <p:tgtEl>
                                          <p:spTgt spid="39"/>
                                        </p:tgtEl>
                                      </p:cBhvr>
                                    </p:animEffect>
                                    <p:set>
                                      <p:cBhvr>
                                        <p:cTn id="94" dur="1" fill="hold">
                                          <p:stCondLst>
                                            <p:cond delay="199"/>
                                          </p:stCondLst>
                                        </p:cTn>
                                        <p:tgtEl>
                                          <p:spTgt spid="39"/>
                                        </p:tgtEl>
                                        <p:attrNameLst>
                                          <p:attrName>style.visibility</p:attrName>
                                        </p:attrNameLst>
                                      </p:cBhvr>
                                      <p:to>
                                        <p:strVal val="hidden"/>
                                      </p:to>
                                    </p:set>
                                  </p:childTnLst>
                                </p:cTn>
                              </p:par>
                              <p:par>
                                <p:cTn id="100" presetID="42" presetClass="entr" presetSubtype="0" fill="hold" grpId="0" nodeType="withEffect">
                                  <p:stCondLst>
                                    <p:cond delay="13125"/>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400"/>
                                        <p:tgtEl>
                                          <p:spTgt spid="40"/>
                                        </p:tgtEl>
                                      </p:cBhvr>
                                    </p:animEffect>
                                    <p:anim calcmode="lin" valueType="num">
                                      <p:cBhvr additive="base">
                                        <p:cTn id="98" dur="400" fill="hold"/>
                                        <p:tgtEl>
                                          <p:spTgt spid="40"/>
                                        </p:tgtEl>
                                        <p:attrNameLst>
                                          <p:attrName>ppt_x</p:attrName>
                                        </p:attrNameLst>
                                      </p:cBhvr>
                                      <p:tavLst>
                                        <p:tav tm="0">
                                          <p:val>
                                            <p:strVal val="#ppt_x-.05"/>
                                          </p:val>
                                        </p:tav>
                                        <p:tav tm="100000">
                                          <p:val>
                                            <p:strVal val="#ppt_x"/>
                                          </p:val>
                                        </p:tav>
                                      </p:tavLst>
                                    </p:anim>
                                    <p:anim calcmode="lin" valueType="num">
                                      <p:cBhvr additive="base">
                                        <p:cTn id="99" dur="400" fill="hold"/>
                                        <p:tgtEl>
                                          <p:spTgt spid="40"/>
                                        </p:tgtEl>
                                        <p:attrNameLst>
                                          <p:attrName>ppt_y</p:attrName>
                                        </p:attrNameLst>
                                      </p:cBhvr>
                                      <p:tavLst>
                                        <p:tav tm="0">
                                          <p:val>
                                            <p:strVal val="#ppt_y"/>
                                          </p:val>
                                        </p:tav>
                                        <p:tav tm="100000">
                                          <p:val>
                                            <p:strVal val="#ppt_y"/>
                                          </p:val>
                                        </p:tav>
                                      </p:tavLst>
                                    </p:anim>
                                  </p:childTnLst>
                                </p:cTn>
                              </p:par>
                              <p:par>
                                <p:cTn id="103" presetID="10" presetClass="exit" presetSubtype="0" fill="hold" grpId="2" nodeType="withEffect">
                                  <p:stCondLst>
                                    <p:cond delay="13150"/>
                                  </p:stCondLst>
                                  <p:childTnLst>
                                    <p:animEffect transition="out" filter="fade">
                                      <p:cBhvr>
                                        <p:cTn id="101" dur="220"/>
                                        <p:tgtEl>
                                          <p:spTgt spid="22"/>
                                        </p:tgtEl>
                                      </p:cBhvr>
                                    </p:animEffect>
                                    <p:set>
                                      <p:cBhvr>
                                        <p:cTn id="102" dur="1" fill="hold">
                                          <p:stCondLst>
                                            <p:cond delay="219"/>
                                          </p:stCondLst>
                                        </p:cTn>
                                        <p:tgtEl>
                                          <p:spTgt spid="22"/>
                                        </p:tgtEl>
                                        <p:attrNameLst>
                                          <p:attrName>style.visibility</p:attrName>
                                        </p:attrNameLst>
                                      </p:cBhvr>
                                      <p:to>
                                        <p:strVal val="hidden"/>
                                      </p:to>
                                    </p:set>
                                  </p:childTnLst>
                                </p:cTn>
                              </p:par>
                              <p:par>
                                <p:cTn id="106" presetID="10" presetClass="entr" presetSubtype="0" fill="hold" grpId="0" nodeType="withEffect">
                                  <p:stCondLst>
                                    <p:cond delay="13175"/>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220"/>
                                        <p:tgtEl>
                                          <p:spTgt spid="23"/>
                                        </p:tgtEl>
                                      </p:cBhvr>
                                    </p:animEffect>
                                  </p:childTnLst>
                                </p:cTn>
                              </p:par>
                              <p:par>
                                <p:cTn id="111" presetID="42" presetClass="entr" presetSubtype="0" fill="hold" grpId="0" nodeType="withEffect">
                                  <p:stCondLst>
                                    <p:cond delay="1320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300"/>
                                        <p:tgtEl>
                                          <p:spTgt spid="41"/>
                                        </p:tgtEl>
                                      </p:cBhvr>
                                    </p:animEffect>
                                    <p:anim calcmode="lin" valueType="num">
                                      <p:cBhvr additive="base">
                                        <p:cTn id="109" dur="300" fill="hold"/>
                                        <p:tgtEl>
                                          <p:spTgt spid="41"/>
                                        </p:tgtEl>
                                        <p:attrNameLst>
                                          <p:attrName>ppt_x</p:attrName>
                                        </p:attrNameLst>
                                      </p:cBhvr>
                                      <p:tavLst>
                                        <p:tav tm="0">
                                          <p:val>
                                            <p:strVal val="#ppt_x-.05"/>
                                          </p:val>
                                        </p:tav>
                                        <p:tav tm="100000">
                                          <p:val>
                                            <p:strVal val="#ppt_x"/>
                                          </p:val>
                                        </p:tav>
                                      </p:tavLst>
                                    </p:anim>
                                    <p:anim calcmode="lin" valueType="num">
                                      <p:cBhvr additive="base">
                                        <p:cTn id="110" dur="300" fill="hold"/>
                                        <p:tgtEl>
                                          <p:spTgt spid="41"/>
                                        </p:tgtEl>
                                        <p:attrNameLst>
                                          <p:attrName>ppt_y</p:attrName>
                                        </p:attrNameLst>
                                      </p:cBhvr>
                                      <p:tavLst>
                                        <p:tav tm="0">
                                          <p:val>
                                            <p:strVal val="#ppt_y"/>
                                          </p:val>
                                        </p:tav>
                                        <p:tav tm="100000">
                                          <p:val>
                                            <p:strVal val="#ppt_y"/>
                                          </p:val>
                                        </p:tav>
                                      </p:tavLst>
                                    </p:anim>
                                  </p:childTnLst>
                                </p:cTn>
                              </p:par>
                              <p:par>
                                <p:cTn id="114" presetID="10" presetClass="entr" presetSubtype="0" fill="hold" grpId="0" nodeType="withEffect">
                                  <p:stCondLst>
                                    <p:cond delay="13225"/>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200"/>
                                        <p:tgtEl>
                                          <p:spTgt spid="42"/>
                                        </p:tgtEl>
                                      </p:cBhvr>
                                    </p:animEffect>
                                  </p:childTnLst>
                                </p:cTn>
                              </p:par>
                              <p:par>
                                <p:cTn id="117" presetID="22" presetClass="exit" presetSubtype="8" fill="hold" grpId="1" nodeType="withEffect">
                                  <p:stCondLst>
                                    <p:cond delay="13250"/>
                                  </p:stCondLst>
                                  <p:childTnLst>
                                    <p:animEffect transition="out" filter="wipe(left)">
                                      <p:cBhvr>
                                        <p:cTn id="115" dur="600"/>
                                        <p:tgtEl>
                                          <p:spTgt spid="10"/>
                                        </p:tgtEl>
                                      </p:cBhvr>
                                    </p:animEffect>
                                    <p:set>
                                      <p:cBhvr>
                                        <p:cTn id="116" dur="1" fill="hold">
                                          <p:stCondLst>
                                            <p:cond delay="599"/>
                                          </p:stCondLst>
                                        </p:cTn>
                                        <p:tgtEl>
                                          <p:spTgt spid="10"/>
                                        </p:tgtEl>
                                        <p:attrNameLst>
                                          <p:attrName>style.visibility</p:attrName>
                                        </p:attrNameLst>
                                      </p:cBhvr>
                                      <p:to>
                                        <p:strVal val="hidden"/>
                                      </p:to>
                                    </p:set>
                                  </p:childTnLst>
                                </p:cTn>
                              </p:par>
                              <p:par>
                                <p:cTn id="121" presetID="2" presetClass="entr" presetSubtype="1" fill="hold" grpId="0" nodeType="withEffect">
                                  <p:stCondLst>
                                    <p:cond delay="13275"/>
                                  </p:stCondLst>
                                  <p:childTnLst>
                                    <p:set>
                                      <p:cBhvr>
                                        <p:cTn id="118" dur="1" fill="hold">
                                          <p:stCondLst>
                                            <p:cond delay="0"/>
                                          </p:stCondLst>
                                        </p:cTn>
                                        <p:tgtEl>
                                          <p:spTgt spid="12"/>
                                        </p:tgtEl>
                                        <p:attrNameLst>
                                          <p:attrName>style.visibility</p:attrName>
                                        </p:attrNameLst>
                                      </p:cBhvr>
                                      <p:to>
                                        <p:strVal val="visible"/>
                                      </p:to>
                                    </p:set>
                                    <p:anim calcmode="lin" valueType="num">
                                      <p:cBhvr additive="base">
                                        <p:cTn id="119" dur="500" fill="hold"/>
                                        <p:tgtEl>
                                          <p:spTgt spid="12"/>
                                        </p:tgtEl>
                                        <p:attrNameLst>
                                          <p:attrName>ppt_x</p:attrName>
                                        </p:attrNameLst>
                                      </p:cBhvr>
                                      <p:tavLst>
                                        <p:tav tm="0">
                                          <p:val>
                                            <p:strVal val="#ppt_x"/>
                                          </p:val>
                                        </p:tav>
                                        <p:tav tm="100000">
                                          <p:val>
                                            <p:strVal val="#ppt_x"/>
                                          </p:val>
                                        </p:tav>
                                      </p:tavLst>
                                    </p:anim>
                                    <p:anim calcmode="lin" valueType="num">
                                      <p:cBhvr additive="base">
                                        <p:cTn id="120" dur="500" fill="hold"/>
                                        <p:tgtEl>
                                          <p:spTgt spid="12"/>
                                        </p:tgtEl>
                                        <p:attrNameLst>
                                          <p:attrName>ppt_y</p:attrName>
                                        </p:attrNameLst>
                                      </p:cBhvr>
                                      <p:tavLst>
                                        <p:tav tm="0">
                                          <p:val>
                                            <p:strVal val="0-#ppt_h/2"/>
                                          </p:val>
                                        </p:tav>
                                        <p:tav tm="100000">
                                          <p:val>
                                            <p:strVal val="#ppt_y"/>
                                          </p:val>
                                        </p:tav>
                                      </p:tavLst>
                                    </p:anim>
                                  </p:childTnLst>
                                </p:cTn>
                              </p:par>
                              <p:par>
                                <p:cTn id="125" presetID="2" presetClass="entr" presetSubtype="1" fill="hold" grpId="0" nodeType="withEffect">
                                  <p:stCondLst>
                                    <p:cond delay="13300"/>
                                  </p:stCondLst>
                                  <p:childTnLst>
                                    <p:set>
                                      <p:cBhvr>
                                        <p:cTn id="122" dur="1" fill="hold">
                                          <p:stCondLst>
                                            <p:cond delay="0"/>
                                          </p:stCondLst>
                                        </p:cTn>
                                        <p:tgtEl>
                                          <p:spTgt spid="13"/>
                                        </p:tgtEl>
                                        <p:attrNameLst>
                                          <p:attrName>style.visibility</p:attrName>
                                        </p:attrNameLst>
                                      </p:cBhvr>
                                      <p:to>
                                        <p:strVal val="visible"/>
                                      </p:to>
                                    </p:set>
                                    <p:anim calcmode="lin" valueType="num">
                                      <p:cBhvr additive="base">
                                        <p:cTn id="123" dur="500" fill="hold"/>
                                        <p:tgtEl>
                                          <p:spTgt spid="13"/>
                                        </p:tgtEl>
                                        <p:attrNameLst>
                                          <p:attrName>ppt_x</p:attrName>
                                        </p:attrNameLst>
                                      </p:cBhvr>
                                      <p:tavLst>
                                        <p:tav tm="0">
                                          <p:val>
                                            <p:strVal val="#ppt_x"/>
                                          </p:val>
                                        </p:tav>
                                        <p:tav tm="100000">
                                          <p:val>
                                            <p:strVal val="#ppt_x"/>
                                          </p:val>
                                        </p:tav>
                                      </p:tavLst>
                                    </p:anim>
                                    <p:anim calcmode="lin" valueType="num">
                                      <p:cBhvr additive="base">
                                        <p:cTn id="124" dur="500" fill="hold"/>
                                        <p:tgtEl>
                                          <p:spTgt spid="13"/>
                                        </p:tgtEl>
                                        <p:attrNameLst>
                                          <p:attrName>ppt_y</p:attrName>
                                        </p:attrNameLst>
                                      </p:cBhvr>
                                      <p:tavLst>
                                        <p:tav tm="0">
                                          <p:val>
                                            <p:strVal val="0-#ppt_h/2"/>
                                          </p:val>
                                        </p:tav>
                                        <p:tav tm="100000">
                                          <p:val>
                                            <p:strVal val="#ppt_y"/>
                                          </p:val>
                                        </p:tav>
                                      </p:tavLst>
                                    </p:anim>
                                  </p:childTnLst>
                                </p:cTn>
                              </p:par>
                              <p:par>
                                <p:cTn id="129" presetID="2" presetClass="entr" presetSubtype="1" fill="hold" grpId="0" nodeType="withEffect">
                                  <p:stCondLst>
                                    <p:cond delay="13325"/>
                                  </p:stCondLst>
                                  <p:childTnLst>
                                    <p:set>
                                      <p:cBhvr>
                                        <p:cTn id="126" dur="1" fill="hold">
                                          <p:stCondLst>
                                            <p:cond delay="0"/>
                                          </p:stCondLst>
                                        </p:cTn>
                                        <p:tgtEl>
                                          <p:spTgt spid="14"/>
                                        </p:tgtEl>
                                        <p:attrNameLst>
                                          <p:attrName>style.visibility</p:attrName>
                                        </p:attrNameLst>
                                      </p:cBhvr>
                                      <p:to>
                                        <p:strVal val="visible"/>
                                      </p:to>
                                    </p:set>
                                    <p:anim calcmode="lin" valueType="num">
                                      <p:cBhvr additive="base">
                                        <p:cTn id="127" dur="500" fill="hold"/>
                                        <p:tgtEl>
                                          <p:spTgt spid="14"/>
                                        </p:tgtEl>
                                        <p:attrNameLst>
                                          <p:attrName>ppt_x</p:attrName>
                                        </p:attrNameLst>
                                      </p:cBhvr>
                                      <p:tavLst>
                                        <p:tav tm="0">
                                          <p:val>
                                            <p:strVal val="#ppt_x"/>
                                          </p:val>
                                        </p:tav>
                                        <p:tav tm="100000">
                                          <p:val>
                                            <p:strVal val="#ppt_x"/>
                                          </p:val>
                                        </p:tav>
                                      </p:tavLst>
                                    </p:anim>
                                    <p:anim calcmode="lin" valueType="num">
                                      <p:cBhvr additive="base">
                                        <p:cTn id="128" dur="500" fill="hold"/>
                                        <p:tgtEl>
                                          <p:spTgt spid="14"/>
                                        </p:tgtEl>
                                        <p:attrNameLst>
                                          <p:attrName>ppt_y</p:attrName>
                                        </p:attrNameLst>
                                      </p:cBhvr>
                                      <p:tavLst>
                                        <p:tav tm="0">
                                          <p:val>
                                            <p:strVal val="0-#ppt_h/2"/>
                                          </p:val>
                                        </p:tav>
                                        <p:tav tm="100000">
                                          <p:val>
                                            <p:strVal val="#ppt_y"/>
                                          </p:val>
                                        </p:tav>
                                      </p:tavLst>
                                    </p:anim>
                                  </p:childTnLst>
                                </p:cTn>
                              </p:par>
                              <p:par>
                                <p:cTn id="134" presetID="53" presetClass="entr" presetSubtype="32" fill="hold" grpId="0" nodeType="withEffect">
                                  <p:stCondLst>
                                    <p:cond delay="13350"/>
                                  </p:stCondLst>
                                  <p:childTnLst>
                                    <p:set>
                                      <p:cBhvr>
                                        <p:cTn id="130" dur="1" fill="hold">
                                          <p:stCondLst>
                                            <p:cond delay="0"/>
                                          </p:stCondLst>
                                        </p:cTn>
                                        <p:tgtEl>
                                          <p:spTgt spid="15"/>
                                        </p:tgtEl>
                                        <p:attrNameLst>
                                          <p:attrName>style.visibility</p:attrName>
                                        </p:attrNameLst>
                                      </p:cBhvr>
                                      <p:to>
                                        <p:strVal val="visible"/>
                                      </p:to>
                                    </p:set>
                                    <p:anim calcmode="lin" valueType="num">
                                      <p:cBhvr additive="base">
                                        <p:cTn id="131" dur="400" fill="hold"/>
                                        <p:tgtEl>
                                          <p:spTgt spid="15"/>
                                        </p:tgtEl>
                                        <p:attrNameLst>
                                          <p:attrName>ppt_w</p:attrName>
                                        </p:attrNameLst>
                                      </p:cBhvr>
                                      <p:tavLst>
                                        <p:tav tm="0">
                                          <p:val>
                                            <p:strVal val="#ppt_w*2.4"/>
                                          </p:val>
                                        </p:tav>
                                        <p:tav tm="100000">
                                          <p:val>
                                            <p:strVal val="#ppt_w"/>
                                          </p:val>
                                        </p:tav>
                                      </p:tavLst>
                                    </p:anim>
                                    <p:anim calcmode="lin" valueType="num">
                                      <p:cBhvr additive="base">
                                        <p:cTn id="132" dur="400" fill="hold"/>
                                        <p:tgtEl>
                                          <p:spTgt spid="15"/>
                                        </p:tgtEl>
                                        <p:attrNameLst>
                                          <p:attrName>ppt_h</p:attrName>
                                        </p:attrNameLst>
                                      </p:cBhvr>
                                      <p:tavLst>
                                        <p:tav tm="0">
                                          <p:val>
                                            <p:strVal val="#ppt_h*2.4"/>
                                          </p:val>
                                        </p:tav>
                                        <p:tav tm="100000">
                                          <p:val>
                                            <p:strVal val="#ppt_h"/>
                                          </p:val>
                                        </p:tav>
                                      </p:tavLst>
                                    </p:anim>
                                    <p:animEffect transition="in" filter="fade">
                                      <p:cBhvr>
                                        <p:cTn id="133" dur="400"/>
                                        <p:tgtEl>
                                          <p:spTgt spid="15"/>
                                        </p:tgtEl>
                                      </p:cBhvr>
                                    </p:animEffect>
                                  </p:childTnLst>
                                </p:cTn>
                              </p:par>
                              <p:par>
                                <p:cTn id="137" presetID="10" presetClass="exit" presetSubtype="0" fill="hold" grpId="1" nodeType="withEffect">
                                  <p:stCondLst>
                                    <p:cond delay="21300"/>
                                  </p:stCondLst>
                                  <p:childTnLst>
                                    <p:animEffect transition="out" filter="fade">
                                      <p:cBhvr>
                                        <p:cTn id="135" dur="200"/>
                                        <p:tgtEl>
                                          <p:spTgt spid="40"/>
                                        </p:tgtEl>
                                      </p:cBhvr>
                                    </p:animEffect>
                                    <p:set>
                                      <p:cBhvr>
                                        <p:cTn id="136" dur="1" fill="hold">
                                          <p:stCondLst>
                                            <p:cond delay="199"/>
                                          </p:stCondLst>
                                        </p:cTn>
                                        <p:tgtEl>
                                          <p:spTgt spid="40"/>
                                        </p:tgtEl>
                                        <p:attrNameLst>
                                          <p:attrName>style.visibility</p:attrName>
                                        </p:attrNameLst>
                                      </p:cBhvr>
                                      <p:to>
                                        <p:strVal val="hidden"/>
                                      </p:to>
                                    </p:set>
                                  </p:childTnLst>
                                </p:cTn>
                              </p:par>
                              <p:par>
                                <p:cTn id="140" presetID="10" presetClass="exit" presetSubtype="0" fill="hold" grpId="1" nodeType="withEffect">
                                  <p:stCondLst>
                                    <p:cond delay="21329"/>
                                  </p:stCondLst>
                                  <p:childTnLst>
                                    <p:animEffect transition="out" filter="fade">
                                      <p:cBhvr>
                                        <p:cTn id="138" dur="250"/>
                                        <p:tgtEl>
                                          <p:spTgt spid="12"/>
                                        </p:tgtEl>
                                      </p:cBhvr>
                                    </p:animEffect>
                                    <p:set>
                                      <p:cBhvr>
                                        <p:cTn id="139" dur="1" fill="hold">
                                          <p:stCondLst>
                                            <p:cond delay="249"/>
                                          </p:stCondLst>
                                        </p:cTn>
                                        <p:tgtEl>
                                          <p:spTgt spid="12"/>
                                        </p:tgtEl>
                                        <p:attrNameLst>
                                          <p:attrName>style.visibility</p:attrName>
                                        </p:attrNameLst>
                                      </p:cBhvr>
                                      <p:to>
                                        <p:strVal val="hidden"/>
                                      </p:to>
                                    </p:set>
                                  </p:childTnLst>
                                </p:cTn>
                              </p:par>
                              <p:par>
                                <p:cTn id="143" presetID="10" presetClass="exit" presetSubtype="0" fill="hold" grpId="1" nodeType="withEffect">
                                  <p:stCondLst>
                                    <p:cond delay="21358"/>
                                  </p:stCondLst>
                                  <p:childTnLst>
                                    <p:animEffect transition="out" filter="fade">
                                      <p:cBhvr>
                                        <p:cTn id="141" dur="250"/>
                                        <p:tgtEl>
                                          <p:spTgt spid="13"/>
                                        </p:tgtEl>
                                      </p:cBhvr>
                                    </p:animEffect>
                                    <p:set>
                                      <p:cBhvr>
                                        <p:cTn id="142" dur="1" fill="hold">
                                          <p:stCondLst>
                                            <p:cond delay="249"/>
                                          </p:stCondLst>
                                        </p:cTn>
                                        <p:tgtEl>
                                          <p:spTgt spid="13"/>
                                        </p:tgtEl>
                                        <p:attrNameLst>
                                          <p:attrName>style.visibility</p:attrName>
                                        </p:attrNameLst>
                                      </p:cBhvr>
                                      <p:to>
                                        <p:strVal val="hidden"/>
                                      </p:to>
                                    </p:set>
                                  </p:childTnLst>
                                </p:cTn>
                              </p:par>
                              <p:par>
                                <p:cTn id="146" presetID="10" presetClass="exit" presetSubtype="0" fill="hold" grpId="1" nodeType="withEffect">
                                  <p:stCondLst>
                                    <p:cond delay="21387"/>
                                  </p:stCondLst>
                                  <p:childTnLst>
                                    <p:animEffect transition="out" filter="fade">
                                      <p:cBhvr>
                                        <p:cTn id="144" dur="250"/>
                                        <p:tgtEl>
                                          <p:spTgt spid="14"/>
                                        </p:tgtEl>
                                      </p:cBhvr>
                                    </p:animEffect>
                                    <p:set>
                                      <p:cBhvr>
                                        <p:cTn id="145" dur="1" fill="hold">
                                          <p:stCondLst>
                                            <p:cond delay="249"/>
                                          </p:stCondLst>
                                        </p:cTn>
                                        <p:tgtEl>
                                          <p:spTgt spid="14"/>
                                        </p:tgtEl>
                                        <p:attrNameLst>
                                          <p:attrName>style.visibility</p:attrName>
                                        </p:attrNameLst>
                                      </p:cBhvr>
                                      <p:to>
                                        <p:strVal val="hidden"/>
                                      </p:to>
                                    </p:set>
                                  </p:childTnLst>
                                </p:cTn>
                              </p:par>
                              <p:par>
                                <p:cTn id="149" presetID="10" presetClass="exit" presetSubtype="0" fill="hold" grpId="1" nodeType="withEffect">
                                  <p:stCondLst>
                                    <p:cond delay="21416"/>
                                  </p:stCondLst>
                                  <p:childTnLst>
                                    <p:animEffect transition="out" filter="fade">
                                      <p:cBhvr>
                                        <p:cTn id="147" dur="250"/>
                                        <p:tgtEl>
                                          <p:spTgt spid="15"/>
                                        </p:tgtEl>
                                      </p:cBhvr>
                                    </p:animEffect>
                                    <p:set>
                                      <p:cBhvr>
                                        <p:cTn id="148" dur="1" fill="hold">
                                          <p:stCondLst>
                                            <p:cond delay="249"/>
                                          </p:stCondLst>
                                        </p:cTn>
                                        <p:tgtEl>
                                          <p:spTgt spid="15"/>
                                        </p:tgtEl>
                                        <p:attrNameLst>
                                          <p:attrName>style.visibility</p:attrName>
                                        </p:attrNameLst>
                                      </p:cBhvr>
                                      <p:to>
                                        <p:strVal val="hidden"/>
                                      </p:to>
                                    </p:set>
                                  </p:childTnLst>
                                </p:cTn>
                              </p:par>
                              <p:par>
                                <p:cTn id="152" presetID="10" presetClass="exit" presetSubtype="0" fill="hold" grpId="1" nodeType="withEffect">
                                  <p:stCondLst>
                                    <p:cond delay="21445"/>
                                  </p:stCondLst>
                                  <p:childTnLst>
                                    <p:animEffect transition="out" filter="fade">
                                      <p:cBhvr>
                                        <p:cTn id="150" dur="200"/>
                                        <p:tgtEl>
                                          <p:spTgt spid="41"/>
                                        </p:tgtEl>
                                      </p:cBhvr>
                                    </p:animEffect>
                                    <p:set>
                                      <p:cBhvr>
                                        <p:cTn id="151" dur="1" fill="hold">
                                          <p:stCondLst>
                                            <p:cond delay="199"/>
                                          </p:stCondLst>
                                        </p:cTn>
                                        <p:tgtEl>
                                          <p:spTgt spid="41"/>
                                        </p:tgtEl>
                                        <p:attrNameLst>
                                          <p:attrName>style.visibility</p:attrName>
                                        </p:attrNameLst>
                                      </p:cBhvr>
                                      <p:to>
                                        <p:strVal val="hidden"/>
                                      </p:to>
                                    </p:set>
                                  </p:childTnLst>
                                </p:cTn>
                              </p:par>
                              <p:par>
                                <p:cTn id="155" presetID="10" presetClass="exit" presetSubtype="0" fill="hold" grpId="1" nodeType="withEffect">
                                  <p:stCondLst>
                                    <p:cond delay="21475"/>
                                  </p:stCondLst>
                                  <p:childTnLst>
                                    <p:animEffect transition="out" filter="fade">
                                      <p:cBhvr>
                                        <p:cTn id="153" dur="200"/>
                                        <p:tgtEl>
                                          <p:spTgt spid="42"/>
                                        </p:tgtEl>
                                      </p:cBhvr>
                                    </p:animEffect>
                                    <p:set>
                                      <p:cBhvr>
                                        <p:cTn id="154" dur="1" fill="hold">
                                          <p:stCondLst>
                                            <p:cond delay="199"/>
                                          </p:stCondLst>
                                        </p:cTn>
                                        <p:tgtEl>
                                          <p:spTgt spid="42"/>
                                        </p:tgtEl>
                                        <p:attrNameLst>
                                          <p:attrName>style.visibility</p:attrName>
                                        </p:attrNameLst>
                                      </p:cBhvr>
                                      <p:to>
                                        <p:strVal val="hidden"/>
                                      </p:to>
                                    </p:set>
                                  </p:childTnLst>
                                </p:cTn>
                              </p:par>
                              <p:par>
                                <p:cTn id="160" presetID="42" presetClass="entr" presetSubtype="0" fill="hold" grpId="0" nodeType="withEffect">
                                  <p:stCondLst>
                                    <p:cond delay="21504"/>
                                  </p:stCondLst>
                                  <p:childTnLst>
                                    <p:set>
                                      <p:cBhvr>
                                        <p:cTn id="156" dur="1" fill="hold">
                                          <p:stCondLst>
                                            <p:cond delay="0"/>
                                          </p:stCondLst>
                                        </p:cTn>
                                        <p:tgtEl>
                                          <p:spTgt spid="43"/>
                                        </p:tgtEl>
                                        <p:attrNameLst>
                                          <p:attrName>style.visibility</p:attrName>
                                        </p:attrNameLst>
                                      </p:cBhvr>
                                      <p:to>
                                        <p:strVal val="visible"/>
                                      </p:to>
                                    </p:set>
                                    <p:animEffect transition="in" filter="fade">
                                      <p:cBhvr>
                                        <p:cTn id="157" dur="400"/>
                                        <p:tgtEl>
                                          <p:spTgt spid="43"/>
                                        </p:tgtEl>
                                      </p:cBhvr>
                                    </p:animEffect>
                                    <p:anim calcmode="lin" valueType="num">
                                      <p:cBhvr additive="base">
                                        <p:cTn id="158" dur="400" fill="hold"/>
                                        <p:tgtEl>
                                          <p:spTgt spid="43"/>
                                        </p:tgtEl>
                                        <p:attrNameLst>
                                          <p:attrName>ppt_x</p:attrName>
                                        </p:attrNameLst>
                                      </p:cBhvr>
                                      <p:tavLst>
                                        <p:tav tm="0">
                                          <p:val>
                                            <p:strVal val="#ppt_x-.05"/>
                                          </p:val>
                                        </p:tav>
                                        <p:tav tm="100000">
                                          <p:val>
                                            <p:strVal val="#ppt_x"/>
                                          </p:val>
                                        </p:tav>
                                      </p:tavLst>
                                    </p:anim>
                                    <p:anim calcmode="lin" valueType="num">
                                      <p:cBhvr additive="base">
                                        <p:cTn id="159" dur="400" fill="hold"/>
                                        <p:tgtEl>
                                          <p:spTgt spid="43"/>
                                        </p:tgtEl>
                                        <p:attrNameLst>
                                          <p:attrName>ppt_y</p:attrName>
                                        </p:attrNameLst>
                                      </p:cBhvr>
                                      <p:tavLst>
                                        <p:tav tm="0">
                                          <p:val>
                                            <p:strVal val="#ppt_y"/>
                                          </p:val>
                                        </p:tav>
                                        <p:tav tm="100000">
                                          <p:val>
                                            <p:strVal val="#ppt_y"/>
                                          </p:val>
                                        </p:tav>
                                      </p:tavLst>
                                    </p:anim>
                                  </p:childTnLst>
                                </p:cTn>
                              </p:par>
                              <p:par>
                                <p:cTn id="163" presetID="10" presetClass="entr" presetSubtype="0" fill="hold" grpId="0" nodeType="withEffect">
                                  <p:stCondLst>
                                    <p:cond delay="21533"/>
                                  </p:stCondLst>
                                  <p:childTnLst>
                                    <p:set>
                                      <p:cBhvr>
                                        <p:cTn id="161" dur="1" fill="hold">
                                          <p:stCondLst>
                                            <p:cond delay="0"/>
                                          </p:stCondLst>
                                        </p:cTn>
                                        <p:tgtEl>
                                          <p:spTgt spid="7"/>
                                        </p:tgtEl>
                                        <p:attrNameLst>
                                          <p:attrName>style.visibility</p:attrName>
                                        </p:attrNameLst>
                                      </p:cBhvr>
                                      <p:to>
                                        <p:strVal val="visible"/>
                                      </p:to>
                                    </p:set>
                                    <p:animEffect transition="in" filter="fade">
                                      <p:cBhvr>
                                        <p:cTn id="162" dur="600"/>
                                        <p:tgtEl>
                                          <p:spTgt spid="7"/>
                                        </p:tgtEl>
                                      </p:cBhvr>
                                    </p:animEffect>
                                  </p:childTnLst>
                                </p:cTn>
                              </p:par>
                              <p:par>
                                <p:cTn id="168" presetID="42" presetClass="entr" presetSubtype="0" fill="hold" grpId="0" nodeType="withEffect">
                                  <p:stCondLst>
                                    <p:cond delay="21562"/>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300"/>
                                        <p:tgtEl>
                                          <p:spTgt spid="44"/>
                                        </p:tgtEl>
                                      </p:cBhvr>
                                    </p:animEffect>
                                    <p:anim calcmode="lin" valueType="num">
                                      <p:cBhvr additive="base">
                                        <p:cTn id="166" dur="300" fill="hold"/>
                                        <p:tgtEl>
                                          <p:spTgt spid="44"/>
                                        </p:tgtEl>
                                        <p:attrNameLst>
                                          <p:attrName>ppt_x</p:attrName>
                                        </p:attrNameLst>
                                      </p:cBhvr>
                                      <p:tavLst>
                                        <p:tav tm="0">
                                          <p:val>
                                            <p:strVal val="#ppt_x-.05"/>
                                          </p:val>
                                        </p:tav>
                                        <p:tav tm="100000">
                                          <p:val>
                                            <p:strVal val="#ppt_x"/>
                                          </p:val>
                                        </p:tav>
                                      </p:tavLst>
                                    </p:anim>
                                    <p:anim calcmode="lin" valueType="num">
                                      <p:cBhvr additive="base">
                                        <p:cTn id="167" dur="300" fill="hold"/>
                                        <p:tgtEl>
                                          <p:spTgt spid="44"/>
                                        </p:tgtEl>
                                        <p:attrNameLst>
                                          <p:attrName>ppt_y</p:attrName>
                                        </p:attrNameLst>
                                      </p:cBhvr>
                                      <p:tavLst>
                                        <p:tav tm="0">
                                          <p:val>
                                            <p:strVal val="#ppt_y"/>
                                          </p:val>
                                        </p:tav>
                                        <p:tav tm="100000">
                                          <p:val>
                                            <p:strVal val="#ppt_y"/>
                                          </p:val>
                                        </p:tav>
                                      </p:tavLst>
                                    </p:anim>
                                  </p:childTnLst>
                                </p:cTn>
                              </p:par>
                              <p:par>
                                <p:cTn id="171" presetID="10" presetClass="entr" presetSubtype="0" fill="hold" grpId="0" nodeType="withEffect">
                                  <p:stCondLst>
                                    <p:cond delay="21591"/>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200"/>
                                        <p:tgtEl>
                                          <p:spTgt spid="45"/>
                                        </p:tgtEl>
                                      </p:cBhvr>
                                    </p:animEffect>
                                  </p:childTnLst>
                                </p:cTn>
                              </p:par>
                              <p:par>
                                <p:cTn id="176" presetID="53" presetClass="entr" presetSubtype="16" fill="hold" grpId="0" nodeType="withEffect">
                                  <p:stCondLst>
                                    <p:cond delay="21620"/>
                                  </p:stCondLst>
                                  <p:childTnLst>
                                    <p:set>
                                      <p:cBhvr>
                                        <p:cTn id="172" dur="1" fill="hold">
                                          <p:stCondLst>
                                            <p:cond delay="0"/>
                                          </p:stCondLst>
                                        </p:cTn>
                                        <p:tgtEl>
                                          <p:spTgt spid="16"/>
                                        </p:tgtEl>
                                        <p:attrNameLst>
                                          <p:attrName>style.visibility</p:attrName>
                                        </p:attrNameLst>
                                      </p:cBhvr>
                                      <p:to>
                                        <p:strVal val="visible"/>
                                      </p:to>
                                    </p:set>
                                    <p:anim calcmode="lin" valueType="num">
                                      <p:cBhvr additive="base">
                                        <p:cTn id="173" dur="400" fill="hold"/>
                                        <p:tgtEl>
                                          <p:spTgt spid="16"/>
                                        </p:tgtEl>
                                        <p:attrNameLst>
                                          <p:attrName>ppt_w</p:attrName>
                                        </p:attrNameLst>
                                      </p:cBhvr>
                                      <p:tavLst>
                                        <p:tav tm="0">
                                          <p:val>
                                            <p:strVal val="0"/>
                                          </p:val>
                                        </p:tav>
                                        <p:tav tm="100000">
                                          <p:val>
                                            <p:strVal val="#ppt_w"/>
                                          </p:val>
                                        </p:tav>
                                      </p:tavLst>
                                    </p:anim>
                                    <p:anim calcmode="lin" valueType="num">
                                      <p:cBhvr additive="base">
                                        <p:cTn id="174" dur="400" fill="hold"/>
                                        <p:tgtEl>
                                          <p:spTgt spid="16"/>
                                        </p:tgtEl>
                                        <p:attrNameLst>
                                          <p:attrName>ppt_h</p:attrName>
                                        </p:attrNameLst>
                                      </p:cBhvr>
                                      <p:tavLst>
                                        <p:tav tm="0">
                                          <p:val>
                                            <p:strVal val="0"/>
                                          </p:val>
                                        </p:tav>
                                        <p:tav tm="100000">
                                          <p:val>
                                            <p:strVal val="#ppt_h"/>
                                          </p:val>
                                        </p:tav>
                                      </p:tavLst>
                                    </p:anim>
                                    <p:animEffect transition="in" filter="fade">
                                      <p:cBhvr>
                                        <p:cTn id="175" dur="400"/>
                                        <p:tgtEl>
                                          <p:spTgt spid="16"/>
                                        </p:tgtEl>
                                      </p:cBhvr>
                                    </p:animEffect>
                                  </p:childTnLst>
                                </p:cTn>
                              </p:par>
                              <p:par>
                                <p:cTn id="178" presetID="0" presetClass="path" presetSubtype="0" fill="hold" grpId="1" nodeType="withEffect" autoRev="1" repeatCount="10000">
                                  <p:stCondLst>
                                    <p:cond delay="21650"/>
                                  </p:stCondLst>
                                  <p:childTnLst>
                                    <p:animMotion origin="layout" path="M 0 0 L 0.008 0 E" pathEditMode="relative" ptsTypes="AA">
                                      <p:cBhvr>
                                        <p:cTn id="177" dur="50" fill="hold"/>
                                        <p:tgtEl>
                                          <p:spTgt spid="16"/>
                                        </p:tgtEl>
                                        <p:attrNameLst>
                                          <p:attrName>ppt_x</p:attrName>
                                          <p:attrName>ppt_y</p:attrName>
                                        </p:attrNameLst>
                                      </p:cBhvr>
                                    </p:animMotion>
                                  </p:childTnLst>
                                </p:cTn>
                              </p:par>
                              <p:par>
                                <p:cTn id="181" presetID="10" presetClass="exit" presetSubtype="0" fill="hold" grpId="2" nodeType="withEffect">
                                  <p:stCondLst>
                                    <p:cond delay="24810"/>
                                  </p:stCondLst>
                                  <p:childTnLst>
                                    <p:animEffect transition="out" filter="fade">
                                      <p:cBhvr>
                                        <p:cTn id="179" dur="250"/>
                                        <p:tgtEl>
                                          <p:spTgt spid="16"/>
                                        </p:tgtEl>
                                      </p:cBhvr>
                                    </p:animEffect>
                                    <p:set>
                                      <p:cBhvr>
                                        <p:cTn id="180" dur="1" fill="hold">
                                          <p:stCondLst>
                                            <p:cond delay="249"/>
                                          </p:stCondLst>
                                        </p:cTn>
                                        <p:tgtEl>
                                          <p:spTgt spid="16"/>
                                        </p:tgtEl>
                                        <p:attrNameLst>
                                          <p:attrName>style.visibility</p:attrName>
                                        </p:attrNameLst>
                                      </p:cBhvr>
                                      <p:to>
                                        <p:strVal val="hidden"/>
                                      </p:to>
                                    </p:set>
                                  </p:childTnLst>
                                </p:cTn>
                              </p:par>
                              <p:par>
                                <p:cTn id="184" presetID="10" presetClass="entr" presetSubtype="0" fill="hold" grpId="0" nodeType="withEffect">
                                  <p:stCondLst>
                                    <p:cond delay="24835"/>
                                  </p:stCondLst>
                                  <p:childTnLst>
                                    <p:set>
                                      <p:cBhvr>
                                        <p:cTn id="182" dur="1" fill="hold">
                                          <p:stCondLst>
                                            <p:cond delay="0"/>
                                          </p:stCondLst>
                                        </p:cTn>
                                        <p:tgtEl>
                                          <p:spTgt spid="17"/>
                                        </p:tgtEl>
                                        <p:attrNameLst>
                                          <p:attrName>style.visibility</p:attrName>
                                        </p:attrNameLst>
                                      </p:cBhvr>
                                      <p:to>
                                        <p:strVal val="visible"/>
                                      </p:to>
                                    </p:set>
                                    <p:animEffect transition="in" filter="fade">
                                      <p:cBhvr>
                                        <p:cTn id="183" dur="300"/>
                                        <p:tgtEl>
                                          <p:spTgt spid="17"/>
                                        </p:tgtEl>
                                      </p:cBhvr>
                                    </p:animEffect>
                                  </p:childTnLst>
                                </p:cTn>
                              </p:par>
                              <p:par>
                                <p:cTn id="186" presetID="0" presetClass="path" presetSubtype="0" fill="hold" grpId="1" nodeType="withEffect">
                                  <p:stCondLst>
                                    <p:cond delay="24860"/>
                                  </p:stCondLst>
                                  <p:childTnLst>
                                    <p:animMotion origin="layout" path="M 0 0 L 0.36 0 E" pathEditMode="relative" ptsTypes="AA">
                                      <p:cBhvr>
                                        <p:cTn id="185" dur="600" fill="hold"/>
                                        <p:tgtEl>
                                          <p:spTgt spid="17"/>
                                        </p:tgtEl>
                                        <p:attrNameLst>
                                          <p:attrName>ppt_x</p:attrName>
                                          <p:attrName>ppt_y</p:attrName>
                                        </p:attrNameLst>
                                      </p:cBhvr>
                                    </p:animMotion>
                                  </p:childTnLst>
                                </p:cTn>
                              </p:par>
                              <p:par>
                                <p:cTn id="189" presetID="10" presetClass="exit" presetSubtype="0" fill="hold" grpId="1" nodeType="withEffect">
                                  <p:stCondLst>
                                    <p:cond delay="24885"/>
                                  </p:stCondLst>
                                  <p:childTnLst>
                                    <p:animEffect transition="out" filter="fade">
                                      <p:cBhvr>
                                        <p:cTn id="187" dur="220"/>
                                        <p:tgtEl>
                                          <p:spTgt spid="26"/>
                                        </p:tgtEl>
                                      </p:cBhvr>
                                    </p:animEffect>
                                    <p:set>
                                      <p:cBhvr>
                                        <p:cTn id="188" dur="1" fill="hold">
                                          <p:stCondLst>
                                            <p:cond delay="219"/>
                                          </p:stCondLst>
                                        </p:cTn>
                                        <p:tgtEl>
                                          <p:spTgt spid="26"/>
                                        </p:tgtEl>
                                        <p:attrNameLst>
                                          <p:attrName>style.visibility</p:attrName>
                                        </p:attrNameLst>
                                      </p:cBhvr>
                                      <p:to>
                                        <p:strVal val="hidden"/>
                                      </p:to>
                                    </p:set>
                                  </p:childTnLst>
                                </p:cTn>
                              </p:par>
                              <p:par>
                                <p:cTn id="192" presetID="10" presetClass="entr" presetSubtype="0" fill="hold" grpId="0" nodeType="withEffect">
                                  <p:stCondLst>
                                    <p:cond delay="24910"/>
                                  </p:stCondLst>
                                  <p:childTnLst>
                                    <p:set>
                                      <p:cBhvr>
                                        <p:cTn id="190" dur="1" fill="hold">
                                          <p:stCondLst>
                                            <p:cond delay="0"/>
                                          </p:stCondLst>
                                        </p:cTn>
                                        <p:tgtEl>
                                          <p:spTgt spid="27"/>
                                        </p:tgtEl>
                                        <p:attrNameLst>
                                          <p:attrName>style.visibility</p:attrName>
                                        </p:attrNameLst>
                                      </p:cBhvr>
                                      <p:to>
                                        <p:strVal val="visible"/>
                                      </p:to>
                                    </p:set>
                                    <p:animEffect transition="in" filter="fade">
                                      <p:cBhvr>
                                        <p:cTn id="191" dur="220"/>
                                        <p:tgtEl>
                                          <p:spTgt spid="27"/>
                                        </p:tgtEl>
                                      </p:cBhvr>
                                    </p:animEffect>
                                  </p:childTnLst>
                                </p:cTn>
                              </p:par>
                              <p:par>
                                <p:cTn id="195" presetID="10" presetClass="entr" presetSubtype="0" fill="hold" grpId="0" nodeType="withEffect">
                                  <p:stCondLst>
                                    <p:cond delay="24935"/>
                                  </p:stCondLst>
                                  <p:childTnLst>
                                    <p:set>
                                      <p:cBhvr>
                                        <p:cTn id="193" dur="1" fill="hold">
                                          <p:stCondLst>
                                            <p:cond delay="0"/>
                                          </p:stCondLst>
                                        </p:cTn>
                                        <p:tgtEl>
                                          <p:spTgt spid="46"/>
                                        </p:tgtEl>
                                        <p:attrNameLst>
                                          <p:attrName>style.visibility</p:attrName>
                                        </p:attrNameLst>
                                      </p:cBhvr>
                                      <p:to>
                                        <p:strVal val="visible"/>
                                      </p:to>
                                    </p:set>
                                    <p:animEffect transition="in" filter="fade">
                                      <p:cBhvr>
                                        <p:cTn id="194" dur="80"/>
                                        <p:tgtEl>
                                          <p:spTgt spid="46"/>
                                        </p:tgtEl>
                                      </p:cBhvr>
                                    </p:animEffect>
                                  </p:childTnLst>
                                </p:cTn>
                              </p:par>
                              <p:par>
                                <p:cTn id="198" presetID="10" presetClass="exit" presetSubtype="0" fill="hold" grpId="1" nodeType="withEffect">
                                  <p:stCondLst>
                                    <p:cond delay="24960"/>
                                  </p:stCondLst>
                                  <p:childTnLst>
                                    <p:animEffect transition="out" filter="fade">
                                      <p:cBhvr>
                                        <p:cTn id="196" dur="200"/>
                                        <p:tgtEl>
                                          <p:spTgt spid="44"/>
                                        </p:tgtEl>
                                      </p:cBhvr>
                                    </p:animEffect>
                                    <p:set>
                                      <p:cBhvr>
                                        <p:cTn id="197" dur="1" fill="hold">
                                          <p:stCondLst>
                                            <p:cond delay="199"/>
                                          </p:stCondLst>
                                        </p:cTn>
                                        <p:tgtEl>
                                          <p:spTgt spid="44"/>
                                        </p:tgtEl>
                                        <p:attrNameLst>
                                          <p:attrName>style.visibility</p:attrName>
                                        </p:attrNameLst>
                                      </p:cBhvr>
                                      <p:to>
                                        <p:strVal val="hidden"/>
                                      </p:to>
                                    </p:set>
                                  </p:childTnLst>
                                </p:cTn>
                              </p:par>
                              <p:par>
                                <p:cTn id="201" presetID="10" presetClass="exit" presetSubtype="0" fill="hold" grpId="1" nodeType="withEffect">
                                  <p:stCondLst>
                                    <p:cond delay="24985"/>
                                  </p:stCondLst>
                                  <p:childTnLst>
                                    <p:animEffect transition="out" filter="fade">
                                      <p:cBhvr>
                                        <p:cTn id="199" dur="200"/>
                                        <p:tgtEl>
                                          <p:spTgt spid="45"/>
                                        </p:tgtEl>
                                      </p:cBhvr>
                                    </p:animEffect>
                                    <p:set>
                                      <p:cBhvr>
                                        <p:cTn id="200" dur="1" fill="hold">
                                          <p:stCondLst>
                                            <p:cond delay="199"/>
                                          </p:stCondLst>
                                        </p:cTn>
                                        <p:tgtEl>
                                          <p:spTgt spid="45"/>
                                        </p:tgtEl>
                                        <p:attrNameLst>
                                          <p:attrName>style.visibility</p:attrName>
                                        </p:attrNameLst>
                                      </p:cBhvr>
                                      <p:to>
                                        <p:strVal val="hidden"/>
                                      </p:to>
                                    </p:set>
                                  </p:childTnLst>
                                </p:cTn>
                              </p:par>
                              <p:par>
                                <p:cTn id="204" presetID="22" presetClass="entr" presetSubtype="1" fill="hold" grpId="0" nodeType="withEffect">
                                  <p:stCondLst>
                                    <p:cond delay="25010"/>
                                  </p:stCondLst>
                                  <p:childTnLst>
                                    <p:set>
                                      <p:cBhvr>
                                        <p:cTn id="202" dur="1" fill="hold">
                                          <p:stCondLst>
                                            <p:cond delay="0"/>
                                          </p:stCondLst>
                                        </p:cTn>
                                        <p:tgtEl>
                                          <p:spTgt spid="18"/>
                                        </p:tgtEl>
                                        <p:attrNameLst>
                                          <p:attrName>style.visibility</p:attrName>
                                        </p:attrNameLst>
                                      </p:cBhvr>
                                      <p:to>
                                        <p:strVal val="visible"/>
                                      </p:to>
                                    </p:set>
                                    <p:animEffect transition="in" filter="wipe(down)">
                                      <p:cBhvr>
                                        <p:cTn id="203" dur="600"/>
                                        <p:tgtEl>
                                          <p:spTgt spid="18"/>
                                        </p:tgtEl>
                                      </p:cBhvr>
                                    </p:animEffect>
                                  </p:childTnLst>
                                </p:cTn>
                              </p:par>
                              <p:par>
                                <p:cTn id="207" presetID="10" presetClass="exit" presetSubtype="0" fill="hold" grpId="1" nodeType="withEffect">
                                  <p:stCondLst>
                                    <p:cond delay="25055"/>
                                  </p:stCondLst>
                                  <p:childTnLst>
                                    <p:animEffect transition="out" filter="fade">
                                      <p:cBhvr>
                                        <p:cTn id="205" dur="300"/>
                                        <p:tgtEl>
                                          <p:spTgt spid="46"/>
                                        </p:tgtEl>
                                      </p:cBhvr>
                                    </p:animEffect>
                                    <p:set>
                                      <p:cBhvr>
                                        <p:cTn id="206" dur="1" fill="hold">
                                          <p:stCondLst>
                                            <p:cond delay="299"/>
                                          </p:stCondLst>
                                        </p:cTn>
                                        <p:tgtEl>
                                          <p:spTgt spid="46"/>
                                        </p:tgtEl>
                                        <p:attrNameLst>
                                          <p:attrName>style.visibility</p:attrName>
                                        </p:attrNameLst>
                                      </p:cBhvr>
                                      <p:to>
                                        <p:strVal val="hidden"/>
                                      </p:to>
                                    </p:set>
                                  </p:childTnLst>
                                </p:cTn>
                              </p:par>
                              <p:par>
                                <p:cTn id="210" presetID="10" presetClass="exit" presetSubtype="0" fill="hold" grpId="1" nodeType="withEffect">
                                  <p:stCondLst>
                                    <p:cond delay="25060"/>
                                  </p:stCondLst>
                                  <p:childTnLst>
                                    <p:animEffect transition="out" filter="fade">
                                      <p:cBhvr>
                                        <p:cTn id="208" dur="220"/>
                                        <p:tgtEl>
                                          <p:spTgt spid="23"/>
                                        </p:tgtEl>
                                      </p:cBhvr>
                                    </p:animEffect>
                                    <p:set>
                                      <p:cBhvr>
                                        <p:cTn id="209" dur="1" fill="hold">
                                          <p:stCondLst>
                                            <p:cond delay="219"/>
                                          </p:stCondLst>
                                        </p:cTn>
                                        <p:tgtEl>
                                          <p:spTgt spid="23"/>
                                        </p:tgtEl>
                                        <p:attrNameLst>
                                          <p:attrName>style.visibility</p:attrName>
                                        </p:attrNameLst>
                                      </p:cBhvr>
                                      <p:to>
                                        <p:strVal val="hidden"/>
                                      </p:to>
                                    </p:set>
                                  </p:childTnLst>
                                </p:cTn>
                              </p:par>
                              <p:par>
                                <p:cTn id="213" presetID="10" presetClass="entr" presetSubtype="0" fill="hold" grpId="0" nodeType="withEffect">
                                  <p:stCondLst>
                                    <p:cond delay="25085"/>
                                  </p:stCondLst>
                                  <p:childTnLst>
                                    <p:set>
                                      <p:cBhvr>
                                        <p:cTn id="211" dur="1" fill="hold">
                                          <p:stCondLst>
                                            <p:cond delay="0"/>
                                          </p:stCondLst>
                                        </p:cTn>
                                        <p:tgtEl>
                                          <p:spTgt spid="24"/>
                                        </p:tgtEl>
                                        <p:attrNameLst>
                                          <p:attrName>style.visibility</p:attrName>
                                        </p:attrNameLst>
                                      </p:cBhvr>
                                      <p:to>
                                        <p:strVal val="visible"/>
                                      </p:to>
                                    </p:set>
                                    <p:animEffect transition="in" filter="fade">
                                      <p:cBhvr>
                                        <p:cTn id="212" dur="220"/>
                                        <p:tgtEl>
                                          <p:spTgt spid="24"/>
                                        </p:tgtEl>
                                      </p:cBhvr>
                                    </p:animEffect>
                                  </p:childTnLst>
                                </p:cTn>
                              </p:par>
                              <p:par>
                                <p:cTn id="218" presetID="42" presetClass="entr" presetSubtype="0" fill="hold" grpId="0" nodeType="withEffect">
                                  <p:stCondLst>
                                    <p:cond delay="2511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300"/>
                                        <p:tgtEl>
                                          <p:spTgt spid="47"/>
                                        </p:tgtEl>
                                      </p:cBhvr>
                                    </p:animEffect>
                                    <p:anim calcmode="lin" valueType="num">
                                      <p:cBhvr additive="base">
                                        <p:cTn id="216" dur="300" fill="hold"/>
                                        <p:tgtEl>
                                          <p:spTgt spid="47"/>
                                        </p:tgtEl>
                                        <p:attrNameLst>
                                          <p:attrName>ppt_x</p:attrName>
                                        </p:attrNameLst>
                                      </p:cBhvr>
                                      <p:tavLst>
                                        <p:tav tm="0">
                                          <p:val>
                                            <p:strVal val="#ppt_x-.05"/>
                                          </p:val>
                                        </p:tav>
                                        <p:tav tm="100000">
                                          <p:val>
                                            <p:strVal val="#ppt_x"/>
                                          </p:val>
                                        </p:tav>
                                      </p:tavLst>
                                    </p:anim>
                                    <p:anim calcmode="lin" valueType="num">
                                      <p:cBhvr additive="base">
                                        <p:cTn id="217" dur="300" fill="hold"/>
                                        <p:tgtEl>
                                          <p:spTgt spid="47"/>
                                        </p:tgtEl>
                                        <p:attrNameLst>
                                          <p:attrName>ppt_y</p:attrName>
                                        </p:attrNameLst>
                                      </p:cBhvr>
                                      <p:tavLst>
                                        <p:tav tm="0">
                                          <p:val>
                                            <p:strVal val="#ppt_y"/>
                                          </p:val>
                                        </p:tav>
                                        <p:tav tm="100000">
                                          <p:val>
                                            <p:strVal val="#ppt_y"/>
                                          </p:val>
                                        </p:tav>
                                      </p:tavLst>
                                    </p:anim>
                                  </p:childTnLst>
                                </p:cTn>
                              </p:par>
                              <p:par>
                                <p:cTn id="221" presetID="10" presetClass="entr" presetSubtype="0" fill="hold" grpId="0" nodeType="withEffect">
                                  <p:stCondLst>
                                    <p:cond delay="25135"/>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200"/>
                                        <p:tgtEl>
                                          <p:spTgt spid="48"/>
                                        </p:tgtEl>
                                      </p:cBhvr>
                                    </p:animEffect>
                                  </p:childTnLst>
                                </p:cTn>
                              </p:par>
                              <p:par>
                                <p:cTn id="226" presetID="53" presetClass="entr" presetSubtype="16" fill="hold" grpId="0" nodeType="withEffect">
                                  <p:stCondLst>
                                    <p:cond delay="25160"/>
                                  </p:stCondLst>
                                  <p:childTnLst>
                                    <p:set>
                                      <p:cBhvr>
                                        <p:cTn id="222" dur="1" fill="hold">
                                          <p:stCondLst>
                                            <p:cond delay="0"/>
                                          </p:stCondLst>
                                        </p:cTn>
                                        <p:tgtEl>
                                          <p:spTgt spid="30"/>
                                        </p:tgtEl>
                                        <p:attrNameLst>
                                          <p:attrName>style.visibility</p:attrName>
                                        </p:attrNameLst>
                                      </p:cBhvr>
                                      <p:to>
                                        <p:strVal val="visible"/>
                                      </p:to>
                                    </p:set>
                                    <p:anim calcmode="lin" valueType="num">
                                      <p:cBhvr additive="base">
                                        <p:cTn id="223" dur="300" fill="hold"/>
                                        <p:tgtEl>
                                          <p:spTgt spid="30"/>
                                        </p:tgtEl>
                                        <p:attrNameLst>
                                          <p:attrName>ppt_w</p:attrName>
                                        </p:attrNameLst>
                                      </p:cBhvr>
                                      <p:tavLst>
                                        <p:tav tm="0">
                                          <p:val>
                                            <p:strVal val="0"/>
                                          </p:val>
                                        </p:tav>
                                        <p:tav tm="100000">
                                          <p:val>
                                            <p:strVal val="#ppt_w"/>
                                          </p:val>
                                        </p:tav>
                                      </p:tavLst>
                                    </p:anim>
                                    <p:anim calcmode="lin" valueType="num">
                                      <p:cBhvr additive="base">
                                        <p:cTn id="224" dur="300" fill="hold"/>
                                        <p:tgtEl>
                                          <p:spTgt spid="30"/>
                                        </p:tgtEl>
                                        <p:attrNameLst>
                                          <p:attrName>ppt_h</p:attrName>
                                        </p:attrNameLst>
                                      </p:cBhvr>
                                      <p:tavLst>
                                        <p:tav tm="0">
                                          <p:val>
                                            <p:strVal val="0"/>
                                          </p:val>
                                        </p:tav>
                                        <p:tav tm="100000">
                                          <p:val>
                                            <p:strVal val="#ppt_h"/>
                                          </p:val>
                                        </p:tav>
                                      </p:tavLst>
                                    </p:anim>
                                    <p:animEffect transition="in" filter="fade">
                                      <p:cBhvr>
                                        <p:cTn id="225" dur="300"/>
                                        <p:tgtEl>
                                          <p:spTgt spid="30"/>
                                        </p:tgtEl>
                                      </p:cBhvr>
                                    </p:animEffect>
                                  </p:childTnLst>
                                </p:cTn>
                              </p:par>
                              <p:par>
                                <p:cTn id="229" presetID="10" presetClass="exit" presetSubtype="0" fill="hold" grpId="1" nodeType="withEffect">
                                  <p:stCondLst>
                                    <p:cond delay="29100"/>
                                  </p:stCondLst>
                                  <p:childTnLst>
                                    <p:animEffect transition="out" filter="fade">
                                      <p:cBhvr>
                                        <p:cTn id="227" dur="200"/>
                                        <p:tgtEl>
                                          <p:spTgt spid="43"/>
                                        </p:tgtEl>
                                      </p:cBhvr>
                                    </p:animEffect>
                                    <p:set>
                                      <p:cBhvr>
                                        <p:cTn id="228" dur="1" fill="hold">
                                          <p:stCondLst>
                                            <p:cond delay="199"/>
                                          </p:stCondLst>
                                        </p:cTn>
                                        <p:tgtEl>
                                          <p:spTgt spid="43"/>
                                        </p:tgtEl>
                                        <p:attrNameLst>
                                          <p:attrName>style.visibility</p:attrName>
                                        </p:attrNameLst>
                                      </p:cBhvr>
                                      <p:to>
                                        <p:strVal val="hidden"/>
                                      </p:to>
                                    </p:set>
                                  </p:childTnLst>
                                </p:cTn>
                              </p:par>
                              <p:par>
                                <p:cTn id="232" presetID="10" presetClass="exit" presetSubtype="0" fill="hold" grpId="2" nodeType="withEffect">
                                  <p:stCondLst>
                                    <p:cond delay="29143"/>
                                  </p:stCondLst>
                                  <p:childTnLst>
                                    <p:animEffect transition="out" filter="fade">
                                      <p:cBhvr>
                                        <p:cTn id="230" dur="250"/>
                                        <p:tgtEl>
                                          <p:spTgt spid="17"/>
                                        </p:tgtEl>
                                      </p:cBhvr>
                                    </p:animEffect>
                                    <p:set>
                                      <p:cBhvr>
                                        <p:cTn id="231" dur="1" fill="hold">
                                          <p:stCondLst>
                                            <p:cond delay="249"/>
                                          </p:stCondLst>
                                        </p:cTn>
                                        <p:tgtEl>
                                          <p:spTgt spid="17"/>
                                        </p:tgtEl>
                                        <p:attrNameLst>
                                          <p:attrName>style.visibility</p:attrName>
                                        </p:attrNameLst>
                                      </p:cBhvr>
                                      <p:to>
                                        <p:strVal val="hidden"/>
                                      </p:to>
                                    </p:set>
                                  </p:childTnLst>
                                </p:cTn>
                              </p:par>
                              <p:par>
                                <p:cTn id="235" presetID="10" presetClass="exit" presetSubtype="0" fill="hold" grpId="1" nodeType="withEffect">
                                  <p:stCondLst>
                                    <p:cond delay="29187"/>
                                  </p:stCondLst>
                                  <p:childTnLst>
                                    <p:animEffect transition="out" filter="fade">
                                      <p:cBhvr>
                                        <p:cTn id="233" dur="250"/>
                                        <p:tgtEl>
                                          <p:spTgt spid="18"/>
                                        </p:tgtEl>
                                      </p:cBhvr>
                                    </p:animEffect>
                                    <p:set>
                                      <p:cBhvr>
                                        <p:cTn id="234" dur="1" fill="hold">
                                          <p:stCondLst>
                                            <p:cond delay="249"/>
                                          </p:stCondLst>
                                        </p:cTn>
                                        <p:tgtEl>
                                          <p:spTgt spid="18"/>
                                        </p:tgtEl>
                                        <p:attrNameLst>
                                          <p:attrName>style.visibility</p:attrName>
                                        </p:attrNameLst>
                                      </p:cBhvr>
                                      <p:to>
                                        <p:strVal val="hidden"/>
                                      </p:to>
                                    </p:set>
                                  </p:childTnLst>
                                </p:cTn>
                              </p:par>
                              <p:par>
                                <p:cTn id="238" presetID="10" presetClass="exit" presetSubtype="0" fill="hold" grpId="1" nodeType="withEffect">
                                  <p:stCondLst>
                                    <p:cond delay="29231"/>
                                  </p:stCondLst>
                                  <p:childTnLst>
                                    <p:animEffect transition="out" filter="fade">
                                      <p:cBhvr>
                                        <p:cTn id="236" dur="250"/>
                                        <p:tgtEl>
                                          <p:spTgt spid="30"/>
                                        </p:tgtEl>
                                      </p:cBhvr>
                                    </p:animEffect>
                                    <p:set>
                                      <p:cBhvr>
                                        <p:cTn id="237" dur="1" fill="hold">
                                          <p:stCondLst>
                                            <p:cond delay="249"/>
                                          </p:stCondLst>
                                        </p:cTn>
                                        <p:tgtEl>
                                          <p:spTgt spid="30"/>
                                        </p:tgtEl>
                                        <p:attrNameLst>
                                          <p:attrName>style.visibility</p:attrName>
                                        </p:attrNameLst>
                                      </p:cBhvr>
                                      <p:to>
                                        <p:strVal val="hidden"/>
                                      </p:to>
                                    </p:set>
                                  </p:childTnLst>
                                </p:cTn>
                              </p:par>
                              <p:par>
                                <p:cTn id="243" presetID="42" presetClass="entr" presetSubtype="0" fill="hold" grpId="0" nodeType="withEffect">
                                  <p:stCondLst>
                                    <p:cond delay="29275"/>
                                  </p:stCondLst>
                                  <p:childTnLst>
                                    <p:set>
                                      <p:cBhvr>
                                        <p:cTn id="239" dur="1" fill="hold">
                                          <p:stCondLst>
                                            <p:cond delay="0"/>
                                          </p:stCondLst>
                                        </p:cTn>
                                        <p:tgtEl>
                                          <p:spTgt spid="49"/>
                                        </p:tgtEl>
                                        <p:attrNameLst>
                                          <p:attrName>style.visibility</p:attrName>
                                        </p:attrNameLst>
                                      </p:cBhvr>
                                      <p:to>
                                        <p:strVal val="visible"/>
                                      </p:to>
                                    </p:set>
                                    <p:animEffect transition="in" filter="fade">
                                      <p:cBhvr>
                                        <p:cTn id="240" dur="400"/>
                                        <p:tgtEl>
                                          <p:spTgt spid="49"/>
                                        </p:tgtEl>
                                      </p:cBhvr>
                                    </p:animEffect>
                                    <p:anim calcmode="lin" valueType="num">
                                      <p:cBhvr additive="base">
                                        <p:cTn id="241" dur="400" fill="hold"/>
                                        <p:tgtEl>
                                          <p:spTgt spid="49"/>
                                        </p:tgtEl>
                                        <p:attrNameLst>
                                          <p:attrName>ppt_x</p:attrName>
                                        </p:attrNameLst>
                                      </p:cBhvr>
                                      <p:tavLst>
                                        <p:tav tm="0">
                                          <p:val>
                                            <p:strVal val="#ppt_x-.05"/>
                                          </p:val>
                                        </p:tav>
                                        <p:tav tm="100000">
                                          <p:val>
                                            <p:strVal val="#ppt_x"/>
                                          </p:val>
                                        </p:tav>
                                      </p:tavLst>
                                    </p:anim>
                                    <p:anim calcmode="lin" valueType="num">
                                      <p:cBhvr additive="base">
                                        <p:cTn id="242" dur="400" fill="hold"/>
                                        <p:tgtEl>
                                          <p:spTgt spid="49"/>
                                        </p:tgtEl>
                                        <p:attrNameLst>
                                          <p:attrName>ppt_y</p:attrName>
                                        </p:attrNameLst>
                                      </p:cBhvr>
                                      <p:tavLst>
                                        <p:tav tm="0">
                                          <p:val>
                                            <p:strVal val="#ppt_y"/>
                                          </p:val>
                                        </p:tav>
                                        <p:tav tm="100000">
                                          <p:val>
                                            <p:strVal val="#ppt_y"/>
                                          </p:val>
                                        </p:tav>
                                      </p:tavLst>
                                    </p:anim>
                                  </p:childTnLst>
                                </p:cTn>
                              </p:par>
                              <p:par>
                                <p:cTn id="246" presetID="10" presetClass="exit" presetSubtype="0" fill="hold" grpId="1" nodeType="withEffect">
                                  <p:stCondLst>
                                    <p:cond delay="29318"/>
                                  </p:stCondLst>
                                  <p:childTnLst>
                                    <p:animEffect transition="out" filter="fade">
                                      <p:cBhvr>
                                        <p:cTn id="244" dur="200"/>
                                        <p:tgtEl>
                                          <p:spTgt spid="47"/>
                                        </p:tgtEl>
                                      </p:cBhvr>
                                    </p:animEffect>
                                    <p:set>
                                      <p:cBhvr>
                                        <p:cTn id="245" dur="1" fill="hold">
                                          <p:stCondLst>
                                            <p:cond delay="199"/>
                                          </p:stCondLst>
                                        </p:cTn>
                                        <p:tgtEl>
                                          <p:spTgt spid="47"/>
                                        </p:tgtEl>
                                        <p:attrNameLst>
                                          <p:attrName>style.visibility</p:attrName>
                                        </p:attrNameLst>
                                      </p:cBhvr>
                                      <p:to>
                                        <p:strVal val="hidden"/>
                                      </p:to>
                                    </p:set>
                                  </p:childTnLst>
                                </p:cTn>
                              </p:par>
                              <p:par>
                                <p:cTn id="249" presetID="10" presetClass="exit" presetSubtype="0" fill="hold" grpId="1" nodeType="withEffect">
                                  <p:stCondLst>
                                    <p:cond delay="29362"/>
                                  </p:stCondLst>
                                  <p:childTnLst>
                                    <p:animEffect transition="out" filter="fade">
                                      <p:cBhvr>
                                        <p:cTn id="247" dur="200"/>
                                        <p:tgtEl>
                                          <p:spTgt spid="48"/>
                                        </p:tgtEl>
                                      </p:cBhvr>
                                    </p:animEffect>
                                    <p:set>
                                      <p:cBhvr>
                                        <p:cTn id="248" dur="1" fill="hold">
                                          <p:stCondLst>
                                            <p:cond delay="199"/>
                                          </p:stCondLst>
                                        </p:cTn>
                                        <p:tgtEl>
                                          <p:spTgt spid="48"/>
                                        </p:tgtEl>
                                        <p:attrNameLst>
                                          <p:attrName>style.visibility</p:attrName>
                                        </p:attrNameLst>
                                      </p:cBhvr>
                                      <p:to>
                                        <p:strVal val="hidden"/>
                                      </p:to>
                                    </p:set>
                                  </p:childTnLst>
                                </p:cTn>
                              </p:par>
                              <p:par>
                                <p:cTn id="252" presetID="10" presetClass="entr" presetSubtype="0" fill="hold" grpId="0" nodeType="withEffect">
                                  <p:stCondLst>
                                    <p:cond delay="29406"/>
                                  </p:stCondLst>
                                  <p:childTnLst>
                                    <p:set>
                                      <p:cBhvr>
                                        <p:cTn id="250" dur="1" fill="hold">
                                          <p:stCondLst>
                                            <p:cond delay="0"/>
                                          </p:stCondLst>
                                        </p:cTn>
                                        <p:tgtEl>
                                          <p:spTgt spid="8"/>
                                        </p:tgtEl>
                                        <p:attrNameLst>
                                          <p:attrName>style.visibility</p:attrName>
                                        </p:attrNameLst>
                                      </p:cBhvr>
                                      <p:to>
                                        <p:strVal val="visible"/>
                                      </p:to>
                                    </p:set>
                                    <p:animEffect transition="in" filter="fade">
                                      <p:cBhvr>
                                        <p:cTn id="251" dur="500"/>
                                        <p:tgtEl>
                                          <p:spTgt spid="8"/>
                                        </p:tgtEl>
                                      </p:cBhvr>
                                    </p:animEffect>
                                  </p:childTnLst>
                                </p:cTn>
                              </p:par>
                              <p:par>
                                <p:cTn id="257" presetID="42" presetClass="entr" presetSubtype="0" fill="hold" grpId="0" nodeType="withEffect">
                                  <p:stCondLst>
                                    <p:cond delay="29450"/>
                                  </p:stCondLst>
                                  <p:childTnLst>
                                    <p:set>
                                      <p:cBhvr>
                                        <p:cTn id="253" dur="1" fill="hold">
                                          <p:stCondLst>
                                            <p:cond delay="0"/>
                                          </p:stCondLst>
                                        </p:cTn>
                                        <p:tgtEl>
                                          <p:spTgt spid="51"/>
                                        </p:tgtEl>
                                        <p:attrNameLst>
                                          <p:attrName>style.visibility</p:attrName>
                                        </p:attrNameLst>
                                      </p:cBhvr>
                                      <p:to>
                                        <p:strVal val="visible"/>
                                      </p:to>
                                    </p:set>
                                    <p:animEffect transition="in" filter="fade">
                                      <p:cBhvr>
                                        <p:cTn id="254" dur="300"/>
                                        <p:tgtEl>
                                          <p:spTgt spid="51"/>
                                        </p:tgtEl>
                                      </p:cBhvr>
                                    </p:animEffect>
                                    <p:anim calcmode="lin" valueType="num">
                                      <p:cBhvr additive="base">
                                        <p:cTn id="255" dur="300" fill="hold"/>
                                        <p:tgtEl>
                                          <p:spTgt spid="51"/>
                                        </p:tgtEl>
                                        <p:attrNameLst>
                                          <p:attrName>ppt_x</p:attrName>
                                        </p:attrNameLst>
                                      </p:cBhvr>
                                      <p:tavLst>
                                        <p:tav tm="0">
                                          <p:val>
                                            <p:strVal val="#ppt_x-.05"/>
                                          </p:val>
                                        </p:tav>
                                        <p:tav tm="100000">
                                          <p:val>
                                            <p:strVal val="#ppt_x"/>
                                          </p:val>
                                        </p:tav>
                                      </p:tavLst>
                                    </p:anim>
                                    <p:anim calcmode="lin" valueType="num">
                                      <p:cBhvr additive="base">
                                        <p:cTn id="256" dur="300" fill="hold"/>
                                        <p:tgtEl>
                                          <p:spTgt spid="51"/>
                                        </p:tgtEl>
                                        <p:attrNameLst>
                                          <p:attrName>ppt_y</p:attrName>
                                        </p:attrNameLst>
                                      </p:cBhvr>
                                      <p:tavLst>
                                        <p:tav tm="0">
                                          <p:val>
                                            <p:strVal val="#ppt_y"/>
                                          </p:val>
                                        </p:tav>
                                        <p:tav tm="100000">
                                          <p:val>
                                            <p:strVal val="#ppt_y"/>
                                          </p:val>
                                        </p:tav>
                                      </p:tavLst>
                                    </p:anim>
                                  </p:childTnLst>
                                </p:cTn>
                              </p:par>
                              <p:par>
                                <p:cTn id="262" presetID="53" presetClass="entr" presetSubtype="16" fill="hold" grpId="0" nodeType="withEffect">
                                  <p:stCondLst>
                                    <p:cond delay="38505"/>
                                  </p:stCondLst>
                                  <p:childTnLst>
                                    <p:set>
                                      <p:cBhvr>
                                        <p:cTn id="258" dur="1" fill="hold">
                                          <p:stCondLst>
                                            <p:cond delay="0"/>
                                          </p:stCondLst>
                                        </p:cTn>
                                        <p:tgtEl>
                                          <p:spTgt spid="9"/>
                                        </p:tgtEl>
                                        <p:attrNameLst>
                                          <p:attrName>style.visibility</p:attrName>
                                        </p:attrNameLst>
                                      </p:cBhvr>
                                      <p:to>
                                        <p:strVal val="visible"/>
                                      </p:to>
                                    </p:set>
                                    <p:anim calcmode="lin" valueType="num">
                                      <p:cBhvr additive="base">
                                        <p:cTn id="259" dur="300" fill="hold"/>
                                        <p:tgtEl>
                                          <p:spTgt spid="9"/>
                                        </p:tgtEl>
                                        <p:attrNameLst>
                                          <p:attrName>ppt_w</p:attrName>
                                        </p:attrNameLst>
                                      </p:cBhvr>
                                      <p:tavLst>
                                        <p:tav tm="0">
                                          <p:val>
                                            <p:strVal val="0"/>
                                          </p:val>
                                        </p:tav>
                                        <p:tav tm="100000">
                                          <p:val>
                                            <p:strVal val="#ppt_w"/>
                                          </p:val>
                                        </p:tav>
                                      </p:tavLst>
                                    </p:anim>
                                    <p:anim calcmode="lin" valueType="num">
                                      <p:cBhvr additive="base">
                                        <p:cTn id="260" dur="300" fill="hold"/>
                                        <p:tgtEl>
                                          <p:spTgt spid="9"/>
                                        </p:tgtEl>
                                        <p:attrNameLst>
                                          <p:attrName>ppt_h</p:attrName>
                                        </p:attrNameLst>
                                      </p:cBhvr>
                                      <p:tavLst>
                                        <p:tav tm="0">
                                          <p:val>
                                            <p:strVal val="0"/>
                                          </p:val>
                                        </p:tav>
                                        <p:tav tm="100000">
                                          <p:val>
                                            <p:strVal val="#ppt_h"/>
                                          </p:val>
                                        </p:tav>
                                      </p:tavLst>
                                    </p:anim>
                                    <p:animEffect transition="in" filter="fade">
                                      <p:cBhvr>
                                        <p:cTn id="261" dur="300"/>
                                        <p:tgtEl>
                                          <p:spTgt spid="9"/>
                                        </p:tgtEl>
                                      </p:cBhvr>
                                    </p:animEffect>
                                  </p:childTnLst>
                                </p:cTn>
                              </p:par>
                              <p:par>
                                <p:cTn id="265" presetID="10" presetClass="entr" presetSubtype="0" fill="hold" grpId="0" nodeType="withEffect">
                                  <p:stCondLst>
                                    <p:cond delay="38526"/>
                                  </p:stCondLst>
                                  <p:childTnLst>
                                    <p:set>
                                      <p:cBhvr>
                                        <p:cTn id="263" dur="1" fill="hold">
                                          <p:stCondLst>
                                            <p:cond delay="0"/>
                                          </p:stCondLst>
                                        </p:cTn>
                                        <p:tgtEl>
                                          <p:spTgt spid="50"/>
                                        </p:tgtEl>
                                        <p:attrNameLst>
                                          <p:attrName>style.visibility</p:attrName>
                                        </p:attrNameLst>
                                      </p:cBhvr>
                                      <p:to>
                                        <p:strVal val="visible"/>
                                      </p:to>
                                    </p:set>
                                    <p:animEffect transition="in" filter="fade">
                                      <p:cBhvr>
                                        <p:cTn id="264" dur="80"/>
                                        <p:tgtEl>
                                          <p:spTgt spid="50"/>
                                        </p:tgtEl>
                                      </p:cBhvr>
                                    </p:animEffect>
                                  </p:childTnLst>
                                </p:cTn>
                              </p:par>
                              <p:par>
                                <p:cTn id="268" presetID="10" presetClass="entr" presetSubtype="0" fill="hold" grpId="0" nodeType="withEffect">
                                  <p:stCondLst>
                                    <p:cond delay="38548"/>
                                  </p:stCondLst>
                                  <p:childTnLst>
                                    <p:set>
                                      <p:cBhvr>
                                        <p:cTn id="266" dur="1" fill="hold">
                                          <p:stCondLst>
                                            <p:cond delay="0"/>
                                          </p:stCondLst>
                                        </p:cTn>
                                        <p:tgtEl>
                                          <p:spTgt spid="52"/>
                                        </p:tgtEl>
                                        <p:attrNameLst>
                                          <p:attrName>style.visibility</p:attrName>
                                        </p:attrNameLst>
                                      </p:cBhvr>
                                      <p:to>
                                        <p:strVal val="visible"/>
                                      </p:to>
                                    </p:set>
                                    <p:animEffect transition="in" filter="fade">
                                      <p:cBhvr>
                                        <p:cTn id="267" dur="200"/>
                                        <p:tgtEl>
                                          <p:spTgt spid="52"/>
                                        </p:tgtEl>
                                      </p:cBhvr>
                                    </p:animEffect>
                                  </p:childTnLst>
                                </p:cTn>
                              </p:par>
                              <p:par>
                                <p:cTn id="272" presetID="2" presetClass="entr" presetSubtype="1" fill="hold" grpId="0" nodeType="withEffect">
                                  <p:stCondLst>
                                    <p:cond delay="38570"/>
                                  </p:stCondLst>
                                  <p:childTnLst>
                                    <p:set>
                                      <p:cBhvr>
                                        <p:cTn id="269" dur="1" fill="hold">
                                          <p:stCondLst>
                                            <p:cond delay="0"/>
                                          </p:stCondLst>
                                        </p:cTn>
                                        <p:tgtEl>
                                          <p:spTgt spid="19"/>
                                        </p:tgtEl>
                                        <p:attrNameLst>
                                          <p:attrName>style.visibility</p:attrName>
                                        </p:attrNameLst>
                                      </p:cBhvr>
                                      <p:to>
                                        <p:strVal val="visible"/>
                                      </p:to>
                                    </p:set>
                                    <p:anim calcmode="lin" valueType="num">
                                      <p:cBhvr additive="base">
                                        <p:cTn id="270" dur="450" fill="hold"/>
                                        <p:tgtEl>
                                          <p:spTgt spid="19"/>
                                        </p:tgtEl>
                                        <p:attrNameLst>
                                          <p:attrName>ppt_x</p:attrName>
                                        </p:attrNameLst>
                                      </p:cBhvr>
                                      <p:tavLst>
                                        <p:tav tm="0">
                                          <p:val>
                                            <p:strVal val="#ppt_x"/>
                                          </p:val>
                                        </p:tav>
                                        <p:tav tm="100000">
                                          <p:val>
                                            <p:strVal val="#ppt_x"/>
                                          </p:val>
                                        </p:tav>
                                      </p:tavLst>
                                    </p:anim>
                                    <p:anim calcmode="lin" valueType="num">
                                      <p:cBhvr additive="base">
                                        <p:cTn id="271" dur="450" fill="hold"/>
                                        <p:tgtEl>
                                          <p:spTgt spid="19"/>
                                        </p:tgtEl>
                                        <p:attrNameLst>
                                          <p:attrName>ppt_y</p:attrName>
                                        </p:attrNameLst>
                                      </p:cBhvr>
                                      <p:tavLst>
                                        <p:tav tm="0">
                                          <p:val>
                                            <p:strVal val="0-#ppt_h/2"/>
                                          </p:val>
                                        </p:tav>
                                        <p:tav tm="100000">
                                          <p:val>
                                            <p:strVal val="#ppt_y"/>
                                          </p:val>
                                        </p:tav>
                                      </p:tavLst>
                                    </p:anim>
                                  </p:childTnLst>
                                </p:cTn>
                              </p:par>
                              <p:par>
                                <p:cTn id="274" presetID="32" presetClass="emph" presetSubtype="0" fill="hold" grpId="1" nodeType="withEffect" autoRev="1" repeatCount="4000">
                                  <p:stCondLst>
                                    <p:cond delay="38614"/>
                                  </p:stCondLst>
                                  <p:childTnLst>
                                    <p:animRot by="-1500000">
                                      <p:cBhvr>
                                        <p:cTn id="273" dur="140" fill="hold"/>
                                        <p:tgtEl>
                                          <p:spTgt spid="19"/>
                                        </p:tgtEl>
                                        <p:attrNameLst>
                                          <p:attrName>r</p:attrName>
                                        </p:attrNameLst>
                                      </p:cBhvr>
                                    </p:animRot>
                                  </p:childTnLst>
                                </p:cTn>
                              </p:par>
                              <p:par>
                                <p:cTn id="277" presetID="10" presetClass="exit" presetSubtype="0" fill="hold" grpId="1" nodeType="withEffect">
                                  <p:stCondLst>
                                    <p:cond delay="38636"/>
                                  </p:stCondLst>
                                  <p:childTnLst>
                                    <p:animEffect transition="out" filter="fade">
                                      <p:cBhvr>
                                        <p:cTn id="275" dur="220"/>
                                        <p:tgtEl>
                                          <p:spTgt spid="27"/>
                                        </p:tgtEl>
                                      </p:cBhvr>
                                    </p:animEffect>
                                    <p:set>
                                      <p:cBhvr>
                                        <p:cTn id="276" dur="1" fill="hold">
                                          <p:stCondLst>
                                            <p:cond delay="219"/>
                                          </p:stCondLst>
                                        </p:cTn>
                                        <p:tgtEl>
                                          <p:spTgt spid="27"/>
                                        </p:tgtEl>
                                        <p:attrNameLst>
                                          <p:attrName>style.visibility</p:attrName>
                                        </p:attrNameLst>
                                      </p:cBhvr>
                                      <p:to>
                                        <p:strVal val="hidden"/>
                                      </p:to>
                                    </p:set>
                                  </p:childTnLst>
                                </p:cTn>
                              </p:par>
                              <p:par>
                                <p:cTn id="280" presetID="10" presetClass="exit" presetSubtype="0" fill="hold" grpId="1" nodeType="withEffect">
                                  <p:stCondLst>
                                    <p:cond delay="38646"/>
                                  </p:stCondLst>
                                  <p:childTnLst>
                                    <p:animEffect transition="out" filter="fade">
                                      <p:cBhvr>
                                        <p:cTn id="278" dur="300"/>
                                        <p:tgtEl>
                                          <p:spTgt spid="50"/>
                                        </p:tgtEl>
                                      </p:cBhvr>
                                    </p:animEffect>
                                    <p:set>
                                      <p:cBhvr>
                                        <p:cTn id="279" dur="1" fill="hold">
                                          <p:stCondLst>
                                            <p:cond delay="299"/>
                                          </p:stCondLst>
                                        </p:cTn>
                                        <p:tgtEl>
                                          <p:spTgt spid="50"/>
                                        </p:tgtEl>
                                        <p:attrNameLst>
                                          <p:attrName>style.visibility</p:attrName>
                                        </p:attrNameLst>
                                      </p:cBhvr>
                                      <p:to>
                                        <p:strVal val="hidden"/>
                                      </p:to>
                                    </p:set>
                                  </p:childTnLst>
                                </p:cTn>
                              </p:par>
                              <p:par>
                                <p:cTn id="283" presetID="10" presetClass="entr" presetSubtype="0" fill="hold" grpId="0" nodeType="withEffect">
                                  <p:stCondLst>
                                    <p:cond delay="38658"/>
                                  </p:stCondLst>
                                  <p:childTnLst>
                                    <p:set>
                                      <p:cBhvr>
                                        <p:cTn id="281" dur="1" fill="hold">
                                          <p:stCondLst>
                                            <p:cond delay="0"/>
                                          </p:stCondLst>
                                        </p:cTn>
                                        <p:tgtEl>
                                          <p:spTgt spid="28"/>
                                        </p:tgtEl>
                                        <p:attrNameLst>
                                          <p:attrName>style.visibility</p:attrName>
                                        </p:attrNameLst>
                                      </p:cBhvr>
                                      <p:to>
                                        <p:strVal val="visible"/>
                                      </p:to>
                                    </p:set>
                                    <p:animEffect transition="in" filter="fade">
                                      <p:cBhvr>
                                        <p:cTn id="282" dur="220"/>
                                        <p:tgtEl>
                                          <p:spTgt spid="28"/>
                                        </p:tgtEl>
                                      </p:cBhvr>
                                    </p:animEffect>
                                  </p:childTnLst>
                                </p:cTn>
                              </p:par>
                              <p:par>
                                <p:cTn id="287" presetID="2" presetClass="entr" presetSubtype="1" fill="hold" grpId="0" nodeType="withEffect">
                                  <p:stCondLst>
                                    <p:cond delay="38680"/>
                                  </p:stCondLst>
                                  <p:childTnLst>
                                    <p:set>
                                      <p:cBhvr>
                                        <p:cTn id="284" dur="1" fill="hold">
                                          <p:stCondLst>
                                            <p:cond delay="0"/>
                                          </p:stCondLst>
                                        </p:cTn>
                                        <p:tgtEl>
                                          <p:spTgt spid="31"/>
                                        </p:tgtEl>
                                        <p:attrNameLst>
                                          <p:attrName>style.visibility</p:attrName>
                                        </p:attrNameLst>
                                      </p:cBhvr>
                                      <p:to>
                                        <p:strVal val="visible"/>
                                      </p:to>
                                    </p:set>
                                    <p:anim calcmode="lin" valueType="num">
                                      <p:cBhvr additive="base">
                                        <p:cTn id="285" dur="450" fill="hold"/>
                                        <p:tgtEl>
                                          <p:spTgt spid="31"/>
                                        </p:tgtEl>
                                        <p:attrNameLst>
                                          <p:attrName>ppt_x</p:attrName>
                                        </p:attrNameLst>
                                      </p:cBhvr>
                                      <p:tavLst>
                                        <p:tav tm="0">
                                          <p:val>
                                            <p:strVal val="#ppt_x"/>
                                          </p:val>
                                        </p:tav>
                                        <p:tav tm="100000">
                                          <p:val>
                                            <p:strVal val="#ppt_x"/>
                                          </p:val>
                                        </p:tav>
                                      </p:tavLst>
                                    </p:anim>
                                    <p:anim calcmode="lin" valueType="num">
                                      <p:cBhvr additive="base">
                                        <p:cTn id="286" dur="450" fill="hold"/>
                                        <p:tgtEl>
                                          <p:spTgt spid="31"/>
                                        </p:tgtEl>
                                        <p:attrNameLst>
                                          <p:attrName>ppt_y</p:attrName>
                                        </p:attrNameLst>
                                      </p:cBhvr>
                                      <p:tavLst>
                                        <p:tav tm="0">
                                          <p:val>
                                            <p:strVal val="0-#ppt_h/2"/>
                                          </p:val>
                                        </p:tav>
                                        <p:tav tm="100000">
                                          <p:val>
                                            <p:strVal val="#ppt_y"/>
                                          </p:val>
                                        </p:tav>
                                      </p:tavLst>
                                    </p:anim>
                                  </p:childTnLst>
                                </p:cTn>
                              </p:par>
                              <p:par>
                                <p:cTn id="292" presetID="53" presetClass="entr" presetSubtype="32" fill="hold" grpId="0" nodeType="withEffect">
                                  <p:stCondLst>
                                    <p:cond delay="38723"/>
                                  </p:stCondLst>
                                  <p:childTnLst>
                                    <p:set>
                                      <p:cBhvr>
                                        <p:cTn id="288" dur="1" fill="hold">
                                          <p:stCondLst>
                                            <p:cond delay="0"/>
                                          </p:stCondLst>
                                        </p:cTn>
                                        <p:tgtEl>
                                          <p:spTgt spid="32"/>
                                        </p:tgtEl>
                                        <p:attrNameLst>
                                          <p:attrName>style.visibility</p:attrName>
                                        </p:attrNameLst>
                                      </p:cBhvr>
                                      <p:to>
                                        <p:strVal val="visible"/>
                                      </p:to>
                                    </p:set>
                                    <p:anim calcmode="lin" valueType="num">
                                      <p:cBhvr additive="base">
                                        <p:cTn id="289" dur="400" fill="hold"/>
                                        <p:tgtEl>
                                          <p:spTgt spid="32"/>
                                        </p:tgtEl>
                                        <p:attrNameLst>
                                          <p:attrName>ppt_w</p:attrName>
                                        </p:attrNameLst>
                                      </p:cBhvr>
                                      <p:tavLst>
                                        <p:tav tm="0">
                                          <p:val>
                                            <p:strVal val="#ppt_w*2.4"/>
                                          </p:val>
                                        </p:tav>
                                        <p:tav tm="100000">
                                          <p:val>
                                            <p:strVal val="#ppt_w"/>
                                          </p:val>
                                        </p:tav>
                                      </p:tavLst>
                                    </p:anim>
                                    <p:anim calcmode="lin" valueType="num">
                                      <p:cBhvr additive="base">
                                        <p:cTn id="290" dur="400" fill="hold"/>
                                        <p:tgtEl>
                                          <p:spTgt spid="32"/>
                                        </p:tgtEl>
                                        <p:attrNameLst>
                                          <p:attrName>ppt_h</p:attrName>
                                        </p:attrNameLst>
                                      </p:cBhvr>
                                      <p:tavLst>
                                        <p:tav tm="0">
                                          <p:val>
                                            <p:strVal val="#ppt_h*2.4"/>
                                          </p:val>
                                        </p:tav>
                                        <p:tav tm="100000">
                                          <p:val>
                                            <p:strVal val="#ppt_h"/>
                                          </p:val>
                                        </p:tav>
                                      </p:tavLst>
                                    </p:anim>
                                    <p:animEffect transition="in" filter="fade">
                                      <p:cBhvr>
                                        <p:cTn id="291" dur="400"/>
                                        <p:tgtEl>
                                          <p:spTgt spid="32"/>
                                        </p:tgtEl>
                                      </p:cBhvr>
                                    </p:animEffect>
                                  </p:childTnLst>
                                </p:cTn>
                              </p:par>
                              <p:par>
                                <p:cTn id="295" presetID="10" presetClass="exit" presetSubtype="0" fill="hold" grpId="1" nodeType="withEffect">
                                  <p:stCondLst>
                                    <p:cond delay="38745"/>
                                  </p:stCondLst>
                                  <p:childTnLst>
                                    <p:animEffect transition="out" filter="fade">
                                      <p:cBhvr>
                                        <p:cTn id="293" dur="220"/>
                                        <p:tgtEl>
                                          <p:spTgt spid="24"/>
                                        </p:tgtEl>
                                      </p:cBhvr>
                                    </p:animEffect>
                                    <p:set>
                                      <p:cBhvr>
                                        <p:cTn id="294" dur="1" fill="hold">
                                          <p:stCondLst>
                                            <p:cond delay="219"/>
                                          </p:stCondLst>
                                        </p:cTn>
                                        <p:tgtEl>
                                          <p:spTgt spid="24"/>
                                        </p:tgtEl>
                                        <p:attrNameLst>
                                          <p:attrName>style.visibility</p:attrName>
                                        </p:attrNameLst>
                                      </p:cBhvr>
                                      <p:to>
                                        <p:strVal val="hidden"/>
                                      </p:to>
                                    </p:set>
                                  </p:childTnLst>
                                </p:cTn>
                              </p:par>
                              <p:par>
                                <p:cTn id="298" presetID="10" presetClass="entr" presetSubtype="0" fill="hold" grpId="0" nodeType="withEffect">
                                  <p:stCondLst>
                                    <p:cond delay="38767"/>
                                  </p:stCondLst>
                                  <p:childTnLst>
                                    <p:set>
                                      <p:cBhvr>
                                        <p:cTn id="296" dur="1" fill="hold">
                                          <p:stCondLst>
                                            <p:cond delay="0"/>
                                          </p:stCondLst>
                                        </p:cTn>
                                        <p:tgtEl>
                                          <p:spTgt spid="25"/>
                                        </p:tgtEl>
                                        <p:attrNameLst>
                                          <p:attrName>style.visibility</p:attrName>
                                        </p:attrNameLst>
                                      </p:cBhvr>
                                      <p:to>
                                        <p:strVal val="visible"/>
                                      </p:to>
                                    </p:set>
                                    <p:animEffect transition="in" filter="fade">
                                      <p:cBhvr>
                                        <p:cTn id="297" dur="220"/>
                                        <p:tgtEl>
                                          <p:spTgt spid="25"/>
                                        </p:tgtEl>
                                      </p:cBhvr>
                                    </p:animEffect>
                                  </p:childTnLst>
                                </p:cTn>
                              </p:par>
                              <p:par>
                                <p:cTn id="303" presetID="53" presetClass="entr" presetSubtype="16" fill="hold" grpId="0" nodeType="withEffect">
                                  <p:stCondLst>
                                    <p:cond delay="38789"/>
                                  </p:stCondLst>
                                  <p:childTnLst>
                                    <p:set>
                                      <p:cBhvr>
                                        <p:cTn id="299" dur="1" fill="hold">
                                          <p:stCondLst>
                                            <p:cond delay="0"/>
                                          </p:stCondLst>
                                        </p:cTn>
                                        <p:tgtEl>
                                          <p:spTgt spid="20"/>
                                        </p:tgtEl>
                                        <p:attrNameLst>
                                          <p:attrName>style.visibility</p:attrName>
                                        </p:attrNameLst>
                                      </p:cBhvr>
                                      <p:to>
                                        <p:strVal val="visible"/>
                                      </p:to>
                                    </p:set>
                                    <p:anim calcmode="lin" valueType="num">
                                      <p:cBhvr additive="base">
                                        <p:cTn id="300" dur="400" fill="hold"/>
                                        <p:tgtEl>
                                          <p:spTgt spid="20"/>
                                        </p:tgtEl>
                                        <p:attrNameLst>
                                          <p:attrName>ppt_w</p:attrName>
                                        </p:attrNameLst>
                                      </p:cBhvr>
                                      <p:tavLst>
                                        <p:tav tm="0">
                                          <p:val>
                                            <p:strVal val="0"/>
                                          </p:val>
                                        </p:tav>
                                        <p:tav tm="100000">
                                          <p:val>
                                            <p:strVal val="#ppt_w"/>
                                          </p:val>
                                        </p:tav>
                                      </p:tavLst>
                                    </p:anim>
                                    <p:anim calcmode="lin" valueType="num">
                                      <p:cBhvr additive="base">
                                        <p:cTn id="301" dur="400" fill="hold"/>
                                        <p:tgtEl>
                                          <p:spTgt spid="20"/>
                                        </p:tgtEl>
                                        <p:attrNameLst>
                                          <p:attrName>ppt_h</p:attrName>
                                        </p:attrNameLst>
                                      </p:cBhvr>
                                      <p:tavLst>
                                        <p:tav tm="0">
                                          <p:val>
                                            <p:strVal val="0"/>
                                          </p:val>
                                        </p:tav>
                                        <p:tav tm="100000">
                                          <p:val>
                                            <p:strVal val="#ppt_h"/>
                                          </p:val>
                                        </p:tav>
                                      </p:tavLst>
                                    </p:anim>
                                    <p:animEffect transition="in" filter="fade">
                                      <p:cBhvr>
                                        <p:cTn id="302" dur="400"/>
                                        <p:tgtEl>
                                          <p:spTgt spid="20"/>
                                        </p:tgtEl>
                                      </p:cBhvr>
                                    </p:animEffect>
                                  </p:childTnLst>
                                </p:cTn>
                              </p:par>
                              <p:par>
                                <p:cTn id="308" presetID="53" presetClass="entr" presetSubtype="32" fill="hold" grpId="0" nodeType="withEffect">
                                  <p:stCondLst>
                                    <p:cond delay="38811"/>
                                  </p:stCondLst>
                                  <p:childTnLst>
                                    <p:set>
                                      <p:cBhvr>
                                        <p:cTn id="304" dur="1" fill="hold">
                                          <p:stCondLst>
                                            <p:cond delay="0"/>
                                          </p:stCondLst>
                                        </p:cTn>
                                        <p:tgtEl>
                                          <p:spTgt spid="33"/>
                                        </p:tgtEl>
                                        <p:attrNameLst>
                                          <p:attrName>style.visibility</p:attrName>
                                        </p:attrNameLst>
                                      </p:cBhvr>
                                      <p:to>
                                        <p:strVal val="visible"/>
                                      </p:to>
                                    </p:set>
                                    <p:anim calcmode="lin" valueType="num">
                                      <p:cBhvr additive="base">
                                        <p:cTn id="305" dur="400" fill="hold"/>
                                        <p:tgtEl>
                                          <p:spTgt spid="33"/>
                                        </p:tgtEl>
                                        <p:attrNameLst>
                                          <p:attrName>ppt_w</p:attrName>
                                        </p:attrNameLst>
                                      </p:cBhvr>
                                      <p:tavLst>
                                        <p:tav tm="0">
                                          <p:val>
                                            <p:strVal val="#ppt_w*2.4"/>
                                          </p:val>
                                        </p:tav>
                                        <p:tav tm="100000">
                                          <p:val>
                                            <p:strVal val="#ppt_w"/>
                                          </p:val>
                                        </p:tav>
                                      </p:tavLst>
                                    </p:anim>
                                    <p:anim calcmode="lin" valueType="num">
                                      <p:cBhvr additive="base">
                                        <p:cTn id="306" dur="400" fill="hold"/>
                                        <p:tgtEl>
                                          <p:spTgt spid="33"/>
                                        </p:tgtEl>
                                        <p:attrNameLst>
                                          <p:attrName>ppt_h</p:attrName>
                                        </p:attrNameLst>
                                      </p:cBhvr>
                                      <p:tavLst>
                                        <p:tav tm="0">
                                          <p:val>
                                            <p:strVal val="#ppt_h*2.4"/>
                                          </p:val>
                                        </p:tav>
                                        <p:tav tm="100000">
                                          <p:val>
                                            <p:strVal val="#ppt_h"/>
                                          </p:val>
                                        </p:tav>
                                      </p:tavLst>
                                    </p:anim>
                                    <p:animEffect transition="in" filter="fade">
                                      <p:cBhvr>
                                        <p:cTn id="307" dur="400"/>
                                        <p:tgtEl>
                                          <p:spTgt spid="33"/>
                                        </p:tgtEl>
                                      </p:cBhvr>
                                    </p:animEffect>
                                  </p:childTnLst>
                                </p:cTn>
                              </p:par>
                              <p:par>
                                <p:cTn id="311" presetID="10" presetClass="exit" presetSubtype="0" fill="hold" grpId="1" nodeType="withEffect">
                                  <p:stCondLst>
                                    <p:cond delay="38833"/>
                                  </p:stCondLst>
                                  <p:childTnLst>
                                    <p:animEffect transition="out" filter="fade">
                                      <p:cBhvr>
                                        <p:cTn id="309" dur="200"/>
                                        <p:tgtEl>
                                          <p:spTgt spid="49"/>
                                        </p:tgtEl>
                                      </p:cBhvr>
                                    </p:animEffect>
                                    <p:set>
                                      <p:cBhvr>
                                        <p:cTn id="310" dur="1" fill="hold">
                                          <p:stCondLst>
                                            <p:cond delay="199"/>
                                          </p:stCondLst>
                                        </p:cTn>
                                        <p:tgtEl>
                                          <p:spTgt spid="49"/>
                                        </p:tgtEl>
                                        <p:attrNameLst>
                                          <p:attrName>style.visibility</p:attrName>
                                        </p:attrNameLst>
                                      </p:cBhvr>
                                      <p:to>
                                        <p:strVal val="hidden"/>
                                      </p:to>
                                    </p:set>
                                  </p:childTnLst>
                                </p:cTn>
                              </p:par>
                              <p:par>
                                <p:cTn id="314" presetID="22" presetClass="entr" presetSubtype="8" fill="hold" grpId="0" nodeType="withEffect">
                                  <p:stCondLst>
                                    <p:cond delay="38855"/>
                                  </p:stCondLst>
                                  <p:childTnLst>
                                    <p:set>
                                      <p:cBhvr>
                                        <p:cTn id="312" dur="1" fill="hold">
                                          <p:stCondLst>
                                            <p:cond delay="0"/>
                                          </p:stCondLst>
                                        </p:cTn>
                                        <p:tgtEl>
                                          <p:spTgt spid="53"/>
                                        </p:tgtEl>
                                        <p:attrNameLst>
                                          <p:attrName>style.visibility</p:attrName>
                                        </p:attrNameLst>
                                      </p:cBhvr>
                                      <p:to>
                                        <p:strVal val="visible"/>
                                      </p:to>
                                    </p:set>
                                    <p:animEffect transition="in" filter="wipe(left)">
                                      <p:cBhvr>
                                        <p:cTn id="313" dur="600"/>
                                        <p:tgtEl>
                                          <p:spTgt spid="53"/>
                                        </p:tgtEl>
                                      </p:cBhvr>
                                    </p:animEffect>
                                  </p:childTnLst>
                                </p:cTn>
                              </p:par>
                              <p:par>
                                <p:cTn id="317" presetID="10" presetClass="exit" presetSubtype="0" fill="hold" grpId="1" nodeType="withEffect">
                                  <p:stCondLst>
                                    <p:cond delay="49650"/>
                                  </p:stCondLst>
                                  <p:childTnLst>
                                    <p:animEffect transition="out" filter="fade">
                                      <p:cBhvr>
                                        <p:cTn id="315" dur="300"/>
                                        <p:tgtEl>
                                          <p:spTgt spid="9"/>
                                        </p:tgtEl>
                                      </p:cBhvr>
                                    </p:animEffect>
                                    <p:set>
                                      <p:cBhvr>
                                        <p:cTn id="316" dur="1" fill="hold">
                                          <p:stCondLst>
                                            <p:cond delay="2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35" grpId="1" animBg="1"/>
      <p:bldP spid="6" grpId="0"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7" grpId="1" animBg="1"/>
      <p:bldP spid="38" grpId="0" animBg="1"/>
      <p:bldP spid="22" grpId="1" animBg="1"/>
      <p:bldP spid="29" grpId="0"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19" grpId="1" animBg="1"/>
      <p:bldP spid="27" grpId="1" animBg="1"/>
      <p:bldP spid="50" grpId="1" animBg="1"/>
      <p:bldP spid="28" grpId="0" animBg="1"/>
      <p:bldP spid="31" grpId="0" animBg="1"/>
      <p:bldP spid="32" grpId="0" animBg="1"/>
      <p:bldP spid="24" grpId="1" animBg="1"/>
      <p:bldP spid="25" grpId="0" animBg="1"/>
      <p:bldP spid="20" grpId="0" animBg="1"/>
      <p:bldP spid="33" grpId="0" animBg="1"/>
      <p:bldP spid="49" grpId="1" animBg="1"/>
      <p:bldP spid="53" grpId="0" animBg="1"/>
      <p:bldP spid="9"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2026-10-30T21:49:39Z</dcterms:created>
  <dcterms:modified xsi:type="dcterms:W3CDTF">2026-10-30T21:49:39Z</dcterms:modified>
</cp:coreProperties>
</file>