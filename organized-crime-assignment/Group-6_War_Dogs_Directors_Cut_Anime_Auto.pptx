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aa2311-0aa2-44e1-d23f-929f85f78a8b}">
          <p14:sldIdLst>
            <p14:sldId id="256"/>
            <p14:sldId id="257"/>
          </p14:sldIdLst>
        </p14:section>
        <p14:section name="Act I: The Hustle" id="{cd5c6281-7f0a-f325-ddbd-33f5e8212a3c}">
          <p14:sldIdLst>
            <p14:sldId id="258"/>
            <p14:sldId id="259"/>
          </p14:sldIdLst>
        </p14:section>
        <p14:section name="Act II: The Deal" id="{09287def-0052-5be7-577c-68b8e2db44cd}">
          <p14:sldIdLst>
            <p14:sldId id="260"/>
            <p14:sldId id="261"/>
            <p14:sldId id="262"/>
            <p14:sldId id="263"/>
          </p14:sldIdLst>
        </p14:section>
        <p14:section name="Act III: The Fall" id="{ec9a2912-d2b9-1cb9-71d1-31431c97066b}">
          <p14:sldIdLst>
            <p14:sldId id="264"/>
            <p14:sldId id="265"/>
          </p14:sldIdLst>
        </p14:section>
        <p14:section name="Verdict and Credits" id="{380270c5-dc4e-a7c4-9821-28c3958d60b7}">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53 seconds · no clicks)
[HOW IT PLAYS] Everything is automatic. Start reading as soon as the slide opens; each scene's animation starts by itself at the time shown, paced to a 53-second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0:14 · Scene 2 starts by itself]
Scene two: he meets his old friend Efraim, whose company AEY bids online for the "crumbs" of military procurement: small contracts the big defence companies ignore. David joins him.
[≈ 0:27 · Scene 3 starts by itself]
Scene three: a shipment of pistols gets stuck in Jordan, so they fly out, use local fixers and drive it into Iraq. It works, and they get paid.
[≈ 0:40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58 seconds · no clicks)
[HOW IT PLAYS] Everything is automatic. Start reading as soon as the slide opens; each scene's animation starts by itself at the time shown, paced to a 58-second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0:23 · Scene 6 starts by itself]
Scene six: Henry has access to about 100 million rounds of old rifle ammunition sitting in Albania.
[≈ 0:31 · Scene 7 starts by itself]
Scene seven: with this cheap supply and a financier behind them, AEY underbids everyone and wins the Afghan army contract, worth around 300 million dollars.
[≈ 0:44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55 seconds · no clicks)
[HOW IT PLAYS] Everything is automatic. Start reading as soon as the slide opens; each scene's animation starts by itself at the time shown, paced to a 55-second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0:14 · Scene 10 starts by itself]
Scene ten: instead of reporting it, they have the rounds repacked to remove the Chinese markings. This really happened.
[≈ 0:23 · Scene 11 starts by itself]
Scene eleven: David is threatened in Albania, Efraim cheats him out of his money, and their friendship collapses.
[≈ 0:32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143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143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143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143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143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144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144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144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145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46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147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151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152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154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157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179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179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27700"/>
                                  </p:stCondLst>
                                  <p:childTnLst>
                                    <p:animEffect transition="out" filter="fade">
                                      <p:cBhvr>
                                        <p:cTn id="127" dur="200"/>
                                        <p:tgtEl>
                                          <p:spTgt spid="36"/>
                                        </p:tgtEl>
                                      </p:cBhvr>
                                    </p:animEffect>
                                    <p:set>
                                      <p:cBhvr>
                                        <p:cTn id="128" dur="1" fill="hold">
                                          <p:stCondLst>
                                            <p:cond delay="199"/>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27700"/>
                                  </p:stCondLst>
                                  <p:childTnLst>
                                    <p:animEffect transition="out" filter="fade">
                                      <p:cBhvr>
                                        <p:cTn id="130" dur="250"/>
                                        <p:tgtEl>
                                          <p:spTgt spid="11"/>
                                        </p:tgtEl>
                                      </p:cBhvr>
                                    </p:animEffect>
                                    <p:set>
                                      <p:cBhvr>
                                        <p:cTn id="131" dur="1" fill="hold">
                                          <p:stCondLst>
                                            <p:cond delay="249"/>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27700"/>
                                  </p:stCondLst>
                                  <p:childTnLst>
                                    <p:animEffect transition="out" filter="fade">
                                      <p:cBhvr>
                                        <p:cTn id="133" dur="250"/>
                                        <p:tgtEl>
                                          <p:spTgt spid="12"/>
                                        </p:tgtEl>
                                      </p:cBhvr>
                                    </p:animEffect>
                                    <p:set>
                                      <p:cBhvr>
                                        <p:cTn id="134" dur="1" fill="hold">
                                          <p:stCondLst>
                                            <p:cond delay="249"/>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27700"/>
                                  </p:stCondLst>
                                  <p:childTnLst>
                                    <p:animEffect transition="out" filter="fade">
                                      <p:cBhvr>
                                        <p:cTn id="136" dur="250"/>
                                        <p:tgtEl>
                                          <p:spTgt spid="27"/>
                                        </p:tgtEl>
                                      </p:cBhvr>
                                    </p:animEffect>
                                    <p:set>
                                      <p:cBhvr>
                                        <p:cTn id="137" dur="1" fill="hold">
                                          <p:stCondLst>
                                            <p:cond delay="249"/>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27780"/>
                                  </p:stCondLst>
                                  <p:childTnLst>
                                    <p:animEffect transition="out" filter="fade">
                                      <p:cBhvr>
                                        <p:cTn id="139" dur="200"/>
                                        <p:tgtEl>
                                          <p:spTgt spid="37"/>
                                        </p:tgtEl>
                                      </p:cBhvr>
                                    </p:animEffect>
                                    <p:set>
                                      <p:cBhvr>
                                        <p:cTn id="140" dur="1" fill="hold">
                                          <p:stCondLst>
                                            <p:cond delay="199"/>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27780"/>
                                  </p:stCondLst>
                                  <p:childTnLst>
                                    <p:animEffect transition="out" filter="fade">
                                      <p:cBhvr>
                                        <p:cTn id="142" dur="200"/>
                                        <p:tgtEl>
                                          <p:spTgt spid="38"/>
                                        </p:tgtEl>
                                      </p:cBhvr>
                                    </p:animEffect>
                                    <p:set>
                                      <p:cBhvr>
                                        <p:cTn id="143" dur="1" fill="hold">
                                          <p:stCondLst>
                                            <p:cond delay="199"/>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278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00"/>
                                        <p:tgtEl>
                                          <p:spTgt spid="39"/>
                                        </p:tgtEl>
                                      </p:cBhvr>
                                    </p:animEffect>
                                    <p:anim calcmode="lin" valueType="num">
                                      <p:cBhvr additive="base">
                                        <p:cTn id="147" dur="400" fill="hold"/>
                                        <p:tgtEl>
                                          <p:spTgt spid="39"/>
                                        </p:tgtEl>
                                        <p:attrNameLst>
                                          <p:attrName>ppt_x</p:attrName>
                                        </p:attrNameLst>
                                      </p:cBhvr>
                                      <p:tavLst>
                                        <p:tav tm="0">
                                          <p:val>
                                            <p:strVal val="#ppt_x-.05"/>
                                          </p:val>
                                        </p:tav>
                                        <p:tav tm="100000">
                                          <p:val>
                                            <p:strVal val="#ppt_x"/>
                                          </p:val>
                                        </p:tav>
                                      </p:tavLst>
                                    </p:anim>
                                    <p:anim calcmode="lin" valueType="num">
                                      <p:cBhvr additive="base">
                                        <p:cTn id="148" dur="400"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27900"/>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1100"/>
                                        <p:tgtEl>
                                          <p:spTgt spid="13"/>
                                        </p:tgtEl>
                                      </p:cBhvr>
                                    </p:animEffect>
                                  </p:childTnLst>
                                </p:cTn>
                              </p:par>
                              <p:par>
                                <p:cTn id="157" presetID="42" presetClass="entr" presetSubtype="0" fill="hold" grpId="0" nodeType="withEffect">
                                  <p:stCondLst>
                                    <p:cond delay="2790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300"/>
                                        <p:tgtEl>
                                          <p:spTgt spid="40"/>
                                        </p:tgtEl>
                                      </p:cBhvr>
                                    </p:animEffect>
                                    <p:anim calcmode="lin" valueType="num">
                                      <p:cBhvr additive="base">
                                        <p:cTn id="155" dur="300" fill="hold"/>
                                        <p:tgtEl>
                                          <p:spTgt spid="40"/>
                                        </p:tgtEl>
                                        <p:attrNameLst>
                                          <p:attrName>ppt_x</p:attrName>
                                        </p:attrNameLst>
                                      </p:cBhvr>
                                      <p:tavLst>
                                        <p:tav tm="0">
                                          <p:val>
                                            <p:strVal val="#ppt_x-.05"/>
                                          </p:val>
                                        </p:tav>
                                        <p:tav tm="100000">
                                          <p:val>
                                            <p:strVal val="#ppt_x"/>
                                          </p:val>
                                        </p:tav>
                                      </p:tavLst>
                                    </p:anim>
                                    <p:anim calcmode="lin" valueType="num">
                                      <p:cBhvr additive="base">
                                        <p:cTn id="156" dur="300"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28050"/>
                                  </p:stCondLst>
                                  <p:iterate type="lt">
                                    <p:tmAbs val="30"/>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28200"/>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2300" fill="hold"/>
                                        <p:tgtEl>
                                          <p:spTgt spid="14"/>
                                        </p:tgtEl>
                                        <p:attrNameLst>
                                          <p:attrName>ppt_x</p:attrName>
                                        </p:attrNameLst>
                                      </p:cBhvr>
                                      <p:tavLst>
                                        <p:tav tm="0">
                                          <p:val>
                                            <p:strVal val="0-#ppt_w/2"/>
                                          </p:val>
                                        </p:tav>
                                        <p:tav tm="100000">
                                          <p:val>
                                            <p:strVal val="1+#ppt_w/2"/>
                                          </p:val>
                                        </p:tav>
                                      </p:tavLst>
                                    </p:anim>
                                    <p:anim calcmode="lin" valueType="num">
                                      <p:cBhvr additive="base">
                                        <p:cTn id="162" dur="2300"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30700"/>
                                  </p:stCondLst>
                                  <p:childTnLst>
                                    <p:animEffect transition="out" filter="fade">
                                      <p:cBhvr>
                                        <p:cTn id="164" dur="250"/>
                                        <p:tgtEl>
                                          <p:spTgt spid="13"/>
                                        </p:tgtEl>
                                      </p:cBhvr>
                                    </p:animEffect>
                                    <p:set>
                                      <p:cBhvr>
                                        <p:cTn id="165" dur="1" fill="hold">
                                          <p:stCondLst>
                                            <p:cond delay="249"/>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3080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80"/>
                                        <p:tgtEl>
                                          <p:spTgt spid="42"/>
                                        </p:tgtEl>
                                      </p:cBhvr>
                                    </p:animEffect>
                                  </p:childTnLst>
                                </p:cTn>
                              </p:par>
                              <p:par>
                                <p:cTn id="174" presetID="53" presetClass="entr" presetSubtype="16" fill="hold" grpId="0" nodeType="withEffect">
                                  <p:stCondLst>
                                    <p:cond delay="30800"/>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300" fill="hold"/>
                                        <p:tgtEl>
                                          <p:spTgt spid="7"/>
                                        </p:tgtEl>
                                        <p:attrNameLst>
                                          <p:attrName>ppt_w</p:attrName>
                                        </p:attrNameLst>
                                      </p:cBhvr>
                                      <p:tavLst>
                                        <p:tav tm="0">
                                          <p:val>
                                            <p:strVal val="0"/>
                                          </p:val>
                                        </p:tav>
                                        <p:tav tm="100000">
                                          <p:val>
                                            <p:strVal val="#ppt_w"/>
                                          </p:val>
                                        </p:tav>
                                      </p:tavLst>
                                    </p:anim>
                                    <p:anim calcmode="lin" valueType="num">
                                      <p:cBhvr additive="base">
                                        <p:cTn id="172" dur="300" fill="hold"/>
                                        <p:tgtEl>
                                          <p:spTgt spid="7"/>
                                        </p:tgtEl>
                                        <p:attrNameLst>
                                          <p:attrName>ppt_h</p:attrName>
                                        </p:attrNameLst>
                                      </p:cBhvr>
                                      <p:tavLst>
                                        <p:tav tm="0">
                                          <p:val>
                                            <p:strVal val="0"/>
                                          </p:val>
                                        </p:tav>
                                        <p:tav tm="100000">
                                          <p:val>
                                            <p:strVal val="#ppt_h"/>
                                          </p:val>
                                        </p:tav>
                                      </p:tavLst>
                                    </p:anim>
                                    <p:animEffect transition="in" filter="fade">
                                      <p:cBhvr>
                                        <p:cTn id="173" dur="300"/>
                                        <p:tgtEl>
                                          <p:spTgt spid="7"/>
                                        </p:tgtEl>
                                      </p:cBhvr>
                                    </p:animEffect>
                                  </p:childTnLst>
                                </p:cTn>
                              </p:par>
                              <p:par>
                                <p:cTn id="178" presetID="2" presetClass="entr" presetSubtype="8" fill="hold" grpId="0" nodeType="withEffect">
                                  <p:stCondLst>
                                    <p:cond delay="30900"/>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2600" fill="hold"/>
                                        <p:tgtEl>
                                          <p:spTgt spid="15"/>
                                        </p:tgtEl>
                                        <p:attrNameLst>
                                          <p:attrName>ppt_x</p:attrName>
                                        </p:attrNameLst>
                                      </p:cBhvr>
                                      <p:tavLst>
                                        <p:tav tm="0">
                                          <p:val>
                                            <p:strVal val="0-#ppt_w/2"/>
                                          </p:val>
                                        </p:tav>
                                        <p:tav tm="100000">
                                          <p:val>
                                            <p:strVal val="1+#ppt_w/2"/>
                                          </p:val>
                                        </p:tav>
                                      </p:tavLst>
                                    </p:anim>
                                    <p:anim calcmode="lin" valueType="num">
                                      <p:cBhvr additive="base">
                                        <p:cTn id="177" dur="2600"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30920"/>
                                  </p:stCondLst>
                                  <p:childTnLst>
                                    <p:animEffect transition="out" filter="fade">
                                      <p:cBhvr>
                                        <p:cTn id="179" dur="380"/>
                                        <p:tgtEl>
                                          <p:spTgt spid="42"/>
                                        </p:tgtEl>
                                      </p:cBhvr>
                                    </p:animEffect>
                                    <p:set>
                                      <p:cBhvr>
                                        <p:cTn id="180" dur="1" fill="hold">
                                          <p:stCondLst>
                                            <p:cond delay="379"/>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33700"/>
                                  </p:stCondLst>
                                  <p:childTnLst>
                                    <p:animEffect transition="out" filter="fade">
                                      <p:cBhvr>
                                        <p:cTn id="182" dur="400"/>
                                        <p:tgtEl>
                                          <p:spTgt spid="7"/>
                                        </p:tgtEl>
                                      </p:cBhvr>
                                    </p:animEffect>
                                    <p:set>
                                      <p:cBhvr>
                                        <p:cTn id="183" dur="1" fill="hold">
                                          <p:stCondLst>
                                            <p:cond delay="399"/>
                                          </p:stCondLst>
                                        </p:cTn>
                                        <p:tgtEl>
                                          <p:spTgt spid="7"/>
                                        </p:tgtEl>
                                        <p:attrNameLst>
                                          <p:attrName>style.visibility</p:attrName>
                                        </p:attrNameLst>
                                      </p:cBhvr>
                                      <p:to>
                                        <p:strVal val="hidden"/>
                                      </p:to>
                                    </p:set>
                                  </p:childTnLst>
                                </p:cTn>
                              </p:par>
                              <p:par>
                                <p:cTn id="187" presetID="10" presetClass="exit" presetSubtype="0" fill="hold" grpId="1" nodeType="withEffect">
                                  <p:stCondLst>
                                    <p:cond delay="40600"/>
                                  </p:stCondLst>
                                  <p:childTnLst>
                                    <p:animEffect transition="out" filter="fade">
                                      <p:cBhvr>
                                        <p:cTn id="185" dur="200"/>
                                        <p:tgtEl>
                                          <p:spTgt spid="39"/>
                                        </p:tgtEl>
                                      </p:cBhvr>
                                    </p:animEffect>
                                    <p:set>
                                      <p:cBhvr>
                                        <p:cTn id="186" dur="1" fill="hold">
                                          <p:stCondLst>
                                            <p:cond delay="199"/>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40700"/>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400"/>
                                        <p:tgtEl>
                                          <p:spTgt spid="43"/>
                                        </p:tgtEl>
                                      </p:cBhvr>
                                    </p:animEffect>
                                    <p:anim calcmode="lin" valueType="num">
                                      <p:cBhvr additive="base">
                                        <p:cTn id="190" dur="400" fill="hold"/>
                                        <p:tgtEl>
                                          <p:spTgt spid="43"/>
                                        </p:tgtEl>
                                        <p:attrNameLst>
                                          <p:attrName>ppt_x</p:attrName>
                                        </p:attrNameLst>
                                      </p:cBhvr>
                                      <p:tavLst>
                                        <p:tav tm="0">
                                          <p:val>
                                            <p:strVal val="#ppt_x-.05"/>
                                          </p:val>
                                        </p:tav>
                                        <p:tav tm="100000">
                                          <p:val>
                                            <p:strVal val="#ppt_x"/>
                                          </p:val>
                                        </p:tav>
                                      </p:tavLst>
                                    </p:anim>
                                    <p:anim calcmode="lin" valueType="num">
                                      <p:cBhvr additive="base">
                                        <p:cTn id="191" dur="400"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40780"/>
                                  </p:stCondLst>
                                  <p:childTnLst>
                                    <p:animEffect transition="out" filter="fade">
                                      <p:cBhvr>
                                        <p:cTn id="193" dur="200"/>
                                        <p:tgtEl>
                                          <p:spTgt spid="40"/>
                                        </p:tgtEl>
                                      </p:cBhvr>
                                    </p:animEffect>
                                    <p:set>
                                      <p:cBhvr>
                                        <p:cTn id="194" dur="1" fill="hold">
                                          <p:stCondLst>
                                            <p:cond delay="199"/>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40780"/>
                                  </p:stCondLst>
                                  <p:childTnLst>
                                    <p:animEffect transition="out" filter="fade">
                                      <p:cBhvr>
                                        <p:cTn id="196" dur="200"/>
                                        <p:tgtEl>
                                          <p:spTgt spid="41"/>
                                        </p:tgtEl>
                                      </p:cBhvr>
                                    </p:animEffect>
                                    <p:set>
                                      <p:cBhvr>
                                        <p:cTn id="197" dur="1" fill="hold">
                                          <p:stCondLst>
                                            <p:cond delay="199"/>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40800"/>
                                  </p:stCondLst>
                                  <p:childTnLst>
                                    <p:animEffect transition="out" filter="fade">
                                      <p:cBhvr>
                                        <p:cTn id="199" dur="220"/>
                                        <p:tgtEl>
                                          <p:spTgt spid="20"/>
                                        </p:tgtEl>
                                      </p:cBhvr>
                                    </p:animEffect>
                                    <p:set>
                                      <p:cBhvr>
                                        <p:cTn id="200" dur="1" fill="hold">
                                          <p:stCondLst>
                                            <p:cond delay="219"/>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40800"/>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220"/>
                                        <p:tgtEl>
                                          <p:spTgt spid="21"/>
                                        </p:tgtEl>
                                      </p:cBhvr>
                                    </p:animEffect>
                                  </p:childTnLst>
                                </p:cTn>
                              </p:par>
                              <p:par>
                                <p:cTn id="207" presetID="10" presetClass="exit" presetSubtype="0" fill="hold" grpId="1" nodeType="withEffect">
                                  <p:stCondLst>
                                    <p:cond delay="40800"/>
                                  </p:stCondLst>
                                  <p:childTnLst>
                                    <p:animEffect transition="out" filter="fade">
                                      <p:cBhvr>
                                        <p:cTn id="205" dur="220"/>
                                        <p:tgtEl>
                                          <p:spTgt spid="23"/>
                                        </p:tgtEl>
                                      </p:cBhvr>
                                    </p:animEffect>
                                    <p:set>
                                      <p:cBhvr>
                                        <p:cTn id="206" dur="1" fill="hold">
                                          <p:stCondLst>
                                            <p:cond delay="219"/>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40800"/>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220"/>
                                        <p:tgtEl>
                                          <p:spTgt spid="24"/>
                                        </p:tgtEl>
                                      </p:cBhvr>
                                    </p:animEffect>
                                  </p:childTnLst>
                                </p:cTn>
                              </p:par>
                              <p:par>
                                <p:cTn id="214" presetID="2" presetClass="entr" presetSubtype="8" fill="hold" grpId="0" nodeType="withEffect">
                                  <p:stCondLst>
                                    <p:cond delay="40900"/>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900" fill="hold"/>
                                        <p:tgtEl>
                                          <p:spTgt spid="16"/>
                                        </p:tgtEl>
                                        <p:attrNameLst>
                                          <p:attrName>ppt_x</p:attrName>
                                        </p:attrNameLst>
                                      </p:cBhvr>
                                      <p:tavLst>
                                        <p:tav tm="0">
                                          <p:val>
                                            <p:strVal val="0-#ppt_w/2"/>
                                          </p:val>
                                        </p:tav>
                                        <p:tav tm="100000">
                                          <p:val>
                                            <p:strVal val="#ppt_x"/>
                                          </p:val>
                                        </p:tav>
                                      </p:tavLst>
                                    </p:anim>
                                    <p:anim calcmode="lin" valueType="num">
                                      <p:cBhvr additive="base">
                                        <p:cTn id="213" dur="90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40900"/>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300"/>
                                        <p:tgtEl>
                                          <p:spTgt spid="44"/>
                                        </p:tgtEl>
                                      </p:cBhvr>
                                    </p:animEffect>
                                    <p:anim calcmode="lin" valueType="num">
                                      <p:cBhvr additive="base">
                                        <p:cTn id="217" dur="300" fill="hold"/>
                                        <p:tgtEl>
                                          <p:spTgt spid="44"/>
                                        </p:tgtEl>
                                        <p:attrNameLst>
                                          <p:attrName>ppt_x</p:attrName>
                                        </p:attrNameLst>
                                      </p:cBhvr>
                                      <p:tavLst>
                                        <p:tav tm="0">
                                          <p:val>
                                            <p:strVal val="#ppt_x-.05"/>
                                          </p:val>
                                        </p:tav>
                                        <p:tav tm="100000">
                                          <p:val>
                                            <p:strVal val="#ppt_x"/>
                                          </p:val>
                                        </p:tav>
                                      </p:tavLst>
                                    </p:anim>
                                    <p:anim calcmode="lin" valueType="num">
                                      <p:cBhvr additive="base">
                                        <p:cTn id="218" dur="300"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41050"/>
                                  </p:stCondLst>
                                  <p:iterate type="lt">
                                    <p:tmAbs val="30"/>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41600"/>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400" fill="hold"/>
                                        <p:tgtEl>
                                          <p:spTgt spid="17"/>
                                        </p:tgtEl>
                                        <p:attrNameLst>
                                          <p:attrName>ppt_w</p:attrName>
                                        </p:attrNameLst>
                                      </p:cBhvr>
                                      <p:tavLst>
                                        <p:tav tm="0">
                                          <p:val>
                                            <p:strVal val="#ppt_w*2.4"/>
                                          </p:val>
                                        </p:tav>
                                        <p:tav tm="100000">
                                          <p:val>
                                            <p:strVal val="#ppt_w"/>
                                          </p:val>
                                        </p:tav>
                                      </p:tavLst>
                                    </p:anim>
                                    <p:anim calcmode="lin" valueType="num">
                                      <p:cBhvr additive="base">
                                        <p:cTn id="224" dur="400" fill="hold"/>
                                        <p:tgtEl>
                                          <p:spTgt spid="17"/>
                                        </p:tgtEl>
                                        <p:attrNameLst>
                                          <p:attrName>ppt_h</p:attrName>
                                        </p:attrNameLst>
                                      </p:cBhvr>
                                      <p:tavLst>
                                        <p:tav tm="0">
                                          <p:val>
                                            <p:strVal val="#ppt_h*2.4"/>
                                          </p:val>
                                        </p:tav>
                                        <p:tav tm="100000">
                                          <p:val>
                                            <p:strVal val="#ppt_h"/>
                                          </p:val>
                                        </p:tav>
                                      </p:tavLst>
                                    </p:anim>
                                    <p:animEffect transition="in" filter="fade">
                                      <p:cBhvr>
                                        <p:cTn id="225" dur="400"/>
                                        <p:tgtEl>
                                          <p:spTgt spid="17"/>
                                        </p:tgtEl>
                                      </p:cBhvr>
                                    </p:animEffect>
                                  </p:childTnLst>
                                </p:cTn>
                              </p:par>
                              <p:par>
                                <p:cTn id="231" presetID="53" presetClass="entr" presetSubtype="32" fill="hold" grpId="0" nodeType="withEffect">
                                  <p:stCondLst>
                                    <p:cond delay="41800"/>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400" fill="hold"/>
                                        <p:tgtEl>
                                          <p:spTgt spid="18"/>
                                        </p:tgtEl>
                                        <p:attrNameLst>
                                          <p:attrName>ppt_w</p:attrName>
                                        </p:attrNameLst>
                                      </p:cBhvr>
                                      <p:tavLst>
                                        <p:tav tm="0">
                                          <p:val>
                                            <p:strVal val="#ppt_w*2.4"/>
                                          </p:val>
                                        </p:tav>
                                        <p:tav tm="100000">
                                          <p:val>
                                            <p:strVal val="#ppt_w"/>
                                          </p:val>
                                        </p:tav>
                                      </p:tavLst>
                                    </p:anim>
                                    <p:anim calcmode="lin" valueType="num">
                                      <p:cBhvr additive="base">
                                        <p:cTn id="229" dur="400" fill="hold"/>
                                        <p:tgtEl>
                                          <p:spTgt spid="18"/>
                                        </p:tgtEl>
                                        <p:attrNameLst>
                                          <p:attrName>ppt_h</p:attrName>
                                        </p:attrNameLst>
                                      </p:cBhvr>
                                      <p:tavLst>
                                        <p:tav tm="0">
                                          <p:val>
                                            <p:strVal val="#ppt_h*2.4"/>
                                          </p:val>
                                        </p:tav>
                                        <p:tav tm="100000">
                                          <p:val>
                                            <p:strVal val="#ppt_h"/>
                                          </p:val>
                                        </p:tav>
                                      </p:tavLst>
                                    </p:anim>
                                    <p:animEffect transition="in" filter="fade">
                                      <p:cBhvr>
                                        <p:cTn id="230" dur="400"/>
                                        <p:tgtEl>
                                          <p:spTgt spid="18"/>
                                        </p:tgtEl>
                                      </p:cBhvr>
                                    </p:animEffect>
                                  </p:childTnLst>
                                </p:cTn>
                              </p:par>
                              <p:par>
                                <p:cTn id="236" presetID="53" presetClass="entr" presetSubtype="16" fill="hold" grpId="0" nodeType="withEffect">
                                  <p:stCondLst>
                                    <p:cond delay="42100"/>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300" fill="hold"/>
                                        <p:tgtEl>
                                          <p:spTgt spid="28"/>
                                        </p:tgtEl>
                                        <p:attrNameLst>
                                          <p:attrName>ppt_w</p:attrName>
                                        </p:attrNameLst>
                                      </p:cBhvr>
                                      <p:tavLst>
                                        <p:tav tm="0">
                                          <p:val>
                                            <p:strVal val="0"/>
                                          </p:val>
                                        </p:tav>
                                        <p:tav tm="100000">
                                          <p:val>
                                            <p:strVal val="#ppt_w"/>
                                          </p:val>
                                        </p:tav>
                                      </p:tavLst>
                                    </p:anim>
                                    <p:anim calcmode="lin" valueType="num">
                                      <p:cBhvr additive="base">
                                        <p:cTn id="234" dur="300" fill="hold"/>
                                        <p:tgtEl>
                                          <p:spTgt spid="28"/>
                                        </p:tgtEl>
                                        <p:attrNameLst>
                                          <p:attrName>ppt_h</p:attrName>
                                        </p:attrNameLst>
                                      </p:cBhvr>
                                      <p:tavLst>
                                        <p:tav tm="0">
                                          <p:val>
                                            <p:strVal val="0"/>
                                          </p:val>
                                        </p:tav>
                                        <p:tav tm="100000">
                                          <p:val>
                                            <p:strVal val="#ppt_h"/>
                                          </p:val>
                                        </p:tav>
                                      </p:tavLst>
                                    </p:anim>
                                    <p:animEffect transition="in" filter="fade">
                                      <p:cBhvr>
                                        <p:cTn id="235" dur="300"/>
                                        <p:tgtEl>
                                          <p:spTgt spid="28"/>
                                        </p:tgtEl>
                                      </p:cBhvr>
                                    </p:animEffect>
                                  </p:childTnLst>
                                </p:cTn>
                              </p:par>
                              <p:par>
                                <p:cTn id="241" presetID="53" presetClass="entr" presetSubtype="16" fill="hold" grpId="0" nodeType="withEffect">
                                  <p:stCondLst>
                                    <p:cond delay="42250"/>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300" fill="hold"/>
                                        <p:tgtEl>
                                          <p:spTgt spid="29"/>
                                        </p:tgtEl>
                                        <p:attrNameLst>
                                          <p:attrName>ppt_w</p:attrName>
                                        </p:attrNameLst>
                                      </p:cBhvr>
                                      <p:tavLst>
                                        <p:tav tm="0">
                                          <p:val>
                                            <p:strVal val="0"/>
                                          </p:val>
                                        </p:tav>
                                        <p:tav tm="100000">
                                          <p:val>
                                            <p:strVal val="#ppt_w"/>
                                          </p:val>
                                        </p:tav>
                                      </p:tavLst>
                                    </p:anim>
                                    <p:anim calcmode="lin" valueType="num">
                                      <p:cBhvr additive="base">
                                        <p:cTn id="239" dur="300" fill="hold"/>
                                        <p:tgtEl>
                                          <p:spTgt spid="29"/>
                                        </p:tgtEl>
                                        <p:attrNameLst>
                                          <p:attrName>ppt_h</p:attrName>
                                        </p:attrNameLst>
                                      </p:cBhvr>
                                      <p:tavLst>
                                        <p:tav tm="0">
                                          <p:val>
                                            <p:strVal val="0"/>
                                          </p:val>
                                        </p:tav>
                                        <p:tav tm="100000">
                                          <p:val>
                                            <p:strVal val="#ppt_h"/>
                                          </p:val>
                                        </p:tav>
                                      </p:tavLst>
                                    </p:anim>
                                    <p:animEffect transition="in" filter="fade">
                                      <p:cBhvr>
                                        <p:cTn id="240" dur="300"/>
                                        <p:tgtEl>
                                          <p:spTgt spid="29"/>
                                        </p:tgtEl>
                                      </p:cBhvr>
                                    </p:animEffect>
                                  </p:childTnLst>
                                </p:cTn>
                              </p:par>
                              <p:par>
                                <p:cTn id="246" presetID="53" presetClass="entr" presetSubtype="16" fill="hold" grpId="0" nodeType="withEffect">
                                  <p:stCondLst>
                                    <p:cond delay="4240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300" fill="hold"/>
                                        <p:tgtEl>
                                          <p:spTgt spid="30"/>
                                        </p:tgtEl>
                                        <p:attrNameLst>
                                          <p:attrName>ppt_w</p:attrName>
                                        </p:attrNameLst>
                                      </p:cBhvr>
                                      <p:tavLst>
                                        <p:tav tm="0">
                                          <p:val>
                                            <p:strVal val="0"/>
                                          </p:val>
                                        </p:tav>
                                        <p:tav tm="100000">
                                          <p:val>
                                            <p:strVal val="#ppt_w"/>
                                          </p:val>
                                        </p:tav>
                                      </p:tavLst>
                                    </p:anim>
                                    <p:anim calcmode="lin" valueType="num">
                                      <p:cBhvr additive="base">
                                        <p:cTn id="244" dur="300" fill="hold"/>
                                        <p:tgtEl>
                                          <p:spTgt spid="30"/>
                                        </p:tgtEl>
                                        <p:attrNameLst>
                                          <p:attrName>ppt_h</p:attrName>
                                        </p:attrNameLst>
                                      </p:cBhvr>
                                      <p:tavLst>
                                        <p:tav tm="0">
                                          <p:val>
                                            <p:strVal val="0"/>
                                          </p:val>
                                        </p:tav>
                                        <p:tav tm="100000">
                                          <p:val>
                                            <p:strVal val="#ppt_h"/>
                                          </p:val>
                                        </p:tav>
                                      </p:tavLst>
                                    </p:anim>
                                    <p:animEffect transition="in" filter="fade">
                                      <p:cBhvr>
                                        <p:cTn id="245" dur="300"/>
                                        <p:tgtEl>
                                          <p:spTgt spid="30"/>
                                        </p:tgtEl>
                                      </p:cBhvr>
                                    </p:animEffect>
                                  </p:childTnLst>
                                </p:cTn>
                              </p:par>
                              <p:par>
                                <p:cTn id="248" presetID="6" presetClass="emph" presetSubtype="0" fill="hold" grpId="1" nodeType="withEffect" autoRev="1" repeatCount="indefinite">
                                  <p:stCondLst>
                                    <p:cond delay="42500"/>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42650"/>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42800"/>
                                  </p:stCondLst>
                                  <p:childTnLst>
                                    <p:animScale>
                                      <p:cBhvr>
                                        <p:cTn id="251" dur="600" fill="hold"/>
                                        <p:tgtEl>
                                          <p:spTgt spid="30"/>
                                        </p:tgtEl>
                                      </p:cBhvr>
                                      <p:by x="125000" y="125000"/>
                                    </p:animScale>
                                  </p:childTnLst>
                                </p:cTn>
                              </p:par>
                              <p:par>
                                <p:cTn id="255" presetID="10" presetClass="exit" presetSubtype="0" fill="hold" grpId="1" nodeType="withEffect">
                                  <p:stCondLst>
                                    <p:cond delay="44380"/>
                                  </p:stCondLst>
                                  <p:childTnLst>
                                    <p:animEffect transition="out" filter="fade">
                                      <p:cBhvr>
                                        <p:cTn id="253" dur="200"/>
                                        <p:tgtEl>
                                          <p:spTgt spid="44"/>
                                        </p:tgtEl>
                                      </p:cBhvr>
                                    </p:animEffect>
                                    <p:set>
                                      <p:cBhvr>
                                        <p:cTn id="254" dur="1" fill="hold">
                                          <p:stCondLst>
                                            <p:cond delay="199"/>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44380"/>
                                  </p:stCondLst>
                                  <p:childTnLst>
                                    <p:animEffect transition="out" filter="fade">
                                      <p:cBhvr>
                                        <p:cTn id="256" dur="200"/>
                                        <p:tgtEl>
                                          <p:spTgt spid="45"/>
                                        </p:tgtEl>
                                      </p:cBhvr>
                                    </p:animEffect>
                                    <p:set>
                                      <p:cBhvr>
                                        <p:cTn id="257" dur="1" fill="hold">
                                          <p:stCondLst>
                                            <p:cond delay="199"/>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44400"/>
                                  </p:stCondLst>
                                  <p:childTnLst>
                                    <p:animEffect transition="out" filter="fade">
                                      <p:cBhvr>
                                        <p:cTn id="259" dur="220"/>
                                        <p:tgtEl>
                                          <p:spTgt spid="21"/>
                                        </p:tgtEl>
                                      </p:cBhvr>
                                    </p:animEffect>
                                    <p:set>
                                      <p:cBhvr>
                                        <p:cTn id="260" dur="1" fill="hold">
                                          <p:stCondLst>
                                            <p:cond delay="219"/>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44400"/>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220"/>
                                        <p:tgtEl>
                                          <p:spTgt spid="22"/>
                                        </p:tgtEl>
                                      </p:cBhvr>
                                    </p:animEffect>
                                  </p:childTnLst>
                                </p:cTn>
                              </p:par>
                              <p:par>
                                <p:cTn id="269" presetID="42" presetClass="entr" presetSubtype="0" fill="hold" grpId="0" nodeType="withEffect">
                                  <p:stCondLst>
                                    <p:cond delay="44500"/>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300"/>
                                        <p:tgtEl>
                                          <p:spTgt spid="46"/>
                                        </p:tgtEl>
                                      </p:cBhvr>
                                    </p:animEffect>
                                    <p:anim calcmode="lin" valueType="num">
                                      <p:cBhvr additive="base">
                                        <p:cTn id="267" dur="300" fill="hold"/>
                                        <p:tgtEl>
                                          <p:spTgt spid="46"/>
                                        </p:tgtEl>
                                        <p:attrNameLst>
                                          <p:attrName>ppt_x</p:attrName>
                                        </p:attrNameLst>
                                      </p:cBhvr>
                                      <p:tavLst>
                                        <p:tav tm="0">
                                          <p:val>
                                            <p:strVal val="#ppt_x-.05"/>
                                          </p:val>
                                        </p:tav>
                                        <p:tav tm="100000">
                                          <p:val>
                                            <p:strVal val="#ppt_x"/>
                                          </p:val>
                                        </p:tav>
                                      </p:tavLst>
                                    </p:anim>
                                    <p:anim calcmode="lin" valueType="num">
                                      <p:cBhvr additive="base">
                                        <p:cTn id="268" dur="300"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44600"/>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300" fill="hold"/>
                                        <p:tgtEl>
                                          <p:spTgt spid="26"/>
                                        </p:tgtEl>
                                        <p:attrNameLst>
                                          <p:attrName>ppt_w</p:attrName>
                                        </p:attrNameLst>
                                      </p:cBhvr>
                                      <p:tavLst>
                                        <p:tav tm="0">
                                          <p:val>
                                            <p:strVal val="0"/>
                                          </p:val>
                                        </p:tav>
                                        <p:tav tm="100000">
                                          <p:val>
                                            <p:strVal val="#ppt_w"/>
                                          </p:val>
                                        </p:tav>
                                      </p:tavLst>
                                    </p:anim>
                                    <p:anim calcmode="lin" valueType="num">
                                      <p:cBhvr additive="base">
                                        <p:cTn id="272" dur="300" fill="hold"/>
                                        <p:tgtEl>
                                          <p:spTgt spid="26"/>
                                        </p:tgtEl>
                                        <p:attrNameLst>
                                          <p:attrName>ppt_h</p:attrName>
                                        </p:attrNameLst>
                                      </p:cBhvr>
                                      <p:tavLst>
                                        <p:tav tm="0">
                                          <p:val>
                                            <p:strVal val="0"/>
                                          </p:val>
                                        </p:tav>
                                        <p:tav tm="100000">
                                          <p:val>
                                            <p:strVal val="#ppt_h"/>
                                          </p:val>
                                        </p:tav>
                                      </p:tavLst>
                                    </p:anim>
                                    <p:animEffect transition="in" filter="fade">
                                      <p:cBhvr>
                                        <p:cTn id="273" dur="300"/>
                                        <p:tgtEl>
                                          <p:spTgt spid="26"/>
                                        </p:tgtEl>
                                      </p:cBhvr>
                                    </p:animEffect>
                                  </p:childTnLst>
                                </p:cTn>
                              </p:par>
                              <p:par>
                                <p:cTn id="276" presetID="1" presetClass="entr" presetSubtype="0" fill="hold" grpId="0" nodeType="withEffect">
                                  <p:stCondLst>
                                    <p:cond delay="44650"/>
                                  </p:stCondLst>
                                  <p:iterate type="lt">
                                    <p:tmAbs val="30"/>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47650"/>
                                  </p:stCondLst>
                                  <p:childTnLst>
                                    <p:animEffect transition="out" filter="fade">
                                      <p:cBhvr>
                                        <p:cTn id="277" dur="200"/>
                                        <p:tgtEl>
                                          <p:spTgt spid="43"/>
                                        </p:tgtEl>
                                      </p:cBhvr>
                                    </p:animEffect>
                                    <p:set>
                                      <p:cBhvr>
                                        <p:cTn id="278" dur="1" fill="hold">
                                          <p:stCondLst>
                                            <p:cond delay="199"/>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4780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9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230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230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230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231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231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231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232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233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234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238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240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242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249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31900"/>
                                  </p:stCondLst>
                                  <p:childTnLst>
                                    <p:animEffect transition="out" filter="fade">
                                      <p:cBhvr>
                                        <p:cTn id="116" dur="200"/>
                                        <p:tgtEl>
                                          <p:spTgt spid="34"/>
                                        </p:tgtEl>
                                      </p:cBhvr>
                                    </p:animEffect>
                                    <p:set>
                                      <p:cBhvr>
                                        <p:cTn id="117" dur="1" fill="hold">
                                          <p:stCondLst>
                                            <p:cond delay="199"/>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31900"/>
                                  </p:stCondLst>
                                  <p:childTnLst>
                                    <p:animEffect transition="out" filter="fade">
                                      <p:cBhvr>
                                        <p:cTn id="119" dur="250"/>
                                        <p:tgtEl>
                                          <p:spTgt spid="10"/>
                                        </p:tgtEl>
                                      </p:cBhvr>
                                    </p:animEffect>
                                    <p:set>
                                      <p:cBhvr>
                                        <p:cTn id="120" dur="1" fill="hold">
                                          <p:stCondLst>
                                            <p:cond delay="249"/>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31900"/>
                                  </p:stCondLst>
                                  <p:childTnLst>
                                    <p:animEffect transition="out" filter="fade">
                                      <p:cBhvr>
                                        <p:cTn id="122" dur="250"/>
                                        <p:tgtEl>
                                          <p:spTgt spid="11"/>
                                        </p:tgtEl>
                                      </p:cBhvr>
                                    </p:animEffect>
                                    <p:set>
                                      <p:cBhvr>
                                        <p:cTn id="123" dur="1" fill="hold">
                                          <p:stCondLst>
                                            <p:cond delay="249"/>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31900"/>
                                  </p:stCondLst>
                                  <p:childTnLst>
                                    <p:animEffect transition="out" filter="fade">
                                      <p:cBhvr>
                                        <p:cTn id="125" dur="250"/>
                                        <p:tgtEl>
                                          <p:spTgt spid="12"/>
                                        </p:tgtEl>
                                      </p:cBhvr>
                                    </p:animEffect>
                                    <p:set>
                                      <p:cBhvr>
                                        <p:cTn id="126" dur="1" fill="hold">
                                          <p:stCondLst>
                                            <p:cond delay="249"/>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31900"/>
                                  </p:stCondLst>
                                  <p:childTnLst>
                                    <p:animEffect transition="out" filter="fade">
                                      <p:cBhvr>
                                        <p:cTn id="128" dur="250"/>
                                        <p:tgtEl>
                                          <p:spTgt spid="13"/>
                                        </p:tgtEl>
                                      </p:cBhvr>
                                    </p:animEffect>
                                    <p:set>
                                      <p:cBhvr>
                                        <p:cTn id="129" dur="1" fill="hold">
                                          <p:stCondLst>
                                            <p:cond delay="249"/>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31900"/>
                                  </p:stCondLst>
                                  <p:childTnLst>
                                    <p:animEffect transition="out" filter="fade">
                                      <p:cBhvr>
                                        <p:cTn id="131" dur="250"/>
                                        <p:tgtEl>
                                          <p:spTgt spid="7"/>
                                        </p:tgtEl>
                                      </p:cBhvr>
                                    </p:animEffect>
                                    <p:set>
                                      <p:cBhvr>
                                        <p:cTn id="132" dur="1" fill="hold">
                                          <p:stCondLst>
                                            <p:cond delay="249"/>
                                          </p:stCondLst>
                                        </p:cTn>
                                        <p:tgtEl>
                                          <p:spTgt spid="7"/>
                                        </p:tgtEl>
                                        <p:attrNameLst>
                                          <p:attrName>style.visibility</p:attrName>
                                        </p:attrNameLst>
                                      </p:cBhvr>
                                      <p:to>
                                        <p:strVal val="hidden"/>
                                      </p:to>
                                    </p:set>
                                  </p:childTnLst>
                                </p:cTn>
                              </p:par>
                              <p:par>
                                <p:cTn id="138" presetID="42" presetClass="entr" presetSubtype="0" fill="hold" grpId="0" nodeType="withEffect">
                                  <p:stCondLst>
                                    <p:cond delay="3200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anim calcmode="lin" valueType="num">
                                      <p:cBhvr additive="base">
                                        <p:cTn id="136" dur="400" fill="hold"/>
                                        <p:tgtEl>
                                          <p:spTgt spid="37"/>
                                        </p:tgtEl>
                                        <p:attrNameLst>
                                          <p:attrName>ppt_x</p:attrName>
                                        </p:attrNameLst>
                                      </p:cBhvr>
                                      <p:tavLst>
                                        <p:tav tm="0">
                                          <p:val>
                                            <p:strVal val="#ppt_x-.05"/>
                                          </p:val>
                                        </p:tav>
                                        <p:tav tm="100000">
                                          <p:val>
                                            <p:strVal val="#ppt_x"/>
                                          </p:val>
                                        </p:tav>
                                      </p:tavLst>
                                    </p:anim>
                                    <p:anim calcmode="lin" valueType="num">
                                      <p:cBhvr additive="base">
                                        <p:cTn id="137" dur="400"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32080"/>
                                  </p:stCondLst>
                                  <p:childTnLst>
                                    <p:animEffect transition="out" filter="fade">
                                      <p:cBhvr>
                                        <p:cTn id="139" dur="200"/>
                                        <p:tgtEl>
                                          <p:spTgt spid="35"/>
                                        </p:tgtEl>
                                      </p:cBhvr>
                                    </p:animEffect>
                                    <p:set>
                                      <p:cBhvr>
                                        <p:cTn id="140" dur="1" fill="hold">
                                          <p:stCondLst>
                                            <p:cond delay="199"/>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32080"/>
                                  </p:stCondLst>
                                  <p:childTnLst>
                                    <p:animEffect transition="out" filter="fade">
                                      <p:cBhvr>
                                        <p:cTn id="142" dur="200"/>
                                        <p:tgtEl>
                                          <p:spTgt spid="36"/>
                                        </p:tgtEl>
                                      </p:cBhvr>
                                    </p:animEffect>
                                    <p:set>
                                      <p:cBhvr>
                                        <p:cTn id="143" dur="1" fill="hold">
                                          <p:stCondLst>
                                            <p:cond delay="199"/>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32200"/>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450" fill="hold"/>
                                        <p:tgtEl>
                                          <p:spTgt spid="14"/>
                                        </p:tgtEl>
                                        <p:attrNameLst>
                                          <p:attrName>ppt_w</p:attrName>
                                        </p:attrNameLst>
                                      </p:cBhvr>
                                      <p:tavLst>
                                        <p:tav tm="0">
                                          <p:val>
                                            <p:strVal val="0"/>
                                          </p:val>
                                        </p:tav>
                                        <p:tav tm="100000">
                                          <p:val>
                                            <p:strVal val="#ppt_w"/>
                                          </p:val>
                                        </p:tav>
                                      </p:tavLst>
                                    </p:anim>
                                    <p:anim calcmode="lin" valueType="num">
                                      <p:cBhvr additive="base">
                                        <p:cTn id="147" dur="450" fill="hold"/>
                                        <p:tgtEl>
                                          <p:spTgt spid="14"/>
                                        </p:tgtEl>
                                        <p:attrNameLst>
                                          <p:attrName>ppt_h</p:attrName>
                                        </p:attrNameLst>
                                      </p:cBhvr>
                                      <p:tavLst>
                                        <p:tav tm="0">
                                          <p:val>
                                            <p:strVal val="0"/>
                                          </p:val>
                                        </p:tav>
                                        <p:tav tm="100000">
                                          <p:val>
                                            <p:strVal val="#ppt_h"/>
                                          </p:val>
                                        </p:tav>
                                      </p:tavLst>
                                    </p:anim>
                                    <p:animEffect transition="in" filter="fade">
                                      <p:cBhvr>
                                        <p:cTn id="148" dur="450"/>
                                        <p:tgtEl>
                                          <p:spTgt spid="14"/>
                                        </p:tgtEl>
                                      </p:cBhvr>
                                    </p:animEffect>
                                  </p:childTnLst>
                                </p:cTn>
                              </p:par>
                              <p:par>
                                <p:cTn id="154" presetID="42" presetClass="entr" presetSubtype="0" fill="hold" grpId="0" nodeType="withEffect">
                                  <p:stCondLst>
                                    <p:cond delay="3220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300"/>
                                        <p:tgtEl>
                                          <p:spTgt spid="38"/>
                                        </p:tgtEl>
                                      </p:cBhvr>
                                    </p:animEffect>
                                    <p:anim calcmode="lin" valueType="num">
                                      <p:cBhvr additive="base">
                                        <p:cTn id="152" dur="300" fill="hold"/>
                                        <p:tgtEl>
                                          <p:spTgt spid="38"/>
                                        </p:tgtEl>
                                        <p:attrNameLst>
                                          <p:attrName>ppt_x</p:attrName>
                                        </p:attrNameLst>
                                      </p:cBhvr>
                                      <p:tavLst>
                                        <p:tav tm="0">
                                          <p:val>
                                            <p:strVal val="#ppt_x-.05"/>
                                          </p:val>
                                        </p:tav>
                                        <p:tav tm="100000">
                                          <p:val>
                                            <p:strVal val="#ppt_x"/>
                                          </p:val>
                                        </p:tav>
                                      </p:tavLst>
                                    </p:anim>
                                    <p:anim calcmode="lin" valueType="num">
                                      <p:cBhvr additive="base">
                                        <p:cTn id="153" dur="300"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32350"/>
                                  </p:stCondLst>
                                  <p:iterate type="lt">
                                    <p:tmAbs val="30"/>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32800"/>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400" fill="hold"/>
                                        <p:tgtEl>
                                          <p:spTgt spid="15"/>
                                        </p:tgtEl>
                                        <p:attrNameLst>
                                          <p:attrName>ppt_w</p:attrName>
                                        </p:attrNameLst>
                                      </p:cBhvr>
                                      <p:tavLst>
                                        <p:tav tm="0">
                                          <p:val>
                                            <p:strVal val="#ppt_w*2.4"/>
                                          </p:val>
                                        </p:tav>
                                        <p:tav tm="100000">
                                          <p:val>
                                            <p:strVal val="#ppt_w"/>
                                          </p:val>
                                        </p:tav>
                                      </p:tavLst>
                                    </p:anim>
                                    <p:anim calcmode="lin" valueType="num">
                                      <p:cBhvr additive="base">
                                        <p:cTn id="159" dur="400" fill="hold"/>
                                        <p:tgtEl>
                                          <p:spTgt spid="15"/>
                                        </p:tgtEl>
                                        <p:attrNameLst>
                                          <p:attrName>ppt_h</p:attrName>
                                        </p:attrNameLst>
                                      </p:cBhvr>
                                      <p:tavLst>
                                        <p:tav tm="0">
                                          <p:val>
                                            <p:strVal val="#ppt_h*2.4"/>
                                          </p:val>
                                        </p:tav>
                                        <p:tav tm="100000">
                                          <p:val>
                                            <p:strVal val="#ppt_h"/>
                                          </p:val>
                                        </p:tav>
                                      </p:tavLst>
                                    </p:anim>
                                    <p:animEffect transition="in" filter="fade">
                                      <p:cBhvr>
                                        <p:cTn id="160" dur="400"/>
                                        <p:tgtEl>
                                          <p:spTgt spid="15"/>
                                        </p:tgtEl>
                                      </p:cBhvr>
                                    </p:animEffect>
                                  </p:childTnLst>
                                </p:cTn>
                              </p:par>
                              <p:par>
                                <p:cTn id="164" presetID="10" presetClass="exit" presetSubtype="0" fill="hold" grpId="1" nodeType="withEffect">
                                  <p:stCondLst>
                                    <p:cond delay="34800"/>
                                  </p:stCondLst>
                                  <p:childTnLst>
                                    <p:animEffect transition="out" filter="fade">
                                      <p:cBhvr>
                                        <p:cTn id="162" dur="250"/>
                                        <p:tgtEl>
                                          <p:spTgt spid="14"/>
                                        </p:tgtEl>
                                      </p:cBhvr>
                                    </p:animEffect>
                                    <p:set>
                                      <p:cBhvr>
                                        <p:cTn id="163" dur="1" fill="hold">
                                          <p:stCondLst>
                                            <p:cond delay="249"/>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34800"/>
                                  </p:stCondLst>
                                  <p:childTnLst>
                                    <p:animEffect transition="out" filter="fade">
                                      <p:cBhvr>
                                        <p:cTn id="165" dur="250"/>
                                        <p:tgtEl>
                                          <p:spTgt spid="15"/>
                                        </p:tgtEl>
                                      </p:cBhvr>
                                    </p:animEffect>
                                    <p:set>
                                      <p:cBhvr>
                                        <p:cTn id="166" dur="1" fill="hold">
                                          <p:stCondLst>
                                            <p:cond delay="249"/>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34900"/>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80"/>
                                        <p:tgtEl>
                                          <p:spTgt spid="40"/>
                                        </p:tgtEl>
                                      </p:cBhvr>
                                    </p:animEffect>
                                  </p:childTnLst>
                                </p:cTn>
                              </p:par>
                              <p:par>
                                <p:cTn id="175" presetID="53" presetClass="entr" presetSubtype="16" fill="hold" grpId="0" nodeType="withEffect">
                                  <p:stCondLst>
                                    <p:cond delay="34900"/>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300" fill="hold"/>
                                        <p:tgtEl>
                                          <p:spTgt spid="8"/>
                                        </p:tgtEl>
                                        <p:attrNameLst>
                                          <p:attrName>ppt_w</p:attrName>
                                        </p:attrNameLst>
                                      </p:cBhvr>
                                      <p:tavLst>
                                        <p:tav tm="0">
                                          <p:val>
                                            <p:strVal val="0"/>
                                          </p:val>
                                        </p:tav>
                                        <p:tav tm="100000">
                                          <p:val>
                                            <p:strVal val="#ppt_w"/>
                                          </p:val>
                                        </p:tav>
                                      </p:tavLst>
                                    </p:anim>
                                    <p:anim calcmode="lin" valueType="num">
                                      <p:cBhvr additive="base">
                                        <p:cTn id="173" dur="300" fill="hold"/>
                                        <p:tgtEl>
                                          <p:spTgt spid="8"/>
                                        </p:tgtEl>
                                        <p:attrNameLst>
                                          <p:attrName>ppt_h</p:attrName>
                                        </p:attrNameLst>
                                      </p:cBhvr>
                                      <p:tavLst>
                                        <p:tav tm="0">
                                          <p:val>
                                            <p:strVal val="0"/>
                                          </p:val>
                                        </p:tav>
                                        <p:tav tm="100000">
                                          <p:val>
                                            <p:strVal val="#ppt_h"/>
                                          </p:val>
                                        </p:tav>
                                      </p:tavLst>
                                    </p:anim>
                                    <p:animEffect transition="in" filter="fade">
                                      <p:cBhvr>
                                        <p:cTn id="174" dur="300"/>
                                        <p:tgtEl>
                                          <p:spTgt spid="8"/>
                                        </p:tgtEl>
                                      </p:cBhvr>
                                    </p:animEffect>
                                  </p:childTnLst>
                                </p:cTn>
                              </p:par>
                              <p:par>
                                <p:cTn id="180" presetID="53" presetClass="entr" presetSubtype="16" fill="hold" grpId="0" nodeType="withEffect">
                                  <p:stCondLst>
                                    <p:cond delay="34950"/>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350" fill="hold"/>
                                        <p:tgtEl>
                                          <p:spTgt spid="9"/>
                                        </p:tgtEl>
                                        <p:attrNameLst>
                                          <p:attrName>ppt_w</p:attrName>
                                        </p:attrNameLst>
                                      </p:cBhvr>
                                      <p:tavLst>
                                        <p:tav tm="0">
                                          <p:val>
                                            <p:strVal val="0"/>
                                          </p:val>
                                        </p:tav>
                                        <p:tav tm="100000">
                                          <p:val>
                                            <p:strVal val="#ppt_w"/>
                                          </p:val>
                                        </p:tav>
                                      </p:tavLst>
                                    </p:anim>
                                    <p:anim calcmode="lin" valueType="num">
                                      <p:cBhvr additive="base">
                                        <p:cTn id="178" dur="350" fill="hold"/>
                                        <p:tgtEl>
                                          <p:spTgt spid="9"/>
                                        </p:tgtEl>
                                        <p:attrNameLst>
                                          <p:attrName>ppt_h</p:attrName>
                                        </p:attrNameLst>
                                      </p:cBhvr>
                                      <p:tavLst>
                                        <p:tav tm="0">
                                          <p:val>
                                            <p:strVal val="0"/>
                                          </p:val>
                                        </p:tav>
                                        <p:tav tm="100000">
                                          <p:val>
                                            <p:strVal val="#ppt_h"/>
                                          </p:val>
                                        </p:tav>
                                      </p:tavLst>
                                    </p:anim>
                                    <p:animEffect transition="in" filter="fade">
                                      <p:cBhvr>
                                        <p:cTn id="179" dur="350"/>
                                        <p:tgtEl>
                                          <p:spTgt spid="9"/>
                                        </p:tgtEl>
                                      </p:cBhvr>
                                    </p:animEffect>
                                  </p:childTnLst>
                                </p:cTn>
                              </p:par>
                              <p:par>
                                <p:cTn id="183" presetID="10" presetClass="exit" presetSubtype="0" fill="hold" grpId="1" nodeType="withEffect">
                                  <p:stCondLst>
                                    <p:cond delay="35020"/>
                                  </p:stCondLst>
                                  <p:childTnLst>
                                    <p:animEffect transition="out" filter="fade">
                                      <p:cBhvr>
                                        <p:cTn id="181" dur="380"/>
                                        <p:tgtEl>
                                          <p:spTgt spid="40"/>
                                        </p:tgtEl>
                                      </p:cBhvr>
                                    </p:animEffect>
                                    <p:set>
                                      <p:cBhvr>
                                        <p:cTn id="182" dur="1" fill="hold">
                                          <p:stCondLst>
                                            <p:cond delay="379"/>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35050"/>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450" fill="hold"/>
                                        <p:tgtEl>
                                          <p:spTgt spid="16"/>
                                        </p:tgtEl>
                                        <p:attrNameLst>
                                          <p:attrName>ppt_w</p:attrName>
                                        </p:attrNameLst>
                                      </p:cBhvr>
                                      <p:tavLst>
                                        <p:tav tm="0">
                                          <p:val>
                                            <p:strVal val="#ppt_w*2.4"/>
                                          </p:val>
                                        </p:tav>
                                        <p:tav tm="100000">
                                          <p:val>
                                            <p:strVal val="#ppt_w"/>
                                          </p:val>
                                        </p:tav>
                                      </p:tavLst>
                                    </p:anim>
                                    <p:anim calcmode="lin" valueType="num">
                                      <p:cBhvr additive="base">
                                        <p:cTn id="186" dur="450" fill="hold"/>
                                        <p:tgtEl>
                                          <p:spTgt spid="16"/>
                                        </p:tgtEl>
                                        <p:attrNameLst>
                                          <p:attrName>ppt_h</p:attrName>
                                        </p:attrNameLst>
                                      </p:cBhvr>
                                      <p:tavLst>
                                        <p:tav tm="0">
                                          <p:val>
                                            <p:strVal val="#ppt_h*2.4"/>
                                          </p:val>
                                        </p:tav>
                                        <p:tav tm="100000">
                                          <p:val>
                                            <p:strVal val="#ppt_h"/>
                                          </p:val>
                                        </p:tav>
                                      </p:tavLst>
                                    </p:anim>
                                    <p:animEffect transition="in" filter="fade">
                                      <p:cBhvr>
                                        <p:cTn id="187" dur="450"/>
                                        <p:tgtEl>
                                          <p:spTgt spid="16"/>
                                        </p:tgtEl>
                                      </p:cBhvr>
                                    </p:animEffect>
                                  </p:childTnLst>
                                </p:cTn>
                              </p:par>
                              <p:par>
                                <p:cTn id="191" presetID="10" presetClass="exit" presetSubtype="0" fill="hold" grpId="1" nodeType="withEffect">
                                  <p:stCondLst>
                                    <p:cond delay="35080"/>
                                  </p:stCondLst>
                                  <p:childTnLst>
                                    <p:animEffect transition="out" filter="fade">
                                      <p:cBhvr>
                                        <p:cTn id="189" dur="200"/>
                                        <p:tgtEl>
                                          <p:spTgt spid="38"/>
                                        </p:tgtEl>
                                      </p:cBhvr>
                                    </p:animEffect>
                                    <p:set>
                                      <p:cBhvr>
                                        <p:cTn id="190" dur="1" fill="hold">
                                          <p:stCondLst>
                                            <p:cond delay="199"/>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35080"/>
                                  </p:stCondLst>
                                  <p:childTnLst>
                                    <p:animEffect transition="out" filter="fade">
                                      <p:cBhvr>
                                        <p:cTn id="192" dur="200"/>
                                        <p:tgtEl>
                                          <p:spTgt spid="39"/>
                                        </p:tgtEl>
                                      </p:cBhvr>
                                    </p:animEffect>
                                    <p:set>
                                      <p:cBhvr>
                                        <p:cTn id="193" dur="1" fill="hold">
                                          <p:stCondLst>
                                            <p:cond delay="199"/>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35200"/>
                                  </p:stCondLst>
                                  <p:childTnLst>
                                    <p:animEffect transition="out" filter="fade">
                                      <p:cBhvr>
                                        <p:cTn id="195" dur="220"/>
                                        <p:tgtEl>
                                          <p:spTgt spid="21"/>
                                        </p:tgtEl>
                                      </p:cBhvr>
                                    </p:animEffect>
                                    <p:set>
                                      <p:cBhvr>
                                        <p:cTn id="196" dur="1" fill="hold">
                                          <p:stCondLst>
                                            <p:cond delay="219"/>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35200"/>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220"/>
                                        <p:tgtEl>
                                          <p:spTgt spid="22"/>
                                        </p:tgtEl>
                                      </p:cBhvr>
                                    </p:animEffect>
                                  </p:childTnLst>
                                </p:cTn>
                              </p:par>
                              <p:par>
                                <p:cTn id="205" presetID="42" presetClass="entr" presetSubtype="0" fill="hold" grpId="0" nodeType="withEffect">
                                  <p:stCondLst>
                                    <p:cond delay="3520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300"/>
                                        <p:tgtEl>
                                          <p:spTgt spid="41"/>
                                        </p:tgtEl>
                                      </p:cBhvr>
                                    </p:animEffect>
                                    <p:anim calcmode="lin" valueType="num">
                                      <p:cBhvr additive="base">
                                        <p:cTn id="203" dur="300" fill="hold"/>
                                        <p:tgtEl>
                                          <p:spTgt spid="41"/>
                                        </p:tgtEl>
                                        <p:attrNameLst>
                                          <p:attrName>ppt_x</p:attrName>
                                        </p:attrNameLst>
                                      </p:cBhvr>
                                      <p:tavLst>
                                        <p:tav tm="0">
                                          <p:val>
                                            <p:strVal val="#ppt_x-.05"/>
                                          </p:val>
                                        </p:tav>
                                        <p:tav tm="100000">
                                          <p:val>
                                            <p:strVal val="#ppt_x"/>
                                          </p:val>
                                        </p:tav>
                                      </p:tavLst>
                                    </p:anim>
                                    <p:anim calcmode="lin" valueType="num">
                                      <p:cBhvr additive="base">
                                        <p:cTn id="204" dur="300"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3530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35350"/>
                                  </p:stCondLst>
                                  <p:iterate type="lt">
                                    <p:tmAbs val="30"/>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35500"/>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35700"/>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450" fill="hold"/>
                                        <p:tgtEl>
                                          <p:spTgt spid="17"/>
                                        </p:tgtEl>
                                        <p:attrNameLst>
                                          <p:attrName>ppt_w</p:attrName>
                                        </p:attrNameLst>
                                      </p:cBhvr>
                                      <p:tavLst>
                                        <p:tav tm="0">
                                          <p:val>
                                            <p:strVal val="#ppt_w*2.4"/>
                                          </p:val>
                                        </p:tav>
                                        <p:tav tm="100000">
                                          <p:val>
                                            <p:strVal val="#ppt_w"/>
                                          </p:val>
                                        </p:tav>
                                      </p:tavLst>
                                    </p:anim>
                                    <p:anim calcmode="lin" valueType="num">
                                      <p:cBhvr additive="base">
                                        <p:cTn id="214" dur="450" fill="hold"/>
                                        <p:tgtEl>
                                          <p:spTgt spid="17"/>
                                        </p:tgtEl>
                                        <p:attrNameLst>
                                          <p:attrName>ppt_h</p:attrName>
                                        </p:attrNameLst>
                                      </p:cBhvr>
                                      <p:tavLst>
                                        <p:tav tm="0">
                                          <p:val>
                                            <p:strVal val="#ppt_h*2.4"/>
                                          </p:val>
                                        </p:tav>
                                        <p:tav tm="100000">
                                          <p:val>
                                            <p:strVal val="#ppt_h"/>
                                          </p:val>
                                        </p:tav>
                                      </p:tavLst>
                                    </p:anim>
                                    <p:animEffect transition="in" filter="fade">
                                      <p:cBhvr>
                                        <p:cTn id="215" dur="450"/>
                                        <p:tgtEl>
                                          <p:spTgt spid="17"/>
                                        </p:tgtEl>
                                      </p:cBhvr>
                                    </p:animEffect>
                                  </p:childTnLst>
                                </p:cTn>
                              </p:par>
                              <p:par>
                                <p:cTn id="219" presetID="10" presetClass="exit" presetSubtype="0" fill="hold" grpId="1" nodeType="withEffect">
                                  <p:stCondLst>
                                    <p:cond delay="44900"/>
                                  </p:stCondLst>
                                  <p:childTnLst>
                                    <p:animEffect transition="out" filter="fade">
                                      <p:cBhvr>
                                        <p:cTn id="217" dur="200"/>
                                        <p:tgtEl>
                                          <p:spTgt spid="37"/>
                                        </p:tgtEl>
                                      </p:cBhvr>
                                    </p:animEffect>
                                    <p:set>
                                      <p:cBhvr>
                                        <p:cTn id="218" dur="1" fill="hold">
                                          <p:stCondLst>
                                            <p:cond delay="199"/>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44900"/>
                                  </p:stCondLst>
                                  <p:childTnLst>
                                    <p:animEffect transition="out" filter="fade">
                                      <p:cBhvr>
                                        <p:cTn id="220" dur="250"/>
                                        <p:tgtEl>
                                          <p:spTgt spid="8"/>
                                        </p:tgtEl>
                                      </p:cBhvr>
                                    </p:animEffect>
                                    <p:set>
                                      <p:cBhvr>
                                        <p:cTn id="221" dur="1" fill="hold">
                                          <p:stCondLst>
                                            <p:cond delay="249"/>
                                          </p:stCondLst>
                                        </p:cTn>
                                        <p:tgtEl>
                                          <p:spTgt spid="8"/>
                                        </p:tgtEl>
                                        <p:attrNameLst>
                                          <p:attrName>style.visibility</p:attrName>
                                        </p:attrNameLst>
                                      </p:cBhvr>
                                      <p:to>
                                        <p:strVal val="hidden"/>
                                      </p:to>
                                    </p:set>
                                  </p:childTnLst>
                                </p:cTn>
                              </p:par>
                              <p:par>
                                <p:cTn id="225" presetID="10" presetClass="exit" presetSubtype="0" fill="hold" grpId="2" nodeType="withEffect">
                                  <p:stCondLst>
                                    <p:cond delay="44900"/>
                                  </p:stCondLst>
                                  <p:childTnLst>
                                    <p:animEffect transition="out" filter="fade">
                                      <p:cBhvr>
                                        <p:cTn id="223" dur="250"/>
                                        <p:tgtEl>
                                          <p:spTgt spid="9"/>
                                        </p:tgtEl>
                                      </p:cBhvr>
                                    </p:animEffect>
                                    <p:set>
                                      <p:cBhvr>
                                        <p:cTn id="224" dur="1" fill="hold">
                                          <p:stCondLst>
                                            <p:cond delay="249"/>
                                          </p:stCondLst>
                                        </p:cTn>
                                        <p:tgtEl>
                                          <p:spTgt spid="9"/>
                                        </p:tgtEl>
                                        <p:attrNameLst>
                                          <p:attrName>style.visibility</p:attrName>
                                        </p:attrNameLst>
                                      </p:cBhvr>
                                      <p:to>
                                        <p:strVal val="hidden"/>
                                      </p:to>
                                    </p:set>
                                  </p:childTnLst>
                                </p:cTn>
                              </p:par>
                              <p:par>
                                <p:cTn id="228" presetID="10" presetClass="exit" presetSubtype="0" fill="hold" grpId="1" nodeType="withEffect">
                                  <p:stCondLst>
                                    <p:cond delay="44900"/>
                                  </p:stCondLst>
                                  <p:childTnLst>
                                    <p:animEffect transition="out" filter="fade">
                                      <p:cBhvr>
                                        <p:cTn id="226" dur="250"/>
                                        <p:tgtEl>
                                          <p:spTgt spid="16"/>
                                        </p:tgtEl>
                                      </p:cBhvr>
                                    </p:animEffect>
                                    <p:set>
                                      <p:cBhvr>
                                        <p:cTn id="227" dur="1" fill="hold">
                                          <p:stCondLst>
                                            <p:cond delay="249"/>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44900"/>
                                  </p:stCondLst>
                                  <p:childTnLst>
                                    <p:animEffect transition="out" filter="fade">
                                      <p:cBhvr>
                                        <p:cTn id="229" dur="250"/>
                                        <p:tgtEl>
                                          <p:spTgt spid="17"/>
                                        </p:tgtEl>
                                      </p:cBhvr>
                                    </p:animEffect>
                                    <p:set>
                                      <p:cBhvr>
                                        <p:cTn id="230" dur="1" fill="hold">
                                          <p:stCondLst>
                                            <p:cond delay="249"/>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45000"/>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400"/>
                                        <p:tgtEl>
                                          <p:spTgt spid="43"/>
                                        </p:tgtEl>
                                      </p:cBhvr>
                                    </p:animEffect>
                                    <p:anim calcmode="lin" valueType="num">
                                      <p:cBhvr additive="base">
                                        <p:cTn id="234" dur="400" fill="hold"/>
                                        <p:tgtEl>
                                          <p:spTgt spid="43"/>
                                        </p:tgtEl>
                                        <p:attrNameLst>
                                          <p:attrName>ppt_x</p:attrName>
                                        </p:attrNameLst>
                                      </p:cBhvr>
                                      <p:tavLst>
                                        <p:tav tm="0">
                                          <p:val>
                                            <p:strVal val="#ppt_x-.05"/>
                                          </p:val>
                                        </p:tav>
                                        <p:tav tm="100000">
                                          <p:val>
                                            <p:strVal val="#ppt_x"/>
                                          </p:val>
                                        </p:tav>
                                      </p:tavLst>
                                    </p:anim>
                                    <p:anim calcmode="lin" valueType="num">
                                      <p:cBhvr additive="base">
                                        <p:cTn id="235" dur="400"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45080"/>
                                  </p:stCondLst>
                                  <p:childTnLst>
                                    <p:animEffect transition="out" filter="fade">
                                      <p:cBhvr>
                                        <p:cTn id="237" dur="200"/>
                                        <p:tgtEl>
                                          <p:spTgt spid="41"/>
                                        </p:tgtEl>
                                      </p:cBhvr>
                                    </p:animEffect>
                                    <p:set>
                                      <p:cBhvr>
                                        <p:cTn id="238" dur="1" fill="hold">
                                          <p:stCondLst>
                                            <p:cond delay="199"/>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45080"/>
                                  </p:stCondLst>
                                  <p:childTnLst>
                                    <p:animEffect transition="out" filter="fade">
                                      <p:cBhvr>
                                        <p:cTn id="240" dur="200"/>
                                        <p:tgtEl>
                                          <p:spTgt spid="42"/>
                                        </p:tgtEl>
                                      </p:cBhvr>
                                    </p:animEffect>
                                    <p:set>
                                      <p:cBhvr>
                                        <p:cTn id="241" dur="1" fill="hold">
                                          <p:stCondLst>
                                            <p:cond delay="199"/>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45100"/>
                                  </p:stCondLst>
                                  <p:childTnLst>
                                    <p:animEffect transition="out" filter="fade">
                                      <p:cBhvr>
                                        <p:cTn id="243" dur="220"/>
                                        <p:tgtEl>
                                          <p:spTgt spid="22"/>
                                        </p:tgtEl>
                                      </p:cBhvr>
                                    </p:animEffect>
                                    <p:set>
                                      <p:cBhvr>
                                        <p:cTn id="244" dur="1" fill="hold">
                                          <p:stCondLst>
                                            <p:cond delay="219"/>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45100"/>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220"/>
                                        <p:tgtEl>
                                          <p:spTgt spid="23"/>
                                        </p:tgtEl>
                                      </p:cBhvr>
                                    </p:animEffect>
                                  </p:childTnLst>
                                </p:cTn>
                              </p:par>
                              <p:par>
                                <p:cTn id="253" presetID="42" presetClass="entr" presetSubtype="0" fill="hold" grpId="0" nodeType="withEffect">
                                  <p:stCondLst>
                                    <p:cond delay="45200"/>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300"/>
                                        <p:tgtEl>
                                          <p:spTgt spid="44"/>
                                        </p:tgtEl>
                                      </p:cBhvr>
                                    </p:animEffect>
                                    <p:anim calcmode="lin" valueType="num">
                                      <p:cBhvr additive="base">
                                        <p:cTn id="251" dur="300" fill="hold"/>
                                        <p:tgtEl>
                                          <p:spTgt spid="44"/>
                                        </p:tgtEl>
                                        <p:attrNameLst>
                                          <p:attrName>ppt_x</p:attrName>
                                        </p:attrNameLst>
                                      </p:cBhvr>
                                      <p:tavLst>
                                        <p:tav tm="0">
                                          <p:val>
                                            <p:strVal val="#ppt_x-.05"/>
                                          </p:val>
                                        </p:tav>
                                        <p:tav tm="100000">
                                          <p:val>
                                            <p:strVal val="#ppt_x"/>
                                          </p:val>
                                        </p:tav>
                                      </p:tavLst>
                                    </p:anim>
                                    <p:anim calcmode="lin" valueType="num">
                                      <p:cBhvr additive="base">
                                        <p:cTn id="252" dur="300"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45350"/>
                                  </p:stCondLst>
                                  <p:iterate type="lt">
                                    <p:tmAbs val="30"/>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45600"/>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400" fill="hold"/>
                                        <p:tgtEl>
                                          <p:spTgt spid="18"/>
                                        </p:tgtEl>
                                        <p:attrNameLst>
                                          <p:attrName>ppt_w</p:attrName>
                                        </p:attrNameLst>
                                      </p:cBhvr>
                                      <p:tavLst>
                                        <p:tav tm="0">
                                          <p:val>
                                            <p:strVal val="0"/>
                                          </p:val>
                                        </p:tav>
                                        <p:tav tm="100000">
                                          <p:val>
                                            <p:strVal val="#ppt_w"/>
                                          </p:val>
                                        </p:tav>
                                      </p:tavLst>
                                    </p:anim>
                                    <p:anim calcmode="lin" valueType="num">
                                      <p:cBhvr additive="base">
                                        <p:cTn id="258" dur="400" fill="hold"/>
                                        <p:tgtEl>
                                          <p:spTgt spid="18"/>
                                        </p:tgtEl>
                                        <p:attrNameLst>
                                          <p:attrName>ppt_h</p:attrName>
                                        </p:attrNameLst>
                                      </p:cBhvr>
                                      <p:tavLst>
                                        <p:tav tm="0">
                                          <p:val>
                                            <p:strVal val="0"/>
                                          </p:val>
                                        </p:tav>
                                        <p:tav tm="100000">
                                          <p:val>
                                            <p:strVal val="#ppt_h"/>
                                          </p:val>
                                        </p:tav>
                                      </p:tavLst>
                                    </p:anim>
                                    <p:animEffect transition="in" filter="fade">
                                      <p:cBhvr>
                                        <p:cTn id="259" dur="400"/>
                                        <p:tgtEl>
                                          <p:spTgt spid="18"/>
                                        </p:tgtEl>
                                      </p:cBhvr>
                                    </p:animEffect>
                                  </p:childTnLst>
                                </p:cTn>
                              </p:par>
                              <p:par>
                                <p:cTn id="262" presetID="32" presetClass="emph" presetSubtype="0" fill="hold" grpId="1" nodeType="withEffect" autoRev="1" repeatCount="8000">
                                  <p:stCondLst>
                                    <p:cond delay="46000"/>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46200"/>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900"/>
                                        <p:tgtEl>
                                          <p:spTgt spid="19"/>
                                        </p:tgtEl>
                                      </p:cBhvr>
                                    </p:animEffect>
                                  </p:childTnLst>
                                </p:cTn>
                              </p:par>
                              <p:par>
                                <p:cTn id="268" presetID="10" presetClass="entr" presetSubtype="0" fill="hold" grpId="0" nodeType="withEffect">
                                  <p:stCondLst>
                                    <p:cond delay="47300"/>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80"/>
                                        <p:tgtEl>
                                          <p:spTgt spid="46"/>
                                        </p:tgtEl>
                                      </p:cBhvr>
                                    </p:animEffect>
                                  </p:childTnLst>
                                </p:cTn>
                              </p:par>
                              <p:par>
                                <p:cTn id="271" presetID="10" presetClass="exit" presetSubtype="0" fill="hold" grpId="1" nodeType="withEffect">
                                  <p:stCondLst>
                                    <p:cond delay="47400"/>
                                  </p:stCondLst>
                                  <p:childTnLst>
                                    <p:animEffect transition="out" filter="fade">
                                      <p:cBhvr>
                                        <p:cTn id="269" dur="220"/>
                                        <p:tgtEl>
                                          <p:spTgt spid="24"/>
                                        </p:tgtEl>
                                      </p:cBhvr>
                                    </p:animEffect>
                                    <p:set>
                                      <p:cBhvr>
                                        <p:cTn id="270" dur="1" fill="hold">
                                          <p:stCondLst>
                                            <p:cond delay="219"/>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47400"/>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220"/>
                                        <p:tgtEl>
                                          <p:spTgt spid="25"/>
                                        </p:tgtEl>
                                      </p:cBhvr>
                                    </p:animEffect>
                                  </p:childTnLst>
                                </p:cTn>
                              </p:par>
                              <p:par>
                                <p:cTn id="277" presetID="10" presetClass="exit" presetSubtype="0" fill="hold" grpId="1" nodeType="withEffect">
                                  <p:stCondLst>
                                    <p:cond delay="47420"/>
                                  </p:stCondLst>
                                  <p:childTnLst>
                                    <p:animEffect transition="out" filter="fade">
                                      <p:cBhvr>
                                        <p:cTn id="275" dur="380"/>
                                        <p:tgtEl>
                                          <p:spTgt spid="46"/>
                                        </p:tgtEl>
                                      </p:cBhvr>
                                    </p:animEffect>
                                    <p:set>
                                      <p:cBhvr>
                                        <p:cTn id="276" dur="1" fill="hold">
                                          <p:stCondLst>
                                            <p:cond delay="379"/>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47500"/>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47600"/>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300" fill="hold"/>
                                        <p:tgtEl>
                                          <p:spTgt spid="28"/>
                                        </p:tgtEl>
                                        <p:attrNameLst>
                                          <p:attrName>ppt_w</p:attrName>
                                        </p:attrNameLst>
                                      </p:cBhvr>
                                      <p:tavLst>
                                        <p:tav tm="0">
                                          <p:val>
                                            <p:strVal val="0"/>
                                          </p:val>
                                        </p:tav>
                                        <p:tav tm="100000">
                                          <p:val>
                                            <p:strVal val="#ppt_w"/>
                                          </p:val>
                                        </p:tav>
                                      </p:tavLst>
                                    </p:anim>
                                    <p:anim calcmode="lin" valueType="num">
                                      <p:cBhvr additive="base">
                                        <p:cTn id="282" dur="300" fill="hold"/>
                                        <p:tgtEl>
                                          <p:spTgt spid="28"/>
                                        </p:tgtEl>
                                        <p:attrNameLst>
                                          <p:attrName>ppt_h</p:attrName>
                                        </p:attrNameLst>
                                      </p:cBhvr>
                                      <p:tavLst>
                                        <p:tav tm="0">
                                          <p:val>
                                            <p:strVal val="0"/>
                                          </p:val>
                                        </p:tav>
                                        <p:tav tm="100000">
                                          <p:val>
                                            <p:strVal val="#ppt_h"/>
                                          </p:val>
                                        </p:tav>
                                      </p:tavLst>
                                    </p:anim>
                                    <p:animEffect transition="in" filter="fade">
                                      <p:cBhvr>
                                        <p:cTn id="283" dur="300"/>
                                        <p:tgtEl>
                                          <p:spTgt spid="28"/>
                                        </p:tgtEl>
                                      </p:cBhvr>
                                    </p:animEffect>
                                  </p:childTnLst>
                                </p:cTn>
                              </p:par>
                              <p:par>
                                <p:cTn id="286" presetID="6" presetClass="emph" presetSubtype="0" fill="hold" grpId="1" nodeType="withEffect" autoRev="1" repeatCount="indefinite">
                                  <p:stCondLst>
                                    <p:cond delay="47900"/>
                                  </p:stCondLst>
                                  <p:childTnLst>
                                    <p:animScale>
                                      <p:cBhvr>
                                        <p:cTn id="285" dur="400" fill="hold"/>
                                        <p:tgtEl>
                                          <p:spTgt spid="28"/>
                                        </p:tgtEl>
                                      </p:cBhvr>
                                      <p:by x="120000" y="120000"/>
                                    </p:animScale>
                                  </p:childTnLst>
                                </p:cTn>
                              </p:par>
                              <p:par>
                                <p:cTn id="289" presetID="22" presetClass="entr" presetSubtype="8" fill="hold" grpId="0" nodeType="withEffect">
                                  <p:stCondLst>
                                    <p:cond delay="49100"/>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9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14300"/>
                                  </p:stCondLst>
                                  <p:childTnLst>
                                    <p:animEffect transition="out" filter="fade">
                                      <p:cBhvr>
                                        <p:cTn id="79" dur="200"/>
                                        <p:tgtEl>
                                          <p:spTgt spid="36"/>
                                        </p:tgtEl>
                                      </p:cBhvr>
                                    </p:animEffect>
                                    <p:set>
                                      <p:cBhvr>
                                        <p:cTn id="80" dur="1" fill="hold">
                                          <p:stCondLst>
                                            <p:cond delay="199"/>
                                          </p:stCondLst>
                                        </p:cTn>
                                        <p:tgtEl>
                                          <p:spTgt spid="36"/>
                                        </p:tgtEl>
                                        <p:attrNameLst>
                                          <p:attrName>style.visibility</p:attrName>
                                        </p:attrNameLst>
                                      </p:cBhvr>
                                      <p:to>
                                        <p:strVal val="hidden"/>
                                      </p:to>
                                    </p:set>
                                  </p:childTnLst>
                                </p:cTn>
                              </p:par>
                              <p:par>
                                <p:cTn id="84" presetID="10" presetClass="exit" presetSubtype="0" fill="hold" grpId="1" nodeType="withEffect">
                                  <p:stCondLst>
                                    <p:cond delay="14300"/>
                                  </p:stCondLst>
                                  <p:childTnLst>
                                    <p:animEffect transition="out" filter="fade">
                                      <p:cBhvr>
                                        <p:cTn id="82" dur="250"/>
                                        <p:tgtEl>
                                          <p:spTgt spid="29"/>
                                        </p:tgtEl>
                                      </p:cBhvr>
                                    </p:animEffect>
                                    <p:set>
                                      <p:cBhvr>
                                        <p:cTn id="83" dur="1" fill="hold">
                                          <p:stCondLst>
                                            <p:cond delay="249"/>
                                          </p:stCondLst>
                                        </p:cTn>
                                        <p:tgtEl>
                                          <p:spTgt spid="29"/>
                                        </p:tgtEl>
                                        <p:attrNameLst>
                                          <p:attrName>style.visibility</p:attrName>
                                        </p:attrNameLst>
                                      </p:cBhvr>
                                      <p:to>
                                        <p:strVal val="hidden"/>
                                      </p:to>
                                    </p:set>
                                  </p:childTnLst>
                                </p:cTn>
                              </p:par>
                              <p:par>
                                <p:cTn id="87" presetID="10" presetClass="exit" presetSubtype="0" fill="hold" grpId="2" nodeType="withEffect">
                                  <p:stCondLst>
                                    <p:cond delay="14300"/>
                                  </p:stCondLst>
                                  <p:childTnLst>
                                    <p:animEffect transition="out" filter="fade">
                                      <p:cBhvr>
                                        <p:cTn id="85" dur="250"/>
                                        <p:tgtEl>
                                          <p:spTgt spid="11"/>
                                        </p:tgtEl>
                                      </p:cBhvr>
                                    </p:animEffect>
                                    <p:set>
                                      <p:cBhvr>
                                        <p:cTn id="86" dur="1" fill="hold">
                                          <p:stCondLst>
                                            <p:cond delay="249"/>
                                          </p:stCondLst>
                                        </p:cTn>
                                        <p:tgtEl>
                                          <p:spTgt spid="11"/>
                                        </p:tgtEl>
                                        <p:attrNameLst>
                                          <p:attrName>style.visibility</p:attrName>
                                        </p:attrNameLst>
                                      </p:cBhvr>
                                      <p:to>
                                        <p:strVal val="hidden"/>
                                      </p:to>
                                    </p:set>
                                  </p:childTnLst>
                                </p:cTn>
                              </p:par>
                              <p:par>
                                <p:cTn id="90" presetID="10" presetClass="exit" presetSubtype="0" fill="hold" grpId="1" nodeType="withEffect">
                                  <p:stCondLst>
                                    <p:cond delay="14380"/>
                                  </p:stCondLst>
                                  <p:childTnLst>
                                    <p:animEffect transition="out" filter="fade">
                                      <p:cBhvr>
                                        <p:cTn id="88" dur="200"/>
                                        <p:tgtEl>
                                          <p:spTgt spid="38"/>
                                        </p:tgtEl>
                                      </p:cBhvr>
                                    </p:animEffect>
                                    <p:set>
                                      <p:cBhvr>
                                        <p:cTn id="89" dur="1" fill="hold">
                                          <p:stCondLst>
                                            <p:cond delay="199"/>
                                          </p:stCondLst>
                                        </p:cTn>
                                        <p:tgtEl>
                                          <p:spTgt spid="38"/>
                                        </p:tgtEl>
                                        <p:attrNameLst>
                                          <p:attrName>style.visibility</p:attrName>
                                        </p:attrNameLst>
                                      </p:cBhvr>
                                      <p:to>
                                        <p:strVal val="hidden"/>
                                      </p:to>
                                    </p:set>
                                  </p:childTnLst>
                                </p:cTn>
                              </p:par>
                              <p:par>
                                <p:cTn id="93" presetID="10" presetClass="exit" presetSubtype="0" fill="hold" grpId="1" nodeType="withEffect">
                                  <p:stCondLst>
                                    <p:cond delay="14380"/>
                                  </p:stCondLst>
                                  <p:childTnLst>
                                    <p:animEffect transition="out" filter="fade">
                                      <p:cBhvr>
                                        <p:cTn id="91" dur="200"/>
                                        <p:tgtEl>
                                          <p:spTgt spid="39"/>
                                        </p:tgtEl>
                                      </p:cBhvr>
                                    </p:animEffect>
                                    <p:set>
                                      <p:cBhvr>
                                        <p:cTn id="92" dur="1" fill="hold">
                                          <p:stCondLst>
                                            <p:cond delay="199"/>
                                          </p:stCondLst>
                                        </p:cTn>
                                        <p:tgtEl>
                                          <p:spTgt spid="39"/>
                                        </p:tgtEl>
                                        <p:attrNameLst>
                                          <p:attrName>style.visibility</p:attrName>
                                        </p:attrNameLst>
                                      </p:cBhvr>
                                      <p:to>
                                        <p:strVal val="hidden"/>
                                      </p:to>
                                    </p:set>
                                  </p:childTnLst>
                                </p:cTn>
                              </p:par>
                              <p:par>
                                <p:cTn id="98" presetID="42" presetClass="entr" presetSubtype="0" fill="hold" grpId="0" nodeType="withEffect">
                                  <p:stCondLst>
                                    <p:cond delay="1440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00"/>
                                        <p:tgtEl>
                                          <p:spTgt spid="40"/>
                                        </p:tgtEl>
                                      </p:cBhvr>
                                    </p:animEffect>
                                    <p:anim calcmode="lin" valueType="num">
                                      <p:cBhvr additive="base">
                                        <p:cTn id="96" dur="400" fill="hold"/>
                                        <p:tgtEl>
                                          <p:spTgt spid="40"/>
                                        </p:tgtEl>
                                        <p:attrNameLst>
                                          <p:attrName>ppt_x</p:attrName>
                                        </p:attrNameLst>
                                      </p:cBhvr>
                                      <p:tavLst>
                                        <p:tav tm="0">
                                          <p:val>
                                            <p:strVal val="#ppt_x-.05"/>
                                          </p:val>
                                        </p:tav>
                                        <p:tav tm="100000">
                                          <p:val>
                                            <p:strVal val="#ppt_x"/>
                                          </p:val>
                                        </p:tav>
                                      </p:tavLst>
                                    </p:anim>
                                    <p:anim calcmode="lin" valueType="num">
                                      <p:cBhvr additive="base">
                                        <p:cTn id="97" dur="400"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14400"/>
                                  </p:stCondLst>
                                  <p:childTnLst>
                                    <p:animEffect transition="out" filter="fade">
                                      <p:cBhvr>
                                        <p:cTn id="99" dur="220"/>
                                        <p:tgtEl>
                                          <p:spTgt spid="22"/>
                                        </p:tgtEl>
                                      </p:cBhvr>
                                    </p:animEffect>
                                    <p:set>
                                      <p:cBhvr>
                                        <p:cTn id="100" dur="1" fill="hold">
                                          <p:stCondLst>
                                            <p:cond delay="219"/>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1440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20"/>
                                        <p:tgtEl>
                                          <p:spTgt spid="23"/>
                                        </p:tgtEl>
                                      </p:cBhvr>
                                    </p:animEffect>
                                  </p:childTnLst>
                                </p:cTn>
                              </p:par>
                              <p:par>
                                <p:cTn id="109" presetID="42" presetClass="entr" presetSubtype="0" fill="hold" grpId="0" nodeType="withEffect">
                                  <p:stCondLst>
                                    <p:cond delay="1450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300"/>
                                        <p:tgtEl>
                                          <p:spTgt spid="41"/>
                                        </p:tgtEl>
                                      </p:cBhvr>
                                    </p:animEffect>
                                    <p:anim calcmode="lin" valueType="num">
                                      <p:cBhvr additive="base">
                                        <p:cTn id="107" dur="300" fill="hold"/>
                                        <p:tgtEl>
                                          <p:spTgt spid="41"/>
                                        </p:tgtEl>
                                        <p:attrNameLst>
                                          <p:attrName>ppt_x</p:attrName>
                                        </p:attrNameLst>
                                      </p:cBhvr>
                                      <p:tavLst>
                                        <p:tav tm="0">
                                          <p:val>
                                            <p:strVal val="#ppt_x-.05"/>
                                          </p:val>
                                        </p:tav>
                                        <p:tav tm="100000">
                                          <p:val>
                                            <p:strVal val="#ppt_x"/>
                                          </p:val>
                                        </p:tav>
                                      </p:tavLst>
                                    </p:anim>
                                    <p:anim calcmode="lin" valueType="num">
                                      <p:cBhvr additive="base">
                                        <p:cTn id="108" dur="300"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14650"/>
                                  </p:stCondLst>
                                  <p:iterate type="lt">
                                    <p:tmAbs val="30"/>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14900"/>
                                  </p:stCondLst>
                                  <p:childTnLst>
                                    <p:animEffect transition="out" filter="wipe(left)">
                                      <p:cBhvr>
                                        <p:cTn id="112" dur="800"/>
                                        <p:tgtEl>
                                          <p:spTgt spid="10"/>
                                        </p:tgtEl>
                                      </p:cBhvr>
                                    </p:animEffect>
                                    <p:set>
                                      <p:cBhvr>
                                        <p:cTn id="113" dur="1" fill="hold">
                                          <p:stCondLst>
                                            <p:cond delay="799"/>
                                          </p:stCondLst>
                                        </p:cTn>
                                        <p:tgtEl>
                                          <p:spTgt spid="10"/>
                                        </p:tgtEl>
                                        <p:attrNameLst>
                                          <p:attrName>style.visibility</p:attrName>
                                        </p:attrNameLst>
                                      </p:cBhvr>
                                      <p:to>
                                        <p:strVal val="hidden"/>
                                      </p:to>
                                    </p:set>
                                  </p:childTnLst>
                                </p:cTn>
                              </p:par>
                              <p:par>
                                <p:cTn id="118" presetID="2" presetClass="entr" presetSubtype="1" fill="hold" grpId="0" nodeType="withEffect">
                                  <p:stCondLst>
                                    <p:cond delay="156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500" fill="hold"/>
                                        <p:tgtEl>
                                          <p:spTgt spid="12"/>
                                        </p:tgtEl>
                                        <p:attrNameLst>
                                          <p:attrName>ppt_x</p:attrName>
                                        </p:attrNameLst>
                                      </p:cBhvr>
                                      <p:tavLst>
                                        <p:tav tm="0">
                                          <p:val>
                                            <p:strVal val="#ppt_x"/>
                                          </p:val>
                                        </p:tav>
                                        <p:tav tm="100000">
                                          <p:val>
                                            <p:strVal val="#ppt_x"/>
                                          </p:val>
                                        </p:tav>
                                      </p:tavLst>
                                    </p:anim>
                                    <p:anim calcmode="lin" valueType="num">
                                      <p:cBhvr additive="base">
                                        <p:cTn id="117" dur="500"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15800"/>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500" fill="hold"/>
                                        <p:tgtEl>
                                          <p:spTgt spid="13"/>
                                        </p:tgtEl>
                                        <p:attrNameLst>
                                          <p:attrName>ppt_x</p:attrName>
                                        </p:attrNameLst>
                                      </p:cBhvr>
                                      <p:tavLst>
                                        <p:tav tm="0">
                                          <p:val>
                                            <p:strVal val="#ppt_x"/>
                                          </p:val>
                                        </p:tav>
                                        <p:tav tm="100000">
                                          <p:val>
                                            <p:strVal val="#ppt_x"/>
                                          </p:val>
                                        </p:tav>
                                      </p:tavLst>
                                    </p:anim>
                                    <p:anim calcmode="lin" valueType="num">
                                      <p:cBhvr additive="base">
                                        <p:cTn id="121" dur="500"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16050"/>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500" fill="hold"/>
                                        <p:tgtEl>
                                          <p:spTgt spid="14"/>
                                        </p:tgtEl>
                                        <p:attrNameLst>
                                          <p:attrName>ppt_x</p:attrName>
                                        </p:attrNameLst>
                                      </p:cBhvr>
                                      <p:tavLst>
                                        <p:tav tm="0">
                                          <p:val>
                                            <p:strVal val="#ppt_x"/>
                                          </p:val>
                                        </p:tav>
                                        <p:tav tm="100000">
                                          <p:val>
                                            <p:strVal val="#ppt_x"/>
                                          </p:val>
                                        </p:tav>
                                      </p:tavLst>
                                    </p:anim>
                                    <p:anim calcmode="lin" valueType="num">
                                      <p:cBhvr additive="base">
                                        <p:cTn id="125" dur="500"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16800"/>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400" fill="hold"/>
                                        <p:tgtEl>
                                          <p:spTgt spid="15"/>
                                        </p:tgtEl>
                                        <p:attrNameLst>
                                          <p:attrName>ppt_w</p:attrName>
                                        </p:attrNameLst>
                                      </p:cBhvr>
                                      <p:tavLst>
                                        <p:tav tm="0">
                                          <p:val>
                                            <p:strVal val="#ppt_w*2.4"/>
                                          </p:val>
                                        </p:tav>
                                        <p:tav tm="100000">
                                          <p:val>
                                            <p:strVal val="#ppt_w"/>
                                          </p:val>
                                        </p:tav>
                                      </p:tavLst>
                                    </p:anim>
                                    <p:anim calcmode="lin" valueType="num">
                                      <p:cBhvr additive="base">
                                        <p:cTn id="129" dur="400" fill="hold"/>
                                        <p:tgtEl>
                                          <p:spTgt spid="15"/>
                                        </p:tgtEl>
                                        <p:attrNameLst>
                                          <p:attrName>ppt_h</p:attrName>
                                        </p:attrNameLst>
                                      </p:cBhvr>
                                      <p:tavLst>
                                        <p:tav tm="0">
                                          <p:val>
                                            <p:strVal val="#ppt_h*2.4"/>
                                          </p:val>
                                        </p:tav>
                                        <p:tav tm="100000">
                                          <p:val>
                                            <p:strVal val="#ppt_h"/>
                                          </p:val>
                                        </p:tav>
                                      </p:tavLst>
                                    </p:anim>
                                    <p:animEffect transition="in" filter="fade">
                                      <p:cBhvr>
                                        <p:cTn id="130" dur="400"/>
                                        <p:tgtEl>
                                          <p:spTgt spid="15"/>
                                        </p:tgtEl>
                                      </p:cBhvr>
                                    </p:animEffect>
                                  </p:childTnLst>
                                </p:cTn>
                              </p:par>
                              <p:par>
                                <p:cTn id="134" presetID="10" presetClass="exit" presetSubtype="0" fill="hold" grpId="1" nodeType="withEffect">
                                  <p:stCondLst>
                                    <p:cond delay="23400"/>
                                  </p:stCondLst>
                                  <p:childTnLst>
                                    <p:animEffect transition="out" filter="fade">
                                      <p:cBhvr>
                                        <p:cTn id="132" dur="200"/>
                                        <p:tgtEl>
                                          <p:spTgt spid="40"/>
                                        </p:tgtEl>
                                      </p:cBhvr>
                                    </p:animEffect>
                                    <p:set>
                                      <p:cBhvr>
                                        <p:cTn id="133" dur="1" fill="hold">
                                          <p:stCondLst>
                                            <p:cond delay="199"/>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23400"/>
                                  </p:stCondLst>
                                  <p:childTnLst>
                                    <p:animEffect transition="out" filter="fade">
                                      <p:cBhvr>
                                        <p:cTn id="135" dur="250"/>
                                        <p:tgtEl>
                                          <p:spTgt spid="12"/>
                                        </p:tgtEl>
                                      </p:cBhvr>
                                    </p:animEffect>
                                    <p:set>
                                      <p:cBhvr>
                                        <p:cTn id="136" dur="1" fill="hold">
                                          <p:stCondLst>
                                            <p:cond delay="249"/>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23400"/>
                                  </p:stCondLst>
                                  <p:childTnLst>
                                    <p:animEffect transition="out" filter="fade">
                                      <p:cBhvr>
                                        <p:cTn id="138" dur="250"/>
                                        <p:tgtEl>
                                          <p:spTgt spid="13"/>
                                        </p:tgtEl>
                                      </p:cBhvr>
                                    </p:animEffect>
                                    <p:set>
                                      <p:cBhvr>
                                        <p:cTn id="139" dur="1" fill="hold">
                                          <p:stCondLst>
                                            <p:cond delay="249"/>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23400"/>
                                  </p:stCondLst>
                                  <p:childTnLst>
                                    <p:animEffect transition="out" filter="fade">
                                      <p:cBhvr>
                                        <p:cTn id="141" dur="250"/>
                                        <p:tgtEl>
                                          <p:spTgt spid="14"/>
                                        </p:tgtEl>
                                      </p:cBhvr>
                                    </p:animEffect>
                                    <p:set>
                                      <p:cBhvr>
                                        <p:cTn id="142" dur="1" fill="hold">
                                          <p:stCondLst>
                                            <p:cond delay="249"/>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23400"/>
                                  </p:stCondLst>
                                  <p:childTnLst>
                                    <p:animEffect transition="out" filter="fade">
                                      <p:cBhvr>
                                        <p:cTn id="144" dur="250"/>
                                        <p:tgtEl>
                                          <p:spTgt spid="15"/>
                                        </p:tgtEl>
                                      </p:cBhvr>
                                    </p:animEffect>
                                    <p:set>
                                      <p:cBhvr>
                                        <p:cTn id="145" dur="1" fill="hold">
                                          <p:stCondLst>
                                            <p:cond delay="249"/>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23480"/>
                                  </p:stCondLst>
                                  <p:childTnLst>
                                    <p:animEffect transition="out" filter="fade">
                                      <p:cBhvr>
                                        <p:cTn id="147" dur="200"/>
                                        <p:tgtEl>
                                          <p:spTgt spid="41"/>
                                        </p:tgtEl>
                                      </p:cBhvr>
                                    </p:animEffect>
                                    <p:set>
                                      <p:cBhvr>
                                        <p:cTn id="148" dur="1" fill="hold">
                                          <p:stCondLst>
                                            <p:cond delay="199"/>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23480"/>
                                  </p:stCondLst>
                                  <p:childTnLst>
                                    <p:animEffect transition="out" filter="fade">
                                      <p:cBhvr>
                                        <p:cTn id="150" dur="200"/>
                                        <p:tgtEl>
                                          <p:spTgt spid="42"/>
                                        </p:tgtEl>
                                      </p:cBhvr>
                                    </p:animEffect>
                                    <p:set>
                                      <p:cBhvr>
                                        <p:cTn id="151" dur="1" fill="hold">
                                          <p:stCondLst>
                                            <p:cond delay="199"/>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2350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400"/>
                                        <p:tgtEl>
                                          <p:spTgt spid="43"/>
                                        </p:tgtEl>
                                      </p:cBhvr>
                                    </p:animEffect>
                                    <p:anim calcmode="lin" valueType="num">
                                      <p:cBhvr additive="base">
                                        <p:cTn id="155" dur="400" fill="hold"/>
                                        <p:tgtEl>
                                          <p:spTgt spid="43"/>
                                        </p:tgtEl>
                                        <p:attrNameLst>
                                          <p:attrName>ppt_x</p:attrName>
                                        </p:attrNameLst>
                                      </p:cBhvr>
                                      <p:tavLst>
                                        <p:tav tm="0">
                                          <p:val>
                                            <p:strVal val="#ppt_x-.05"/>
                                          </p:val>
                                        </p:tav>
                                        <p:tav tm="100000">
                                          <p:val>
                                            <p:strVal val="#ppt_x"/>
                                          </p:val>
                                        </p:tav>
                                      </p:tavLst>
                                    </p:anim>
                                    <p:anim calcmode="lin" valueType="num">
                                      <p:cBhvr additive="base">
                                        <p:cTn id="156" dur="400"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23600"/>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600"/>
                                        <p:tgtEl>
                                          <p:spTgt spid="7"/>
                                        </p:tgtEl>
                                      </p:cBhvr>
                                    </p:animEffect>
                                  </p:childTnLst>
                                </p:cTn>
                              </p:par>
                              <p:par>
                                <p:cTn id="165" presetID="42" presetClass="entr" presetSubtype="0" fill="hold" grpId="0" nodeType="withEffect">
                                  <p:stCondLst>
                                    <p:cond delay="23600"/>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300"/>
                                        <p:tgtEl>
                                          <p:spTgt spid="44"/>
                                        </p:tgtEl>
                                      </p:cBhvr>
                                    </p:animEffect>
                                    <p:anim calcmode="lin" valueType="num">
                                      <p:cBhvr additive="base">
                                        <p:cTn id="163" dur="300" fill="hold"/>
                                        <p:tgtEl>
                                          <p:spTgt spid="44"/>
                                        </p:tgtEl>
                                        <p:attrNameLst>
                                          <p:attrName>ppt_x</p:attrName>
                                        </p:attrNameLst>
                                      </p:cBhvr>
                                      <p:tavLst>
                                        <p:tav tm="0">
                                          <p:val>
                                            <p:strVal val="#ppt_x-.05"/>
                                          </p:val>
                                        </p:tav>
                                        <p:tav tm="100000">
                                          <p:val>
                                            <p:strVal val="#ppt_x"/>
                                          </p:val>
                                        </p:tav>
                                      </p:tavLst>
                                    </p:anim>
                                    <p:anim calcmode="lin" valueType="num">
                                      <p:cBhvr additive="base">
                                        <p:cTn id="164" dur="300"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23750"/>
                                  </p:stCondLst>
                                  <p:iterate type="lt">
                                    <p:tmAbs val="30"/>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24100"/>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400" fill="hold"/>
                                        <p:tgtEl>
                                          <p:spTgt spid="16"/>
                                        </p:tgtEl>
                                        <p:attrNameLst>
                                          <p:attrName>ppt_w</p:attrName>
                                        </p:attrNameLst>
                                      </p:cBhvr>
                                      <p:tavLst>
                                        <p:tav tm="0">
                                          <p:val>
                                            <p:strVal val="0"/>
                                          </p:val>
                                        </p:tav>
                                        <p:tav tm="100000">
                                          <p:val>
                                            <p:strVal val="#ppt_w"/>
                                          </p:val>
                                        </p:tav>
                                      </p:tavLst>
                                    </p:anim>
                                    <p:anim calcmode="lin" valueType="num">
                                      <p:cBhvr additive="base">
                                        <p:cTn id="170" dur="400" fill="hold"/>
                                        <p:tgtEl>
                                          <p:spTgt spid="16"/>
                                        </p:tgtEl>
                                        <p:attrNameLst>
                                          <p:attrName>ppt_h</p:attrName>
                                        </p:attrNameLst>
                                      </p:cBhvr>
                                      <p:tavLst>
                                        <p:tav tm="0">
                                          <p:val>
                                            <p:strVal val="0"/>
                                          </p:val>
                                        </p:tav>
                                        <p:tav tm="100000">
                                          <p:val>
                                            <p:strVal val="#ppt_h"/>
                                          </p:val>
                                        </p:tav>
                                      </p:tavLst>
                                    </p:anim>
                                    <p:animEffect transition="in" filter="fade">
                                      <p:cBhvr>
                                        <p:cTn id="171" dur="400"/>
                                        <p:tgtEl>
                                          <p:spTgt spid="16"/>
                                        </p:tgtEl>
                                      </p:cBhvr>
                                    </p:animEffect>
                                  </p:childTnLst>
                                </p:cTn>
                              </p:par>
                              <p:par>
                                <p:cTn id="174" presetID="0" presetClass="path" presetSubtype="0" fill="hold" grpId="1" nodeType="withEffect" autoRev="1" repeatCount="10000">
                                  <p:stCondLst>
                                    <p:cond delay="24500"/>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27000"/>
                                  </p:stCondLst>
                                  <p:childTnLst>
                                    <p:animEffect transition="out" filter="fade">
                                      <p:cBhvr>
                                        <p:cTn id="175" dur="250"/>
                                        <p:tgtEl>
                                          <p:spTgt spid="16"/>
                                        </p:tgtEl>
                                      </p:cBhvr>
                                    </p:animEffect>
                                    <p:set>
                                      <p:cBhvr>
                                        <p:cTn id="176" dur="1" fill="hold">
                                          <p:stCondLst>
                                            <p:cond delay="249"/>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27100"/>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300"/>
                                        <p:tgtEl>
                                          <p:spTgt spid="17"/>
                                        </p:tgtEl>
                                      </p:cBhvr>
                                    </p:animEffect>
                                  </p:childTnLst>
                                </p:cTn>
                              </p:par>
                              <p:par>
                                <p:cTn id="182" presetID="0" presetClass="path" presetSubtype="0" fill="hold" grpId="1" nodeType="withEffect">
                                  <p:stCondLst>
                                    <p:cond delay="27500"/>
                                  </p:stCondLst>
                                  <p:childTnLst>
                                    <p:animMotion origin="layout" path="M 0 0 L 0.36 0 E" pathEditMode="relative" ptsTypes="AA">
                                      <p:cBhvr>
                                        <p:cTn id="181" dur="1300" fill="hold"/>
                                        <p:tgtEl>
                                          <p:spTgt spid="17"/>
                                        </p:tgtEl>
                                        <p:attrNameLst>
                                          <p:attrName>ppt_x</p:attrName>
                                          <p:attrName>ppt_y</p:attrName>
                                        </p:attrNameLst>
                                      </p:cBhvr>
                                    </p:animMotion>
                                  </p:childTnLst>
                                </p:cTn>
                              </p:par>
                              <p:par>
                                <p:cTn id="185" presetID="10" presetClass="exit" presetSubtype="0" fill="hold" grpId="1" nodeType="withEffect">
                                  <p:stCondLst>
                                    <p:cond delay="28000"/>
                                  </p:stCondLst>
                                  <p:childTnLst>
                                    <p:animEffect transition="out" filter="fade">
                                      <p:cBhvr>
                                        <p:cTn id="183" dur="220"/>
                                        <p:tgtEl>
                                          <p:spTgt spid="26"/>
                                        </p:tgtEl>
                                      </p:cBhvr>
                                    </p:animEffect>
                                    <p:set>
                                      <p:cBhvr>
                                        <p:cTn id="184" dur="1" fill="hold">
                                          <p:stCondLst>
                                            <p:cond delay="219"/>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28000"/>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220"/>
                                        <p:tgtEl>
                                          <p:spTgt spid="27"/>
                                        </p:tgtEl>
                                      </p:cBhvr>
                                    </p:animEffect>
                                  </p:childTnLst>
                                </p:cTn>
                              </p:par>
                              <p:par>
                                <p:cTn id="191" presetID="10" presetClass="entr" presetSubtype="0" fill="hold" grpId="0" nodeType="withEffect">
                                  <p:stCondLst>
                                    <p:cond delay="29000"/>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80"/>
                                        <p:tgtEl>
                                          <p:spTgt spid="46"/>
                                        </p:tgtEl>
                                      </p:cBhvr>
                                    </p:animEffect>
                                  </p:childTnLst>
                                </p:cTn>
                              </p:par>
                              <p:par>
                                <p:cTn id="194" presetID="10" presetClass="exit" presetSubtype="0" fill="hold" grpId="1" nodeType="withEffect">
                                  <p:stCondLst>
                                    <p:cond delay="29080"/>
                                  </p:stCondLst>
                                  <p:childTnLst>
                                    <p:animEffect transition="out" filter="fade">
                                      <p:cBhvr>
                                        <p:cTn id="192" dur="200"/>
                                        <p:tgtEl>
                                          <p:spTgt spid="44"/>
                                        </p:tgtEl>
                                      </p:cBhvr>
                                    </p:animEffect>
                                    <p:set>
                                      <p:cBhvr>
                                        <p:cTn id="193" dur="1" fill="hold">
                                          <p:stCondLst>
                                            <p:cond delay="199"/>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29080"/>
                                  </p:stCondLst>
                                  <p:childTnLst>
                                    <p:animEffect transition="out" filter="fade">
                                      <p:cBhvr>
                                        <p:cTn id="195" dur="200"/>
                                        <p:tgtEl>
                                          <p:spTgt spid="45"/>
                                        </p:tgtEl>
                                      </p:cBhvr>
                                    </p:animEffect>
                                    <p:set>
                                      <p:cBhvr>
                                        <p:cTn id="196" dur="1" fill="hold">
                                          <p:stCondLst>
                                            <p:cond delay="199"/>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29100"/>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700"/>
                                        <p:tgtEl>
                                          <p:spTgt spid="18"/>
                                        </p:tgtEl>
                                      </p:cBhvr>
                                    </p:animEffect>
                                  </p:childTnLst>
                                </p:cTn>
                              </p:par>
                              <p:par>
                                <p:cTn id="203" presetID="10" presetClass="exit" presetSubtype="0" fill="hold" grpId="1" nodeType="withEffect">
                                  <p:stCondLst>
                                    <p:cond delay="29120"/>
                                  </p:stCondLst>
                                  <p:childTnLst>
                                    <p:animEffect transition="out" filter="fade">
                                      <p:cBhvr>
                                        <p:cTn id="201" dur="380"/>
                                        <p:tgtEl>
                                          <p:spTgt spid="46"/>
                                        </p:tgtEl>
                                      </p:cBhvr>
                                    </p:animEffect>
                                    <p:set>
                                      <p:cBhvr>
                                        <p:cTn id="202" dur="1" fill="hold">
                                          <p:stCondLst>
                                            <p:cond delay="379"/>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29200"/>
                                  </p:stCondLst>
                                  <p:childTnLst>
                                    <p:animEffect transition="out" filter="fade">
                                      <p:cBhvr>
                                        <p:cTn id="204" dur="220"/>
                                        <p:tgtEl>
                                          <p:spTgt spid="23"/>
                                        </p:tgtEl>
                                      </p:cBhvr>
                                    </p:animEffect>
                                    <p:set>
                                      <p:cBhvr>
                                        <p:cTn id="205" dur="1" fill="hold">
                                          <p:stCondLst>
                                            <p:cond delay="219"/>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29200"/>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220"/>
                                        <p:tgtEl>
                                          <p:spTgt spid="24"/>
                                        </p:tgtEl>
                                      </p:cBhvr>
                                    </p:animEffect>
                                  </p:childTnLst>
                                </p:cTn>
                              </p:par>
                              <p:par>
                                <p:cTn id="214" presetID="42" presetClass="entr" presetSubtype="0" fill="hold" grpId="0" nodeType="withEffect">
                                  <p:stCondLst>
                                    <p:cond delay="29200"/>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300"/>
                                        <p:tgtEl>
                                          <p:spTgt spid="47"/>
                                        </p:tgtEl>
                                      </p:cBhvr>
                                    </p:animEffect>
                                    <p:anim calcmode="lin" valueType="num">
                                      <p:cBhvr additive="base">
                                        <p:cTn id="212" dur="300" fill="hold"/>
                                        <p:tgtEl>
                                          <p:spTgt spid="47"/>
                                        </p:tgtEl>
                                        <p:attrNameLst>
                                          <p:attrName>ppt_x</p:attrName>
                                        </p:attrNameLst>
                                      </p:cBhvr>
                                      <p:tavLst>
                                        <p:tav tm="0">
                                          <p:val>
                                            <p:strVal val="#ppt_x-.05"/>
                                          </p:val>
                                        </p:tav>
                                        <p:tav tm="100000">
                                          <p:val>
                                            <p:strVal val="#ppt_x"/>
                                          </p:val>
                                        </p:tav>
                                      </p:tavLst>
                                    </p:anim>
                                    <p:anim calcmode="lin" valueType="num">
                                      <p:cBhvr additive="base">
                                        <p:cTn id="213" dur="300"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29350"/>
                                  </p:stCondLst>
                                  <p:iterate type="lt">
                                    <p:tmAbs val="30"/>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29400"/>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300" fill="hold"/>
                                        <p:tgtEl>
                                          <p:spTgt spid="30"/>
                                        </p:tgtEl>
                                        <p:attrNameLst>
                                          <p:attrName>ppt_w</p:attrName>
                                        </p:attrNameLst>
                                      </p:cBhvr>
                                      <p:tavLst>
                                        <p:tav tm="0">
                                          <p:val>
                                            <p:strVal val="0"/>
                                          </p:val>
                                        </p:tav>
                                        <p:tav tm="100000">
                                          <p:val>
                                            <p:strVal val="#ppt_w"/>
                                          </p:val>
                                        </p:tav>
                                      </p:tavLst>
                                    </p:anim>
                                    <p:anim calcmode="lin" valueType="num">
                                      <p:cBhvr additive="base">
                                        <p:cTn id="219" dur="300" fill="hold"/>
                                        <p:tgtEl>
                                          <p:spTgt spid="30"/>
                                        </p:tgtEl>
                                        <p:attrNameLst>
                                          <p:attrName>ppt_h</p:attrName>
                                        </p:attrNameLst>
                                      </p:cBhvr>
                                      <p:tavLst>
                                        <p:tav tm="0">
                                          <p:val>
                                            <p:strVal val="0"/>
                                          </p:val>
                                        </p:tav>
                                        <p:tav tm="100000">
                                          <p:val>
                                            <p:strVal val="#ppt_h"/>
                                          </p:val>
                                        </p:tav>
                                      </p:tavLst>
                                    </p:anim>
                                    <p:animEffect transition="in" filter="fade">
                                      <p:cBhvr>
                                        <p:cTn id="220" dur="300"/>
                                        <p:tgtEl>
                                          <p:spTgt spid="30"/>
                                        </p:tgtEl>
                                      </p:cBhvr>
                                    </p:animEffect>
                                  </p:childTnLst>
                                </p:cTn>
                              </p:par>
                              <p:par>
                                <p:cTn id="224" presetID="10" presetClass="exit" presetSubtype="0" fill="hold" grpId="1" nodeType="withEffect">
                                  <p:stCondLst>
                                    <p:cond delay="320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320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320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320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321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321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321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322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323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324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324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324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325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325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329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333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333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334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338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339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343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343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345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349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364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366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2026-10-30T21:20:36Z</dcterms:created>
  <dcterms:modified xsi:type="dcterms:W3CDTF">2026-10-30T21:20:36Z</dcterms:modified>
</cp:coreProperties>
</file>