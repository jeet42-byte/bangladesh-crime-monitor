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3f614a-6103-6124-c2f5-b2d9d0593918}">
          <p14:sldIdLst>
            <p14:sldId id="256"/>
            <p14:sldId id="257"/>
          </p14:sldIdLst>
        </p14:section>
        <p14:section name="Act I: The Hustle" id="{be2afe3c-e2e4-dca8-4908-9598a45f35c5}">
          <p14:sldIdLst>
            <p14:sldId id="258"/>
            <p14:sldId id="259"/>
          </p14:sldIdLst>
        </p14:section>
        <p14:section name="Act II: The Deal" id="{8593b55c-83d6-3227-c4ec-44cda5547e6e}">
          <p14:sldIdLst>
            <p14:sldId id="260"/>
            <p14:sldId id="261"/>
            <p14:sldId id="262"/>
            <p14:sldId id="263"/>
          </p14:sldIdLst>
        </p14:section>
        <p14:section name="Act III: The Fall" id="{96beffa8-455d-1d64-537a-3c71b2b52d18}">
          <p14:sldIdLst>
            <p14:sldId id="264"/>
            <p14:sldId id="265"/>
          </p14:sldIdLst>
        </p14:section>
        <p14:section name="Verdict and Credits" id="{79d2f5d1-fb23-46d7-f47b-e49af169648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 3 clicks inside this slide)
[HOW IT PLAYS] The Act title card and Scene 1 start by themselves when the slide opens. Each [CLICK ▶] below plays the next scene's animation, so the pictures follow your words. The dialogue box shows dramatised paraphrases, not quotes from the film.
[Scene 1 is now playing]
Thank you, Nabin. Act One: the Hustle. Scene one: David is a broke massage therapist in Miami. His bedsheet business has failed, and his girlfriend is pregnant. He needs money, fast.
[CLICK ▶ Scene 2]
Scene two: he meets his old friend Efraim, whose company AEY bids online for the "crumbs" of military procurement: small contracts the big defence companies ignore. David joins him.
[CLICK ▶ Scene 3]
Scene three: a shipment of pistols gets stuck in Jordan, so they fly out, use local fixers and drive it into Iraq. It works, and they get paid.
[CLICK ▶ Scene 4]
Scene four: the money flows. New office, new cars. And David starts lying to his partner about what he really does.
[When the yellow quote appears, pause.] Now let's freeze the frame.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 3 clicks inside this slide)
[HOW IT PLAYS] The Act title card and Scene 5 start by themselves when the slide opens. Each [CLICK ▶] below plays the next scene's animation, so the pictures follow your words. The dialogue box shows dramatised paraphrases, not quotes from the film.
[Scene 5 is now playing]
Thank you, Sweety. Act Two: the Deal.
Scene five: at an arms fair in Las Vegas, they meet Henry Girard, played by Bradley Cooper. Henry is on a terrorist watch list, so he cannot sell to the US government directly. He needs a front.
[CLICK ▶ Scene 6]
Scene six: Henry has access to about 100 million rounds of old rifle ammunition sitting in Albania.
[CLICK ▶ Scene 7]
Scene seven: with this cheap supply and a financier behind them, AEY underbids everyone and wins the Afghan army contract, worth around 300 million dollars.
[CLICK ▶ Scene 8]
Scene eight: Efraim, greedy as ever, starts planning to cut Henry out of his share.
So let's pause again. Is this group actually organized crime?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 3 clicks inside this slide)
[HOW IT PLAYS] The Act title card and Scene 9 start by themselves when the slide opens. Each [CLICK ▶] below plays the next scene's animation, so the pictures follow your words. The dialogue box shows dramatised paraphrases, not quotes from the film.
[Scene 9 is now playing]
Thank you, Imran. Act Three: the Fall.
Scene nine: David discovers the ammunition was made in China, which is banned under a US arms embargo, and by the contract itself.
[CLICK ▶ Scene 10]
Scene ten: instead of reporting it, they have the rounds repacked to remove the Chinese markings. This really happened.
[CLICK ▶ Scene 11]
Scene eleven: David is threatened in Albania, Efraim cheats him out of his money, and their friendship collapses.
[CLICK ▶ Scene 12]
Scene twelve: the federal government steps in. In real life, the case was exposed by journalists in 2008. Efraim was sentenced to four years in prison, and David, who cooperated, to seven months of house arrest.
[Pause.] One last freeze-frame. How did they justify all this to themselves?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childTnLst>
                          </p:cTn>
                        </p:par>
                      </p:childTnLst>
                    </p:cTn>
                  </p:par>
                  <p:par>
                    <p:cTn id="129" fill="hold">
                      <p:stCondLst>
                        <p:cond delay="indefinite"/>
                      </p:stCondLst>
                      <p:childTnLst>
                        <p:par>
                          <p:cTn id="130" fill="hold">
                            <p:stCondLst>
                              <p:cond delay="0"/>
                            </p:stCondLst>
                            <p:childTnLst>
                              <p:par>
                                <p:cTn id="70" presetID="10" presetClass="exit" presetSubtype="0" fill="hold" grpId="1" nodeType="clickEffect">
                                  <p:stCondLst>
                                    <p:cond delay="0"/>
                                  </p:stCondLst>
                                  <p:childTnLst>
                                    <p:animEffect transition="out" filter="fade">
                                      <p:cBhvr>
                                        <p:cTn id="68" dur="200"/>
                                        <p:tgtEl>
                                          <p:spTgt spid="33"/>
                                        </p:tgtEl>
                                      </p:cBhvr>
                                    </p:animEffect>
                                    <p:set>
                                      <p:cBhvr>
                                        <p:cTn id="69" dur="1" fill="hold">
                                          <p:stCondLst>
                                            <p:cond delay="199"/>
                                          </p:stCondLst>
                                        </p:cTn>
                                        <p:tgtEl>
                                          <p:spTgt spid="33"/>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1" dur="250"/>
                                        <p:tgtEl>
                                          <p:spTgt spid="8"/>
                                        </p:tgtEl>
                                      </p:cBhvr>
                                    </p:animEffect>
                                    <p:set>
                                      <p:cBhvr>
                                        <p:cTn id="72" dur="1" fill="hold">
                                          <p:stCondLst>
                                            <p:cond delay="249"/>
                                          </p:stCondLst>
                                        </p:cTn>
                                        <p:tgtEl>
                                          <p:spTgt spid="8"/>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4" dur="250"/>
                                        <p:tgtEl>
                                          <p:spTgt spid="9"/>
                                        </p:tgtEl>
                                      </p:cBhvr>
                                    </p:animEffect>
                                    <p:set>
                                      <p:cBhvr>
                                        <p:cTn id="75" dur="1" fill="hold">
                                          <p:stCondLst>
                                            <p:cond delay="249"/>
                                          </p:stCondLst>
                                        </p:cTn>
                                        <p:tgtEl>
                                          <p:spTgt spid="9"/>
                                        </p:tgtEl>
                                        <p:attrNameLst>
                                          <p:attrName>style.visibility</p:attrName>
                                        </p:attrNameLst>
                                      </p:cBhvr>
                                      <p:to>
                                        <p:strVal val="hidden"/>
                                      </p:to>
                                    </p:set>
                                  </p:childTnLst>
                                </p:cTn>
                              </p:par>
                              <p:par>
                                <p:cTn id="79" presetID="10" presetClass="exit" presetSubtype="0" fill="hold" grpId="1" nodeType="withEffect">
                                  <p:stCondLst>
                                    <p:cond delay="0"/>
                                  </p:stCondLst>
                                  <p:childTnLst>
                                    <p:animEffect transition="out" filter="fade">
                                      <p:cBhvr>
                                        <p:cTn id="77" dur="250"/>
                                        <p:tgtEl>
                                          <p:spTgt spid="10"/>
                                        </p:tgtEl>
                                      </p:cBhvr>
                                    </p:animEffect>
                                    <p:set>
                                      <p:cBhvr>
                                        <p:cTn id="78" dur="1" fill="hold">
                                          <p:stCondLst>
                                            <p:cond delay="249"/>
                                          </p:stCondLst>
                                        </p:cTn>
                                        <p:tgtEl>
                                          <p:spTgt spid="10"/>
                                        </p:tgtEl>
                                        <p:attrNameLst>
                                          <p:attrName>style.visibility</p:attrName>
                                        </p:attrNameLst>
                                      </p:cBhvr>
                                      <p:to>
                                        <p:strVal val="hidden"/>
                                      </p:to>
                                    </p:set>
                                  </p:childTnLst>
                                </p:cTn>
                              </p:par>
                              <p:par>
                                <p:cTn id="82" presetID="10" presetClass="exit" presetSubtype="0" fill="hold" grpId="2" nodeType="withEffect">
                                  <p:stCondLst>
                                    <p:cond delay="0"/>
                                  </p:stCondLst>
                                  <p:childTnLst>
                                    <p:animEffect transition="out" filter="fade">
                                      <p:cBhvr>
                                        <p:cTn id="80" dur="250"/>
                                        <p:tgtEl>
                                          <p:spTgt spid="25"/>
                                        </p:tgtEl>
                                      </p:cBhvr>
                                    </p:animEffect>
                                    <p:set>
                                      <p:cBhvr>
                                        <p:cTn id="81" dur="1" fill="hold">
                                          <p:stCondLst>
                                            <p:cond delay="249"/>
                                          </p:stCondLst>
                                        </p:cTn>
                                        <p:tgtEl>
                                          <p:spTgt spid="25"/>
                                        </p:tgtEl>
                                        <p:attrNameLst>
                                          <p:attrName>style.visibility</p:attrName>
                                        </p:attrNameLst>
                                      </p:cBhvr>
                                      <p:to>
                                        <p:strVal val="hidden"/>
                                      </p:to>
                                    </p:set>
                                  </p:childTnLst>
                                </p:cTn>
                              </p:par>
                              <p:par>
                                <p:cTn id="87" presetID="42" presetClass="entr" presetSubtype="0" fill="hold" grpId="0" nodeType="withEffect">
                                  <p:stCondLst>
                                    <p:cond delay="10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anim calcmode="lin" valueType="num">
                                      <p:cBhvr additive="base">
                                        <p:cTn id="85" dur="400" fill="hold"/>
                                        <p:tgtEl>
                                          <p:spTgt spid="36"/>
                                        </p:tgtEl>
                                        <p:attrNameLst>
                                          <p:attrName>ppt_x</p:attrName>
                                        </p:attrNameLst>
                                      </p:cBhvr>
                                      <p:tavLst>
                                        <p:tav tm="0">
                                          <p:val>
                                            <p:strVal val="#ppt_x-.05"/>
                                          </p:val>
                                        </p:tav>
                                        <p:tav tm="100000">
                                          <p:val>
                                            <p:strVal val="#ppt_x"/>
                                          </p:val>
                                        </p:tav>
                                      </p:tavLst>
                                    </p:anim>
                                    <p:anim calcmode="lin" valueType="num">
                                      <p:cBhvr additive="base">
                                        <p:cTn id="86" dur="400" fill="hold"/>
                                        <p:tgtEl>
                                          <p:spTgt spid="36"/>
                                        </p:tgtEl>
                                        <p:attrNameLst>
                                          <p:attrName>ppt_y</p:attrName>
                                        </p:attrNameLst>
                                      </p:cBhvr>
                                      <p:tavLst>
                                        <p:tav tm="0">
                                          <p:val>
                                            <p:strVal val="#ppt_y"/>
                                          </p:val>
                                        </p:tav>
                                        <p:tav tm="100000">
                                          <p:val>
                                            <p:strVal val="#ppt_y"/>
                                          </p:val>
                                        </p:tav>
                                      </p:tavLst>
                                    </p:anim>
                                  </p:childTnLst>
                                </p:cTn>
                              </p:par>
                              <p:par>
                                <p:cTn id="90" presetID="10" presetClass="exit" presetSubtype="0" fill="hold" grpId="1" nodeType="withEffect">
                                  <p:stCondLst>
                                    <p:cond delay="180"/>
                                  </p:stCondLst>
                                  <p:childTnLst>
                                    <p:animEffect transition="out" filter="fade">
                                      <p:cBhvr>
                                        <p:cTn id="88" dur="200"/>
                                        <p:tgtEl>
                                          <p:spTgt spid="34"/>
                                        </p:tgtEl>
                                      </p:cBhvr>
                                    </p:animEffect>
                                    <p:set>
                                      <p:cBhvr>
                                        <p:cTn id="89" dur="1" fill="hold">
                                          <p:stCondLst>
                                            <p:cond delay="199"/>
                                          </p:stCondLst>
                                        </p:cTn>
                                        <p:tgtEl>
                                          <p:spTgt spid="34"/>
                                        </p:tgtEl>
                                        <p:attrNameLst>
                                          <p:attrName>style.visibility</p:attrName>
                                        </p:attrNameLst>
                                      </p:cBhvr>
                                      <p:to>
                                        <p:strVal val="hidden"/>
                                      </p:to>
                                    </p:set>
                                  </p:childTnLst>
                                </p:cTn>
                              </p:par>
                              <p:par>
                                <p:cTn id="93" presetID="10" presetClass="exit" presetSubtype="0" fill="hold" grpId="1" nodeType="withEffect">
                                  <p:stCondLst>
                                    <p:cond delay="180"/>
                                  </p:stCondLst>
                                  <p:childTnLst>
                                    <p:animEffect transition="out" filter="fade">
                                      <p:cBhvr>
                                        <p:cTn id="91" dur="200"/>
                                        <p:tgtEl>
                                          <p:spTgt spid="35"/>
                                        </p:tgtEl>
                                      </p:cBhvr>
                                    </p:animEffect>
                                    <p:set>
                                      <p:cBhvr>
                                        <p:cTn id="92" dur="1" fill="hold">
                                          <p:stCondLst>
                                            <p:cond delay="199"/>
                                          </p:stCondLst>
                                        </p:cTn>
                                        <p:tgtEl>
                                          <p:spTgt spid="35"/>
                                        </p:tgtEl>
                                        <p:attrNameLst>
                                          <p:attrName>style.visibility</p:attrName>
                                        </p:attrNameLst>
                                      </p:cBhvr>
                                      <p:to>
                                        <p:strVal val="hidden"/>
                                      </p:to>
                                    </p:set>
                                  </p:childTnLst>
                                </p:cTn>
                              </p:par>
                              <p:par>
                                <p:cTn id="98" presetID="42" presetClass="entr" presetSubtype="0" fill="hold" grpId="0" nodeType="withEffect">
                                  <p:stCondLst>
                                    <p:cond delay="20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05"/>
                                          </p:val>
                                        </p:tav>
                                        <p:tav tm="100000">
                                          <p:val>
                                            <p:strVal val="#ppt_x"/>
                                          </p:val>
                                        </p:tav>
                                      </p:tavLst>
                                    </p:anim>
                                    <p:anim calcmode="lin" valueType="num">
                                      <p:cBhvr additive="base">
                                        <p:cTn id="97" dur="500" fill="hold"/>
                                        <p:tgtEl>
                                          <p:spTgt spid="23"/>
                                        </p:tgtEl>
                                        <p:attrNameLst>
                                          <p:attrName>ppt_y</p:attrName>
                                        </p:attrNameLst>
                                      </p:cBhvr>
                                      <p:tavLst>
                                        <p:tav tm="0">
                                          <p:val>
                                            <p:strVal val="#ppt_y"/>
                                          </p:val>
                                        </p:tav>
                                        <p:tav tm="100000">
                                          <p:val>
                                            <p:strVal val="#ppt_y"/>
                                          </p:val>
                                        </p:tav>
                                      </p:tavLst>
                                    </p:anim>
                                  </p:childTnLst>
                                </p:cTn>
                              </p:par>
                              <p:par>
                                <p:cTn id="103" presetID="42" presetClass="entr" presetSubtype="0" fill="hold" grpId="0" nodeType="withEffect">
                                  <p:stCondLst>
                                    <p:cond delay="30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00"/>
                                        <p:tgtEl>
                                          <p:spTgt spid="37"/>
                                        </p:tgtEl>
                                      </p:cBhvr>
                                    </p:animEffect>
                                    <p:anim calcmode="lin" valueType="num">
                                      <p:cBhvr additive="base">
                                        <p:cTn id="101" dur="300" fill="hold"/>
                                        <p:tgtEl>
                                          <p:spTgt spid="37"/>
                                        </p:tgtEl>
                                        <p:attrNameLst>
                                          <p:attrName>ppt_x</p:attrName>
                                        </p:attrNameLst>
                                      </p:cBhvr>
                                      <p:tavLst>
                                        <p:tav tm="0">
                                          <p:val>
                                            <p:strVal val="#ppt_x-.05"/>
                                          </p:val>
                                        </p:tav>
                                        <p:tav tm="100000">
                                          <p:val>
                                            <p:strVal val="#ppt_x"/>
                                          </p:val>
                                        </p:tav>
                                      </p:tavLst>
                                    </p:anim>
                                    <p:anim calcmode="lin" valueType="num">
                                      <p:cBhvr additive="base">
                                        <p:cTn id="102" dur="300" fill="hold"/>
                                        <p:tgtEl>
                                          <p:spTgt spid="37"/>
                                        </p:tgtEl>
                                        <p:attrNameLst>
                                          <p:attrName>ppt_y</p:attrName>
                                        </p:attrNameLst>
                                      </p:cBhvr>
                                      <p:tavLst>
                                        <p:tav tm="0">
                                          <p:val>
                                            <p:strVal val="#ppt_y"/>
                                          </p:val>
                                        </p:tav>
                                        <p:tav tm="100000">
                                          <p:val>
                                            <p:strVal val="#ppt_y"/>
                                          </p:val>
                                        </p:tav>
                                      </p:tavLst>
                                    </p:anim>
                                  </p:childTnLst>
                                </p:cTn>
                              </p:par>
                              <p:par>
                                <p:cTn id="105" presetID="1" presetClass="entr" presetSubtype="0" fill="hold" grpId="0" nodeType="withEffect">
                                  <p:stCondLst>
                                    <p:cond delay="450"/>
                                  </p:stCondLst>
                                  <p:iterate type="lt">
                                    <p:tmAbs val="30"/>
                                  </p:iterate>
                                  <p:childTnLst>
                                    <p:set>
                                      <p:cBhvr>
                                        <p:cTn id="104" dur="1" fill="hold">
                                          <p:stCondLst>
                                            <p:cond delay="0"/>
                                          </p:stCondLst>
                                        </p:cTn>
                                        <p:tgtEl>
                                          <p:spTgt spid="38"/>
                                        </p:tgtEl>
                                        <p:attrNameLst>
                                          <p:attrName>style.visibility</p:attrName>
                                        </p:attrNameLst>
                                      </p:cBhvr>
                                      <p:to>
                                        <p:strVal val="visible"/>
                                      </p:to>
                                    </p:set>
                                  </p:childTnLst>
                                </p:cTn>
                              </p:par>
                              <p:par>
                                <p:cTn id="110" presetID="53" presetClass="entr" presetSubtype="16" fill="hold" grpId="0" nodeType="withEffect">
                                  <p:stCondLst>
                                    <p:cond delay="8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300" fill="hold"/>
                                        <p:tgtEl>
                                          <p:spTgt spid="27"/>
                                        </p:tgtEl>
                                        <p:attrNameLst>
                                          <p:attrName>ppt_w</p:attrName>
                                        </p:attrNameLst>
                                      </p:cBhvr>
                                      <p:tavLst>
                                        <p:tav tm="0">
                                          <p:val>
                                            <p:strVal val="0"/>
                                          </p:val>
                                        </p:tav>
                                        <p:tav tm="100000">
                                          <p:val>
                                            <p:strVal val="#ppt_w"/>
                                          </p:val>
                                        </p:tav>
                                      </p:tavLst>
                                    </p:anim>
                                    <p:anim calcmode="lin" valueType="num">
                                      <p:cBhvr additive="base">
                                        <p:cTn id="108" dur="300" fill="hold"/>
                                        <p:tgtEl>
                                          <p:spTgt spid="27"/>
                                        </p:tgtEl>
                                        <p:attrNameLst>
                                          <p:attrName>ppt_h</p:attrName>
                                        </p:attrNameLst>
                                      </p:cBhvr>
                                      <p:tavLst>
                                        <p:tav tm="0">
                                          <p:val>
                                            <p:strVal val="0"/>
                                          </p:val>
                                        </p:tav>
                                        <p:tav tm="100000">
                                          <p:val>
                                            <p:strVal val="#ppt_h"/>
                                          </p:val>
                                        </p:tav>
                                      </p:tavLst>
                                    </p:anim>
                                    <p:animEffect transition="in" filter="fade">
                                      <p:cBhvr>
                                        <p:cTn id="109" dur="300"/>
                                        <p:tgtEl>
                                          <p:spTgt spid="27"/>
                                        </p:tgtEl>
                                      </p:cBhvr>
                                    </p:animEffect>
                                  </p:childTnLst>
                                </p:cTn>
                              </p:par>
                              <p:par>
                                <p:cTn id="115" presetID="53" presetClass="entr" presetSubtype="16" fill="hold" grpId="0" nodeType="withEffect">
                                  <p:stCondLst>
                                    <p:cond delay="900"/>
                                  </p:stCondLst>
                                  <p:childTnLst>
                                    <p:set>
                                      <p:cBhvr>
                                        <p:cTn id="111" dur="1" fill="hold">
                                          <p:stCondLst>
                                            <p:cond delay="0"/>
                                          </p:stCondLst>
                                        </p:cTn>
                                        <p:tgtEl>
                                          <p:spTgt spid="11"/>
                                        </p:tgtEl>
                                        <p:attrNameLst>
                                          <p:attrName>style.visibility</p:attrName>
                                        </p:attrNameLst>
                                      </p:cBhvr>
                                      <p:to>
                                        <p:strVal val="visible"/>
                                      </p:to>
                                    </p:set>
                                    <p:anim calcmode="lin" valueType="num">
                                      <p:cBhvr additive="base">
                                        <p:cTn id="112" dur="500" fill="hold"/>
                                        <p:tgtEl>
                                          <p:spTgt spid="11"/>
                                        </p:tgtEl>
                                        <p:attrNameLst>
                                          <p:attrName>ppt_w</p:attrName>
                                        </p:attrNameLst>
                                      </p:cBhvr>
                                      <p:tavLst>
                                        <p:tav tm="0">
                                          <p:val>
                                            <p:strVal val="0"/>
                                          </p:val>
                                        </p:tav>
                                        <p:tav tm="100000">
                                          <p:val>
                                            <p:strVal val="#ppt_w"/>
                                          </p:val>
                                        </p:tav>
                                      </p:tavLst>
                                    </p:anim>
                                    <p:anim calcmode="lin" valueType="num">
                                      <p:cBhvr additive="base">
                                        <p:cTn id="113" dur="500" fill="hold"/>
                                        <p:tgtEl>
                                          <p:spTgt spid="11"/>
                                        </p:tgtEl>
                                        <p:attrNameLst>
                                          <p:attrName>ppt_h</p:attrName>
                                        </p:attrNameLst>
                                      </p:cBhvr>
                                      <p:tavLst>
                                        <p:tav tm="0">
                                          <p:val>
                                            <p:strVal val="0"/>
                                          </p:val>
                                        </p:tav>
                                        <p:tav tm="100000">
                                          <p:val>
                                            <p:strVal val="#ppt_h"/>
                                          </p:val>
                                        </p:tav>
                                      </p:tavLst>
                                    </p:anim>
                                    <p:animEffect transition="in" filter="fade">
                                      <p:cBhvr>
                                        <p:cTn id="114" dur="500"/>
                                        <p:tgtEl>
                                          <p:spTgt spid="11"/>
                                        </p:tgtEl>
                                      </p:cBhvr>
                                    </p:animEffect>
                                  </p:childTnLst>
                                </p:cTn>
                              </p:par>
                              <p:par>
                                <p:cTn id="117" presetID="8" presetClass="emph" presetSubtype="0" fill="hold" grpId="1" nodeType="withEffect" repeatCount="indefinite">
                                  <p:stCondLst>
                                    <p:cond delay="1100"/>
                                  </p:stCondLst>
                                  <p:childTnLst>
                                    <p:animRot by="21600000">
                                      <p:cBhvr>
                                        <p:cTn id="116" dur="1500" fill="hold"/>
                                        <p:tgtEl>
                                          <p:spTgt spid="27"/>
                                        </p:tgtEl>
                                        <p:attrNameLst>
                                          <p:attrName>r</p:attrName>
                                        </p:attrNameLst>
                                      </p:cBhvr>
                                    </p:animRot>
                                  </p:childTnLst>
                                </p:cTn>
                              </p:par>
                              <p:par>
                                <p:cTn id="122" presetID="53" presetClass="entr" presetSubtype="16" fill="hold" grpId="0" nodeType="withEffect">
                                  <p:stCondLst>
                                    <p:cond delay="1400"/>
                                  </p:stCondLst>
                                  <p:childTnLst>
                                    <p:set>
                                      <p:cBhvr>
                                        <p:cTn id="118" dur="1" fill="hold">
                                          <p:stCondLst>
                                            <p:cond delay="0"/>
                                          </p:stCondLst>
                                        </p:cTn>
                                        <p:tgtEl>
                                          <p:spTgt spid="12"/>
                                        </p:tgtEl>
                                        <p:attrNameLst>
                                          <p:attrName>style.visibility</p:attrName>
                                        </p:attrNameLst>
                                      </p:cBhvr>
                                      <p:to>
                                        <p:strVal val="visible"/>
                                      </p:to>
                                    </p:set>
                                    <p:anim calcmode="lin" valueType="num">
                                      <p:cBhvr additive="base">
                                        <p:cTn id="119" dur="400" fill="hold"/>
                                        <p:tgtEl>
                                          <p:spTgt spid="12"/>
                                        </p:tgtEl>
                                        <p:attrNameLst>
                                          <p:attrName>ppt_w</p:attrName>
                                        </p:attrNameLst>
                                      </p:cBhvr>
                                      <p:tavLst>
                                        <p:tav tm="0">
                                          <p:val>
                                            <p:strVal val="0"/>
                                          </p:val>
                                        </p:tav>
                                        <p:tav tm="100000">
                                          <p:val>
                                            <p:strVal val="#ppt_w"/>
                                          </p:val>
                                        </p:tav>
                                      </p:tavLst>
                                    </p:anim>
                                    <p:anim calcmode="lin" valueType="num">
                                      <p:cBhvr additive="base">
                                        <p:cTn id="120" dur="400" fill="hold"/>
                                        <p:tgtEl>
                                          <p:spTgt spid="12"/>
                                        </p:tgtEl>
                                        <p:attrNameLst>
                                          <p:attrName>ppt_h</p:attrName>
                                        </p:attrNameLst>
                                      </p:cBhvr>
                                      <p:tavLst>
                                        <p:tav tm="0">
                                          <p:val>
                                            <p:strVal val="0"/>
                                          </p:val>
                                        </p:tav>
                                        <p:tav tm="100000">
                                          <p:val>
                                            <p:strVal val="#ppt_h"/>
                                          </p:val>
                                        </p:tav>
                                      </p:tavLst>
                                    </p:anim>
                                    <p:animEffect transition="in" filter="fade">
                                      <p:cBhvr>
                                        <p:cTn id="121" dur="400"/>
                                        <p:tgtEl>
                                          <p:spTgt spid="12"/>
                                        </p:tgtEl>
                                      </p:cBhvr>
                                    </p:animEffect>
                                  </p:childTnLst>
                                </p:cTn>
                              </p:par>
                              <p:par>
                                <p:cTn id="125" presetID="10" presetClass="exit" presetSubtype="0" fill="hold" grpId="1" nodeType="withEffect">
                                  <p:stCondLst>
                                    <p:cond delay="3600"/>
                                  </p:stCondLst>
                                  <p:childTnLst>
                                    <p:animEffect transition="out" filter="fade">
                                      <p:cBhvr>
                                        <p:cTn id="123" dur="220"/>
                                        <p:tgtEl>
                                          <p:spTgt spid="19"/>
                                        </p:tgtEl>
                                      </p:cBhvr>
                                    </p:animEffect>
                                    <p:set>
                                      <p:cBhvr>
                                        <p:cTn id="124" dur="1" fill="hold">
                                          <p:stCondLst>
                                            <p:cond delay="219"/>
                                          </p:stCondLst>
                                        </p:cTn>
                                        <p:tgtEl>
                                          <p:spTgt spid="19"/>
                                        </p:tgtEl>
                                        <p:attrNameLst>
                                          <p:attrName>style.visibility</p:attrName>
                                        </p:attrNameLst>
                                      </p:cBhvr>
                                      <p:to>
                                        <p:strVal val="hidden"/>
                                      </p:to>
                                    </p:set>
                                  </p:childTnLst>
                                </p:cTn>
                              </p:par>
                              <p:par>
                                <p:cTn id="128" presetID="10" presetClass="entr" presetSubtype="0" fill="hold" grpId="0" nodeType="withEffect">
                                  <p:stCondLst>
                                    <p:cond delay="3600"/>
                                  </p:stCondLst>
                                  <p:childTnLst>
                                    <p:set>
                                      <p:cBhvr>
                                        <p:cTn id="126" dur="1" fill="hold">
                                          <p:stCondLst>
                                            <p:cond delay="0"/>
                                          </p:stCondLst>
                                        </p:cTn>
                                        <p:tgtEl>
                                          <p:spTgt spid="20"/>
                                        </p:tgtEl>
                                        <p:attrNameLst>
                                          <p:attrName>style.visibility</p:attrName>
                                        </p:attrNameLst>
                                      </p:cBhvr>
                                      <p:to>
                                        <p:strVal val="visible"/>
                                      </p:to>
                                    </p:set>
                                    <p:animEffect transition="in" filter="fade">
                                      <p:cBhvr>
                                        <p:cTn id="127" dur="220"/>
                                        <p:tgtEl>
                                          <p:spTgt spid="20"/>
                                        </p:tgtEl>
                                      </p:cBhvr>
                                    </p:animEffect>
                                  </p:childTnLst>
                                </p:cTn>
                              </p:par>
                            </p:childTnLst>
                          </p:cTn>
                        </p:par>
                      </p:childTnLst>
                    </p:cTn>
                  </p:par>
                  <p:par>
                    <p:cTn id="189" fill="hold">
                      <p:stCondLst>
                        <p:cond delay="indefinite"/>
                      </p:stCondLst>
                      <p:childTnLst>
                        <p:par>
                          <p:cTn id="190" fill="hold">
                            <p:stCondLst>
                              <p:cond delay="0"/>
                            </p:stCondLst>
                            <p:childTnLst>
                              <p:par>
                                <p:cTn id="133" presetID="10" presetClass="exit" presetSubtype="0" fill="hold" grpId="1" nodeType="clickEffect">
                                  <p:stCondLst>
                                    <p:cond delay="0"/>
                                  </p:stCondLst>
                                  <p:childTnLst>
                                    <p:animEffect transition="out" filter="fade">
                                      <p:cBhvr>
                                        <p:cTn id="131" dur="200"/>
                                        <p:tgtEl>
                                          <p:spTgt spid="36"/>
                                        </p:tgtEl>
                                      </p:cBhvr>
                                    </p:animEffect>
                                    <p:set>
                                      <p:cBhvr>
                                        <p:cTn id="132" dur="1" fill="hold">
                                          <p:stCondLst>
                                            <p:cond delay="199"/>
                                          </p:stCondLst>
                                        </p:cTn>
                                        <p:tgtEl>
                                          <p:spTgt spid="36"/>
                                        </p:tgtEl>
                                        <p:attrNameLst>
                                          <p:attrName>style.visibility</p:attrName>
                                        </p:attrNameLst>
                                      </p:cBhvr>
                                      <p:to>
                                        <p:strVal val="hidden"/>
                                      </p:to>
                                    </p:set>
                                  </p:childTnLst>
                                </p:cTn>
                              </p:par>
                              <p:par>
                                <p:cTn id="136" presetID="10" presetClass="exit" presetSubtype="0" fill="hold" grpId="1" nodeType="withEffect">
                                  <p:stCondLst>
                                    <p:cond delay="0"/>
                                  </p:stCondLst>
                                  <p:childTnLst>
                                    <p:animEffect transition="out" filter="fade">
                                      <p:cBhvr>
                                        <p:cTn id="134" dur="250"/>
                                        <p:tgtEl>
                                          <p:spTgt spid="11"/>
                                        </p:tgtEl>
                                      </p:cBhvr>
                                    </p:animEffect>
                                    <p:set>
                                      <p:cBhvr>
                                        <p:cTn id="135" dur="1" fill="hold">
                                          <p:stCondLst>
                                            <p:cond delay="249"/>
                                          </p:stCondLst>
                                        </p:cTn>
                                        <p:tgtEl>
                                          <p:spTgt spid="11"/>
                                        </p:tgtEl>
                                        <p:attrNameLst>
                                          <p:attrName>style.visibility</p:attrName>
                                        </p:attrNameLst>
                                      </p:cBhvr>
                                      <p:to>
                                        <p:strVal val="hidden"/>
                                      </p:to>
                                    </p:set>
                                  </p:childTnLst>
                                </p:cTn>
                              </p:par>
                              <p:par>
                                <p:cTn id="139" presetID="10" presetClass="exit" presetSubtype="0" fill="hold" grpId="1" nodeType="withEffect">
                                  <p:stCondLst>
                                    <p:cond delay="0"/>
                                  </p:stCondLst>
                                  <p:childTnLst>
                                    <p:animEffect transition="out" filter="fade">
                                      <p:cBhvr>
                                        <p:cTn id="137" dur="250"/>
                                        <p:tgtEl>
                                          <p:spTgt spid="12"/>
                                        </p:tgtEl>
                                      </p:cBhvr>
                                    </p:animEffect>
                                    <p:set>
                                      <p:cBhvr>
                                        <p:cTn id="138" dur="1" fill="hold">
                                          <p:stCondLst>
                                            <p:cond delay="249"/>
                                          </p:stCondLst>
                                        </p:cTn>
                                        <p:tgtEl>
                                          <p:spTgt spid="12"/>
                                        </p:tgtEl>
                                        <p:attrNameLst>
                                          <p:attrName>style.visibility</p:attrName>
                                        </p:attrNameLst>
                                      </p:cBhvr>
                                      <p:to>
                                        <p:strVal val="hidden"/>
                                      </p:to>
                                    </p:set>
                                  </p:childTnLst>
                                </p:cTn>
                              </p:par>
                              <p:par>
                                <p:cTn id="142" presetID="10" presetClass="exit" presetSubtype="0" fill="hold" grpId="2" nodeType="withEffect">
                                  <p:stCondLst>
                                    <p:cond delay="0"/>
                                  </p:stCondLst>
                                  <p:childTnLst>
                                    <p:animEffect transition="out" filter="fade">
                                      <p:cBhvr>
                                        <p:cTn id="140" dur="250"/>
                                        <p:tgtEl>
                                          <p:spTgt spid="27"/>
                                        </p:tgtEl>
                                      </p:cBhvr>
                                    </p:animEffect>
                                    <p:set>
                                      <p:cBhvr>
                                        <p:cTn id="141" dur="1" fill="hold">
                                          <p:stCondLst>
                                            <p:cond delay="249"/>
                                          </p:stCondLst>
                                        </p:cTn>
                                        <p:tgtEl>
                                          <p:spTgt spid="27"/>
                                        </p:tgtEl>
                                        <p:attrNameLst>
                                          <p:attrName>style.visibility</p:attrName>
                                        </p:attrNameLst>
                                      </p:cBhvr>
                                      <p:to>
                                        <p:strVal val="hidden"/>
                                      </p:to>
                                    </p:set>
                                  </p:childTnLst>
                                </p:cTn>
                              </p:par>
                              <p:par>
                                <p:cTn id="145" presetID="10" presetClass="exit" presetSubtype="0" fill="hold" grpId="1" nodeType="withEffect">
                                  <p:stCondLst>
                                    <p:cond delay="80"/>
                                  </p:stCondLst>
                                  <p:childTnLst>
                                    <p:animEffect transition="out" filter="fade">
                                      <p:cBhvr>
                                        <p:cTn id="143" dur="200"/>
                                        <p:tgtEl>
                                          <p:spTgt spid="37"/>
                                        </p:tgtEl>
                                      </p:cBhvr>
                                    </p:animEffect>
                                    <p:set>
                                      <p:cBhvr>
                                        <p:cTn id="144" dur="1" fill="hold">
                                          <p:stCondLst>
                                            <p:cond delay="199"/>
                                          </p:stCondLst>
                                        </p:cTn>
                                        <p:tgtEl>
                                          <p:spTgt spid="37"/>
                                        </p:tgtEl>
                                        <p:attrNameLst>
                                          <p:attrName>style.visibility</p:attrName>
                                        </p:attrNameLst>
                                      </p:cBhvr>
                                      <p:to>
                                        <p:strVal val="hidden"/>
                                      </p:to>
                                    </p:set>
                                  </p:childTnLst>
                                </p:cTn>
                              </p:par>
                              <p:par>
                                <p:cTn id="148" presetID="10" presetClass="exit" presetSubtype="0" fill="hold" grpId="1" nodeType="withEffect">
                                  <p:stCondLst>
                                    <p:cond delay="80"/>
                                  </p:stCondLst>
                                  <p:childTnLst>
                                    <p:animEffect transition="out" filter="fade">
                                      <p:cBhvr>
                                        <p:cTn id="146" dur="200"/>
                                        <p:tgtEl>
                                          <p:spTgt spid="38"/>
                                        </p:tgtEl>
                                      </p:cBhvr>
                                    </p:animEffect>
                                    <p:set>
                                      <p:cBhvr>
                                        <p:cTn id="147" dur="1" fill="hold">
                                          <p:stCondLst>
                                            <p:cond delay="199"/>
                                          </p:stCondLst>
                                        </p:cTn>
                                        <p:tgtEl>
                                          <p:spTgt spid="38"/>
                                        </p:tgtEl>
                                        <p:attrNameLst>
                                          <p:attrName>style.visibility</p:attrName>
                                        </p:attrNameLst>
                                      </p:cBhvr>
                                      <p:to>
                                        <p:strVal val="hidden"/>
                                      </p:to>
                                    </p:set>
                                  </p:childTnLst>
                                </p:cTn>
                              </p:par>
                              <p:par>
                                <p:cTn id="153" presetID="42" presetClass="entr" presetSubtype="0" fill="hold" grpId="0" nodeType="withEffect">
                                  <p:stCondLst>
                                    <p:cond delay="10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400"/>
                                        <p:tgtEl>
                                          <p:spTgt spid="39"/>
                                        </p:tgtEl>
                                      </p:cBhvr>
                                    </p:animEffect>
                                    <p:anim calcmode="lin" valueType="num">
                                      <p:cBhvr additive="base">
                                        <p:cTn id="151" dur="400" fill="hold"/>
                                        <p:tgtEl>
                                          <p:spTgt spid="39"/>
                                        </p:tgtEl>
                                        <p:attrNameLst>
                                          <p:attrName>ppt_x</p:attrName>
                                        </p:attrNameLst>
                                      </p:cBhvr>
                                      <p:tavLst>
                                        <p:tav tm="0">
                                          <p:val>
                                            <p:strVal val="#ppt_x-.05"/>
                                          </p:val>
                                        </p:tav>
                                        <p:tav tm="100000">
                                          <p:val>
                                            <p:strVal val="#ppt_x"/>
                                          </p:val>
                                        </p:tav>
                                      </p:tavLst>
                                    </p:anim>
                                    <p:anim calcmode="lin" valueType="num">
                                      <p:cBhvr additive="base">
                                        <p:cTn id="152" dur="400" fill="hold"/>
                                        <p:tgtEl>
                                          <p:spTgt spid="39"/>
                                        </p:tgtEl>
                                        <p:attrNameLst>
                                          <p:attrName>ppt_y</p:attrName>
                                        </p:attrNameLst>
                                      </p:cBhvr>
                                      <p:tavLst>
                                        <p:tav tm="0">
                                          <p:val>
                                            <p:strVal val="#ppt_y"/>
                                          </p:val>
                                        </p:tav>
                                        <p:tav tm="100000">
                                          <p:val>
                                            <p:strVal val="#ppt_y"/>
                                          </p:val>
                                        </p:tav>
                                      </p:tavLst>
                                    </p:anim>
                                  </p:childTnLst>
                                </p:cTn>
                              </p:par>
                              <p:par>
                                <p:cTn id="156" presetID="22" presetClass="entr" presetSubtype="8" fill="hold" grpId="0" nodeType="withEffect">
                                  <p:stCondLst>
                                    <p:cond delay="200"/>
                                  </p:stCondLst>
                                  <p:childTnLst>
                                    <p:set>
                                      <p:cBhvr>
                                        <p:cTn id="154" dur="1" fill="hold">
                                          <p:stCondLst>
                                            <p:cond delay="0"/>
                                          </p:stCondLst>
                                        </p:cTn>
                                        <p:tgtEl>
                                          <p:spTgt spid="13"/>
                                        </p:tgtEl>
                                        <p:attrNameLst>
                                          <p:attrName>style.visibility</p:attrName>
                                        </p:attrNameLst>
                                      </p:cBhvr>
                                      <p:to>
                                        <p:strVal val="visible"/>
                                      </p:to>
                                    </p:set>
                                    <p:animEffect transition="in" filter="wipe(left)">
                                      <p:cBhvr>
                                        <p:cTn id="155" dur="1100"/>
                                        <p:tgtEl>
                                          <p:spTgt spid="13"/>
                                        </p:tgtEl>
                                      </p:cBhvr>
                                    </p:animEffect>
                                  </p:childTnLst>
                                </p:cTn>
                              </p:par>
                              <p:par>
                                <p:cTn id="161" presetID="42" presetClass="entr" presetSubtype="0" fill="hold" grpId="0" nodeType="withEffect">
                                  <p:stCondLst>
                                    <p:cond delay="20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300"/>
                                        <p:tgtEl>
                                          <p:spTgt spid="40"/>
                                        </p:tgtEl>
                                      </p:cBhvr>
                                    </p:animEffect>
                                    <p:anim calcmode="lin" valueType="num">
                                      <p:cBhvr additive="base">
                                        <p:cTn id="159" dur="300" fill="hold"/>
                                        <p:tgtEl>
                                          <p:spTgt spid="40"/>
                                        </p:tgtEl>
                                        <p:attrNameLst>
                                          <p:attrName>ppt_x</p:attrName>
                                        </p:attrNameLst>
                                      </p:cBhvr>
                                      <p:tavLst>
                                        <p:tav tm="0">
                                          <p:val>
                                            <p:strVal val="#ppt_x-.05"/>
                                          </p:val>
                                        </p:tav>
                                        <p:tav tm="100000">
                                          <p:val>
                                            <p:strVal val="#ppt_x"/>
                                          </p:val>
                                        </p:tav>
                                      </p:tavLst>
                                    </p:anim>
                                    <p:anim calcmode="lin" valueType="num">
                                      <p:cBhvr additive="base">
                                        <p:cTn id="160" dur="300" fill="hold"/>
                                        <p:tgtEl>
                                          <p:spTgt spid="40"/>
                                        </p:tgtEl>
                                        <p:attrNameLst>
                                          <p:attrName>ppt_y</p:attrName>
                                        </p:attrNameLst>
                                      </p:cBhvr>
                                      <p:tavLst>
                                        <p:tav tm="0">
                                          <p:val>
                                            <p:strVal val="#ppt_y"/>
                                          </p:val>
                                        </p:tav>
                                        <p:tav tm="100000">
                                          <p:val>
                                            <p:strVal val="#ppt_y"/>
                                          </p:val>
                                        </p:tav>
                                      </p:tavLst>
                                    </p:anim>
                                  </p:childTnLst>
                                </p:cTn>
                              </p:par>
                              <p:par>
                                <p:cTn id="163" presetID="1" presetClass="entr" presetSubtype="0" fill="hold" grpId="0" nodeType="withEffect">
                                  <p:stCondLst>
                                    <p:cond delay="350"/>
                                  </p:stCondLst>
                                  <p:iterate type="lt">
                                    <p:tmAbs val="30"/>
                                  </p:iterate>
                                  <p:childTnLst>
                                    <p:set>
                                      <p:cBhvr>
                                        <p:cTn id="162" dur="1" fill="hold">
                                          <p:stCondLst>
                                            <p:cond delay="0"/>
                                          </p:stCondLst>
                                        </p:cTn>
                                        <p:tgtEl>
                                          <p:spTgt spid="41"/>
                                        </p:tgtEl>
                                        <p:attrNameLst>
                                          <p:attrName>style.visibility</p:attrName>
                                        </p:attrNameLst>
                                      </p:cBhvr>
                                      <p:to>
                                        <p:strVal val="visible"/>
                                      </p:to>
                                    </p:set>
                                  </p:childTnLst>
                                </p:cTn>
                              </p:par>
                              <p:par>
                                <p:cTn id="167" presetID="2" presetClass="entr" presetSubtype="8" fill="hold" grpId="0" nodeType="withEffect">
                                  <p:stCondLst>
                                    <p:cond delay="500"/>
                                  </p:stCondLst>
                                  <p:childTnLst>
                                    <p:set>
                                      <p:cBhvr>
                                        <p:cTn id="164" dur="1" fill="hold">
                                          <p:stCondLst>
                                            <p:cond delay="0"/>
                                          </p:stCondLst>
                                        </p:cTn>
                                        <p:tgtEl>
                                          <p:spTgt spid="14"/>
                                        </p:tgtEl>
                                        <p:attrNameLst>
                                          <p:attrName>style.visibility</p:attrName>
                                        </p:attrNameLst>
                                      </p:cBhvr>
                                      <p:to>
                                        <p:strVal val="visible"/>
                                      </p:to>
                                    </p:set>
                                    <p:anim calcmode="lin" valueType="num">
                                      <p:cBhvr additive="base">
                                        <p:cTn id="165" dur="2300" fill="hold"/>
                                        <p:tgtEl>
                                          <p:spTgt spid="14"/>
                                        </p:tgtEl>
                                        <p:attrNameLst>
                                          <p:attrName>ppt_x</p:attrName>
                                        </p:attrNameLst>
                                      </p:cBhvr>
                                      <p:tavLst>
                                        <p:tav tm="0">
                                          <p:val>
                                            <p:strVal val="0-#ppt_w/2"/>
                                          </p:val>
                                        </p:tav>
                                        <p:tav tm="100000">
                                          <p:val>
                                            <p:strVal val="1+#ppt_w/2"/>
                                          </p:val>
                                        </p:tav>
                                      </p:tavLst>
                                    </p:anim>
                                    <p:anim calcmode="lin" valueType="num">
                                      <p:cBhvr additive="base">
                                        <p:cTn id="166" dur="2300" fill="hold"/>
                                        <p:tgtEl>
                                          <p:spTgt spid="14"/>
                                        </p:tgtEl>
                                        <p:attrNameLst>
                                          <p:attrName>ppt_y</p:attrName>
                                        </p:attrNameLst>
                                      </p:cBhvr>
                                      <p:tavLst>
                                        <p:tav tm="0">
                                          <p:val>
                                            <p:strVal val="#ppt_y"/>
                                          </p:val>
                                        </p:tav>
                                        <p:tav tm="100000">
                                          <p:val>
                                            <p:strVal val="#ppt_y"/>
                                          </p:val>
                                        </p:tav>
                                      </p:tavLst>
                                    </p:anim>
                                  </p:childTnLst>
                                </p:cTn>
                              </p:par>
                              <p:par>
                                <p:cTn id="170" presetID="10" presetClass="exit" presetSubtype="0" fill="hold" grpId="1" nodeType="withEffect">
                                  <p:stCondLst>
                                    <p:cond delay="3000"/>
                                  </p:stCondLst>
                                  <p:childTnLst>
                                    <p:animEffect transition="out" filter="fade">
                                      <p:cBhvr>
                                        <p:cTn id="168" dur="250"/>
                                        <p:tgtEl>
                                          <p:spTgt spid="13"/>
                                        </p:tgtEl>
                                      </p:cBhvr>
                                    </p:animEffect>
                                    <p:set>
                                      <p:cBhvr>
                                        <p:cTn id="169" dur="1" fill="hold">
                                          <p:stCondLst>
                                            <p:cond delay="249"/>
                                          </p:stCondLst>
                                        </p:cTn>
                                        <p:tgtEl>
                                          <p:spTgt spid="13"/>
                                        </p:tgtEl>
                                        <p:attrNameLst>
                                          <p:attrName>style.visibility</p:attrName>
                                        </p:attrNameLst>
                                      </p:cBhvr>
                                      <p:to>
                                        <p:strVal val="hidden"/>
                                      </p:to>
                                    </p:set>
                                  </p:childTnLst>
                                </p:cTn>
                              </p:par>
                              <p:par>
                                <p:cTn id="173" presetID="10" presetClass="entr" presetSubtype="0" fill="hold" grpId="0" nodeType="withEffect">
                                  <p:stCondLst>
                                    <p:cond delay="3100"/>
                                  </p:stCondLst>
                                  <p:childTnLst>
                                    <p:set>
                                      <p:cBhvr>
                                        <p:cTn id="171" dur="1" fill="hold">
                                          <p:stCondLst>
                                            <p:cond delay="0"/>
                                          </p:stCondLst>
                                        </p:cTn>
                                        <p:tgtEl>
                                          <p:spTgt spid="42"/>
                                        </p:tgtEl>
                                        <p:attrNameLst>
                                          <p:attrName>style.visibility</p:attrName>
                                        </p:attrNameLst>
                                      </p:cBhvr>
                                      <p:to>
                                        <p:strVal val="visible"/>
                                      </p:to>
                                    </p:set>
                                    <p:animEffect transition="in" filter="fade">
                                      <p:cBhvr>
                                        <p:cTn id="172" dur="80"/>
                                        <p:tgtEl>
                                          <p:spTgt spid="42"/>
                                        </p:tgtEl>
                                      </p:cBhvr>
                                    </p:animEffect>
                                  </p:childTnLst>
                                </p:cTn>
                              </p:par>
                              <p:par>
                                <p:cTn id="178" presetID="53" presetClass="entr" presetSubtype="16" fill="hold" grpId="0" nodeType="withEffect">
                                  <p:stCondLst>
                                    <p:cond delay="3100"/>
                                  </p:stCondLst>
                                  <p:childTnLst>
                                    <p:set>
                                      <p:cBhvr>
                                        <p:cTn id="174" dur="1" fill="hold">
                                          <p:stCondLst>
                                            <p:cond delay="0"/>
                                          </p:stCondLst>
                                        </p:cTn>
                                        <p:tgtEl>
                                          <p:spTgt spid="7"/>
                                        </p:tgtEl>
                                        <p:attrNameLst>
                                          <p:attrName>style.visibility</p:attrName>
                                        </p:attrNameLst>
                                      </p:cBhvr>
                                      <p:to>
                                        <p:strVal val="visible"/>
                                      </p:to>
                                    </p:set>
                                    <p:anim calcmode="lin" valueType="num">
                                      <p:cBhvr additive="base">
                                        <p:cTn id="175" dur="300" fill="hold"/>
                                        <p:tgtEl>
                                          <p:spTgt spid="7"/>
                                        </p:tgtEl>
                                        <p:attrNameLst>
                                          <p:attrName>ppt_w</p:attrName>
                                        </p:attrNameLst>
                                      </p:cBhvr>
                                      <p:tavLst>
                                        <p:tav tm="0">
                                          <p:val>
                                            <p:strVal val="0"/>
                                          </p:val>
                                        </p:tav>
                                        <p:tav tm="100000">
                                          <p:val>
                                            <p:strVal val="#ppt_w"/>
                                          </p:val>
                                        </p:tav>
                                      </p:tavLst>
                                    </p:anim>
                                    <p:anim calcmode="lin" valueType="num">
                                      <p:cBhvr additive="base">
                                        <p:cTn id="176" dur="300" fill="hold"/>
                                        <p:tgtEl>
                                          <p:spTgt spid="7"/>
                                        </p:tgtEl>
                                        <p:attrNameLst>
                                          <p:attrName>ppt_h</p:attrName>
                                        </p:attrNameLst>
                                      </p:cBhvr>
                                      <p:tavLst>
                                        <p:tav tm="0">
                                          <p:val>
                                            <p:strVal val="0"/>
                                          </p:val>
                                        </p:tav>
                                        <p:tav tm="100000">
                                          <p:val>
                                            <p:strVal val="#ppt_h"/>
                                          </p:val>
                                        </p:tav>
                                      </p:tavLst>
                                    </p:anim>
                                    <p:animEffect transition="in" filter="fade">
                                      <p:cBhvr>
                                        <p:cTn id="177" dur="300"/>
                                        <p:tgtEl>
                                          <p:spTgt spid="7"/>
                                        </p:tgtEl>
                                      </p:cBhvr>
                                    </p:animEffect>
                                  </p:childTnLst>
                                </p:cTn>
                              </p:par>
                              <p:par>
                                <p:cTn id="182" presetID="2" presetClass="entr" presetSubtype="8" fill="hold" grpId="0" nodeType="withEffect">
                                  <p:stCondLst>
                                    <p:cond delay="3200"/>
                                  </p:stCondLst>
                                  <p:childTnLst>
                                    <p:set>
                                      <p:cBhvr>
                                        <p:cTn id="179" dur="1" fill="hold">
                                          <p:stCondLst>
                                            <p:cond delay="0"/>
                                          </p:stCondLst>
                                        </p:cTn>
                                        <p:tgtEl>
                                          <p:spTgt spid="15"/>
                                        </p:tgtEl>
                                        <p:attrNameLst>
                                          <p:attrName>style.visibility</p:attrName>
                                        </p:attrNameLst>
                                      </p:cBhvr>
                                      <p:to>
                                        <p:strVal val="visible"/>
                                      </p:to>
                                    </p:set>
                                    <p:anim calcmode="lin" valueType="num">
                                      <p:cBhvr additive="base">
                                        <p:cTn id="180" dur="2600" fill="hold"/>
                                        <p:tgtEl>
                                          <p:spTgt spid="15"/>
                                        </p:tgtEl>
                                        <p:attrNameLst>
                                          <p:attrName>ppt_x</p:attrName>
                                        </p:attrNameLst>
                                      </p:cBhvr>
                                      <p:tavLst>
                                        <p:tav tm="0">
                                          <p:val>
                                            <p:strVal val="0-#ppt_w/2"/>
                                          </p:val>
                                        </p:tav>
                                        <p:tav tm="100000">
                                          <p:val>
                                            <p:strVal val="1+#ppt_w/2"/>
                                          </p:val>
                                        </p:tav>
                                      </p:tavLst>
                                    </p:anim>
                                    <p:anim calcmode="lin" valueType="num">
                                      <p:cBhvr additive="base">
                                        <p:cTn id="181" dur="2600" fill="hold"/>
                                        <p:tgtEl>
                                          <p:spTgt spid="15"/>
                                        </p:tgtEl>
                                        <p:attrNameLst>
                                          <p:attrName>ppt_y</p:attrName>
                                        </p:attrNameLst>
                                      </p:cBhvr>
                                      <p:tavLst>
                                        <p:tav tm="0">
                                          <p:val>
                                            <p:strVal val="#ppt_y"/>
                                          </p:val>
                                        </p:tav>
                                        <p:tav tm="100000">
                                          <p:val>
                                            <p:strVal val="#ppt_y"/>
                                          </p:val>
                                        </p:tav>
                                      </p:tavLst>
                                    </p:anim>
                                  </p:childTnLst>
                                </p:cTn>
                              </p:par>
                              <p:par>
                                <p:cTn id="185" presetID="10" presetClass="exit" presetSubtype="0" fill="hold" grpId="1" nodeType="withEffect">
                                  <p:stCondLst>
                                    <p:cond delay="3220"/>
                                  </p:stCondLst>
                                  <p:childTnLst>
                                    <p:animEffect transition="out" filter="fade">
                                      <p:cBhvr>
                                        <p:cTn id="183" dur="380"/>
                                        <p:tgtEl>
                                          <p:spTgt spid="42"/>
                                        </p:tgtEl>
                                      </p:cBhvr>
                                    </p:animEffect>
                                    <p:set>
                                      <p:cBhvr>
                                        <p:cTn id="184" dur="1" fill="hold">
                                          <p:stCondLst>
                                            <p:cond delay="379"/>
                                          </p:stCondLst>
                                        </p:cTn>
                                        <p:tgtEl>
                                          <p:spTgt spid="42"/>
                                        </p:tgtEl>
                                        <p:attrNameLst>
                                          <p:attrName>style.visibility</p:attrName>
                                        </p:attrNameLst>
                                      </p:cBhvr>
                                      <p:to>
                                        <p:strVal val="hidden"/>
                                      </p:to>
                                    </p:set>
                                  </p:childTnLst>
                                </p:cTn>
                              </p:par>
                              <p:par>
                                <p:cTn id="188" presetID="10" presetClass="exit" presetSubtype="0" fill="hold" grpId="1" nodeType="withEffect">
                                  <p:stCondLst>
                                    <p:cond delay="6000"/>
                                  </p:stCondLst>
                                  <p:childTnLst>
                                    <p:animEffect transition="out" filter="fade">
                                      <p:cBhvr>
                                        <p:cTn id="186" dur="400"/>
                                        <p:tgtEl>
                                          <p:spTgt spid="7"/>
                                        </p:tgtEl>
                                      </p:cBhvr>
                                    </p:animEffect>
                                    <p:set>
                                      <p:cBhvr>
                                        <p:cTn id="187" dur="1" fill="hold">
                                          <p:stCondLst>
                                            <p:cond delay="399"/>
                                          </p:stCondLst>
                                        </p:cTn>
                                        <p:tgtEl>
                                          <p:spTgt spid="7"/>
                                        </p:tgtEl>
                                        <p:attrNameLst>
                                          <p:attrName>style.visibility</p:attrName>
                                        </p:attrNameLst>
                                      </p:cBhvr>
                                      <p:to>
                                        <p:strVal val="hidden"/>
                                      </p:to>
                                    </p:set>
                                  </p:childTnLst>
                                </p:cTn>
                              </p:par>
                            </p:childTnLst>
                          </p:cTn>
                        </p:par>
                      </p:childTnLst>
                    </p:cTn>
                  </p:par>
                  <p:par>
                    <p:cTn id="289" fill="hold">
                      <p:stCondLst>
                        <p:cond delay="indefinite"/>
                      </p:stCondLst>
                      <p:childTnLst>
                        <p:par>
                          <p:cTn id="290" fill="hold">
                            <p:stCondLst>
                              <p:cond delay="0"/>
                            </p:stCondLst>
                            <p:childTnLst>
                              <p:par>
                                <p:cTn id="193" presetID="10" presetClass="exit" presetSubtype="0" fill="hold" grpId="1" nodeType="clickEffect">
                                  <p:stCondLst>
                                    <p:cond delay="0"/>
                                  </p:stCondLst>
                                  <p:childTnLst>
                                    <p:animEffect transition="out" filter="fade">
                                      <p:cBhvr>
                                        <p:cTn id="191" dur="200"/>
                                        <p:tgtEl>
                                          <p:spTgt spid="39"/>
                                        </p:tgtEl>
                                      </p:cBhvr>
                                    </p:animEffect>
                                    <p:set>
                                      <p:cBhvr>
                                        <p:cTn id="192" dur="1" fill="hold">
                                          <p:stCondLst>
                                            <p:cond delay="199"/>
                                          </p:stCondLst>
                                        </p:cTn>
                                        <p:tgtEl>
                                          <p:spTgt spid="39"/>
                                        </p:tgtEl>
                                        <p:attrNameLst>
                                          <p:attrName>style.visibility</p:attrName>
                                        </p:attrNameLst>
                                      </p:cBhvr>
                                      <p:to>
                                        <p:strVal val="hidden"/>
                                      </p:to>
                                    </p:set>
                                  </p:childTnLst>
                                </p:cTn>
                              </p:par>
                              <p:par>
                                <p:cTn id="198" presetID="42" presetClass="entr" presetSubtype="0" fill="hold" grpId="0" nodeType="withEffect">
                                  <p:stCondLst>
                                    <p:cond delay="10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400"/>
                                        <p:tgtEl>
                                          <p:spTgt spid="43"/>
                                        </p:tgtEl>
                                      </p:cBhvr>
                                    </p:animEffect>
                                    <p:anim calcmode="lin" valueType="num">
                                      <p:cBhvr additive="base">
                                        <p:cTn id="196" dur="400" fill="hold"/>
                                        <p:tgtEl>
                                          <p:spTgt spid="43"/>
                                        </p:tgtEl>
                                        <p:attrNameLst>
                                          <p:attrName>ppt_x</p:attrName>
                                        </p:attrNameLst>
                                      </p:cBhvr>
                                      <p:tavLst>
                                        <p:tav tm="0">
                                          <p:val>
                                            <p:strVal val="#ppt_x-.05"/>
                                          </p:val>
                                        </p:tav>
                                        <p:tav tm="100000">
                                          <p:val>
                                            <p:strVal val="#ppt_x"/>
                                          </p:val>
                                        </p:tav>
                                      </p:tavLst>
                                    </p:anim>
                                    <p:anim calcmode="lin" valueType="num">
                                      <p:cBhvr additive="base">
                                        <p:cTn id="197" dur="400" fill="hold"/>
                                        <p:tgtEl>
                                          <p:spTgt spid="43"/>
                                        </p:tgtEl>
                                        <p:attrNameLst>
                                          <p:attrName>ppt_y</p:attrName>
                                        </p:attrNameLst>
                                      </p:cBhvr>
                                      <p:tavLst>
                                        <p:tav tm="0">
                                          <p:val>
                                            <p:strVal val="#ppt_y"/>
                                          </p:val>
                                        </p:tav>
                                        <p:tav tm="100000">
                                          <p:val>
                                            <p:strVal val="#ppt_y"/>
                                          </p:val>
                                        </p:tav>
                                      </p:tavLst>
                                    </p:anim>
                                  </p:childTnLst>
                                </p:cTn>
                              </p:par>
                              <p:par>
                                <p:cTn id="201" presetID="10" presetClass="exit" presetSubtype="0" fill="hold" grpId="1" nodeType="withEffect">
                                  <p:stCondLst>
                                    <p:cond delay="180"/>
                                  </p:stCondLst>
                                  <p:childTnLst>
                                    <p:animEffect transition="out" filter="fade">
                                      <p:cBhvr>
                                        <p:cTn id="199" dur="200"/>
                                        <p:tgtEl>
                                          <p:spTgt spid="40"/>
                                        </p:tgtEl>
                                      </p:cBhvr>
                                    </p:animEffect>
                                    <p:set>
                                      <p:cBhvr>
                                        <p:cTn id="200" dur="1" fill="hold">
                                          <p:stCondLst>
                                            <p:cond delay="199"/>
                                          </p:stCondLst>
                                        </p:cTn>
                                        <p:tgtEl>
                                          <p:spTgt spid="40"/>
                                        </p:tgtEl>
                                        <p:attrNameLst>
                                          <p:attrName>style.visibility</p:attrName>
                                        </p:attrNameLst>
                                      </p:cBhvr>
                                      <p:to>
                                        <p:strVal val="hidden"/>
                                      </p:to>
                                    </p:set>
                                  </p:childTnLst>
                                </p:cTn>
                              </p:par>
                              <p:par>
                                <p:cTn id="204" presetID="10" presetClass="exit" presetSubtype="0" fill="hold" grpId="1" nodeType="withEffect">
                                  <p:stCondLst>
                                    <p:cond delay="180"/>
                                  </p:stCondLst>
                                  <p:childTnLst>
                                    <p:animEffect transition="out" filter="fade">
                                      <p:cBhvr>
                                        <p:cTn id="202" dur="200"/>
                                        <p:tgtEl>
                                          <p:spTgt spid="41"/>
                                        </p:tgtEl>
                                      </p:cBhvr>
                                    </p:animEffect>
                                    <p:set>
                                      <p:cBhvr>
                                        <p:cTn id="203" dur="1" fill="hold">
                                          <p:stCondLst>
                                            <p:cond delay="199"/>
                                          </p:stCondLst>
                                        </p:cTn>
                                        <p:tgtEl>
                                          <p:spTgt spid="41"/>
                                        </p:tgtEl>
                                        <p:attrNameLst>
                                          <p:attrName>style.visibility</p:attrName>
                                        </p:attrNameLst>
                                      </p:cBhvr>
                                      <p:to>
                                        <p:strVal val="hidden"/>
                                      </p:to>
                                    </p:set>
                                  </p:childTnLst>
                                </p:cTn>
                              </p:par>
                              <p:par>
                                <p:cTn id="207" presetID="10" presetClass="exit" presetSubtype="0" fill="hold" grpId="1" nodeType="withEffect">
                                  <p:stCondLst>
                                    <p:cond delay="200"/>
                                  </p:stCondLst>
                                  <p:childTnLst>
                                    <p:animEffect transition="out" filter="fade">
                                      <p:cBhvr>
                                        <p:cTn id="205" dur="220"/>
                                        <p:tgtEl>
                                          <p:spTgt spid="20"/>
                                        </p:tgtEl>
                                      </p:cBhvr>
                                    </p:animEffect>
                                    <p:set>
                                      <p:cBhvr>
                                        <p:cTn id="206" dur="1" fill="hold">
                                          <p:stCondLst>
                                            <p:cond delay="219"/>
                                          </p:stCondLst>
                                        </p:cTn>
                                        <p:tgtEl>
                                          <p:spTgt spid="20"/>
                                        </p:tgtEl>
                                        <p:attrNameLst>
                                          <p:attrName>style.visibility</p:attrName>
                                        </p:attrNameLst>
                                      </p:cBhvr>
                                      <p:to>
                                        <p:strVal val="hidden"/>
                                      </p:to>
                                    </p:set>
                                  </p:childTnLst>
                                </p:cTn>
                              </p:par>
                              <p:par>
                                <p:cTn id="210" presetID="10" presetClass="entr" presetSubtype="0" fill="hold" grpId="0" nodeType="withEffect">
                                  <p:stCondLst>
                                    <p:cond delay="200"/>
                                  </p:stCondLst>
                                  <p:childTnLst>
                                    <p:set>
                                      <p:cBhvr>
                                        <p:cTn id="208" dur="1" fill="hold">
                                          <p:stCondLst>
                                            <p:cond delay="0"/>
                                          </p:stCondLst>
                                        </p:cTn>
                                        <p:tgtEl>
                                          <p:spTgt spid="21"/>
                                        </p:tgtEl>
                                        <p:attrNameLst>
                                          <p:attrName>style.visibility</p:attrName>
                                        </p:attrNameLst>
                                      </p:cBhvr>
                                      <p:to>
                                        <p:strVal val="visible"/>
                                      </p:to>
                                    </p:set>
                                    <p:animEffect transition="in" filter="fade">
                                      <p:cBhvr>
                                        <p:cTn id="209" dur="220"/>
                                        <p:tgtEl>
                                          <p:spTgt spid="21"/>
                                        </p:tgtEl>
                                      </p:cBhvr>
                                    </p:animEffect>
                                  </p:childTnLst>
                                </p:cTn>
                              </p:par>
                              <p:par>
                                <p:cTn id="213" presetID="10" presetClass="exit" presetSubtype="0" fill="hold" grpId="1" nodeType="withEffect">
                                  <p:stCondLst>
                                    <p:cond delay="200"/>
                                  </p:stCondLst>
                                  <p:childTnLst>
                                    <p:animEffect transition="out" filter="fade">
                                      <p:cBhvr>
                                        <p:cTn id="211" dur="220"/>
                                        <p:tgtEl>
                                          <p:spTgt spid="23"/>
                                        </p:tgtEl>
                                      </p:cBhvr>
                                    </p:animEffect>
                                    <p:set>
                                      <p:cBhvr>
                                        <p:cTn id="212" dur="1" fill="hold">
                                          <p:stCondLst>
                                            <p:cond delay="219"/>
                                          </p:stCondLst>
                                        </p:cTn>
                                        <p:tgtEl>
                                          <p:spTgt spid="23"/>
                                        </p:tgtEl>
                                        <p:attrNameLst>
                                          <p:attrName>style.visibility</p:attrName>
                                        </p:attrNameLst>
                                      </p:cBhvr>
                                      <p:to>
                                        <p:strVal val="hidden"/>
                                      </p:to>
                                    </p:set>
                                  </p:childTnLst>
                                </p:cTn>
                              </p:par>
                              <p:par>
                                <p:cTn id="216" presetID="10" presetClass="entr" presetSubtype="0" fill="hold" grpId="0" nodeType="withEffect">
                                  <p:stCondLst>
                                    <p:cond delay="200"/>
                                  </p:stCondLst>
                                  <p:childTnLst>
                                    <p:set>
                                      <p:cBhvr>
                                        <p:cTn id="214" dur="1" fill="hold">
                                          <p:stCondLst>
                                            <p:cond delay="0"/>
                                          </p:stCondLst>
                                        </p:cTn>
                                        <p:tgtEl>
                                          <p:spTgt spid="24"/>
                                        </p:tgtEl>
                                        <p:attrNameLst>
                                          <p:attrName>style.visibility</p:attrName>
                                        </p:attrNameLst>
                                      </p:cBhvr>
                                      <p:to>
                                        <p:strVal val="visible"/>
                                      </p:to>
                                    </p:set>
                                    <p:animEffect transition="in" filter="fade">
                                      <p:cBhvr>
                                        <p:cTn id="215" dur="220"/>
                                        <p:tgtEl>
                                          <p:spTgt spid="24"/>
                                        </p:tgtEl>
                                      </p:cBhvr>
                                    </p:animEffect>
                                  </p:childTnLst>
                                </p:cTn>
                              </p:par>
                              <p:par>
                                <p:cTn id="220" presetID="2" presetClass="entr" presetSubtype="8" fill="hold" grpId="0" nodeType="withEffect">
                                  <p:stCondLst>
                                    <p:cond delay="300"/>
                                  </p:stCondLst>
                                  <p:childTnLst>
                                    <p:set>
                                      <p:cBhvr>
                                        <p:cTn id="217" dur="1" fill="hold">
                                          <p:stCondLst>
                                            <p:cond delay="0"/>
                                          </p:stCondLst>
                                        </p:cTn>
                                        <p:tgtEl>
                                          <p:spTgt spid="16"/>
                                        </p:tgtEl>
                                        <p:attrNameLst>
                                          <p:attrName>style.visibility</p:attrName>
                                        </p:attrNameLst>
                                      </p:cBhvr>
                                      <p:to>
                                        <p:strVal val="visible"/>
                                      </p:to>
                                    </p:set>
                                    <p:anim calcmode="lin" valueType="num">
                                      <p:cBhvr additive="base">
                                        <p:cTn id="218" dur="900" fill="hold"/>
                                        <p:tgtEl>
                                          <p:spTgt spid="16"/>
                                        </p:tgtEl>
                                        <p:attrNameLst>
                                          <p:attrName>ppt_x</p:attrName>
                                        </p:attrNameLst>
                                      </p:cBhvr>
                                      <p:tavLst>
                                        <p:tav tm="0">
                                          <p:val>
                                            <p:strVal val="0-#ppt_w/2"/>
                                          </p:val>
                                        </p:tav>
                                        <p:tav tm="100000">
                                          <p:val>
                                            <p:strVal val="#ppt_x"/>
                                          </p:val>
                                        </p:tav>
                                      </p:tavLst>
                                    </p:anim>
                                    <p:anim calcmode="lin" valueType="num">
                                      <p:cBhvr additive="base">
                                        <p:cTn id="219" dur="900" fill="hold"/>
                                        <p:tgtEl>
                                          <p:spTgt spid="16"/>
                                        </p:tgtEl>
                                        <p:attrNameLst>
                                          <p:attrName>ppt_y</p:attrName>
                                        </p:attrNameLst>
                                      </p:cBhvr>
                                      <p:tavLst>
                                        <p:tav tm="0">
                                          <p:val>
                                            <p:strVal val="#ppt_y"/>
                                          </p:val>
                                        </p:tav>
                                        <p:tav tm="100000">
                                          <p:val>
                                            <p:strVal val="#ppt_y"/>
                                          </p:val>
                                        </p:tav>
                                      </p:tavLst>
                                    </p:anim>
                                  </p:childTnLst>
                                </p:cTn>
                              </p:par>
                              <p:par>
                                <p:cTn id="225" presetID="42" presetClass="entr" presetSubtype="0" fill="hold" grpId="0" nodeType="withEffect">
                                  <p:stCondLst>
                                    <p:cond delay="300"/>
                                  </p:stCondLst>
                                  <p:childTnLst>
                                    <p:set>
                                      <p:cBhvr>
                                        <p:cTn id="221" dur="1" fill="hold">
                                          <p:stCondLst>
                                            <p:cond delay="0"/>
                                          </p:stCondLst>
                                        </p:cTn>
                                        <p:tgtEl>
                                          <p:spTgt spid="44"/>
                                        </p:tgtEl>
                                        <p:attrNameLst>
                                          <p:attrName>style.visibility</p:attrName>
                                        </p:attrNameLst>
                                      </p:cBhvr>
                                      <p:to>
                                        <p:strVal val="visible"/>
                                      </p:to>
                                    </p:set>
                                    <p:animEffect transition="in" filter="fade">
                                      <p:cBhvr>
                                        <p:cTn id="222" dur="300"/>
                                        <p:tgtEl>
                                          <p:spTgt spid="44"/>
                                        </p:tgtEl>
                                      </p:cBhvr>
                                    </p:animEffect>
                                    <p:anim calcmode="lin" valueType="num">
                                      <p:cBhvr additive="base">
                                        <p:cTn id="223" dur="300" fill="hold"/>
                                        <p:tgtEl>
                                          <p:spTgt spid="44"/>
                                        </p:tgtEl>
                                        <p:attrNameLst>
                                          <p:attrName>ppt_x</p:attrName>
                                        </p:attrNameLst>
                                      </p:cBhvr>
                                      <p:tavLst>
                                        <p:tav tm="0">
                                          <p:val>
                                            <p:strVal val="#ppt_x-.05"/>
                                          </p:val>
                                        </p:tav>
                                        <p:tav tm="100000">
                                          <p:val>
                                            <p:strVal val="#ppt_x"/>
                                          </p:val>
                                        </p:tav>
                                      </p:tavLst>
                                    </p:anim>
                                    <p:anim calcmode="lin" valueType="num">
                                      <p:cBhvr additive="base">
                                        <p:cTn id="224" dur="300" fill="hold"/>
                                        <p:tgtEl>
                                          <p:spTgt spid="44"/>
                                        </p:tgtEl>
                                        <p:attrNameLst>
                                          <p:attrName>ppt_y</p:attrName>
                                        </p:attrNameLst>
                                      </p:cBhvr>
                                      <p:tavLst>
                                        <p:tav tm="0">
                                          <p:val>
                                            <p:strVal val="#ppt_y"/>
                                          </p:val>
                                        </p:tav>
                                        <p:tav tm="100000">
                                          <p:val>
                                            <p:strVal val="#ppt_y"/>
                                          </p:val>
                                        </p:tav>
                                      </p:tavLst>
                                    </p:anim>
                                  </p:childTnLst>
                                </p:cTn>
                              </p:par>
                              <p:par>
                                <p:cTn id="227" presetID="1" presetClass="entr" presetSubtype="0" fill="hold" grpId="0" nodeType="withEffect">
                                  <p:stCondLst>
                                    <p:cond delay="450"/>
                                  </p:stCondLst>
                                  <p:iterate type="lt">
                                    <p:tmAbs val="30"/>
                                  </p:iterate>
                                  <p:childTnLst>
                                    <p:set>
                                      <p:cBhvr>
                                        <p:cTn id="226" dur="1" fill="hold">
                                          <p:stCondLst>
                                            <p:cond delay="0"/>
                                          </p:stCondLst>
                                        </p:cTn>
                                        <p:tgtEl>
                                          <p:spTgt spid="45"/>
                                        </p:tgtEl>
                                        <p:attrNameLst>
                                          <p:attrName>style.visibility</p:attrName>
                                        </p:attrNameLst>
                                      </p:cBhvr>
                                      <p:to>
                                        <p:strVal val="visible"/>
                                      </p:to>
                                    </p:set>
                                  </p:childTnLst>
                                </p:cTn>
                              </p:par>
                              <p:par>
                                <p:cTn id="232" presetID="53" presetClass="entr" presetSubtype="32" fill="hold" grpId="0" nodeType="withEffect">
                                  <p:stCondLst>
                                    <p:cond delay="1000"/>
                                  </p:stCondLst>
                                  <p:childTnLst>
                                    <p:set>
                                      <p:cBhvr>
                                        <p:cTn id="228" dur="1" fill="hold">
                                          <p:stCondLst>
                                            <p:cond delay="0"/>
                                          </p:stCondLst>
                                        </p:cTn>
                                        <p:tgtEl>
                                          <p:spTgt spid="17"/>
                                        </p:tgtEl>
                                        <p:attrNameLst>
                                          <p:attrName>style.visibility</p:attrName>
                                        </p:attrNameLst>
                                      </p:cBhvr>
                                      <p:to>
                                        <p:strVal val="visible"/>
                                      </p:to>
                                    </p:set>
                                    <p:anim calcmode="lin" valueType="num">
                                      <p:cBhvr additive="base">
                                        <p:cTn id="229" dur="400" fill="hold"/>
                                        <p:tgtEl>
                                          <p:spTgt spid="17"/>
                                        </p:tgtEl>
                                        <p:attrNameLst>
                                          <p:attrName>ppt_w</p:attrName>
                                        </p:attrNameLst>
                                      </p:cBhvr>
                                      <p:tavLst>
                                        <p:tav tm="0">
                                          <p:val>
                                            <p:strVal val="#ppt_w*2.4"/>
                                          </p:val>
                                        </p:tav>
                                        <p:tav tm="100000">
                                          <p:val>
                                            <p:strVal val="#ppt_w"/>
                                          </p:val>
                                        </p:tav>
                                      </p:tavLst>
                                    </p:anim>
                                    <p:anim calcmode="lin" valueType="num">
                                      <p:cBhvr additive="base">
                                        <p:cTn id="230" dur="400" fill="hold"/>
                                        <p:tgtEl>
                                          <p:spTgt spid="17"/>
                                        </p:tgtEl>
                                        <p:attrNameLst>
                                          <p:attrName>ppt_h</p:attrName>
                                        </p:attrNameLst>
                                      </p:cBhvr>
                                      <p:tavLst>
                                        <p:tav tm="0">
                                          <p:val>
                                            <p:strVal val="#ppt_h*2.4"/>
                                          </p:val>
                                        </p:tav>
                                        <p:tav tm="100000">
                                          <p:val>
                                            <p:strVal val="#ppt_h"/>
                                          </p:val>
                                        </p:tav>
                                      </p:tavLst>
                                    </p:anim>
                                    <p:animEffect transition="in" filter="fade">
                                      <p:cBhvr>
                                        <p:cTn id="231" dur="400"/>
                                        <p:tgtEl>
                                          <p:spTgt spid="17"/>
                                        </p:tgtEl>
                                      </p:cBhvr>
                                    </p:animEffect>
                                  </p:childTnLst>
                                </p:cTn>
                              </p:par>
                              <p:par>
                                <p:cTn id="237" presetID="53" presetClass="entr" presetSubtype="32" fill="hold" grpId="0" nodeType="withEffect">
                                  <p:stCondLst>
                                    <p:cond delay="1200"/>
                                  </p:stCondLst>
                                  <p:childTnLst>
                                    <p:set>
                                      <p:cBhvr>
                                        <p:cTn id="233" dur="1" fill="hold">
                                          <p:stCondLst>
                                            <p:cond delay="0"/>
                                          </p:stCondLst>
                                        </p:cTn>
                                        <p:tgtEl>
                                          <p:spTgt spid="18"/>
                                        </p:tgtEl>
                                        <p:attrNameLst>
                                          <p:attrName>style.visibility</p:attrName>
                                        </p:attrNameLst>
                                      </p:cBhvr>
                                      <p:to>
                                        <p:strVal val="visible"/>
                                      </p:to>
                                    </p:set>
                                    <p:anim calcmode="lin" valueType="num">
                                      <p:cBhvr additive="base">
                                        <p:cTn id="234" dur="400" fill="hold"/>
                                        <p:tgtEl>
                                          <p:spTgt spid="18"/>
                                        </p:tgtEl>
                                        <p:attrNameLst>
                                          <p:attrName>ppt_w</p:attrName>
                                        </p:attrNameLst>
                                      </p:cBhvr>
                                      <p:tavLst>
                                        <p:tav tm="0">
                                          <p:val>
                                            <p:strVal val="#ppt_w*2.4"/>
                                          </p:val>
                                        </p:tav>
                                        <p:tav tm="100000">
                                          <p:val>
                                            <p:strVal val="#ppt_w"/>
                                          </p:val>
                                        </p:tav>
                                      </p:tavLst>
                                    </p:anim>
                                    <p:anim calcmode="lin" valueType="num">
                                      <p:cBhvr additive="base">
                                        <p:cTn id="235" dur="400" fill="hold"/>
                                        <p:tgtEl>
                                          <p:spTgt spid="18"/>
                                        </p:tgtEl>
                                        <p:attrNameLst>
                                          <p:attrName>ppt_h</p:attrName>
                                        </p:attrNameLst>
                                      </p:cBhvr>
                                      <p:tavLst>
                                        <p:tav tm="0">
                                          <p:val>
                                            <p:strVal val="#ppt_h*2.4"/>
                                          </p:val>
                                        </p:tav>
                                        <p:tav tm="100000">
                                          <p:val>
                                            <p:strVal val="#ppt_h"/>
                                          </p:val>
                                        </p:tav>
                                      </p:tavLst>
                                    </p:anim>
                                    <p:animEffect transition="in" filter="fade">
                                      <p:cBhvr>
                                        <p:cTn id="236" dur="400"/>
                                        <p:tgtEl>
                                          <p:spTgt spid="18"/>
                                        </p:tgtEl>
                                      </p:cBhvr>
                                    </p:animEffect>
                                  </p:childTnLst>
                                </p:cTn>
                              </p:par>
                              <p:par>
                                <p:cTn id="242" presetID="53" presetClass="entr" presetSubtype="16" fill="hold" grpId="0" nodeType="withEffect">
                                  <p:stCondLst>
                                    <p:cond delay="1500"/>
                                  </p:stCondLst>
                                  <p:childTnLst>
                                    <p:set>
                                      <p:cBhvr>
                                        <p:cTn id="238" dur="1" fill="hold">
                                          <p:stCondLst>
                                            <p:cond delay="0"/>
                                          </p:stCondLst>
                                        </p:cTn>
                                        <p:tgtEl>
                                          <p:spTgt spid="28"/>
                                        </p:tgtEl>
                                        <p:attrNameLst>
                                          <p:attrName>style.visibility</p:attrName>
                                        </p:attrNameLst>
                                      </p:cBhvr>
                                      <p:to>
                                        <p:strVal val="visible"/>
                                      </p:to>
                                    </p:set>
                                    <p:anim calcmode="lin" valueType="num">
                                      <p:cBhvr additive="base">
                                        <p:cTn id="239" dur="300" fill="hold"/>
                                        <p:tgtEl>
                                          <p:spTgt spid="28"/>
                                        </p:tgtEl>
                                        <p:attrNameLst>
                                          <p:attrName>ppt_w</p:attrName>
                                        </p:attrNameLst>
                                      </p:cBhvr>
                                      <p:tavLst>
                                        <p:tav tm="0">
                                          <p:val>
                                            <p:strVal val="0"/>
                                          </p:val>
                                        </p:tav>
                                        <p:tav tm="100000">
                                          <p:val>
                                            <p:strVal val="#ppt_w"/>
                                          </p:val>
                                        </p:tav>
                                      </p:tavLst>
                                    </p:anim>
                                    <p:anim calcmode="lin" valueType="num">
                                      <p:cBhvr additive="base">
                                        <p:cTn id="240" dur="300" fill="hold"/>
                                        <p:tgtEl>
                                          <p:spTgt spid="28"/>
                                        </p:tgtEl>
                                        <p:attrNameLst>
                                          <p:attrName>ppt_h</p:attrName>
                                        </p:attrNameLst>
                                      </p:cBhvr>
                                      <p:tavLst>
                                        <p:tav tm="0">
                                          <p:val>
                                            <p:strVal val="0"/>
                                          </p:val>
                                        </p:tav>
                                        <p:tav tm="100000">
                                          <p:val>
                                            <p:strVal val="#ppt_h"/>
                                          </p:val>
                                        </p:tav>
                                      </p:tavLst>
                                    </p:anim>
                                    <p:animEffect transition="in" filter="fade">
                                      <p:cBhvr>
                                        <p:cTn id="241" dur="300"/>
                                        <p:tgtEl>
                                          <p:spTgt spid="28"/>
                                        </p:tgtEl>
                                      </p:cBhvr>
                                    </p:animEffect>
                                  </p:childTnLst>
                                </p:cTn>
                              </p:par>
                              <p:par>
                                <p:cTn id="247" presetID="53" presetClass="entr" presetSubtype="16" fill="hold" grpId="0" nodeType="withEffect">
                                  <p:stCondLst>
                                    <p:cond delay="1650"/>
                                  </p:stCondLst>
                                  <p:childTnLst>
                                    <p:set>
                                      <p:cBhvr>
                                        <p:cTn id="243" dur="1" fill="hold">
                                          <p:stCondLst>
                                            <p:cond delay="0"/>
                                          </p:stCondLst>
                                        </p:cTn>
                                        <p:tgtEl>
                                          <p:spTgt spid="29"/>
                                        </p:tgtEl>
                                        <p:attrNameLst>
                                          <p:attrName>style.visibility</p:attrName>
                                        </p:attrNameLst>
                                      </p:cBhvr>
                                      <p:to>
                                        <p:strVal val="visible"/>
                                      </p:to>
                                    </p:set>
                                    <p:anim calcmode="lin" valueType="num">
                                      <p:cBhvr additive="base">
                                        <p:cTn id="244" dur="300" fill="hold"/>
                                        <p:tgtEl>
                                          <p:spTgt spid="29"/>
                                        </p:tgtEl>
                                        <p:attrNameLst>
                                          <p:attrName>ppt_w</p:attrName>
                                        </p:attrNameLst>
                                      </p:cBhvr>
                                      <p:tavLst>
                                        <p:tav tm="0">
                                          <p:val>
                                            <p:strVal val="0"/>
                                          </p:val>
                                        </p:tav>
                                        <p:tav tm="100000">
                                          <p:val>
                                            <p:strVal val="#ppt_w"/>
                                          </p:val>
                                        </p:tav>
                                      </p:tavLst>
                                    </p:anim>
                                    <p:anim calcmode="lin" valueType="num">
                                      <p:cBhvr additive="base">
                                        <p:cTn id="245" dur="300" fill="hold"/>
                                        <p:tgtEl>
                                          <p:spTgt spid="29"/>
                                        </p:tgtEl>
                                        <p:attrNameLst>
                                          <p:attrName>ppt_h</p:attrName>
                                        </p:attrNameLst>
                                      </p:cBhvr>
                                      <p:tavLst>
                                        <p:tav tm="0">
                                          <p:val>
                                            <p:strVal val="0"/>
                                          </p:val>
                                        </p:tav>
                                        <p:tav tm="100000">
                                          <p:val>
                                            <p:strVal val="#ppt_h"/>
                                          </p:val>
                                        </p:tav>
                                      </p:tavLst>
                                    </p:anim>
                                    <p:animEffect transition="in" filter="fade">
                                      <p:cBhvr>
                                        <p:cTn id="246" dur="300"/>
                                        <p:tgtEl>
                                          <p:spTgt spid="29"/>
                                        </p:tgtEl>
                                      </p:cBhvr>
                                    </p:animEffect>
                                  </p:childTnLst>
                                </p:cTn>
                              </p:par>
                              <p:par>
                                <p:cTn id="252" presetID="53" presetClass="entr" presetSubtype="16" fill="hold" grpId="0" nodeType="withEffect">
                                  <p:stCondLst>
                                    <p:cond delay="1800"/>
                                  </p:stCondLst>
                                  <p:childTnLst>
                                    <p:set>
                                      <p:cBhvr>
                                        <p:cTn id="248" dur="1" fill="hold">
                                          <p:stCondLst>
                                            <p:cond delay="0"/>
                                          </p:stCondLst>
                                        </p:cTn>
                                        <p:tgtEl>
                                          <p:spTgt spid="30"/>
                                        </p:tgtEl>
                                        <p:attrNameLst>
                                          <p:attrName>style.visibility</p:attrName>
                                        </p:attrNameLst>
                                      </p:cBhvr>
                                      <p:to>
                                        <p:strVal val="visible"/>
                                      </p:to>
                                    </p:set>
                                    <p:anim calcmode="lin" valueType="num">
                                      <p:cBhvr additive="base">
                                        <p:cTn id="249" dur="300" fill="hold"/>
                                        <p:tgtEl>
                                          <p:spTgt spid="30"/>
                                        </p:tgtEl>
                                        <p:attrNameLst>
                                          <p:attrName>ppt_w</p:attrName>
                                        </p:attrNameLst>
                                      </p:cBhvr>
                                      <p:tavLst>
                                        <p:tav tm="0">
                                          <p:val>
                                            <p:strVal val="0"/>
                                          </p:val>
                                        </p:tav>
                                        <p:tav tm="100000">
                                          <p:val>
                                            <p:strVal val="#ppt_w"/>
                                          </p:val>
                                        </p:tav>
                                      </p:tavLst>
                                    </p:anim>
                                    <p:anim calcmode="lin" valueType="num">
                                      <p:cBhvr additive="base">
                                        <p:cTn id="250" dur="300" fill="hold"/>
                                        <p:tgtEl>
                                          <p:spTgt spid="30"/>
                                        </p:tgtEl>
                                        <p:attrNameLst>
                                          <p:attrName>ppt_h</p:attrName>
                                        </p:attrNameLst>
                                      </p:cBhvr>
                                      <p:tavLst>
                                        <p:tav tm="0">
                                          <p:val>
                                            <p:strVal val="0"/>
                                          </p:val>
                                        </p:tav>
                                        <p:tav tm="100000">
                                          <p:val>
                                            <p:strVal val="#ppt_h"/>
                                          </p:val>
                                        </p:tav>
                                      </p:tavLst>
                                    </p:anim>
                                    <p:animEffect transition="in" filter="fade">
                                      <p:cBhvr>
                                        <p:cTn id="251" dur="300"/>
                                        <p:tgtEl>
                                          <p:spTgt spid="30"/>
                                        </p:tgtEl>
                                      </p:cBhvr>
                                    </p:animEffect>
                                  </p:childTnLst>
                                </p:cTn>
                              </p:par>
                              <p:par>
                                <p:cTn id="254" presetID="6" presetClass="emph" presetSubtype="0" fill="hold" grpId="1" nodeType="withEffect" autoRev="1" repeatCount="indefinite">
                                  <p:stCondLst>
                                    <p:cond delay="1900"/>
                                  </p:stCondLst>
                                  <p:childTnLst>
                                    <p:animScale>
                                      <p:cBhvr>
                                        <p:cTn id="253" dur="600" fill="hold"/>
                                        <p:tgtEl>
                                          <p:spTgt spid="28"/>
                                        </p:tgtEl>
                                      </p:cBhvr>
                                      <p:by x="125000" y="125000"/>
                                    </p:animScale>
                                  </p:childTnLst>
                                </p:cTn>
                              </p:par>
                              <p:par>
                                <p:cTn id="256" presetID="6" presetClass="emph" presetSubtype="0" fill="hold" grpId="1" nodeType="withEffect" autoRev="1" repeatCount="indefinite">
                                  <p:stCondLst>
                                    <p:cond delay="2050"/>
                                  </p:stCondLst>
                                  <p:childTnLst>
                                    <p:animScale>
                                      <p:cBhvr>
                                        <p:cTn id="255" dur="600" fill="hold"/>
                                        <p:tgtEl>
                                          <p:spTgt spid="29"/>
                                        </p:tgtEl>
                                      </p:cBhvr>
                                      <p:by x="125000" y="125000"/>
                                    </p:animScale>
                                  </p:childTnLst>
                                </p:cTn>
                              </p:par>
                              <p:par>
                                <p:cTn id="258" presetID="6" presetClass="emph" presetSubtype="0" fill="hold" grpId="1" nodeType="withEffect" autoRev="1" repeatCount="indefinite">
                                  <p:stCondLst>
                                    <p:cond delay="2200"/>
                                  </p:stCondLst>
                                  <p:childTnLst>
                                    <p:animScale>
                                      <p:cBhvr>
                                        <p:cTn id="257" dur="600" fill="hold"/>
                                        <p:tgtEl>
                                          <p:spTgt spid="30"/>
                                        </p:tgtEl>
                                      </p:cBhvr>
                                      <p:by x="125000" y="125000"/>
                                    </p:animScale>
                                  </p:childTnLst>
                                </p:cTn>
                              </p:par>
                              <p:par>
                                <p:cTn id="261" presetID="10" presetClass="exit" presetSubtype="0" fill="hold" grpId="1" nodeType="withEffect">
                                  <p:stCondLst>
                                    <p:cond delay="3780"/>
                                  </p:stCondLst>
                                  <p:childTnLst>
                                    <p:animEffect transition="out" filter="fade">
                                      <p:cBhvr>
                                        <p:cTn id="259" dur="200"/>
                                        <p:tgtEl>
                                          <p:spTgt spid="44"/>
                                        </p:tgtEl>
                                      </p:cBhvr>
                                    </p:animEffect>
                                    <p:set>
                                      <p:cBhvr>
                                        <p:cTn id="260" dur="1" fill="hold">
                                          <p:stCondLst>
                                            <p:cond delay="199"/>
                                          </p:stCondLst>
                                        </p:cTn>
                                        <p:tgtEl>
                                          <p:spTgt spid="44"/>
                                        </p:tgtEl>
                                        <p:attrNameLst>
                                          <p:attrName>style.visibility</p:attrName>
                                        </p:attrNameLst>
                                      </p:cBhvr>
                                      <p:to>
                                        <p:strVal val="hidden"/>
                                      </p:to>
                                    </p:set>
                                  </p:childTnLst>
                                </p:cTn>
                              </p:par>
                              <p:par>
                                <p:cTn id="264" presetID="10" presetClass="exit" presetSubtype="0" fill="hold" grpId="1" nodeType="withEffect">
                                  <p:stCondLst>
                                    <p:cond delay="3780"/>
                                  </p:stCondLst>
                                  <p:childTnLst>
                                    <p:animEffect transition="out" filter="fade">
                                      <p:cBhvr>
                                        <p:cTn id="262" dur="200"/>
                                        <p:tgtEl>
                                          <p:spTgt spid="45"/>
                                        </p:tgtEl>
                                      </p:cBhvr>
                                    </p:animEffect>
                                    <p:set>
                                      <p:cBhvr>
                                        <p:cTn id="263" dur="1" fill="hold">
                                          <p:stCondLst>
                                            <p:cond delay="199"/>
                                          </p:stCondLst>
                                        </p:cTn>
                                        <p:tgtEl>
                                          <p:spTgt spid="45"/>
                                        </p:tgtEl>
                                        <p:attrNameLst>
                                          <p:attrName>style.visibility</p:attrName>
                                        </p:attrNameLst>
                                      </p:cBhvr>
                                      <p:to>
                                        <p:strVal val="hidden"/>
                                      </p:to>
                                    </p:set>
                                  </p:childTnLst>
                                </p:cTn>
                              </p:par>
                              <p:par>
                                <p:cTn id="267" presetID="10" presetClass="exit" presetSubtype="0" fill="hold" grpId="1" nodeType="withEffect">
                                  <p:stCondLst>
                                    <p:cond delay="3800"/>
                                  </p:stCondLst>
                                  <p:childTnLst>
                                    <p:animEffect transition="out" filter="fade">
                                      <p:cBhvr>
                                        <p:cTn id="265" dur="220"/>
                                        <p:tgtEl>
                                          <p:spTgt spid="21"/>
                                        </p:tgtEl>
                                      </p:cBhvr>
                                    </p:animEffect>
                                    <p:set>
                                      <p:cBhvr>
                                        <p:cTn id="266" dur="1" fill="hold">
                                          <p:stCondLst>
                                            <p:cond delay="219"/>
                                          </p:stCondLst>
                                        </p:cTn>
                                        <p:tgtEl>
                                          <p:spTgt spid="21"/>
                                        </p:tgtEl>
                                        <p:attrNameLst>
                                          <p:attrName>style.visibility</p:attrName>
                                        </p:attrNameLst>
                                      </p:cBhvr>
                                      <p:to>
                                        <p:strVal val="hidden"/>
                                      </p:to>
                                    </p:set>
                                  </p:childTnLst>
                                </p:cTn>
                              </p:par>
                              <p:par>
                                <p:cTn id="270" presetID="10" presetClass="entr" presetSubtype="0" fill="hold" grpId="0" nodeType="withEffect">
                                  <p:stCondLst>
                                    <p:cond delay="3800"/>
                                  </p:stCondLst>
                                  <p:childTnLst>
                                    <p:set>
                                      <p:cBhvr>
                                        <p:cTn id="268" dur="1" fill="hold">
                                          <p:stCondLst>
                                            <p:cond delay="0"/>
                                          </p:stCondLst>
                                        </p:cTn>
                                        <p:tgtEl>
                                          <p:spTgt spid="22"/>
                                        </p:tgtEl>
                                        <p:attrNameLst>
                                          <p:attrName>style.visibility</p:attrName>
                                        </p:attrNameLst>
                                      </p:cBhvr>
                                      <p:to>
                                        <p:strVal val="visible"/>
                                      </p:to>
                                    </p:set>
                                    <p:animEffect transition="in" filter="fade">
                                      <p:cBhvr>
                                        <p:cTn id="269" dur="220"/>
                                        <p:tgtEl>
                                          <p:spTgt spid="22"/>
                                        </p:tgtEl>
                                      </p:cBhvr>
                                    </p:animEffect>
                                  </p:childTnLst>
                                </p:cTn>
                              </p:par>
                              <p:par>
                                <p:cTn id="275" presetID="42" presetClass="entr" presetSubtype="0" fill="hold" grpId="0" nodeType="withEffect">
                                  <p:stCondLst>
                                    <p:cond delay="3900"/>
                                  </p:stCondLst>
                                  <p:childTnLst>
                                    <p:set>
                                      <p:cBhvr>
                                        <p:cTn id="271" dur="1" fill="hold">
                                          <p:stCondLst>
                                            <p:cond delay="0"/>
                                          </p:stCondLst>
                                        </p:cTn>
                                        <p:tgtEl>
                                          <p:spTgt spid="46"/>
                                        </p:tgtEl>
                                        <p:attrNameLst>
                                          <p:attrName>style.visibility</p:attrName>
                                        </p:attrNameLst>
                                      </p:cBhvr>
                                      <p:to>
                                        <p:strVal val="visible"/>
                                      </p:to>
                                    </p:set>
                                    <p:animEffect transition="in" filter="fade">
                                      <p:cBhvr>
                                        <p:cTn id="272" dur="300"/>
                                        <p:tgtEl>
                                          <p:spTgt spid="46"/>
                                        </p:tgtEl>
                                      </p:cBhvr>
                                    </p:animEffect>
                                    <p:anim calcmode="lin" valueType="num">
                                      <p:cBhvr additive="base">
                                        <p:cTn id="273" dur="300" fill="hold"/>
                                        <p:tgtEl>
                                          <p:spTgt spid="46"/>
                                        </p:tgtEl>
                                        <p:attrNameLst>
                                          <p:attrName>ppt_x</p:attrName>
                                        </p:attrNameLst>
                                      </p:cBhvr>
                                      <p:tavLst>
                                        <p:tav tm="0">
                                          <p:val>
                                            <p:strVal val="#ppt_x-.05"/>
                                          </p:val>
                                        </p:tav>
                                        <p:tav tm="100000">
                                          <p:val>
                                            <p:strVal val="#ppt_x"/>
                                          </p:val>
                                        </p:tav>
                                      </p:tavLst>
                                    </p:anim>
                                    <p:anim calcmode="lin" valueType="num">
                                      <p:cBhvr additive="base">
                                        <p:cTn id="274" dur="300" fill="hold"/>
                                        <p:tgtEl>
                                          <p:spTgt spid="46"/>
                                        </p:tgtEl>
                                        <p:attrNameLst>
                                          <p:attrName>ppt_y</p:attrName>
                                        </p:attrNameLst>
                                      </p:cBhvr>
                                      <p:tavLst>
                                        <p:tav tm="0">
                                          <p:val>
                                            <p:strVal val="#ppt_y"/>
                                          </p:val>
                                        </p:tav>
                                        <p:tav tm="100000">
                                          <p:val>
                                            <p:strVal val="#ppt_y"/>
                                          </p:val>
                                        </p:tav>
                                      </p:tavLst>
                                    </p:anim>
                                  </p:childTnLst>
                                </p:cTn>
                              </p:par>
                              <p:par>
                                <p:cTn id="280" presetID="53" presetClass="entr" presetSubtype="16" fill="hold" grpId="0" nodeType="withEffect">
                                  <p:stCondLst>
                                    <p:cond delay="4000"/>
                                  </p:stCondLst>
                                  <p:childTnLst>
                                    <p:set>
                                      <p:cBhvr>
                                        <p:cTn id="276" dur="1" fill="hold">
                                          <p:stCondLst>
                                            <p:cond delay="0"/>
                                          </p:stCondLst>
                                        </p:cTn>
                                        <p:tgtEl>
                                          <p:spTgt spid="26"/>
                                        </p:tgtEl>
                                        <p:attrNameLst>
                                          <p:attrName>style.visibility</p:attrName>
                                        </p:attrNameLst>
                                      </p:cBhvr>
                                      <p:to>
                                        <p:strVal val="visible"/>
                                      </p:to>
                                    </p:set>
                                    <p:anim calcmode="lin" valueType="num">
                                      <p:cBhvr additive="base">
                                        <p:cTn id="277" dur="300" fill="hold"/>
                                        <p:tgtEl>
                                          <p:spTgt spid="26"/>
                                        </p:tgtEl>
                                        <p:attrNameLst>
                                          <p:attrName>ppt_w</p:attrName>
                                        </p:attrNameLst>
                                      </p:cBhvr>
                                      <p:tavLst>
                                        <p:tav tm="0">
                                          <p:val>
                                            <p:strVal val="0"/>
                                          </p:val>
                                        </p:tav>
                                        <p:tav tm="100000">
                                          <p:val>
                                            <p:strVal val="#ppt_w"/>
                                          </p:val>
                                        </p:tav>
                                      </p:tavLst>
                                    </p:anim>
                                    <p:anim calcmode="lin" valueType="num">
                                      <p:cBhvr additive="base">
                                        <p:cTn id="278" dur="300" fill="hold"/>
                                        <p:tgtEl>
                                          <p:spTgt spid="26"/>
                                        </p:tgtEl>
                                        <p:attrNameLst>
                                          <p:attrName>ppt_h</p:attrName>
                                        </p:attrNameLst>
                                      </p:cBhvr>
                                      <p:tavLst>
                                        <p:tav tm="0">
                                          <p:val>
                                            <p:strVal val="0"/>
                                          </p:val>
                                        </p:tav>
                                        <p:tav tm="100000">
                                          <p:val>
                                            <p:strVal val="#ppt_h"/>
                                          </p:val>
                                        </p:tav>
                                      </p:tavLst>
                                    </p:anim>
                                    <p:animEffect transition="in" filter="fade">
                                      <p:cBhvr>
                                        <p:cTn id="279" dur="300"/>
                                        <p:tgtEl>
                                          <p:spTgt spid="26"/>
                                        </p:tgtEl>
                                      </p:cBhvr>
                                    </p:animEffect>
                                  </p:childTnLst>
                                </p:cTn>
                              </p:par>
                              <p:par>
                                <p:cTn id="282" presetID="1" presetClass="entr" presetSubtype="0" fill="hold" grpId="0" nodeType="withEffect">
                                  <p:stCondLst>
                                    <p:cond delay="4050"/>
                                  </p:stCondLst>
                                  <p:iterate type="lt">
                                    <p:tmAbs val="30"/>
                                  </p:iterate>
                                  <p:childTnLst>
                                    <p:set>
                                      <p:cBhvr>
                                        <p:cTn id="281" dur="1" fill="hold">
                                          <p:stCondLst>
                                            <p:cond delay="0"/>
                                          </p:stCondLst>
                                        </p:cTn>
                                        <p:tgtEl>
                                          <p:spTgt spid="47"/>
                                        </p:tgtEl>
                                        <p:attrNameLst>
                                          <p:attrName>style.visibility</p:attrName>
                                        </p:attrNameLst>
                                      </p:cBhvr>
                                      <p:to>
                                        <p:strVal val="visible"/>
                                      </p:to>
                                    </p:set>
                                  </p:childTnLst>
                                </p:cTn>
                              </p:par>
                              <p:par>
                                <p:cTn id="285" presetID="10" presetClass="exit" presetSubtype="0" fill="hold" grpId="1" nodeType="withEffect">
                                  <p:stCondLst>
                                    <p:cond delay="7050"/>
                                  </p:stCondLst>
                                  <p:childTnLst>
                                    <p:animEffect transition="out" filter="fade">
                                      <p:cBhvr>
                                        <p:cTn id="283" dur="200"/>
                                        <p:tgtEl>
                                          <p:spTgt spid="43"/>
                                        </p:tgtEl>
                                      </p:cBhvr>
                                    </p:animEffect>
                                    <p:set>
                                      <p:cBhvr>
                                        <p:cTn id="284" dur="1" fill="hold">
                                          <p:stCondLst>
                                            <p:cond delay="199"/>
                                          </p:stCondLst>
                                        </p:cTn>
                                        <p:tgtEl>
                                          <p:spTgt spid="43"/>
                                        </p:tgtEl>
                                        <p:attrNameLst>
                                          <p:attrName>style.visibility</p:attrName>
                                        </p:attrNameLst>
                                      </p:cBhvr>
                                      <p:to>
                                        <p:strVal val="hidden"/>
                                      </p:to>
                                    </p:set>
                                  </p:childTnLst>
                                </p:cTn>
                              </p:par>
                              <p:par>
                                <p:cTn id="288" presetID="22" presetClass="entr" presetSubtype="8" fill="hold" grpId="0" nodeType="withEffect">
                                  <p:stCondLst>
                                    <p:cond delay="7200"/>
                                  </p:stCondLst>
                                  <p:childTnLst>
                                    <p:set>
                                      <p:cBhvr>
                                        <p:cTn id="286" dur="1" fill="hold">
                                          <p:stCondLst>
                                            <p:cond delay="0"/>
                                          </p:stCondLst>
                                        </p:cTn>
                                        <p:tgtEl>
                                          <p:spTgt spid="48"/>
                                        </p:tgtEl>
                                        <p:attrNameLst>
                                          <p:attrName>style.visibility</p:attrName>
                                        </p:attrNameLst>
                                      </p:cBhvr>
                                      <p:to>
                                        <p:strVal val="visible"/>
                                      </p:to>
                                    </p:set>
                                    <p:animEffect transition="in" filter="wipe(left)">
                                      <p:cBhvr>
                                        <p:cTn id="287" dur="9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6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childTnLst>
                          </p:cTn>
                        </p:par>
                      </p:childTnLst>
                    </p:cTn>
                  </p:par>
                  <p:par>
                    <p:cTn id="118" fill="hold">
                      <p:stCondLst>
                        <p:cond delay="indefinite"/>
                      </p:stCondLst>
                      <p:childTnLst>
                        <p:par>
                          <p:cTn id="119" fill="hold">
                            <p:stCondLst>
                              <p:cond delay="0"/>
                            </p:stCondLst>
                            <p:childTnLst>
                              <p:par>
                                <p:cTn id="71" presetID="10" presetClass="exit" presetSubtype="0" fill="hold" grpId="1" nodeType="clickEffect">
                                  <p:stCondLst>
                                    <p:cond delay="0"/>
                                  </p:stCondLst>
                                  <p:childTnLst>
                                    <p:animEffect transition="out" filter="fade">
                                      <p:cBhvr>
                                        <p:cTn id="69" dur="200"/>
                                        <p:tgtEl>
                                          <p:spTgt spid="31"/>
                                        </p:tgtEl>
                                      </p:cBhvr>
                                    </p:animEffect>
                                    <p:set>
                                      <p:cBhvr>
                                        <p:cTn id="70" dur="1" fill="hold">
                                          <p:stCondLst>
                                            <p:cond delay="199"/>
                                          </p:stCondLst>
                                        </p:cTn>
                                        <p:tgtEl>
                                          <p:spTgt spid="31"/>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2" dur="250"/>
                                        <p:tgtEl>
                                          <p:spTgt spid="26"/>
                                        </p:tgtEl>
                                      </p:cBhvr>
                                    </p:animEffect>
                                    <p:set>
                                      <p:cBhvr>
                                        <p:cTn id="73" dur="1" fill="hold">
                                          <p:stCondLst>
                                            <p:cond delay="249"/>
                                          </p:stCondLst>
                                        </p:cTn>
                                        <p:tgtEl>
                                          <p:spTgt spid="26"/>
                                        </p:tgtEl>
                                        <p:attrNameLst>
                                          <p:attrName>style.visibility</p:attrName>
                                        </p:attrNameLst>
                                      </p:cBhvr>
                                      <p:to>
                                        <p:strVal val="hidden"/>
                                      </p:to>
                                    </p:set>
                                  </p:childTnLst>
                                </p:cTn>
                              </p:par>
                              <p:par>
                                <p:cTn id="77" presetID="10" presetClass="exit" presetSubtype="0" fill="hold" grpId="2" nodeType="withEffect">
                                  <p:stCondLst>
                                    <p:cond delay="0"/>
                                  </p:stCondLst>
                                  <p:childTnLst>
                                    <p:animEffect transition="out" filter="fade">
                                      <p:cBhvr>
                                        <p:cTn id="75" dur="250"/>
                                        <p:tgtEl>
                                          <p:spTgt spid="27"/>
                                        </p:tgtEl>
                                      </p:cBhvr>
                                    </p:animEffect>
                                    <p:set>
                                      <p:cBhvr>
                                        <p:cTn id="76" dur="1" fill="hold">
                                          <p:stCondLst>
                                            <p:cond delay="249"/>
                                          </p:stCondLst>
                                        </p:cTn>
                                        <p:tgtEl>
                                          <p:spTgt spid="27"/>
                                        </p:tgtEl>
                                        <p:attrNameLst>
                                          <p:attrName>style.visibility</p:attrName>
                                        </p:attrNameLst>
                                      </p:cBhvr>
                                      <p:to>
                                        <p:strVal val="hidden"/>
                                      </p:to>
                                    </p:set>
                                  </p:childTnLst>
                                </p:cTn>
                              </p:par>
                              <p:par>
                                <p:cTn id="82" presetID="42" presetClass="entr" presetSubtype="0" fill="hold" grpId="0" nodeType="withEffect">
                                  <p:stCondLst>
                                    <p:cond delay="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anim calcmode="lin" valueType="num">
                                      <p:cBhvr additive="base">
                                        <p:cTn id="80" dur="400" fill="hold"/>
                                        <p:tgtEl>
                                          <p:spTgt spid="34"/>
                                        </p:tgtEl>
                                        <p:attrNameLst>
                                          <p:attrName>ppt_x</p:attrName>
                                        </p:attrNameLst>
                                      </p:cBhvr>
                                      <p:tavLst>
                                        <p:tav tm="0">
                                          <p:val>
                                            <p:strVal val="#ppt_x-.05"/>
                                          </p:val>
                                        </p:tav>
                                        <p:tav tm="100000">
                                          <p:val>
                                            <p:strVal val="#ppt_x"/>
                                          </p:val>
                                        </p:tav>
                                      </p:tavLst>
                                    </p:anim>
                                    <p:anim calcmode="lin" valueType="num">
                                      <p:cBhvr additive="base">
                                        <p:cTn id="81" dur="400" fill="hold"/>
                                        <p:tgtEl>
                                          <p:spTgt spid="34"/>
                                        </p:tgtEl>
                                        <p:attrNameLst>
                                          <p:attrName>ppt_y</p:attrName>
                                        </p:attrNameLst>
                                      </p:cBhvr>
                                      <p:tavLst>
                                        <p:tav tm="0">
                                          <p:val>
                                            <p:strVal val="#ppt_y"/>
                                          </p:val>
                                        </p:tav>
                                        <p:tav tm="100000">
                                          <p:val>
                                            <p:strVal val="#ppt_y"/>
                                          </p:val>
                                        </p:tav>
                                      </p:tavLst>
                                    </p:anim>
                                  </p:childTnLst>
                                </p:cTn>
                              </p:par>
                              <p:par>
                                <p:cTn id="85" presetID="10" presetClass="exit" presetSubtype="0" fill="hold" grpId="1" nodeType="withEffect">
                                  <p:stCondLst>
                                    <p:cond delay="180"/>
                                  </p:stCondLst>
                                  <p:childTnLst>
                                    <p:animEffect transition="out" filter="fade">
                                      <p:cBhvr>
                                        <p:cTn id="83" dur="200"/>
                                        <p:tgtEl>
                                          <p:spTgt spid="32"/>
                                        </p:tgtEl>
                                      </p:cBhvr>
                                    </p:animEffect>
                                    <p:set>
                                      <p:cBhvr>
                                        <p:cTn id="84" dur="1" fill="hold">
                                          <p:stCondLst>
                                            <p:cond delay="199"/>
                                          </p:stCondLst>
                                        </p:cTn>
                                        <p:tgtEl>
                                          <p:spTgt spid="32"/>
                                        </p:tgtEl>
                                        <p:attrNameLst>
                                          <p:attrName>style.visibility</p:attrName>
                                        </p:attrNameLst>
                                      </p:cBhvr>
                                      <p:to>
                                        <p:strVal val="hidden"/>
                                      </p:to>
                                    </p:set>
                                  </p:childTnLst>
                                </p:cTn>
                              </p:par>
                              <p:par>
                                <p:cTn id="88" presetID="10" presetClass="exit" presetSubtype="0" fill="hold" grpId="1" nodeType="withEffect">
                                  <p:stCondLst>
                                    <p:cond delay="180"/>
                                  </p:stCondLst>
                                  <p:childTnLst>
                                    <p:animEffect transition="out" filter="fade">
                                      <p:cBhvr>
                                        <p:cTn id="86" dur="200"/>
                                        <p:tgtEl>
                                          <p:spTgt spid="33"/>
                                        </p:tgtEl>
                                      </p:cBhvr>
                                    </p:animEffect>
                                    <p:set>
                                      <p:cBhvr>
                                        <p:cTn id="87" dur="1" fill="hold">
                                          <p:stCondLst>
                                            <p:cond delay="199"/>
                                          </p:stCondLst>
                                        </p:cTn>
                                        <p:tgtEl>
                                          <p:spTgt spid="33"/>
                                        </p:tgtEl>
                                        <p:attrNameLst>
                                          <p:attrName>style.visibility</p:attrName>
                                        </p:attrNameLst>
                                      </p:cBhvr>
                                      <p:to>
                                        <p:strVal val="hidden"/>
                                      </p:to>
                                    </p:set>
                                  </p:childTnLst>
                                </p:cTn>
                              </p:par>
                              <p:par>
                                <p:cTn id="91" presetID="10" presetClass="entr" presetSubtype="0" fill="hold" grpId="0" nodeType="withEffect">
                                  <p:stCondLst>
                                    <p:cond delay="200"/>
                                  </p:stCondLst>
                                  <p:childTnLst>
                                    <p:set>
                                      <p:cBhvr>
                                        <p:cTn id="89" dur="1" fill="hold">
                                          <p:stCondLst>
                                            <p:cond delay="0"/>
                                          </p:stCondLst>
                                        </p:cTn>
                                        <p:tgtEl>
                                          <p:spTgt spid="7"/>
                                        </p:tgtEl>
                                        <p:attrNameLst>
                                          <p:attrName>style.visibility</p:attrName>
                                        </p:attrNameLst>
                                      </p:cBhvr>
                                      <p:to>
                                        <p:strVal val="visible"/>
                                      </p:to>
                                    </p:set>
                                    <p:animEffect transition="in" filter="fade">
                                      <p:cBhvr>
                                        <p:cTn id="90" dur="700"/>
                                        <p:tgtEl>
                                          <p:spTgt spid="7"/>
                                        </p:tgtEl>
                                      </p:cBhvr>
                                    </p:animEffect>
                                  </p:childTnLst>
                                </p:cTn>
                              </p:par>
                              <p:par>
                                <p:cTn id="96" presetID="42" presetClass="entr" presetSubtype="0" fill="hold" grpId="0" nodeType="withEffect">
                                  <p:stCondLst>
                                    <p:cond delay="30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300"/>
                                        <p:tgtEl>
                                          <p:spTgt spid="35"/>
                                        </p:tgtEl>
                                      </p:cBhvr>
                                    </p:animEffect>
                                    <p:anim calcmode="lin" valueType="num">
                                      <p:cBhvr additive="base">
                                        <p:cTn id="94" dur="300" fill="hold"/>
                                        <p:tgtEl>
                                          <p:spTgt spid="35"/>
                                        </p:tgtEl>
                                        <p:attrNameLst>
                                          <p:attrName>ppt_x</p:attrName>
                                        </p:attrNameLst>
                                      </p:cBhvr>
                                      <p:tavLst>
                                        <p:tav tm="0">
                                          <p:val>
                                            <p:strVal val="#ppt_x-.05"/>
                                          </p:val>
                                        </p:tav>
                                        <p:tav tm="100000">
                                          <p:val>
                                            <p:strVal val="#ppt_x"/>
                                          </p:val>
                                        </p:tav>
                                      </p:tavLst>
                                    </p:anim>
                                    <p:anim calcmode="lin" valueType="num">
                                      <p:cBhvr additive="base">
                                        <p:cTn id="95" dur="300" fill="hold"/>
                                        <p:tgtEl>
                                          <p:spTgt spid="35"/>
                                        </p:tgtEl>
                                        <p:attrNameLst>
                                          <p:attrName>ppt_y</p:attrName>
                                        </p:attrNameLst>
                                      </p:cBhvr>
                                      <p:tavLst>
                                        <p:tav tm="0">
                                          <p:val>
                                            <p:strVal val="#ppt_y"/>
                                          </p:val>
                                        </p:tav>
                                        <p:tav tm="100000">
                                          <p:val>
                                            <p:strVal val="#ppt_y"/>
                                          </p:val>
                                        </p:tav>
                                      </p:tavLst>
                                    </p:anim>
                                  </p:childTnLst>
                                </p:cTn>
                              </p:par>
                              <p:par>
                                <p:cTn id="98" presetID="1" presetClass="entr" presetSubtype="0" fill="hold" grpId="0" nodeType="withEffect">
                                  <p:stCondLst>
                                    <p:cond delay="450"/>
                                  </p:stCondLst>
                                  <p:iterate type="lt">
                                    <p:tmAbs val="30"/>
                                  </p:iterate>
                                  <p:childTnLst>
                                    <p:set>
                                      <p:cBhvr>
                                        <p:cTn id="97" dur="1" fill="hold">
                                          <p:stCondLst>
                                            <p:cond delay="0"/>
                                          </p:stCondLst>
                                        </p:cTn>
                                        <p:tgtEl>
                                          <p:spTgt spid="36"/>
                                        </p:tgtEl>
                                        <p:attrNameLst>
                                          <p:attrName>style.visibility</p:attrName>
                                        </p:attrNameLst>
                                      </p:cBhvr>
                                      <p:to>
                                        <p:strVal val="visible"/>
                                      </p:to>
                                    </p:set>
                                  </p:childTnLst>
                                </p:cTn>
                              </p:par>
                              <p:par>
                                <p:cTn id="103" presetID="42" presetClass="entr" presetSubtype="0" fill="hold" grpId="0" nodeType="withEffect">
                                  <p:stCondLst>
                                    <p:cond delay="800"/>
                                  </p:stCondLst>
                                  <p:childTnLst>
                                    <p:set>
                                      <p:cBhvr>
                                        <p:cTn id="99" dur="1" fill="hold">
                                          <p:stCondLst>
                                            <p:cond delay="0"/>
                                          </p:stCondLst>
                                        </p:cTn>
                                        <p:tgtEl>
                                          <p:spTgt spid="10"/>
                                        </p:tgtEl>
                                        <p:attrNameLst>
                                          <p:attrName>style.visibility</p:attrName>
                                        </p:attrNameLst>
                                      </p:cBhvr>
                                      <p:to>
                                        <p:strVal val="visible"/>
                                      </p:to>
                                    </p:set>
                                    <p:animEffect transition="in" filter="fade">
                                      <p:cBhvr>
                                        <p:cTn id="100" dur="500"/>
                                        <p:tgtEl>
                                          <p:spTgt spid="10"/>
                                        </p:tgtEl>
                                      </p:cBhvr>
                                    </p:animEffect>
                                    <p:anim calcmode="lin" valueType="num">
                                      <p:cBhvr additive="base">
                                        <p:cTn id="101" dur="500" fill="hold"/>
                                        <p:tgtEl>
                                          <p:spTgt spid="10"/>
                                        </p:tgtEl>
                                        <p:attrNameLst>
                                          <p:attrName>ppt_x</p:attrName>
                                        </p:attrNameLst>
                                      </p:cBhvr>
                                      <p:tavLst>
                                        <p:tav tm="0">
                                          <p:val>
                                            <p:strVal val="#ppt_x"/>
                                          </p:val>
                                        </p:tav>
                                        <p:tav tm="100000">
                                          <p:val>
                                            <p:strVal val="#ppt_x"/>
                                          </p:val>
                                        </p:tav>
                                      </p:tavLst>
                                    </p:anim>
                                    <p:anim calcmode="lin" valueType="num">
                                      <p:cBhvr additive="base">
                                        <p:cTn id="102" dur="500" fill="hold"/>
                                        <p:tgtEl>
                                          <p:spTgt spid="10"/>
                                        </p:tgtEl>
                                        <p:attrNameLst>
                                          <p:attrName>ppt_y</p:attrName>
                                        </p:attrNameLst>
                                      </p:cBhvr>
                                      <p:tavLst>
                                        <p:tav tm="0">
                                          <p:val>
                                            <p:strVal val="#ppt_y+.06"/>
                                          </p:val>
                                        </p:tav>
                                        <p:tav tm="100000">
                                          <p:val>
                                            <p:strVal val="#ppt_y"/>
                                          </p:val>
                                        </p:tav>
                                      </p:tavLst>
                                    </p:anim>
                                  </p:childTnLst>
                                </p:cTn>
                              </p:par>
                              <p:par>
                                <p:cTn id="108" presetID="42" presetClass="entr" presetSubtype="0" fill="hold" grpId="0" nodeType="withEffect">
                                  <p:stCondLst>
                                    <p:cond delay="1000"/>
                                  </p:stCondLst>
                                  <p:childTnLst>
                                    <p:set>
                                      <p:cBhvr>
                                        <p:cTn id="104" dur="1" fill="hold">
                                          <p:stCondLst>
                                            <p:cond delay="0"/>
                                          </p:stCondLst>
                                        </p:cTn>
                                        <p:tgtEl>
                                          <p:spTgt spid="11"/>
                                        </p:tgtEl>
                                        <p:attrNameLst>
                                          <p:attrName>style.visibility</p:attrName>
                                        </p:attrNameLst>
                                      </p:cBhvr>
                                      <p:to>
                                        <p:strVal val="visible"/>
                                      </p:to>
                                    </p:set>
                                    <p:animEffect transition="in" filter="fade">
                                      <p:cBhvr>
                                        <p:cTn id="105" dur="500"/>
                                        <p:tgtEl>
                                          <p:spTgt spid="11"/>
                                        </p:tgtEl>
                                      </p:cBhvr>
                                    </p:animEffect>
                                    <p:anim calcmode="lin" valueType="num">
                                      <p:cBhvr additive="base">
                                        <p:cTn id="106" dur="500" fill="hold"/>
                                        <p:tgtEl>
                                          <p:spTgt spid="11"/>
                                        </p:tgtEl>
                                        <p:attrNameLst>
                                          <p:attrName>ppt_x</p:attrName>
                                        </p:attrNameLst>
                                      </p:cBhvr>
                                      <p:tavLst>
                                        <p:tav tm="0">
                                          <p:val>
                                            <p:strVal val="#ppt_x"/>
                                          </p:val>
                                        </p:tav>
                                        <p:tav tm="100000">
                                          <p:val>
                                            <p:strVal val="#ppt_x"/>
                                          </p:val>
                                        </p:tav>
                                      </p:tavLst>
                                    </p:anim>
                                    <p:anim calcmode="lin" valueType="num">
                                      <p:cBhvr additive="base">
                                        <p:cTn id="107" dur="500" fill="hold"/>
                                        <p:tgtEl>
                                          <p:spTgt spid="11"/>
                                        </p:tgtEl>
                                        <p:attrNameLst>
                                          <p:attrName>ppt_y</p:attrName>
                                        </p:attrNameLst>
                                      </p:cBhvr>
                                      <p:tavLst>
                                        <p:tav tm="0">
                                          <p:val>
                                            <p:strVal val="#ppt_y+.06"/>
                                          </p:val>
                                        </p:tav>
                                        <p:tav tm="100000">
                                          <p:val>
                                            <p:strVal val="#ppt_y"/>
                                          </p:val>
                                        </p:tav>
                                      </p:tavLst>
                                    </p:anim>
                                  </p:childTnLst>
                                </p:cTn>
                              </p:par>
                              <p:par>
                                <p:cTn id="112" presetID="2" presetClass="entr" presetSubtype="1" fill="hold" grpId="0" nodeType="withEffect">
                                  <p:stCondLst>
                                    <p:cond delay="1250"/>
                                  </p:stCondLst>
                                  <p:childTnLst>
                                    <p:set>
                                      <p:cBhvr>
                                        <p:cTn id="109" dur="1" fill="hold">
                                          <p:stCondLst>
                                            <p:cond delay="0"/>
                                          </p:stCondLst>
                                        </p:cTn>
                                        <p:tgtEl>
                                          <p:spTgt spid="12"/>
                                        </p:tgtEl>
                                        <p:attrNameLst>
                                          <p:attrName>style.visibility</p:attrName>
                                        </p:attrNameLst>
                                      </p:cBhvr>
                                      <p:to>
                                        <p:strVal val="visible"/>
                                      </p:to>
                                    </p:set>
                                    <p:anim calcmode="lin" valueType="num">
                                      <p:cBhvr additive="base">
                                        <p:cTn id="110" dur="600" fill="hold"/>
                                        <p:tgtEl>
                                          <p:spTgt spid="12"/>
                                        </p:tgtEl>
                                        <p:attrNameLst>
                                          <p:attrName>ppt_x</p:attrName>
                                        </p:attrNameLst>
                                      </p:cBhvr>
                                      <p:tavLst>
                                        <p:tav tm="0">
                                          <p:val>
                                            <p:strVal val="#ppt_x"/>
                                          </p:val>
                                        </p:tav>
                                        <p:tav tm="100000">
                                          <p:val>
                                            <p:strVal val="#ppt_x"/>
                                          </p:val>
                                        </p:tav>
                                      </p:tavLst>
                                    </p:anim>
                                    <p:anim calcmode="lin" valueType="num">
                                      <p:cBhvr additive="base">
                                        <p:cTn id="111" dur="600" fill="hold"/>
                                        <p:tgtEl>
                                          <p:spTgt spid="12"/>
                                        </p:tgtEl>
                                        <p:attrNameLst>
                                          <p:attrName>ppt_y</p:attrName>
                                        </p:attrNameLst>
                                      </p:cBhvr>
                                      <p:tavLst>
                                        <p:tav tm="0">
                                          <p:val>
                                            <p:strVal val="0-#ppt_h/2"/>
                                          </p:val>
                                        </p:tav>
                                        <p:tav tm="100000">
                                          <p:val>
                                            <p:strVal val="#ppt_y"/>
                                          </p:val>
                                        </p:tav>
                                      </p:tavLst>
                                    </p:anim>
                                  </p:childTnLst>
                                </p:cTn>
                              </p:par>
                              <p:par>
                                <p:cTn id="117" presetID="53" presetClass="entr" presetSubtype="16" fill="hold" grpId="0" nodeType="withEffect">
                                  <p:stCondLst>
                                    <p:cond delay="1900"/>
                                  </p:stCondLst>
                                  <p:childTnLst>
                                    <p:set>
                                      <p:cBhvr>
                                        <p:cTn id="113" dur="1" fill="hold">
                                          <p:stCondLst>
                                            <p:cond delay="0"/>
                                          </p:stCondLst>
                                        </p:cTn>
                                        <p:tgtEl>
                                          <p:spTgt spid="13"/>
                                        </p:tgtEl>
                                        <p:attrNameLst>
                                          <p:attrName>style.visibility</p:attrName>
                                        </p:attrNameLst>
                                      </p:cBhvr>
                                      <p:to>
                                        <p:strVal val="visible"/>
                                      </p:to>
                                    </p:set>
                                    <p:anim calcmode="lin" valueType="num">
                                      <p:cBhvr additive="base">
                                        <p:cTn id="114" dur="400" fill="hold"/>
                                        <p:tgtEl>
                                          <p:spTgt spid="13"/>
                                        </p:tgtEl>
                                        <p:attrNameLst>
                                          <p:attrName>ppt_w</p:attrName>
                                        </p:attrNameLst>
                                      </p:cBhvr>
                                      <p:tavLst>
                                        <p:tav tm="0">
                                          <p:val>
                                            <p:strVal val="0"/>
                                          </p:val>
                                        </p:tav>
                                        <p:tav tm="100000">
                                          <p:val>
                                            <p:strVal val="#ppt_w"/>
                                          </p:val>
                                        </p:tav>
                                      </p:tavLst>
                                    </p:anim>
                                    <p:anim calcmode="lin" valueType="num">
                                      <p:cBhvr additive="base">
                                        <p:cTn id="115" dur="400" fill="hold"/>
                                        <p:tgtEl>
                                          <p:spTgt spid="13"/>
                                        </p:tgtEl>
                                        <p:attrNameLst>
                                          <p:attrName>ppt_h</p:attrName>
                                        </p:attrNameLst>
                                      </p:cBhvr>
                                      <p:tavLst>
                                        <p:tav tm="0">
                                          <p:val>
                                            <p:strVal val="0"/>
                                          </p:val>
                                        </p:tav>
                                        <p:tav tm="100000">
                                          <p:val>
                                            <p:strVal val="#ppt_h"/>
                                          </p:val>
                                        </p:tav>
                                      </p:tavLst>
                                    </p:anim>
                                    <p:animEffect transition="in" filter="fade">
                                      <p:cBhvr>
                                        <p:cTn id="116" dur="400"/>
                                        <p:tgtEl>
                                          <p:spTgt spid="13"/>
                                        </p:tgtEl>
                                      </p:cBhvr>
                                    </p:animEffect>
                                  </p:childTnLst>
                                </p:cTn>
                              </p:par>
                            </p:childTnLst>
                          </p:cTn>
                        </p:par>
                      </p:childTnLst>
                    </p:cTn>
                  </p:par>
                  <p:par>
                    <p:cTn id="221" fill="hold">
                      <p:stCondLst>
                        <p:cond delay="indefinite"/>
                      </p:stCondLst>
                      <p:childTnLst>
                        <p:par>
                          <p:cTn id="222" fill="hold">
                            <p:stCondLst>
                              <p:cond delay="0"/>
                            </p:stCondLst>
                            <p:childTnLst>
                              <p:par>
                                <p:cTn id="122" presetID="10" presetClass="exit" presetSubtype="0" fill="hold" grpId="1" nodeType="clickEffect">
                                  <p:stCondLst>
                                    <p:cond delay="0"/>
                                  </p:stCondLst>
                                  <p:childTnLst>
                                    <p:animEffect transition="out" filter="fade">
                                      <p:cBhvr>
                                        <p:cTn id="120" dur="200"/>
                                        <p:tgtEl>
                                          <p:spTgt spid="34"/>
                                        </p:tgtEl>
                                      </p:cBhvr>
                                    </p:animEffect>
                                    <p:set>
                                      <p:cBhvr>
                                        <p:cTn id="121" dur="1" fill="hold">
                                          <p:stCondLst>
                                            <p:cond delay="199"/>
                                          </p:stCondLst>
                                        </p:cTn>
                                        <p:tgtEl>
                                          <p:spTgt spid="34"/>
                                        </p:tgtEl>
                                        <p:attrNameLst>
                                          <p:attrName>style.visibility</p:attrName>
                                        </p:attrNameLst>
                                      </p:cBhvr>
                                      <p:to>
                                        <p:strVal val="hidden"/>
                                      </p:to>
                                    </p:set>
                                  </p:childTnLst>
                                </p:cTn>
                              </p:par>
                              <p:par>
                                <p:cTn id="125" presetID="10" presetClass="exit" presetSubtype="0" fill="hold" grpId="1" nodeType="withEffect">
                                  <p:stCondLst>
                                    <p:cond delay="0"/>
                                  </p:stCondLst>
                                  <p:childTnLst>
                                    <p:animEffect transition="out" filter="fade">
                                      <p:cBhvr>
                                        <p:cTn id="123" dur="250"/>
                                        <p:tgtEl>
                                          <p:spTgt spid="10"/>
                                        </p:tgtEl>
                                      </p:cBhvr>
                                    </p:animEffect>
                                    <p:set>
                                      <p:cBhvr>
                                        <p:cTn id="124" dur="1" fill="hold">
                                          <p:stCondLst>
                                            <p:cond delay="249"/>
                                          </p:stCondLst>
                                        </p:cTn>
                                        <p:tgtEl>
                                          <p:spTgt spid="10"/>
                                        </p:tgtEl>
                                        <p:attrNameLst>
                                          <p:attrName>style.visibility</p:attrName>
                                        </p:attrNameLst>
                                      </p:cBhvr>
                                      <p:to>
                                        <p:strVal val="hidden"/>
                                      </p:to>
                                    </p:set>
                                  </p:childTnLst>
                                </p:cTn>
                              </p:par>
                              <p:par>
                                <p:cTn id="128" presetID="10" presetClass="exit" presetSubtype="0" fill="hold" grpId="1" nodeType="withEffect">
                                  <p:stCondLst>
                                    <p:cond delay="0"/>
                                  </p:stCondLst>
                                  <p:childTnLst>
                                    <p:animEffect transition="out" filter="fade">
                                      <p:cBhvr>
                                        <p:cTn id="126" dur="250"/>
                                        <p:tgtEl>
                                          <p:spTgt spid="11"/>
                                        </p:tgtEl>
                                      </p:cBhvr>
                                    </p:animEffect>
                                    <p:set>
                                      <p:cBhvr>
                                        <p:cTn id="127" dur="1" fill="hold">
                                          <p:stCondLst>
                                            <p:cond delay="249"/>
                                          </p:stCondLst>
                                        </p:cTn>
                                        <p:tgtEl>
                                          <p:spTgt spid="11"/>
                                        </p:tgtEl>
                                        <p:attrNameLst>
                                          <p:attrName>style.visibility</p:attrName>
                                        </p:attrNameLst>
                                      </p:cBhvr>
                                      <p:to>
                                        <p:strVal val="hidden"/>
                                      </p:to>
                                    </p:set>
                                  </p:childTnLst>
                                </p:cTn>
                              </p:par>
                              <p:par>
                                <p:cTn id="131" presetID="10" presetClass="exit" presetSubtype="0" fill="hold" grpId="1" nodeType="withEffect">
                                  <p:stCondLst>
                                    <p:cond delay="0"/>
                                  </p:stCondLst>
                                  <p:childTnLst>
                                    <p:animEffect transition="out" filter="fade">
                                      <p:cBhvr>
                                        <p:cTn id="129" dur="250"/>
                                        <p:tgtEl>
                                          <p:spTgt spid="12"/>
                                        </p:tgtEl>
                                      </p:cBhvr>
                                    </p:animEffect>
                                    <p:set>
                                      <p:cBhvr>
                                        <p:cTn id="130" dur="1" fill="hold">
                                          <p:stCondLst>
                                            <p:cond delay="249"/>
                                          </p:stCondLst>
                                        </p:cTn>
                                        <p:tgtEl>
                                          <p:spTgt spid="12"/>
                                        </p:tgtEl>
                                        <p:attrNameLst>
                                          <p:attrName>style.visibility</p:attrName>
                                        </p:attrNameLst>
                                      </p:cBhvr>
                                      <p:to>
                                        <p:strVal val="hidden"/>
                                      </p:to>
                                    </p:set>
                                  </p:childTnLst>
                                </p:cTn>
                              </p:par>
                              <p:par>
                                <p:cTn id="134" presetID="10" presetClass="exit" presetSubtype="0" fill="hold" grpId="1" nodeType="withEffect">
                                  <p:stCondLst>
                                    <p:cond delay="0"/>
                                  </p:stCondLst>
                                  <p:childTnLst>
                                    <p:animEffect transition="out" filter="fade">
                                      <p:cBhvr>
                                        <p:cTn id="132" dur="250"/>
                                        <p:tgtEl>
                                          <p:spTgt spid="13"/>
                                        </p:tgtEl>
                                      </p:cBhvr>
                                    </p:animEffect>
                                    <p:set>
                                      <p:cBhvr>
                                        <p:cTn id="133" dur="1" fill="hold">
                                          <p:stCondLst>
                                            <p:cond delay="249"/>
                                          </p:stCondLst>
                                        </p:cTn>
                                        <p:tgtEl>
                                          <p:spTgt spid="13"/>
                                        </p:tgtEl>
                                        <p:attrNameLst>
                                          <p:attrName>style.visibility</p:attrName>
                                        </p:attrNameLst>
                                      </p:cBhvr>
                                      <p:to>
                                        <p:strVal val="hidden"/>
                                      </p:to>
                                    </p:set>
                                  </p:childTnLst>
                                </p:cTn>
                              </p:par>
                              <p:par>
                                <p:cTn id="137" presetID="10" presetClass="exit" presetSubtype="0" fill="hold" grpId="1" nodeType="withEffect">
                                  <p:stCondLst>
                                    <p:cond delay="0"/>
                                  </p:stCondLst>
                                  <p:childTnLst>
                                    <p:animEffect transition="out" filter="fade">
                                      <p:cBhvr>
                                        <p:cTn id="135" dur="250"/>
                                        <p:tgtEl>
                                          <p:spTgt spid="7"/>
                                        </p:tgtEl>
                                      </p:cBhvr>
                                    </p:animEffect>
                                    <p:set>
                                      <p:cBhvr>
                                        <p:cTn id="136" dur="1" fill="hold">
                                          <p:stCondLst>
                                            <p:cond delay="249"/>
                                          </p:stCondLst>
                                        </p:cTn>
                                        <p:tgtEl>
                                          <p:spTgt spid="7"/>
                                        </p:tgtEl>
                                        <p:attrNameLst>
                                          <p:attrName>style.visibility</p:attrName>
                                        </p:attrNameLst>
                                      </p:cBhvr>
                                      <p:to>
                                        <p:strVal val="hidden"/>
                                      </p:to>
                                    </p:set>
                                  </p:childTnLst>
                                </p:cTn>
                              </p:par>
                              <p:par>
                                <p:cTn id="142" presetID="42" presetClass="entr" presetSubtype="0" fill="hold" grpId="0" nodeType="withEffect">
                                  <p:stCondLst>
                                    <p:cond delay="100"/>
                                  </p:stCondLst>
                                  <p:childTnLst>
                                    <p:set>
                                      <p:cBhvr>
                                        <p:cTn id="138" dur="1" fill="hold">
                                          <p:stCondLst>
                                            <p:cond delay="0"/>
                                          </p:stCondLst>
                                        </p:cTn>
                                        <p:tgtEl>
                                          <p:spTgt spid="37"/>
                                        </p:tgtEl>
                                        <p:attrNameLst>
                                          <p:attrName>style.visibility</p:attrName>
                                        </p:attrNameLst>
                                      </p:cBhvr>
                                      <p:to>
                                        <p:strVal val="visible"/>
                                      </p:to>
                                    </p:set>
                                    <p:animEffect transition="in" filter="fade">
                                      <p:cBhvr>
                                        <p:cTn id="139" dur="400"/>
                                        <p:tgtEl>
                                          <p:spTgt spid="37"/>
                                        </p:tgtEl>
                                      </p:cBhvr>
                                    </p:animEffect>
                                    <p:anim calcmode="lin" valueType="num">
                                      <p:cBhvr additive="base">
                                        <p:cTn id="140" dur="400" fill="hold"/>
                                        <p:tgtEl>
                                          <p:spTgt spid="37"/>
                                        </p:tgtEl>
                                        <p:attrNameLst>
                                          <p:attrName>ppt_x</p:attrName>
                                        </p:attrNameLst>
                                      </p:cBhvr>
                                      <p:tavLst>
                                        <p:tav tm="0">
                                          <p:val>
                                            <p:strVal val="#ppt_x-.05"/>
                                          </p:val>
                                        </p:tav>
                                        <p:tav tm="100000">
                                          <p:val>
                                            <p:strVal val="#ppt_x"/>
                                          </p:val>
                                        </p:tav>
                                      </p:tavLst>
                                    </p:anim>
                                    <p:anim calcmode="lin" valueType="num">
                                      <p:cBhvr additive="base">
                                        <p:cTn id="141" dur="400" fill="hold"/>
                                        <p:tgtEl>
                                          <p:spTgt spid="37"/>
                                        </p:tgtEl>
                                        <p:attrNameLst>
                                          <p:attrName>ppt_y</p:attrName>
                                        </p:attrNameLst>
                                      </p:cBhvr>
                                      <p:tavLst>
                                        <p:tav tm="0">
                                          <p:val>
                                            <p:strVal val="#ppt_y"/>
                                          </p:val>
                                        </p:tav>
                                        <p:tav tm="100000">
                                          <p:val>
                                            <p:strVal val="#ppt_y"/>
                                          </p:val>
                                        </p:tav>
                                      </p:tavLst>
                                    </p:anim>
                                  </p:childTnLst>
                                </p:cTn>
                              </p:par>
                              <p:par>
                                <p:cTn id="145" presetID="10" presetClass="exit" presetSubtype="0" fill="hold" grpId="1" nodeType="withEffect">
                                  <p:stCondLst>
                                    <p:cond delay="180"/>
                                  </p:stCondLst>
                                  <p:childTnLst>
                                    <p:animEffect transition="out" filter="fade">
                                      <p:cBhvr>
                                        <p:cTn id="143" dur="200"/>
                                        <p:tgtEl>
                                          <p:spTgt spid="35"/>
                                        </p:tgtEl>
                                      </p:cBhvr>
                                    </p:animEffect>
                                    <p:set>
                                      <p:cBhvr>
                                        <p:cTn id="144" dur="1" fill="hold">
                                          <p:stCondLst>
                                            <p:cond delay="199"/>
                                          </p:stCondLst>
                                        </p:cTn>
                                        <p:tgtEl>
                                          <p:spTgt spid="35"/>
                                        </p:tgtEl>
                                        <p:attrNameLst>
                                          <p:attrName>style.visibility</p:attrName>
                                        </p:attrNameLst>
                                      </p:cBhvr>
                                      <p:to>
                                        <p:strVal val="hidden"/>
                                      </p:to>
                                    </p:set>
                                  </p:childTnLst>
                                </p:cTn>
                              </p:par>
                              <p:par>
                                <p:cTn id="148" presetID="10" presetClass="exit" presetSubtype="0" fill="hold" grpId="1" nodeType="withEffect">
                                  <p:stCondLst>
                                    <p:cond delay="180"/>
                                  </p:stCondLst>
                                  <p:childTnLst>
                                    <p:animEffect transition="out" filter="fade">
                                      <p:cBhvr>
                                        <p:cTn id="146" dur="200"/>
                                        <p:tgtEl>
                                          <p:spTgt spid="36"/>
                                        </p:tgtEl>
                                      </p:cBhvr>
                                    </p:animEffect>
                                    <p:set>
                                      <p:cBhvr>
                                        <p:cTn id="147" dur="1" fill="hold">
                                          <p:stCondLst>
                                            <p:cond delay="199"/>
                                          </p:stCondLst>
                                        </p:cTn>
                                        <p:tgtEl>
                                          <p:spTgt spid="36"/>
                                        </p:tgtEl>
                                        <p:attrNameLst>
                                          <p:attrName>style.visibility</p:attrName>
                                        </p:attrNameLst>
                                      </p:cBhvr>
                                      <p:to>
                                        <p:strVal val="hidden"/>
                                      </p:to>
                                    </p:set>
                                  </p:childTnLst>
                                </p:cTn>
                              </p:par>
                              <p:par>
                                <p:cTn id="153" presetID="53" presetClass="entr" presetSubtype="16" fill="hold" grpId="0" nodeType="withEffect">
                                  <p:stCondLst>
                                    <p:cond delay="300"/>
                                  </p:stCondLst>
                                  <p:childTnLst>
                                    <p:set>
                                      <p:cBhvr>
                                        <p:cTn id="149" dur="1" fill="hold">
                                          <p:stCondLst>
                                            <p:cond delay="0"/>
                                          </p:stCondLst>
                                        </p:cTn>
                                        <p:tgtEl>
                                          <p:spTgt spid="14"/>
                                        </p:tgtEl>
                                        <p:attrNameLst>
                                          <p:attrName>style.visibility</p:attrName>
                                        </p:attrNameLst>
                                      </p:cBhvr>
                                      <p:to>
                                        <p:strVal val="visible"/>
                                      </p:to>
                                    </p:set>
                                    <p:anim calcmode="lin" valueType="num">
                                      <p:cBhvr additive="base">
                                        <p:cTn id="150" dur="450" fill="hold"/>
                                        <p:tgtEl>
                                          <p:spTgt spid="14"/>
                                        </p:tgtEl>
                                        <p:attrNameLst>
                                          <p:attrName>ppt_w</p:attrName>
                                        </p:attrNameLst>
                                      </p:cBhvr>
                                      <p:tavLst>
                                        <p:tav tm="0">
                                          <p:val>
                                            <p:strVal val="0"/>
                                          </p:val>
                                        </p:tav>
                                        <p:tav tm="100000">
                                          <p:val>
                                            <p:strVal val="#ppt_w"/>
                                          </p:val>
                                        </p:tav>
                                      </p:tavLst>
                                    </p:anim>
                                    <p:anim calcmode="lin" valueType="num">
                                      <p:cBhvr additive="base">
                                        <p:cTn id="151" dur="450" fill="hold"/>
                                        <p:tgtEl>
                                          <p:spTgt spid="14"/>
                                        </p:tgtEl>
                                        <p:attrNameLst>
                                          <p:attrName>ppt_h</p:attrName>
                                        </p:attrNameLst>
                                      </p:cBhvr>
                                      <p:tavLst>
                                        <p:tav tm="0">
                                          <p:val>
                                            <p:strVal val="0"/>
                                          </p:val>
                                        </p:tav>
                                        <p:tav tm="100000">
                                          <p:val>
                                            <p:strVal val="#ppt_h"/>
                                          </p:val>
                                        </p:tav>
                                      </p:tavLst>
                                    </p:anim>
                                    <p:animEffect transition="in" filter="fade">
                                      <p:cBhvr>
                                        <p:cTn id="152" dur="450"/>
                                        <p:tgtEl>
                                          <p:spTgt spid="14"/>
                                        </p:tgtEl>
                                      </p:cBhvr>
                                    </p:animEffect>
                                  </p:childTnLst>
                                </p:cTn>
                              </p:par>
                              <p:par>
                                <p:cTn id="158" presetID="42" presetClass="entr" presetSubtype="0" fill="hold" grpId="0" nodeType="withEffect">
                                  <p:stCondLst>
                                    <p:cond delay="300"/>
                                  </p:stCondLst>
                                  <p:childTnLst>
                                    <p:set>
                                      <p:cBhvr>
                                        <p:cTn id="154" dur="1" fill="hold">
                                          <p:stCondLst>
                                            <p:cond delay="0"/>
                                          </p:stCondLst>
                                        </p:cTn>
                                        <p:tgtEl>
                                          <p:spTgt spid="38"/>
                                        </p:tgtEl>
                                        <p:attrNameLst>
                                          <p:attrName>style.visibility</p:attrName>
                                        </p:attrNameLst>
                                      </p:cBhvr>
                                      <p:to>
                                        <p:strVal val="visible"/>
                                      </p:to>
                                    </p:set>
                                    <p:animEffect transition="in" filter="fade">
                                      <p:cBhvr>
                                        <p:cTn id="155" dur="300"/>
                                        <p:tgtEl>
                                          <p:spTgt spid="38"/>
                                        </p:tgtEl>
                                      </p:cBhvr>
                                    </p:animEffect>
                                    <p:anim calcmode="lin" valueType="num">
                                      <p:cBhvr additive="base">
                                        <p:cTn id="156" dur="300" fill="hold"/>
                                        <p:tgtEl>
                                          <p:spTgt spid="38"/>
                                        </p:tgtEl>
                                        <p:attrNameLst>
                                          <p:attrName>ppt_x</p:attrName>
                                        </p:attrNameLst>
                                      </p:cBhvr>
                                      <p:tavLst>
                                        <p:tav tm="0">
                                          <p:val>
                                            <p:strVal val="#ppt_x-.05"/>
                                          </p:val>
                                        </p:tav>
                                        <p:tav tm="100000">
                                          <p:val>
                                            <p:strVal val="#ppt_x"/>
                                          </p:val>
                                        </p:tav>
                                      </p:tavLst>
                                    </p:anim>
                                    <p:anim calcmode="lin" valueType="num">
                                      <p:cBhvr additive="base">
                                        <p:cTn id="157" dur="300" fill="hold"/>
                                        <p:tgtEl>
                                          <p:spTgt spid="38"/>
                                        </p:tgtEl>
                                        <p:attrNameLst>
                                          <p:attrName>ppt_y</p:attrName>
                                        </p:attrNameLst>
                                      </p:cBhvr>
                                      <p:tavLst>
                                        <p:tav tm="0">
                                          <p:val>
                                            <p:strVal val="#ppt_y"/>
                                          </p:val>
                                        </p:tav>
                                        <p:tav tm="100000">
                                          <p:val>
                                            <p:strVal val="#ppt_y"/>
                                          </p:val>
                                        </p:tav>
                                      </p:tavLst>
                                    </p:anim>
                                  </p:childTnLst>
                                </p:cTn>
                              </p:par>
                              <p:par>
                                <p:cTn id="160" presetID="1" presetClass="entr" presetSubtype="0" fill="hold" grpId="0" nodeType="withEffect">
                                  <p:stCondLst>
                                    <p:cond delay="450"/>
                                  </p:stCondLst>
                                  <p:iterate type="lt">
                                    <p:tmAbs val="30"/>
                                  </p:iterate>
                                  <p:childTnLst>
                                    <p:set>
                                      <p:cBhvr>
                                        <p:cTn id="159" dur="1" fill="hold">
                                          <p:stCondLst>
                                            <p:cond delay="0"/>
                                          </p:stCondLst>
                                        </p:cTn>
                                        <p:tgtEl>
                                          <p:spTgt spid="39"/>
                                        </p:tgtEl>
                                        <p:attrNameLst>
                                          <p:attrName>style.visibility</p:attrName>
                                        </p:attrNameLst>
                                      </p:cBhvr>
                                      <p:to>
                                        <p:strVal val="visible"/>
                                      </p:to>
                                    </p:set>
                                  </p:childTnLst>
                                </p:cTn>
                              </p:par>
                              <p:par>
                                <p:cTn id="165" presetID="53" presetClass="entr" presetSubtype="32" fill="hold" grpId="0" nodeType="withEffect">
                                  <p:stCondLst>
                                    <p:cond delay="900"/>
                                  </p:stCondLst>
                                  <p:childTnLst>
                                    <p:set>
                                      <p:cBhvr>
                                        <p:cTn id="161" dur="1" fill="hold">
                                          <p:stCondLst>
                                            <p:cond delay="0"/>
                                          </p:stCondLst>
                                        </p:cTn>
                                        <p:tgtEl>
                                          <p:spTgt spid="15"/>
                                        </p:tgtEl>
                                        <p:attrNameLst>
                                          <p:attrName>style.visibility</p:attrName>
                                        </p:attrNameLst>
                                      </p:cBhvr>
                                      <p:to>
                                        <p:strVal val="visible"/>
                                      </p:to>
                                    </p:set>
                                    <p:anim calcmode="lin" valueType="num">
                                      <p:cBhvr additive="base">
                                        <p:cTn id="162" dur="400" fill="hold"/>
                                        <p:tgtEl>
                                          <p:spTgt spid="15"/>
                                        </p:tgtEl>
                                        <p:attrNameLst>
                                          <p:attrName>ppt_w</p:attrName>
                                        </p:attrNameLst>
                                      </p:cBhvr>
                                      <p:tavLst>
                                        <p:tav tm="0">
                                          <p:val>
                                            <p:strVal val="#ppt_w*2.4"/>
                                          </p:val>
                                        </p:tav>
                                        <p:tav tm="100000">
                                          <p:val>
                                            <p:strVal val="#ppt_w"/>
                                          </p:val>
                                        </p:tav>
                                      </p:tavLst>
                                    </p:anim>
                                    <p:anim calcmode="lin" valueType="num">
                                      <p:cBhvr additive="base">
                                        <p:cTn id="163" dur="400" fill="hold"/>
                                        <p:tgtEl>
                                          <p:spTgt spid="15"/>
                                        </p:tgtEl>
                                        <p:attrNameLst>
                                          <p:attrName>ppt_h</p:attrName>
                                        </p:attrNameLst>
                                      </p:cBhvr>
                                      <p:tavLst>
                                        <p:tav tm="0">
                                          <p:val>
                                            <p:strVal val="#ppt_h*2.4"/>
                                          </p:val>
                                        </p:tav>
                                        <p:tav tm="100000">
                                          <p:val>
                                            <p:strVal val="#ppt_h"/>
                                          </p:val>
                                        </p:tav>
                                      </p:tavLst>
                                    </p:anim>
                                    <p:animEffect transition="in" filter="fade">
                                      <p:cBhvr>
                                        <p:cTn id="164" dur="400"/>
                                        <p:tgtEl>
                                          <p:spTgt spid="15"/>
                                        </p:tgtEl>
                                      </p:cBhvr>
                                    </p:animEffect>
                                  </p:childTnLst>
                                </p:cTn>
                              </p:par>
                              <p:par>
                                <p:cTn id="168" presetID="10" presetClass="exit" presetSubtype="0" fill="hold" grpId="1" nodeType="withEffect">
                                  <p:stCondLst>
                                    <p:cond delay="2900"/>
                                  </p:stCondLst>
                                  <p:childTnLst>
                                    <p:animEffect transition="out" filter="fade">
                                      <p:cBhvr>
                                        <p:cTn id="166" dur="250"/>
                                        <p:tgtEl>
                                          <p:spTgt spid="14"/>
                                        </p:tgtEl>
                                      </p:cBhvr>
                                    </p:animEffect>
                                    <p:set>
                                      <p:cBhvr>
                                        <p:cTn id="167" dur="1" fill="hold">
                                          <p:stCondLst>
                                            <p:cond delay="249"/>
                                          </p:stCondLst>
                                        </p:cTn>
                                        <p:tgtEl>
                                          <p:spTgt spid="14"/>
                                        </p:tgtEl>
                                        <p:attrNameLst>
                                          <p:attrName>style.visibility</p:attrName>
                                        </p:attrNameLst>
                                      </p:cBhvr>
                                      <p:to>
                                        <p:strVal val="hidden"/>
                                      </p:to>
                                    </p:set>
                                  </p:childTnLst>
                                </p:cTn>
                              </p:par>
                              <p:par>
                                <p:cTn id="171" presetID="10" presetClass="exit" presetSubtype="0" fill="hold" grpId="1" nodeType="withEffect">
                                  <p:stCondLst>
                                    <p:cond delay="2900"/>
                                  </p:stCondLst>
                                  <p:childTnLst>
                                    <p:animEffect transition="out" filter="fade">
                                      <p:cBhvr>
                                        <p:cTn id="169" dur="250"/>
                                        <p:tgtEl>
                                          <p:spTgt spid="15"/>
                                        </p:tgtEl>
                                      </p:cBhvr>
                                    </p:animEffect>
                                    <p:set>
                                      <p:cBhvr>
                                        <p:cTn id="170" dur="1" fill="hold">
                                          <p:stCondLst>
                                            <p:cond delay="249"/>
                                          </p:stCondLst>
                                        </p:cTn>
                                        <p:tgtEl>
                                          <p:spTgt spid="15"/>
                                        </p:tgtEl>
                                        <p:attrNameLst>
                                          <p:attrName>style.visibility</p:attrName>
                                        </p:attrNameLst>
                                      </p:cBhvr>
                                      <p:to>
                                        <p:strVal val="hidden"/>
                                      </p:to>
                                    </p:set>
                                  </p:childTnLst>
                                </p:cTn>
                              </p:par>
                              <p:par>
                                <p:cTn id="174" presetID="10" presetClass="entr" presetSubtype="0" fill="hold" grpId="0" nodeType="withEffect">
                                  <p:stCondLst>
                                    <p:cond delay="3000"/>
                                  </p:stCondLst>
                                  <p:childTnLst>
                                    <p:set>
                                      <p:cBhvr>
                                        <p:cTn id="172" dur="1" fill="hold">
                                          <p:stCondLst>
                                            <p:cond delay="0"/>
                                          </p:stCondLst>
                                        </p:cTn>
                                        <p:tgtEl>
                                          <p:spTgt spid="40"/>
                                        </p:tgtEl>
                                        <p:attrNameLst>
                                          <p:attrName>style.visibility</p:attrName>
                                        </p:attrNameLst>
                                      </p:cBhvr>
                                      <p:to>
                                        <p:strVal val="visible"/>
                                      </p:to>
                                    </p:set>
                                    <p:animEffect transition="in" filter="fade">
                                      <p:cBhvr>
                                        <p:cTn id="173" dur="80"/>
                                        <p:tgtEl>
                                          <p:spTgt spid="40"/>
                                        </p:tgtEl>
                                      </p:cBhvr>
                                    </p:animEffect>
                                  </p:childTnLst>
                                </p:cTn>
                              </p:par>
                              <p:par>
                                <p:cTn id="179" presetID="53" presetClass="entr" presetSubtype="16" fill="hold" grpId="0" nodeType="withEffect">
                                  <p:stCondLst>
                                    <p:cond delay="3000"/>
                                  </p:stCondLst>
                                  <p:childTnLst>
                                    <p:set>
                                      <p:cBhvr>
                                        <p:cTn id="175" dur="1" fill="hold">
                                          <p:stCondLst>
                                            <p:cond delay="0"/>
                                          </p:stCondLst>
                                        </p:cTn>
                                        <p:tgtEl>
                                          <p:spTgt spid="8"/>
                                        </p:tgtEl>
                                        <p:attrNameLst>
                                          <p:attrName>style.visibility</p:attrName>
                                        </p:attrNameLst>
                                      </p:cBhvr>
                                      <p:to>
                                        <p:strVal val="visible"/>
                                      </p:to>
                                    </p:set>
                                    <p:anim calcmode="lin" valueType="num">
                                      <p:cBhvr additive="base">
                                        <p:cTn id="176" dur="300" fill="hold"/>
                                        <p:tgtEl>
                                          <p:spTgt spid="8"/>
                                        </p:tgtEl>
                                        <p:attrNameLst>
                                          <p:attrName>ppt_w</p:attrName>
                                        </p:attrNameLst>
                                      </p:cBhvr>
                                      <p:tavLst>
                                        <p:tav tm="0">
                                          <p:val>
                                            <p:strVal val="0"/>
                                          </p:val>
                                        </p:tav>
                                        <p:tav tm="100000">
                                          <p:val>
                                            <p:strVal val="#ppt_w"/>
                                          </p:val>
                                        </p:tav>
                                      </p:tavLst>
                                    </p:anim>
                                    <p:anim calcmode="lin" valueType="num">
                                      <p:cBhvr additive="base">
                                        <p:cTn id="177" dur="300" fill="hold"/>
                                        <p:tgtEl>
                                          <p:spTgt spid="8"/>
                                        </p:tgtEl>
                                        <p:attrNameLst>
                                          <p:attrName>ppt_h</p:attrName>
                                        </p:attrNameLst>
                                      </p:cBhvr>
                                      <p:tavLst>
                                        <p:tav tm="0">
                                          <p:val>
                                            <p:strVal val="0"/>
                                          </p:val>
                                        </p:tav>
                                        <p:tav tm="100000">
                                          <p:val>
                                            <p:strVal val="#ppt_h"/>
                                          </p:val>
                                        </p:tav>
                                      </p:tavLst>
                                    </p:anim>
                                    <p:animEffect transition="in" filter="fade">
                                      <p:cBhvr>
                                        <p:cTn id="178" dur="300"/>
                                        <p:tgtEl>
                                          <p:spTgt spid="8"/>
                                        </p:tgtEl>
                                      </p:cBhvr>
                                    </p:animEffect>
                                  </p:childTnLst>
                                </p:cTn>
                              </p:par>
                              <p:par>
                                <p:cTn id="184" presetID="53" presetClass="entr" presetSubtype="16" fill="hold" grpId="0" nodeType="withEffect">
                                  <p:stCondLst>
                                    <p:cond delay="3050"/>
                                  </p:stCondLst>
                                  <p:childTnLst>
                                    <p:set>
                                      <p:cBhvr>
                                        <p:cTn id="180" dur="1" fill="hold">
                                          <p:stCondLst>
                                            <p:cond delay="0"/>
                                          </p:stCondLst>
                                        </p:cTn>
                                        <p:tgtEl>
                                          <p:spTgt spid="9"/>
                                        </p:tgtEl>
                                        <p:attrNameLst>
                                          <p:attrName>style.visibility</p:attrName>
                                        </p:attrNameLst>
                                      </p:cBhvr>
                                      <p:to>
                                        <p:strVal val="visible"/>
                                      </p:to>
                                    </p:set>
                                    <p:anim calcmode="lin" valueType="num">
                                      <p:cBhvr additive="base">
                                        <p:cTn id="181" dur="350" fill="hold"/>
                                        <p:tgtEl>
                                          <p:spTgt spid="9"/>
                                        </p:tgtEl>
                                        <p:attrNameLst>
                                          <p:attrName>ppt_w</p:attrName>
                                        </p:attrNameLst>
                                      </p:cBhvr>
                                      <p:tavLst>
                                        <p:tav tm="0">
                                          <p:val>
                                            <p:strVal val="0"/>
                                          </p:val>
                                        </p:tav>
                                        <p:tav tm="100000">
                                          <p:val>
                                            <p:strVal val="#ppt_w"/>
                                          </p:val>
                                        </p:tav>
                                      </p:tavLst>
                                    </p:anim>
                                    <p:anim calcmode="lin" valueType="num">
                                      <p:cBhvr additive="base">
                                        <p:cTn id="182" dur="350" fill="hold"/>
                                        <p:tgtEl>
                                          <p:spTgt spid="9"/>
                                        </p:tgtEl>
                                        <p:attrNameLst>
                                          <p:attrName>ppt_h</p:attrName>
                                        </p:attrNameLst>
                                      </p:cBhvr>
                                      <p:tavLst>
                                        <p:tav tm="0">
                                          <p:val>
                                            <p:strVal val="0"/>
                                          </p:val>
                                        </p:tav>
                                        <p:tav tm="100000">
                                          <p:val>
                                            <p:strVal val="#ppt_h"/>
                                          </p:val>
                                        </p:tav>
                                      </p:tavLst>
                                    </p:anim>
                                    <p:animEffect transition="in" filter="fade">
                                      <p:cBhvr>
                                        <p:cTn id="183" dur="350"/>
                                        <p:tgtEl>
                                          <p:spTgt spid="9"/>
                                        </p:tgtEl>
                                      </p:cBhvr>
                                    </p:animEffect>
                                  </p:childTnLst>
                                </p:cTn>
                              </p:par>
                              <p:par>
                                <p:cTn id="187" presetID="10" presetClass="exit" presetSubtype="0" fill="hold" grpId="1" nodeType="withEffect">
                                  <p:stCondLst>
                                    <p:cond delay="3120"/>
                                  </p:stCondLst>
                                  <p:childTnLst>
                                    <p:animEffect transition="out" filter="fade">
                                      <p:cBhvr>
                                        <p:cTn id="185" dur="380"/>
                                        <p:tgtEl>
                                          <p:spTgt spid="40"/>
                                        </p:tgtEl>
                                      </p:cBhvr>
                                    </p:animEffect>
                                    <p:set>
                                      <p:cBhvr>
                                        <p:cTn id="186" dur="1" fill="hold">
                                          <p:stCondLst>
                                            <p:cond delay="379"/>
                                          </p:stCondLst>
                                        </p:cTn>
                                        <p:tgtEl>
                                          <p:spTgt spid="40"/>
                                        </p:tgtEl>
                                        <p:attrNameLst>
                                          <p:attrName>style.visibility</p:attrName>
                                        </p:attrNameLst>
                                      </p:cBhvr>
                                      <p:to>
                                        <p:strVal val="hidden"/>
                                      </p:to>
                                    </p:set>
                                  </p:childTnLst>
                                </p:cTn>
                              </p:par>
                              <p:par>
                                <p:cTn id="192" presetID="53" presetClass="entr" presetSubtype="32" fill="hold" grpId="0" nodeType="withEffect">
                                  <p:stCondLst>
                                    <p:cond delay="3150"/>
                                  </p:stCondLst>
                                  <p:childTnLst>
                                    <p:set>
                                      <p:cBhvr>
                                        <p:cTn id="188" dur="1" fill="hold">
                                          <p:stCondLst>
                                            <p:cond delay="0"/>
                                          </p:stCondLst>
                                        </p:cTn>
                                        <p:tgtEl>
                                          <p:spTgt spid="16"/>
                                        </p:tgtEl>
                                        <p:attrNameLst>
                                          <p:attrName>style.visibility</p:attrName>
                                        </p:attrNameLst>
                                      </p:cBhvr>
                                      <p:to>
                                        <p:strVal val="visible"/>
                                      </p:to>
                                    </p:set>
                                    <p:anim calcmode="lin" valueType="num">
                                      <p:cBhvr additive="base">
                                        <p:cTn id="189" dur="450" fill="hold"/>
                                        <p:tgtEl>
                                          <p:spTgt spid="16"/>
                                        </p:tgtEl>
                                        <p:attrNameLst>
                                          <p:attrName>ppt_w</p:attrName>
                                        </p:attrNameLst>
                                      </p:cBhvr>
                                      <p:tavLst>
                                        <p:tav tm="0">
                                          <p:val>
                                            <p:strVal val="#ppt_w*2.4"/>
                                          </p:val>
                                        </p:tav>
                                        <p:tav tm="100000">
                                          <p:val>
                                            <p:strVal val="#ppt_w"/>
                                          </p:val>
                                        </p:tav>
                                      </p:tavLst>
                                    </p:anim>
                                    <p:anim calcmode="lin" valueType="num">
                                      <p:cBhvr additive="base">
                                        <p:cTn id="190" dur="450" fill="hold"/>
                                        <p:tgtEl>
                                          <p:spTgt spid="16"/>
                                        </p:tgtEl>
                                        <p:attrNameLst>
                                          <p:attrName>ppt_h</p:attrName>
                                        </p:attrNameLst>
                                      </p:cBhvr>
                                      <p:tavLst>
                                        <p:tav tm="0">
                                          <p:val>
                                            <p:strVal val="#ppt_h*2.4"/>
                                          </p:val>
                                        </p:tav>
                                        <p:tav tm="100000">
                                          <p:val>
                                            <p:strVal val="#ppt_h"/>
                                          </p:val>
                                        </p:tav>
                                      </p:tavLst>
                                    </p:anim>
                                    <p:animEffect transition="in" filter="fade">
                                      <p:cBhvr>
                                        <p:cTn id="191" dur="450"/>
                                        <p:tgtEl>
                                          <p:spTgt spid="16"/>
                                        </p:tgtEl>
                                      </p:cBhvr>
                                    </p:animEffect>
                                  </p:childTnLst>
                                </p:cTn>
                              </p:par>
                              <p:par>
                                <p:cTn id="195" presetID="10" presetClass="exit" presetSubtype="0" fill="hold" grpId="1" nodeType="withEffect">
                                  <p:stCondLst>
                                    <p:cond delay="3180"/>
                                  </p:stCondLst>
                                  <p:childTnLst>
                                    <p:animEffect transition="out" filter="fade">
                                      <p:cBhvr>
                                        <p:cTn id="193" dur="200"/>
                                        <p:tgtEl>
                                          <p:spTgt spid="38"/>
                                        </p:tgtEl>
                                      </p:cBhvr>
                                    </p:animEffect>
                                    <p:set>
                                      <p:cBhvr>
                                        <p:cTn id="194" dur="1" fill="hold">
                                          <p:stCondLst>
                                            <p:cond delay="199"/>
                                          </p:stCondLst>
                                        </p:cTn>
                                        <p:tgtEl>
                                          <p:spTgt spid="38"/>
                                        </p:tgtEl>
                                        <p:attrNameLst>
                                          <p:attrName>style.visibility</p:attrName>
                                        </p:attrNameLst>
                                      </p:cBhvr>
                                      <p:to>
                                        <p:strVal val="hidden"/>
                                      </p:to>
                                    </p:set>
                                  </p:childTnLst>
                                </p:cTn>
                              </p:par>
                              <p:par>
                                <p:cTn id="198" presetID="10" presetClass="exit" presetSubtype="0" fill="hold" grpId="1" nodeType="withEffect">
                                  <p:stCondLst>
                                    <p:cond delay="3180"/>
                                  </p:stCondLst>
                                  <p:childTnLst>
                                    <p:animEffect transition="out" filter="fade">
                                      <p:cBhvr>
                                        <p:cTn id="196" dur="200"/>
                                        <p:tgtEl>
                                          <p:spTgt spid="39"/>
                                        </p:tgtEl>
                                      </p:cBhvr>
                                    </p:animEffect>
                                    <p:set>
                                      <p:cBhvr>
                                        <p:cTn id="197" dur="1" fill="hold">
                                          <p:stCondLst>
                                            <p:cond delay="199"/>
                                          </p:stCondLst>
                                        </p:cTn>
                                        <p:tgtEl>
                                          <p:spTgt spid="39"/>
                                        </p:tgtEl>
                                        <p:attrNameLst>
                                          <p:attrName>style.visibility</p:attrName>
                                        </p:attrNameLst>
                                      </p:cBhvr>
                                      <p:to>
                                        <p:strVal val="hidden"/>
                                      </p:to>
                                    </p:set>
                                  </p:childTnLst>
                                </p:cTn>
                              </p:par>
                              <p:par>
                                <p:cTn id="201" presetID="10" presetClass="exit" presetSubtype="0" fill="hold" grpId="1" nodeType="withEffect">
                                  <p:stCondLst>
                                    <p:cond delay="3300"/>
                                  </p:stCondLst>
                                  <p:childTnLst>
                                    <p:animEffect transition="out" filter="fade">
                                      <p:cBhvr>
                                        <p:cTn id="199" dur="220"/>
                                        <p:tgtEl>
                                          <p:spTgt spid="21"/>
                                        </p:tgtEl>
                                      </p:cBhvr>
                                    </p:animEffect>
                                    <p:set>
                                      <p:cBhvr>
                                        <p:cTn id="200" dur="1" fill="hold">
                                          <p:stCondLst>
                                            <p:cond delay="219"/>
                                          </p:stCondLst>
                                        </p:cTn>
                                        <p:tgtEl>
                                          <p:spTgt spid="21"/>
                                        </p:tgtEl>
                                        <p:attrNameLst>
                                          <p:attrName>style.visibility</p:attrName>
                                        </p:attrNameLst>
                                      </p:cBhvr>
                                      <p:to>
                                        <p:strVal val="hidden"/>
                                      </p:to>
                                    </p:set>
                                  </p:childTnLst>
                                </p:cTn>
                              </p:par>
                              <p:par>
                                <p:cTn id="204" presetID="10" presetClass="entr" presetSubtype="0" fill="hold" grpId="0" nodeType="withEffect">
                                  <p:stCondLst>
                                    <p:cond delay="3300"/>
                                  </p:stCondLst>
                                  <p:childTnLst>
                                    <p:set>
                                      <p:cBhvr>
                                        <p:cTn id="202" dur="1" fill="hold">
                                          <p:stCondLst>
                                            <p:cond delay="0"/>
                                          </p:stCondLst>
                                        </p:cTn>
                                        <p:tgtEl>
                                          <p:spTgt spid="22"/>
                                        </p:tgtEl>
                                        <p:attrNameLst>
                                          <p:attrName>style.visibility</p:attrName>
                                        </p:attrNameLst>
                                      </p:cBhvr>
                                      <p:to>
                                        <p:strVal val="visible"/>
                                      </p:to>
                                    </p:set>
                                    <p:animEffect transition="in" filter="fade">
                                      <p:cBhvr>
                                        <p:cTn id="203" dur="220"/>
                                        <p:tgtEl>
                                          <p:spTgt spid="22"/>
                                        </p:tgtEl>
                                      </p:cBhvr>
                                    </p:animEffect>
                                  </p:childTnLst>
                                </p:cTn>
                              </p:par>
                              <p:par>
                                <p:cTn id="209" presetID="42" presetClass="entr" presetSubtype="0" fill="hold" grpId="0" nodeType="withEffect">
                                  <p:stCondLst>
                                    <p:cond delay="3300"/>
                                  </p:stCondLst>
                                  <p:childTnLst>
                                    <p:set>
                                      <p:cBhvr>
                                        <p:cTn id="205" dur="1" fill="hold">
                                          <p:stCondLst>
                                            <p:cond delay="0"/>
                                          </p:stCondLst>
                                        </p:cTn>
                                        <p:tgtEl>
                                          <p:spTgt spid="41"/>
                                        </p:tgtEl>
                                        <p:attrNameLst>
                                          <p:attrName>style.visibility</p:attrName>
                                        </p:attrNameLst>
                                      </p:cBhvr>
                                      <p:to>
                                        <p:strVal val="visible"/>
                                      </p:to>
                                    </p:set>
                                    <p:animEffect transition="in" filter="fade">
                                      <p:cBhvr>
                                        <p:cTn id="206" dur="300"/>
                                        <p:tgtEl>
                                          <p:spTgt spid="41"/>
                                        </p:tgtEl>
                                      </p:cBhvr>
                                    </p:animEffect>
                                    <p:anim calcmode="lin" valueType="num">
                                      <p:cBhvr additive="base">
                                        <p:cTn id="207" dur="300" fill="hold"/>
                                        <p:tgtEl>
                                          <p:spTgt spid="41"/>
                                        </p:tgtEl>
                                        <p:attrNameLst>
                                          <p:attrName>ppt_x</p:attrName>
                                        </p:attrNameLst>
                                      </p:cBhvr>
                                      <p:tavLst>
                                        <p:tav tm="0">
                                          <p:val>
                                            <p:strVal val="#ppt_x-.05"/>
                                          </p:val>
                                        </p:tav>
                                        <p:tav tm="100000">
                                          <p:val>
                                            <p:strVal val="#ppt_x"/>
                                          </p:val>
                                        </p:tav>
                                      </p:tavLst>
                                    </p:anim>
                                    <p:anim calcmode="lin" valueType="num">
                                      <p:cBhvr additive="base">
                                        <p:cTn id="208" dur="300" fill="hold"/>
                                        <p:tgtEl>
                                          <p:spTgt spid="41"/>
                                        </p:tgtEl>
                                        <p:attrNameLst>
                                          <p:attrName>ppt_y</p:attrName>
                                        </p:attrNameLst>
                                      </p:cBhvr>
                                      <p:tavLst>
                                        <p:tav tm="0">
                                          <p:val>
                                            <p:strVal val="#ppt_y"/>
                                          </p:val>
                                        </p:tav>
                                        <p:tav tm="100000">
                                          <p:val>
                                            <p:strVal val="#ppt_y"/>
                                          </p:val>
                                        </p:tav>
                                      </p:tavLst>
                                    </p:anim>
                                  </p:childTnLst>
                                </p:cTn>
                              </p:par>
                              <p:par>
                                <p:cTn id="211" presetID="8" presetClass="emph" presetSubtype="0" fill="hold" grpId="1" nodeType="withEffect" repeatCount="indefinite">
                                  <p:stCondLst>
                                    <p:cond delay="3400"/>
                                  </p:stCondLst>
                                  <p:childTnLst>
                                    <p:animRot by="21600000">
                                      <p:cBhvr>
                                        <p:cTn id="210" dur="9000" fill="hold"/>
                                        <p:tgtEl>
                                          <p:spTgt spid="9"/>
                                        </p:tgtEl>
                                        <p:attrNameLst>
                                          <p:attrName>r</p:attrName>
                                        </p:attrNameLst>
                                      </p:cBhvr>
                                    </p:animRot>
                                  </p:childTnLst>
                                </p:cTn>
                              </p:par>
                              <p:par>
                                <p:cTn id="213" presetID="1" presetClass="entr" presetSubtype="0" fill="hold" grpId="0" nodeType="withEffect">
                                  <p:stCondLst>
                                    <p:cond delay="3450"/>
                                  </p:stCondLst>
                                  <p:iterate type="lt">
                                    <p:tmAbs val="30"/>
                                  </p:iterate>
                                  <p:childTnLst>
                                    <p:set>
                                      <p:cBhvr>
                                        <p:cTn id="212" dur="1" fill="hold">
                                          <p:stCondLst>
                                            <p:cond delay="0"/>
                                          </p:stCondLst>
                                        </p:cTn>
                                        <p:tgtEl>
                                          <p:spTgt spid="42"/>
                                        </p:tgtEl>
                                        <p:attrNameLst>
                                          <p:attrName>style.visibility</p:attrName>
                                        </p:attrNameLst>
                                      </p:cBhvr>
                                      <p:to>
                                        <p:strVal val="visible"/>
                                      </p:to>
                                    </p:set>
                                  </p:childTnLst>
                                </p:cTn>
                              </p:par>
                              <p:par>
                                <p:cTn id="215" presetID="0" presetClass="path" presetSubtype="0" fill="hold" grpId="1" nodeType="withEffect" autoRev="1" repeatCount="6000">
                                  <p:stCondLst>
                                    <p:cond delay="3600"/>
                                  </p:stCondLst>
                                  <p:childTnLst>
                                    <p:animMotion origin="layout" path="M 0 0 L 0 -0.012 E" pathEditMode="relative" ptsTypes="AA">
                                      <p:cBhvr>
                                        <p:cTn id="214" dur="260" fill="hold"/>
                                        <p:tgtEl>
                                          <p:spTgt spid="22"/>
                                        </p:tgtEl>
                                        <p:attrNameLst>
                                          <p:attrName>ppt_x</p:attrName>
                                          <p:attrName>ppt_y</p:attrName>
                                        </p:attrNameLst>
                                      </p:cBhvr>
                                    </p:animMotion>
                                  </p:childTnLst>
                                </p:cTn>
                              </p:par>
                              <p:par>
                                <p:cTn id="220" presetID="53" presetClass="entr" presetSubtype="32" fill="hold" grpId="0" nodeType="withEffect">
                                  <p:stCondLst>
                                    <p:cond delay="3800"/>
                                  </p:stCondLst>
                                  <p:childTnLst>
                                    <p:set>
                                      <p:cBhvr>
                                        <p:cTn id="216" dur="1" fill="hold">
                                          <p:stCondLst>
                                            <p:cond delay="0"/>
                                          </p:stCondLst>
                                        </p:cTn>
                                        <p:tgtEl>
                                          <p:spTgt spid="17"/>
                                        </p:tgtEl>
                                        <p:attrNameLst>
                                          <p:attrName>style.visibility</p:attrName>
                                        </p:attrNameLst>
                                      </p:cBhvr>
                                      <p:to>
                                        <p:strVal val="visible"/>
                                      </p:to>
                                    </p:set>
                                    <p:anim calcmode="lin" valueType="num">
                                      <p:cBhvr additive="base">
                                        <p:cTn id="217" dur="450" fill="hold"/>
                                        <p:tgtEl>
                                          <p:spTgt spid="17"/>
                                        </p:tgtEl>
                                        <p:attrNameLst>
                                          <p:attrName>ppt_w</p:attrName>
                                        </p:attrNameLst>
                                      </p:cBhvr>
                                      <p:tavLst>
                                        <p:tav tm="0">
                                          <p:val>
                                            <p:strVal val="#ppt_w*2.4"/>
                                          </p:val>
                                        </p:tav>
                                        <p:tav tm="100000">
                                          <p:val>
                                            <p:strVal val="#ppt_w"/>
                                          </p:val>
                                        </p:tav>
                                      </p:tavLst>
                                    </p:anim>
                                    <p:anim calcmode="lin" valueType="num">
                                      <p:cBhvr additive="base">
                                        <p:cTn id="218" dur="450" fill="hold"/>
                                        <p:tgtEl>
                                          <p:spTgt spid="17"/>
                                        </p:tgtEl>
                                        <p:attrNameLst>
                                          <p:attrName>ppt_h</p:attrName>
                                        </p:attrNameLst>
                                      </p:cBhvr>
                                      <p:tavLst>
                                        <p:tav tm="0">
                                          <p:val>
                                            <p:strVal val="#ppt_h*2.4"/>
                                          </p:val>
                                        </p:tav>
                                        <p:tav tm="100000">
                                          <p:val>
                                            <p:strVal val="#ppt_h"/>
                                          </p:val>
                                        </p:tav>
                                      </p:tavLst>
                                    </p:anim>
                                    <p:animEffect transition="in" filter="fade">
                                      <p:cBhvr>
                                        <p:cTn id="219" dur="450"/>
                                        <p:tgtEl>
                                          <p:spTgt spid="17"/>
                                        </p:tgtEl>
                                      </p:cBhvr>
                                    </p:animEffect>
                                  </p:childTnLst>
                                </p:cTn>
                              </p:par>
                            </p:childTnLst>
                          </p:cTn>
                        </p:par>
                      </p:childTnLst>
                    </p:cTn>
                  </p:par>
                  <p:par>
                    <p:cTn id="296" fill="hold">
                      <p:stCondLst>
                        <p:cond delay="indefinite"/>
                      </p:stCondLst>
                      <p:childTnLst>
                        <p:par>
                          <p:cTn id="297" fill="hold">
                            <p:stCondLst>
                              <p:cond delay="0"/>
                            </p:stCondLst>
                            <p:childTnLst>
                              <p:par>
                                <p:cTn id="225" presetID="10" presetClass="exit" presetSubtype="0" fill="hold" grpId="1" nodeType="clickEffect">
                                  <p:stCondLst>
                                    <p:cond delay="0"/>
                                  </p:stCondLst>
                                  <p:childTnLst>
                                    <p:animEffect transition="out" filter="fade">
                                      <p:cBhvr>
                                        <p:cTn id="223" dur="200"/>
                                        <p:tgtEl>
                                          <p:spTgt spid="37"/>
                                        </p:tgtEl>
                                      </p:cBhvr>
                                    </p:animEffect>
                                    <p:set>
                                      <p:cBhvr>
                                        <p:cTn id="224" dur="1" fill="hold">
                                          <p:stCondLst>
                                            <p:cond delay="199"/>
                                          </p:stCondLst>
                                        </p:cTn>
                                        <p:tgtEl>
                                          <p:spTgt spid="37"/>
                                        </p:tgtEl>
                                        <p:attrNameLst>
                                          <p:attrName>style.visibility</p:attrName>
                                        </p:attrNameLst>
                                      </p:cBhvr>
                                      <p:to>
                                        <p:strVal val="hidden"/>
                                      </p:to>
                                    </p:set>
                                  </p:childTnLst>
                                </p:cTn>
                              </p:par>
                              <p:par>
                                <p:cTn id="228" presetID="10" presetClass="exit" presetSubtype="0" fill="hold" grpId="1" nodeType="withEffect">
                                  <p:stCondLst>
                                    <p:cond delay="0"/>
                                  </p:stCondLst>
                                  <p:childTnLst>
                                    <p:animEffect transition="out" filter="fade">
                                      <p:cBhvr>
                                        <p:cTn id="226" dur="250"/>
                                        <p:tgtEl>
                                          <p:spTgt spid="8"/>
                                        </p:tgtEl>
                                      </p:cBhvr>
                                    </p:animEffect>
                                    <p:set>
                                      <p:cBhvr>
                                        <p:cTn id="227" dur="1" fill="hold">
                                          <p:stCondLst>
                                            <p:cond delay="249"/>
                                          </p:stCondLst>
                                        </p:cTn>
                                        <p:tgtEl>
                                          <p:spTgt spid="8"/>
                                        </p:tgtEl>
                                        <p:attrNameLst>
                                          <p:attrName>style.visibility</p:attrName>
                                        </p:attrNameLst>
                                      </p:cBhvr>
                                      <p:to>
                                        <p:strVal val="hidden"/>
                                      </p:to>
                                    </p:set>
                                  </p:childTnLst>
                                </p:cTn>
                              </p:par>
                              <p:par>
                                <p:cTn id="231" presetID="10" presetClass="exit" presetSubtype="0" fill="hold" grpId="2" nodeType="withEffect">
                                  <p:stCondLst>
                                    <p:cond delay="0"/>
                                  </p:stCondLst>
                                  <p:childTnLst>
                                    <p:animEffect transition="out" filter="fade">
                                      <p:cBhvr>
                                        <p:cTn id="229" dur="250"/>
                                        <p:tgtEl>
                                          <p:spTgt spid="9"/>
                                        </p:tgtEl>
                                      </p:cBhvr>
                                    </p:animEffect>
                                    <p:set>
                                      <p:cBhvr>
                                        <p:cTn id="230" dur="1" fill="hold">
                                          <p:stCondLst>
                                            <p:cond delay="249"/>
                                          </p:stCondLst>
                                        </p:cTn>
                                        <p:tgtEl>
                                          <p:spTgt spid="9"/>
                                        </p:tgtEl>
                                        <p:attrNameLst>
                                          <p:attrName>style.visibility</p:attrName>
                                        </p:attrNameLst>
                                      </p:cBhvr>
                                      <p:to>
                                        <p:strVal val="hidden"/>
                                      </p:to>
                                    </p:set>
                                  </p:childTnLst>
                                </p:cTn>
                              </p:par>
                              <p:par>
                                <p:cTn id="234" presetID="10" presetClass="exit" presetSubtype="0" fill="hold" grpId="1" nodeType="withEffect">
                                  <p:stCondLst>
                                    <p:cond delay="0"/>
                                  </p:stCondLst>
                                  <p:childTnLst>
                                    <p:animEffect transition="out" filter="fade">
                                      <p:cBhvr>
                                        <p:cTn id="232" dur="250"/>
                                        <p:tgtEl>
                                          <p:spTgt spid="16"/>
                                        </p:tgtEl>
                                      </p:cBhvr>
                                    </p:animEffect>
                                    <p:set>
                                      <p:cBhvr>
                                        <p:cTn id="233" dur="1" fill="hold">
                                          <p:stCondLst>
                                            <p:cond delay="249"/>
                                          </p:stCondLst>
                                        </p:cTn>
                                        <p:tgtEl>
                                          <p:spTgt spid="16"/>
                                        </p:tgtEl>
                                        <p:attrNameLst>
                                          <p:attrName>style.visibility</p:attrName>
                                        </p:attrNameLst>
                                      </p:cBhvr>
                                      <p:to>
                                        <p:strVal val="hidden"/>
                                      </p:to>
                                    </p:set>
                                  </p:childTnLst>
                                </p:cTn>
                              </p:par>
                              <p:par>
                                <p:cTn id="237" presetID="10" presetClass="exit" presetSubtype="0" fill="hold" grpId="1" nodeType="withEffect">
                                  <p:stCondLst>
                                    <p:cond delay="0"/>
                                  </p:stCondLst>
                                  <p:childTnLst>
                                    <p:animEffect transition="out" filter="fade">
                                      <p:cBhvr>
                                        <p:cTn id="235" dur="250"/>
                                        <p:tgtEl>
                                          <p:spTgt spid="17"/>
                                        </p:tgtEl>
                                      </p:cBhvr>
                                    </p:animEffect>
                                    <p:set>
                                      <p:cBhvr>
                                        <p:cTn id="236" dur="1" fill="hold">
                                          <p:stCondLst>
                                            <p:cond delay="249"/>
                                          </p:stCondLst>
                                        </p:cTn>
                                        <p:tgtEl>
                                          <p:spTgt spid="17"/>
                                        </p:tgtEl>
                                        <p:attrNameLst>
                                          <p:attrName>style.visibility</p:attrName>
                                        </p:attrNameLst>
                                      </p:cBhvr>
                                      <p:to>
                                        <p:strVal val="hidden"/>
                                      </p:to>
                                    </p:set>
                                  </p:childTnLst>
                                </p:cTn>
                              </p:par>
                              <p:par>
                                <p:cTn id="242" presetID="42" presetClass="entr" presetSubtype="0" fill="hold" grpId="0" nodeType="withEffect">
                                  <p:stCondLst>
                                    <p:cond delay="100"/>
                                  </p:stCondLst>
                                  <p:childTnLst>
                                    <p:set>
                                      <p:cBhvr>
                                        <p:cTn id="238" dur="1" fill="hold">
                                          <p:stCondLst>
                                            <p:cond delay="0"/>
                                          </p:stCondLst>
                                        </p:cTn>
                                        <p:tgtEl>
                                          <p:spTgt spid="43"/>
                                        </p:tgtEl>
                                        <p:attrNameLst>
                                          <p:attrName>style.visibility</p:attrName>
                                        </p:attrNameLst>
                                      </p:cBhvr>
                                      <p:to>
                                        <p:strVal val="visible"/>
                                      </p:to>
                                    </p:set>
                                    <p:animEffect transition="in" filter="fade">
                                      <p:cBhvr>
                                        <p:cTn id="239" dur="400"/>
                                        <p:tgtEl>
                                          <p:spTgt spid="43"/>
                                        </p:tgtEl>
                                      </p:cBhvr>
                                    </p:animEffect>
                                    <p:anim calcmode="lin" valueType="num">
                                      <p:cBhvr additive="base">
                                        <p:cTn id="240" dur="400" fill="hold"/>
                                        <p:tgtEl>
                                          <p:spTgt spid="43"/>
                                        </p:tgtEl>
                                        <p:attrNameLst>
                                          <p:attrName>ppt_x</p:attrName>
                                        </p:attrNameLst>
                                      </p:cBhvr>
                                      <p:tavLst>
                                        <p:tav tm="0">
                                          <p:val>
                                            <p:strVal val="#ppt_x-.05"/>
                                          </p:val>
                                        </p:tav>
                                        <p:tav tm="100000">
                                          <p:val>
                                            <p:strVal val="#ppt_x"/>
                                          </p:val>
                                        </p:tav>
                                      </p:tavLst>
                                    </p:anim>
                                    <p:anim calcmode="lin" valueType="num">
                                      <p:cBhvr additive="base">
                                        <p:cTn id="241" dur="400" fill="hold"/>
                                        <p:tgtEl>
                                          <p:spTgt spid="43"/>
                                        </p:tgtEl>
                                        <p:attrNameLst>
                                          <p:attrName>ppt_y</p:attrName>
                                        </p:attrNameLst>
                                      </p:cBhvr>
                                      <p:tavLst>
                                        <p:tav tm="0">
                                          <p:val>
                                            <p:strVal val="#ppt_y"/>
                                          </p:val>
                                        </p:tav>
                                        <p:tav tm="100000">
                                          <p:val>
                                            <p:strVal val="#ppt_y"/>
                                          </p:val>
                                        </p:tav>
                                      </p:tavLst>
                                    </p:anim>
                                  </p:childTnLst>
                                </p:cTn>
                              </p:par>
                              <p:par>
                                <p:cTn id="245" presetID="10" presetClass="exit" presetSubtype="0" fill="hold" grpId="1" nodeType="withEffect">
                                  <p:stCondLst>
                                    <p:cond delay="180"/>
                                  </p:stCondLst>
                                  <p:childTnLst>
                                    <p:animEffect transition="out" filter="fade">
                                      <p:cBhvr>
                                        <p:cTn id="243" dur="200"/>
                                        <p:tgtEl>
                                          <p:spTgt spid="41"/>
                                        </p:tgtEl>
                                      </p:cBhvr>
                                    </p:animEffect>
                                    <p:set>
                                      <p:cBhvr>
                                        <p:cTn id="244" dur="1" fill="hold">
                                          <p:stCondLst>
                                            <p:cond delay="199"/>
                                          </p:stCondLst>
                                        </p:cTn>
                                        <p:tgtEl>
                                          <p:spTgt spid="41"/>
                                        </p:tgtEl>
                                        <p:attrNameLst>
                                          <p:attrName>style.visibility</p:attrName>
                                        </p:attrNameLst>
                                      </p:cBhvr>
                                      <p:to>
                                        <p:strVal val="hidden"/>
                                      </p:to>
                                    </p:set>
                                  </p:childTnLst>
                                </p:cTn>
                              </p:par>
                              <p:par>
                                <p:cTn id="248" presetID="10" presetClass="exit" presetSubtype="0" fill="hold" grpId="1" nodeType="withEffect">
                                  <p:stCondLst>
                                    <p:cond delay="180"/>
                                  </p:stCondLst>
                                  <p:childTnLst>
                                    <p:animEffect transition="out" filter="fade">
                                      <p:cBhvr>
                                        <p:cTn id="246" dur="200"/>
                                        <p:tgtEl>
                                          <p:spTgt spid="42"/>
                                        </p:tgtEl>
                                      </p:cBhvr>
                                    </p:animEffect>
                                    <p:set>
                                      <p:cBhvr>
                                        <p:cTn id="247" dur="1" fill="hold">
                                          <p:stCondLst>
                                            <p:cond delay="199"/>
                                          </p:stCondLst>
                                        </p:cTn>
                                        <p:tgtEl>
                                          <p:spTgt spid="42"/>
                                        </p:tgtEl>
                                        <p:attrNameLst>
                                          <p:attrName>style.visibility</p:attrName>
                                        </p:attrNameLst>
                                      </p:cBhvr>
                                      <p:to>
                                        <p:strVal val="hidden"/>
                                      </p:to>
                                    </p:set>
                                  </p:childTnLst>
                                </p:cTn>
                              </p:par>
                              <p:par>
                                <p:cTn id="251" presetID="10" presetClass="exit" presetSubtype="0" fill="hold" grpId="2" nodeType="withEffect">
                                  <p:stCondLst>
                                    <p:cond delay="200"/>
                                  </p:stCondLst>
                                  <p:childTnLst>
                                    <p:animEffect transition="out" filter="fade">
                                      <p:cBhvr>
                                        <p:cTn id="249" dur="220"/>
                                        <p:tgtEl>
                                          <p:spTgt spid="22"/>
                                        </p:tgtEl>
                                      </p:cBhvr>
                                    </p:animEffect>
                                    <p:set>
                                      <p:cBhvr>
                                        <p:cTn id="250" dur="1" fill="hold">
                                          <p:stCondLst>
                                            <p:cond delay="219"/>
                                          </p:stCondLst>
                                        </p:cTn>
                                        <p:tgtEl>
                                          <p:spTgt spid="22"/>
                                        </p:tgtEl>
                                        <p:attrNameLst>
                                          <p:attrName>style.visibility</p:attrName>
                                        </p:attrNameLst>
                                      </p:cBhvr>
                                      <p:to>
                                        <p:strVal val="hidden"/>
                                      </p:to>
                                    </p:set>
                                  </p:childTnLst>
                                </p:cTn>
                              </p:par>
                              <p:par>
                                <p:cTn id="254" presetID="10" presetClass="entr" presetSubtype="0" fill="hold" grpId="0" nodeType="withEffect">
                                  <p:stCondLst>
                                    <p:cond delay="200"/>
                                  </p:stCondLst>
                                  <p:childTnLst>
                                    <p:set>
                                      <p:cBhvr>
                                        <p:cTn id="252" dur="1" fill="hold">
                                          <p:stCondLst>
                                            <p:cond delay="0"/>
                                          </p:stCondLst>
                                        </p:cTn>
                                        <p:tgtEl>
                                          <p:spTgt spid="23"/>
                                        </p:tgtEl>
                                        <p:attrNameLst>
                                          <p:attrName>style.visibility</p:attrName>
                                        </p:attrNameLst>
                                      </p:cBhvr>
                                      <p:to>
                                        <p:strVal val="visible"/>
                                      </p:to>
                                    </p:set>
                                    <p:animEffect transition="in" filter="fade">
                                      <p:cBhvr>
                                        <p:cTn id="253" dur="220"/>
                                        <p:tgtEl>
                                          <p:spTgt spid="23"/>
                                        </p:tgtEl>
                                      </p:cBhvr>
                                    </p:animEffect>
                                  </p:childTnLst>
                                </p:cTn>
                              </p:par>
                              <p:par>
                                <p:cTn id="259" presetID="42" presetClass="entr" presetSubtype="0" fill="hold" grpId="0" nodeType="withEffect">
                                  <p:stCondLst>
                                    <p:cond delay="300"/>
                                  </p:stCondLst>
                                  <p:childTnLst>
                                    <p:set>
                                      <p:cBhvr>
                                        <p:cTn id="255" dur="1" fill="hold">
                                          <p:stCondLst>
                                            <p:cond delay="0"/>
                                          </p:stCondLst>
                                        </p:cTn>
                                        <p:tgtEl>
                                          <p:spTgt spid="44"/>
                                        </p:tgtEl>
                                        <p:attrNameLst>
                                          <p:attrName>style.visibility</p:attrName>
                                        </p:attrNameLst>
                                      </p:cBhvr>
                                      <p:to>
                                        <p:strVal val="visible"/>
                                      </p:to>
                                    </p:set>
                                    <p:animEffect transition="in" filter="fade">
                                      <p:cBhvr>
                                        <p:cTn id="256" dur="300"/>
                                        <p:tgtEl>
                                          <p:spTgt spid="44"/>
                                        </p:tgtEl>
                                      </p:cBhvr>
                                    </p:animEffect>
                                    <p:anim calcmode="lin" valueType="num">
                                      <p:cBhvr additive="base">
                                        <p:cTn id="257" dur="300" fill="hold"/>
                                        <p:tgtEl>
                                          <p:spTgt spid="44"/>
                                        </p:tgtEl>
                                        <p:attrNameLst>
                                          <p:attrName>ppt_x</p:attrName>
                                        </p:attrNameLst>
                                      </p:cBhvr>
                                      <p:tavLst>
                                        <p:tav tm="0">
                                          <p:val>
                                            <p:strVal val="#ppt_x-.05"/>
                                          </p:val>
                                        </p:tav>
                                        <p:tav tm="100000">
                                          <p:val>
                                            <p:strVal val="#ppt_x"/>
                                          </p:val>
                                        </p:tav>
                                      </p:tavLst>
                                    </p:anim>
                                    <p:anim calcmode="lin" valueType="num">
                                      <p:cBhvr additive="base">
                                        <p:cTn id="258" dur="300" fill="hold"/>
                                        <p:tgtEl>
                                          <p:spTgt spid="44"/>
                                        </p:tgtEl>
                                        <p:attrNameLst>
                                          <p:attrName>ppt_y</p:attrName>
                                        </p:attrNameLst>
                                      </p:cBhvr>
                                      <p:tavLst>
                                        <p:tav tm="0">
                                          <p:val>
                                            <p:strVal val="#ppt_y"/>
                                          </p:val>
                                        </p:tav>
                                        <p:tav tm="100000">
                                          <p:val>
                                            <p:strVal val="#ppt_y"/>
                                          </p:val>
                                        </p:tav>
                                      </p:tavLst>
                                    </p:anim>
                                  </p:childTnLst>
                                </p:cTn>
                              </p:par>
                              <p:par>
                                <p:cTn id="261" presetID="1" presetClass="entr" presetSubtype="0" fill="hold" grpId="0" nodeType="withEffect">
                                  <p:stCondLst>
                                    <p:cond delay="450"/>
                                  </p:stCondLst>
                                  <p:iterate type="lt">
                                    <p:tmAbs val="30"/>
                                  </p:iterate>
                                  <p:childTnLst>
                                    <p:set>
                                      <p:cBhvr>
                                        <p:cTn id="260" dur="1" fill="hold">
                                          <p:stCondLst>
                                            <p:cond delay="0"/>
                                          </p:stCondLst>
                                        </p:cTn>
                                        <p:tgtEl>
                                          <p:spTgt spid="45"/>
                                        </p:tgtEl>
                                        <p:attrNameLst>
                                          <p:attrName>style.visibility</p:attrName>
                                        </p:attrNameLst>
                                      </p:cBhvr>
                                      <p:to>
                                        <p:strVal val="visible"/>
                                      </p:to>
                                    </p:set>
                                  </p:childTnLst>
                                </p:cTn>
                              </p:par>
                              <p:par>
                                <p:cTn id="266" presetID="53" presetClass="entr" presetSubtype="16" fill="hold" grpId="0" nodeType="withEffect">
                                  <p:stCondLst>
                                    <p:cond delay="700"/>
                                  </p:stCondLst>
                                  <p:childTnLst>
                                    <p:set>
                                      <p:cBhvr>
                                        <p:cTn id="262" dur="1" fill="hold">
                                          <p:stCondLst>
                                            <p:cond delay="0"/>
                                          </p:stCondLst>
                                        </p:cTn>
                                        <p:tgtEl>
                                          <p:spTgt spid="18"/>
                                        </p:tgtEl>
                                        <p:attrNameLst>
                                          <p:attrName>style.visibility</p:attrName>
                                        </p:attrNameLst>
                                      </p:cBhvr>
                                      <p:to>
                                        <p:strVal val="visible"/>
                                      </p:to>
                                    </p:set>
                                    <p:anim calcmode="lin" valueType="num">
                                      <p:cBhvr additive="base">
                                        <p:cTn id="263" dur="400" fill="hold"/>
                                        <p:tgtEl>
                                          <p:spTgt spid="18"/>
                                        </p:tgtEl>
                                        <p:attrNameLst>
                                          <p:attrName>ppt_w</p:attrName>
                                        </p:attrNameLst>
                                      </p:cBhvr>
                                      <p:tavLst>
                                        <p:tav tm="0">
                                          <p:val>
                                            <p:strVal val="0"/>
                                          </p:val>
                                        </p:tav>
                                        <p:tav tm="100000">
                                          <p:val>
                                            <p:strVal val="#ppt_w"/>
                                          </p:val>
                                        </p:tav>
                                      </p:tavLst>
                                    </p:anim>
                                    <p:anim calcmode="lin" valueType="num">
                                      <p:cBhvr additive="base">
                                        <p:cTn id="264" dur="400" fill="hold"/>
                                        <p:tgtEl>
                                          <p:spTgt spid="18"/>
                                        </p:tgtEl>
                                        <p:attrNameLst>
                                          <p:attrName>ppt_h</p:attrName>
                                        </p:attrNameLst>
                                      </p:cBhvr>
                                      <p:tavLst>
                                        <p:tav tm="0">
                                          <p:val>
                                            <p:strVal val="0"/>
                                          </p:val>
                                        </p:tav>
                                        <p:tav tm="100000">
                                          <p:val>
                                            <p:strVal val="#ppt_h"/>
                                          </p:val>
                                        </p:tav>
                                      </p:tavLst>
                                    </p:anim>
                                    <p:animEffect transition="in" filter="fade">
                                      <p:cBhvr>
                                        <p:cTn id="265" dur="400"/>
                                        <p:tgtEl>
                                          <p:spTgt spid="18"/>
                                        </p:tgtEl>
                                      </p:cBhvr>
                                    </p:animEffect>
                                  </p:childTnLst>
                                </p:cTn>
                              </p:par>
                              <p:par>
                                <p:cTn id="268" presetID="32" presetClass="emph" presetSubtype="0" fill="hold" grpId="1" nodeType="withEffect" autoRev="1" repeatCount="8000">
                                  <p:stCondLst>
                                    <p:cond delay="1100"/>
                                  </p:stCondLst>
                                  <p:childTnLst>
                                    <p:animRot by="240000">
                                      <p:cBhvr>
                                        <p:cTn id="267" dur="120" fill="hold"/>
                                        <p:tgtEl>
                                          <p:spTgt spid="18"/>
                                        </p:tgtEl>
                                        <p:attrNameLst>
                                          <p:attrName>r</p:attrName>
                                        </p:attrNameLst>
                                      </p:cBhvr>
                                    </p:animRot>
                                  </p:childTnLst>
                                </p:cTn>
                              </p:par>
                              <p:par>
                                <p:cTn id="271" presetID="22" presetClass="entr" presetSubtype="8" fill="hold" grpId="0" nodeType="withEffect">
                                  <p:stCondLst>
                                    <p:cond delay="1300"/>
                                  </p:stCondLst>
                                  <p:childTnLst>
                                    <p:set>
                                      <p:cBhvr>
                                        <p:cTn id="269" dur="1" fill="hold">
                                          <p:stCondLst>
                                            <p:cond delay="0"/>
                                          </p:stCondLst>
                                        </p:cTn>
                                        <p:tgtEl>
                                          <p:spTgt spid="19"/>
                                        </p:tgtEl>
                                        <p:attrNameLst>
                                          <p:attrName>style.visibility</p:attrName>
                                        </p:attrNameLst>
                                      </p:cBhvr>
                                      <p:to>
                                        <p:strVal val="visible"/>
                                      </p:to>
                                    </p:set>
                                    <p:animEffect transition="in" filter="wipe(left)">
                                      <p:cBhvr>
                                        <p:cTn id="270" dur="900"/>
                                        <p:tgtEl>
                                          <p:spTgt spid="19"/>
                                        </p:tgtEl>
                                      </p:cBhvr>
                                    </p:animEffect>
                                  </p:childTnLst>
                                </p:cTn>
                              </p:par>
                              <p:par>
                                <p:cTn id="274" presetID="10" presetClass="entr" presetSubtype="0" fill="hold" grpId="0" nodeType="withEffect">
                                  <p:stCondLst>
                                    <p:cond delay="2400"/>
                                  </p:stCondLst>
                                  <p:childTnLst>
                                    <p:set>
                                      <p:cBhvr>
                                        <p:cTn id="272" dur="1" fill="hold">
                                          <p:stCondLst>
                                            <p:cond delay="0"/>
                                          </p:stCondLst>
                                        </p:cTn>
                                        <p:tgtEl>
                                          <p:spTgt spid="46"/>
                                        </p:tgtEl>
                                        <p:attrNameLst>
                                          <p:attrName>style.visibility</p:attrName>
                                        </p:attrNameLst>
                                      </p:cBhvr>
                                      <p:to>
                                        <p:strVal val="visible"/>
                                      </p:to>
                                    </p:set>
                                    <p:animEffect transition="in" filter="fade">
                                      <p:cBhvr>
                                        <p:cTn id="273" dur="80"/>
                                        <p:tgtEl>
                                          <p:spTgt spid="46"/>
                                        </p:tgtEl>
                                      </p:cBhvr>
                                    </p:animEffect>
                                  </p:childTnLst>
                                </p:cTn>
                              </p:par>
                              <p:par>
                                <p:cTn id="277" presetID="10" presetClass="exit" presetSubtype="0" fill="hold" grpId="1" nodeType="withEffect">
                                  <p:stCondLst>
                                    <p:cond delay="2500"/>
                                  </p:stCondLst>
                                  <p:childTnLst>
                                    <p:animEffect transition="out" filter="fade">
                                      <p:cBhvr>
                                        <p:cTn id="275" dur="220"/>
                                        <p:tgtEl>
                                          <p:spTgt spid="24"/>
                                        </p:tgtEl>
                                      </p:cBhvr>
                                    </p:animEffect>
                                    <p:set>
                                      <p:cBhvr>
                                        <p:cTn id="276" dur="1" fill="hold">
                                          <p:stCondLst>
                                            <p:cond delay="219"/>
                                          </p:stCondLst>
                                        </p:cTn>
                                        <p:tgtEl>
                                          <p:spTgt spid="24"/>
                                        </p:tgtEl>
                                        <p:attrNameLst>
                                          <p:attrName>style.visibility</p:attrName>
                                        </p:attrNameLst>
                                      </p:cBhvr>
                                      <p:to>
                                        <p:strVal val="hidden"/>
                                      </p:to>
                                    </p:set>
                                  </p:childTnLst>
                                </p:cTn>
                              </p:par>
                              <p:par>
                                <p:cTn id="280" presetID="10" presetClass="entr" presetSubtype="0" fill="hold" grpId="0" nodeType="withEffect">
                                  <p:stCondLst>
                                    <p:cond delay="2500"/>
                                  </p:stCondLst>
                                  <p:childTnLst>
                                    <p:set>
                                      <p:cBhvr>
                                        <p:cTn id="278" dur="1" fill="hold">
                                          <p:stCondLst>
                                            <p:cond delay="0"/>
                                          </p:stCondLst>
                                        </p:cTn>
                                        <p:tgtEl>
                                          <p:spTgt spid="25"/>
                                        </p:tgtEl>
                                        <p:attrNameLst>
                                          <p:attrName>style.visibility</p:attrName>
                                        </p:attrNameLst>
                                      </p:cBhvr>
                                      <p:to>
                                        <p:strVal val="visible"/>
                                      </p:to>
                                    </p:set>
                                    <p:animEffect transition="in" filter="fade">
                                      <p:cBhvr>
                                        <p:cTn id="279" dur="220"/>
                                        <p:tgtEl>
                                          <p:spTgt spid="25"/>
                                        </p:tgtEl>
                                      </p:cBhvr>
                                    </p:animEffect>
                                  </p:childTnLst>
                                </p:cTn>
                              </p:par>
                              <p:par>
                                <p:cTn id="283" presetID="10" presetClass="exit" presetSubtype="0" fill="hold" grpId="1" nodeType="withEffect">
                                  <p:stCondLst>
                                    <p:cond delay="2520"/>
                                  </p:stCondLst>
                                  <p:childTnLst>
                                    <p:animEffect transition="out" filter="fade">
                                      <p:cBhvr>
                                        <p:cTn id="281" dur="380"/>
                                        <p:tgtEl>
                                          <p:spTgt spid="46"/>
                                        </p:tgtEl>
                                      </p:cBhvr>
                                    </p:animEffect>
                                    <p:set>
                                      <p:cBhvr>
                                        <p:cTn id="282" dur="1" fill="hold">
                                          <p:stCondLst>
                                            <p:cond delay="379"/>
                                          </p:stCondLst>
                                        </p:cTn>
                                        <p:tgtEl>
                                          <p:spTgt spid="46"/>
                                        </p:tgtEl>
                                        <p:attrNameLst>
                                          <p:attrName>style.visibility</p:attrName>
                                        </p:attrNameLst>
                                      </p:cBhvr>
                                      <p:to>
                                        <p:strVal val="hidden"/>
                                      </p:to>
                                    </p:set>
                                  </p:childTnLst>
                                </p:cTn>
                              </p:par>
                              <p:par>
                                <p:cTn id="285" presetID="0" presetClass="path" presetSubtype="0" fill="hold" grpId="1" nodeType="withEffect" autoRev="1" repeatCount="6000">
                                  <p:stCondLst>
                                    <p:cond delay="2600"/>
                                  </p:stCondLst>
                                  <p:childTnLst>
                                    <p:animMotion origin="layout" path="M 0 0 L 0.008 0 E" pathEditMode="relative" ptsTypes="AA">
                                      <p:cBhvr>
                                        <p:cTn id="284" dur="60" fill="hold"/>
                                        <p:tgtEl>
                                          <p:spTgt spid="25"/>
                                        </p:tgtEl>
                                        <p:attrNameLst>
                                          <p:attrName>ppt_x</p:attrName>
                                          <p:attrName>ppt_y</p:attrName>
                                        </p:attrNameLst>
                                      </p:cBhvr>
                                    </p:animMotion>
                                  </p:childTnLst>
                                </p:cTn>
                              </p:par>
                              <p:par>
                                <p:cTn id="290" presetID="53" presetClass="entr" presetSubtype="16" fill="hold" grpId="0" nodeType="withEffect">
                                  <p:stCondLst>
                                    <p:cond delay="2700"/>
                                  </p:stCondLst>
                                  <p:childTnLst>
                                    <p:set>
                                      <p:cBhvr>
                                        <p:cTn id="286" dur="1" fill="hold">
                                          <p:stCondLst>
                                            <p:cond delay="0"/>
                                          </p:stCondLst>
                                        </p:cTn>
                                        <p:tgtEl>
                                          <p:spTgt spid="28"/>
                                        </p:tgtEl>
                                        <p:attrNameLst>
                                          <p:attrName>style.visibility</p:attrName>
                                        </p:attrNameLst>
                                      </p:cBhvr>
                                      <p:to>
                                        <p:strVal val="visible"/>
                                      </p:to>
                                    </p:set>
                                    <p:anim calcmode="lin" valueType="num">
                                      <p:cBhvr additive="base">
                                        <p:cTn id="287" dur="300" fill="hold"/>
                                        <p:tgtEl>
                                          <p:spTgt spid="28"/>
                                        </p:tgtEl>
                                        <p:attrNameLst>
                                          <p:attrName>ppt_w</p:attrName>
                                        </p:attrNameLst>
                                      </p:cBhvr>
                                      <p:tavLst>
                                        <p:tav tm="0">
                                          <p:val>
                                            <p:strVal val="0"/>
                                          </p:val>
                                        </p:tav>
                                        <p:tav tm="100000">
                                          <p:val>
                                            <p:strVal val="#ppt_w"/>
                                          </p:val>
                                        </p:tav>
                                      </p:tavLst>
                                    </p:anim>
                                    <p:anim calcmode="lin" valueType="num">
                                      <p:cBhvr additive="base">
                                        <p:cTn id="288" dur="300" fill="hold"/>
                                        <p:tgtEl>
                                          <p:spTgt spid="28"/>
                                        </p:tgtEl>
                                        <p:attrNameLst>
                                          <p:attrName>ppt_h</p:attrName>
                                        </p:attrNameLst>
                                      </p:cBhvr>
                                      <p:tavLst>
                                        <p:tav tm="0">
                                          <p:val>
                                            <p:strVal val="0"/>
                                          </p:val>
                                        </p:tav>
                                        <p:tav tm="100000">
                                          <p:val>
                                            <p:strVal val="#ppt_h"/>
                                          </p:val>
                                        </p:tav>
                                      </p:tavLst>
                                    </p:anim>
                                    <p:animEffect transition="in" filter="fade">
                                      <p:cBhvr>
                                        <p:cTn id="289" dur="300"/>
                                        <p:tgtEl>
                                          <p:spTgt spid="28"/>
                                        </p:tgtEl>
                                      </p:cBhvr>
                                    </p:animEffect>
                                  </p:childTnLst>
                                </p:cTn>
                              </p:par>
                              <p:par>
                                <p:cTn id="292" presetID="6" presetClass="emph" presetSubtype="0" fill="hold" grpId="1" nodeType="withEffect" autoRev="1" repeatCount="indefinite">
                                  <p:stCondLst>
                                    <p:cond delay="3000"/>
                                  </p:stCondLst>
                                  <p:childTnLst>
                                    <p:animScale>
                                      <p:cBhvr>
                                        <p:cTn id="291" dur="400" fill="hold"/>
                                        <p:tgtEl>
                                          <p:spTgt spid="28"/>
                                        </p:tgtEl>
                                      </p:cBhvr>
                                      <p:by x="120000" y="120000"/>
                                    </p:animScale>
                                  </p:childTnLst>
                                </p:cTn>
                              </p:par>
                              <p:par>
                                <p:cTn id="295" presetID="22" presetClass="entr" presetSubtype="8" fill="hold" grpId="0" nodeType="withEffect">
                                  <p:stCondLst>
                                    <p:cond delay="4200"/>
                                  </p:stCondLst>
                                  <p:childTnLst>
                                    <p:set>
                                      <p:cBhvr>
                                        <p:cTn id="293" dur="1" fill="hold">
                                          <p:stCondLst>
                                            <p:cond delay="0"/>
                                          </p:stCondLst>
                                        </p:cTn>
                                        <p:tgtEl>
                                          <p:spTgt spid="47"/>
                                        </p:tgtEl>
                                        <p:attrNameLst>
                                          <p:attrName>style.visibility</p:attrName>
                                        </p:attrNameLst>
                                      </p:cBhvr>
                                      <p:to>
                                        <p:strVal val="visible"/>
                                      </p:to>
                                    </p:set>
                                    <p:animEffect transition="in" filter="wipe(left)">
                                      <p:cBhvr>
                                        <p:cTn id="294"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8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childTnLst>
                          </p:cTn>
                        </p:par>
                      </p:childTnLst>
                    </p:cTn>
                  </p:par>
                  <p:par>
                    <p:cTn id="134" fill="hold">
                      <p:stCondLst>
                        <p:cond delay="indefinite"/>
                      </p:stCondLst>
                      <p:childTnLst>
                        <p:par>
                          <p:cTn id="135" fill="hold">
                            <p:stCondLst>
                              <p:cond delay="0"/>
                            </p:stCondLst>
                            <p:childTnLst>
                              <p:par>
                                <p:cTn id="83" presetID="10" presetClass="exit" presetSubtype="0" fill="hold" grpId="1" nodeType="clickEffect">
                                  <p:stCondLst>
                                    <p:cond delay="0"/>
                                  </p:stCondLst>
                                  <p:childTnLst>
                                    <p:animEffect transition="out" filter="fade">
                                      <p:cBhvr>
                                        <p:cTn id="81" dur="200"/>
                                        <p:tgtEl>
                                          <p:spTgt spid="36"/>
                                        </p:tgtEl>
                                      </p:cBhvr>
                                    </p:animEffect>
                                    <p:set>
                                      <p:cBhvr>
                                        <p:cTn id="82" dur="1" fill="hold">
                                          <p:stCondLst>
                                            <p:cond delay="199"/>
                                          </p:stCondLst>
                                        </p:cTn>
                                        <p:tgtEl>
                                          <p:spTgt spid="36"/>
                                        </p:tgtEl>
                                        <p:attrNameLst>
                                          <p:attrName>style.visibility</p:attrName>
                                        </p:attrNameLst>
                                      </p:cBhvr>
                                      <p:to>
                                        <p:strVal val="hidden"/>
                                      </p:to>
                                    </p:set>
                                  </p:childTnLst>
                                </p:cTn>
                              </p:par>
                              <p:par>
                                <p:cTn id="86" presetID="10" presetClass="exit" presetSubtype="0" fill="hold" grpId="1" nodeType="withEffect">
                                  <p:stCondLst>
                                    <p:cond delay="0"/>
                                  </p:stCondLst>
                                  <p:childTnLst>
                                    <p:animEffect transition="out" filter="fade">
                                      <p:cBhvr>
                                        <p:cTn id="84" dur="250"/>
                                        <p:tgtEl>
                                          <p:spTgt spid="29"/>
                                        </p:tgtEl>
                                      </p:cBhvr>
                                    </p:animEffect>
                                    <p:set>
                                      <p:cBhvr>
                                        <p:cTn id="85" dur="1" fill="hold">
                                          <p:stCondLst>
                                            <p:cond delay="249"/>
                                          </p:stCondLst>
                                        </p:cTn>
                                        <p:tgtEl>
                                          <p:spTgt spid="29"/>
                                        </p:tgtEl>
                                        <p:attrNameLst>
                                          <p:attrName>style.visibility</p:attrName>
                                        </p:attrNameLst>
                                      </p:cBhvr>
                                      <p:to>
                                        <p:strVal val="hidden"/>
                                      </p:to>
                                    </p:set>
                                  </p:childTnLst>
                                </p:cTn>
                              </p:par>
                              <p:par>
                                <p:cTn id="89" presetID="10" presetClass="exit" presetSubtype="0" fill="hold" grpId="2" nodeType="withEffect">
                                  <p:stCondLst>
                                    <p:cond delay="0"/>
                                  </p:stCondLst>
                                  <p:childTnLst>
                                    <p:animEffect transition="out" filter="fade">
                                      <p:cBhvr>
                                        <p:cTn id="87" dur="250"/>
                                        <p:tgtEl>
                                          <p:spTgt spid="11"/>
                                        </p:tgtEl>
                                      </p:cBhvr>
                                    </p:animEffect>
                                    <p:set>
                                      <p:cBhvr>
                                        <p:cTn id="88" dur="1" fill="hold">
                                          <p:stCondLst>
                                            <p:cond delay="249"/>
                                          </p:stCondLst>
                                        </p:cTn>
                                        <p:tgtEl>
                                          <p:spTgt spid="11"/>
                                        </p:tgtEl>
                                        <p:attrNameLst>
                                          <p:attrName>style.visibility</p:attrName>
                                        </p:attrNameLst>
                                      </p:cBhvr>
                                      <p:to>
                                        <p:strVal val="hidden"/>
                                      </p:to>
                                    </p:set>
                                  </p:childTnLst>
                                </p:cTn>
                              </p:par>
                              <p:par>
                                <p:cTn id="92" presetID="10" presetClass="exit" presetSubtype="0" fill="hold" grpId="1" nodeType="withEffect">
                                  <p:stCondLst>
                                    <p:cond delay="80"/>
                                  </p:stCondLst>
                                  <p:childTnLst>
                                    <p:animEffect transition="out" filter="fade">
                                      <p:cBhvr>
                                        <p:cTn id="90" dur="200"/>
                                        <p:tgtEl>
                                          <p:spTgt spid="38"/>
                                        </p:tgtEl>
                                      </p:cBhvr>
                                    </p:animEffect>
                                    <p:set>
                                      <p:cBhvr>
                                        <p:cTn id="91" dur="1" fill="hold">
                                          <p:stCondLst>
                                            <p:cond delay="199"/>
                                          </p:stCondLst>
                                        </p:cTn>
                                        <p:tgtEl>
                                          <p:spTgt spid="38"/>
                                        </p:tgtEl>
                                        <p:attrNameLst>
                                          <p:attrName>style.visibility</p:attrName>
                                        </p:attrNameLst>
                                      </p:cBhvr>
                                      <p:to>
                                        <p:strVal val="hidden"/>
                                      </p:to>
                                    </p:set>
                                  </p:childTnLst>
                                </p:cTn>
                              </p:par>
                              <p:par>
                                <p:cTn id="95" presetID="10" presetClass="exit" presetSubtype="0" fill="hold" grpId="1" nodeType="withEffect">
                                  <p:stCondLst>
                                    <p:cond delay="80"/>
                                  </p:stCondLst>
                                  <p:childTnLst>
                                    <p:animEffect transition="out" filter="fade">
                                      <p:cBhvr>
                                        <p:cTn id="93" dur="200"/>
                                        <p:tgtEl>
                                          <p:spTgt spid="39"/>
                                        </p:tgtEl>
                                      </p:cBhvr>
                                    </p:animEffect>
                                    <p:set>
                                      <p:cBhvr>
                                        <p:cTn id="94" dur="1" fill="hold">
                                          <p:stCondLst>
                                            <p:cond delay="199"/>
                                          </p:stCondLst>
                                        </p:cTn>
                                        <p:tgtEl>
                                          <p:spTgt spid="39"/>
                                        </p:tgtEl>
                                        <p:attrNameLst>
                                          <p:attrName>style.visibility</p:attrName>
                                        </p:attrNameLst>
                                      </p:cBhvr>
                                      <p:to>
                                        <p:strVal val="hidden"/>
                                      </p:to>
                                    </p:set>
                                  </p:childTnLst>
                                </p:cTn>
                              </p:par>
                              <p:par>
                                <p:cTn id="100" presetID="42" presetClass="entr" presetSubtype="0" fill="hold" grpId="0" nodeType="withEffect">
                                  <p:stCondLst>
                                    <p:cond delay="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anim calcmode="lin" valueType="num">
                                      <p:cBhvr additive="base">
                                        <p:cTn id="98" dur="400" fill="hold"/>
                                        <p:tgtEl>
                                          <p:spTgt spid="40"/>
                                        </p:tgtEl>
                                        <p:attrNameLst>
                                          <p:attrName>ppt_x</p:attrName>
                                        </p:attrNameLst>
                                      </p:cBhvr>
                                      <p:tavLst>
                                        <p:tav tm="0">
                                          <p:val>
                                            <p:strVal val="#ppt_x-.05"/>
                                          </p:val>
                                        </p:tav>
                                        <p:tav tm="100000">
                                          <p:val>
                                            <p:strVal val="#ppt_x"/>
                                          </p:val>
                                        </p:tav>
                                      </p:tavLst>
                                    </p:anim>
                                    <p:anim calcmode="lin" valueType="num">
                                      <p:cBhvr additive="base">
                                        <p:cTn id="99" dur="400" fill="hold"/>
                                        <p:tgtEl>
                                          <p:spTgt spid="40"/>
                                        </p:tgtEl>
                                        <p:attrNameLst>
                                          <p:attrName>ppt_y</p:attrName>
                                        </p:attrNameLst>
                                      </p:cBhvr>
                                      <p:tavLst>
                                        <p:tav tm="0">
                                          <p:val>
                                            <p:strVal val="#ppt_y"/>
                                          </p:val>
                                        </p:tav>
                                        <p:tav tm="100000">
                                          <p:val>
                                            <p:strVal val="#ppt_y"/>
                                          </p:val>
                                        </p:tav>
                                      </p:tavLst>
                                    </p:anim>
                                  </p:childTnLst>
                                </p:cTn>
                              </p:par>
                              <p:par>
                                <p:cTn id="103" presetID="10" presetClass="exit" presetSubtype="0" fill="hold" grpId="2" nodeType="withEffect">
                                  <p:stCondLst>
                                    <p:cond delay="100"/>
                                  </p:stCondLst>
                                  <p:childTnLst>
                                    <p:animEffect transition="out" filter="fade">
                                      <p:cBhvr>
                                        <p:cTn id="101" dur="220"/>
                                        <p:tgtEl>
                                          <p:spTgt spid="22"/>
                                        </p:tgtEl>
                                      </p:cBhvr>
                                    </p:animEffect>
                                    <p:set>
                                      <p:cBhvr>
                                        <p:cTn id="102" dur="1" fill="hold">
                                          <p:stCondLst>
                                            <p:cond delay="219"/>
                                          </p:stCondLst>
                                        </p:cTn>
                                        <p:tgtEl>
                                          <p:spTgt spid="22"/>
                                        </p:tgtEl>
                                        <p:attrNameLst>
                                          <p:attrName>style.visibility</p:attrName>
                                        </p:attrNameLst>
                                      </p:cBhvr>
                                      <p:to>
                                        <p:strVal val="hidden"/>
                                      </p:to>
                                    </p:set>
                                  </p:childTnLst>
                                </p:cTn>
                              </p:par>
                              <p:par>
                                <p:cTn id="106" presetID="10" presetClass="entr" presetSubtype="0" fill="hold" grpId="0" nodeType="withEffect">
                                  <p:stCondLst>
                                    <p:cond delay="10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220"/>
                                        <p:tgtEl>
                                          <p:spTgt spid="23"/>
                                        </p:tgtEl>
                                      </p:cBhvr>
                                    </p:animEffect>
                                  </p:childTnLst>
                                </p:cTn>
                              </p:par>
                              <p:par>
                                <p:cTn id="111" presetID="42" presetClass="entr" presetSubtype="0" fill="hold" grpId="0" nodeType="withEffect">
                                  <p:stCondLst>
                                    <p:cond delay="20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300"/>
                                        <p:tgtEl>
                                          <p:spTgt spid="41"/>
                                        </p:tgtEl>
                                      </p:cBhvr>
                                    </p:animEffect>
                                    <p:anim calcmode="lin" valueType="num">
                                      <p:cBhvr additive="base">
                                        <p:cTn id="109" dur="300" fill="hold"/>
                                        <p:tgtEl>
                                          <p:spTgt spid="41"/>
                                        </p:tgtEl>
                                        <p:attrNameLst>
                                          <p:attrName>ppt_x</p:attrName>
                                        </p:attrNameLst>
                                      </p:cBhvr>
                                      <p:tavLst>
                                        <p:tav tm="0">
                                          <p:val>
                                            <p:strVal val="#ppt_x-.05"/>
                                          </p:val>
                                        </p:tav>
                                        <p:tav tm="100000">
                                          <p:val>
                                            <p:strVal val="#ppt_x"/>
                                          </p:val>
                                        </p:tav>
                                      </p:tavLst>
                                    </p:anim>
                                    <p:anim calcmode="lin" valueType="num">
                                      <p:cBhvr additive="base">
                                        <p:cTn id="110" dur="300" fill="hold"/>
                                        <p:tgtEl>
                                          <p:spTgt spid="41"/>
                                        </p:tgtEl>
                                        <p:attrNameLst>
                                          <p:attrName>ppt_y</p:attrName>
                                        </p:attrNameLst>
                                      </p:cBhvr>
                                      <p:tavLst>
                                        <p:tav tm="0">
                                          <p:val>
                                            <p:strVal val="#ppt_y"/>
                                          </p:val>
                                        </p:tav>
                                        <p:tav tm="100000">
                                          <p:val>
                                            <p:strVal val="#ppt_y"/>
                                          </p:val>
                                        </p:tav>
                                      </p:tavLst>
                                    </p:anim>
                                  </p:childTnLst>
                                </p:cTn>
                              </p:par>
                              <p:par>
                                <p:cTn id="113" presetID="1" presetClass="entr" presetSubtype="0" fill="hold" grpId="0" nodeType="withEffect">
                                  <p:stCondLst>
                                    <p:cond delay="350"/>
                                  </p:stCondLst>
                                  <p:iterate type="lt">
                                    <p:tmAbs val="30"/>
                                  </p:iterate>
                                  <p:childTnLst>
                                    <p:set>
                                      <p:cBhvr>
                                        <p:cTn id="112" dur="1" fill="hold">
                                          <p:stCondLst>
                                            <p:cond delay="0"/>
                                          </p:stCondLst>
                                        </p:cTn>
                                        <p:tgtEl>
                                          <p:spTgt spid="42"/>
                                        </p:tgtEl>
                                        <p:attrNameLst>
                                          <p:attrName>style.visibility</p:attrName>
                                        </p:attrNameLst>
                                      </p:cBhvr>
                                      <p:to>
                                        <p:strVal val="visible"/>
                                      </p:to>
                                    </p:set>
                                  </p:childTnLst>
                                </p:cTn>
                              </p:par>
                              <p:par>
                                <p:cTn id="116" presetID="22" presetClass="exit" presetSubtype="8" fill="hold" grpId="1" nodeType="withEffect">
                                  <p:stCondLst>
                                    <p:cond delay="600"/>
                                  </p:stCondLst>
                                  <p:childTnLst>
                                    <p:animEffect transition="out" filter="wipe(left)">
                                      <p:cBhvr>
                                        <p:cTn id="114" dur="800"/>
                                        <p:tgtEl>
                                          <p:spTgt spid="10"/>
                                        </p:tgtEl>
                                      </p:cBhvr>
                                    </p:animEffect>
                                    <p:set>
                                      <p:cBhvr>
                                        <p:cTn id="115" dur="1" fill="hold">
                                          <p:stCondLst>
                                            <p:cond delay="799"/>
                                          </p:stCondLst>
                                        </p:cTn>
                                        <p:tgtEl>
                                          <p:spTgt spid="10"/>
                                        </p:tgtEl>
                                        <p:attrNameLst>
                                          <p:attrName>style.visibility</p:attrName>
                                        </p:attrNameLst>
                                      </p:cBhvr>
                                      <p:to>
                                        <p:strVal val="hidden"/>
                                      </p:to>
                                    </p:set>
                                  </p:childTnLst>
                                </p:cTn>
                              </p:par>
                              <p:par>
                                <p:cTn id="120" presetID="2" presetClass="entr" presetSubtype="1" fill="hold" grpId="0" nodeType="withEffect">
                                  <p:stCondLst>
                                    <p:cond delay="1300"/>
                                  </p:stCondLst>
                                  <p:childTnLst>
                                    <p:set>
                                      <p:cBhvr>
                                        <p:cTn id="117" dur="1" fill="hold">
                                          <p:stCondLst>
                                            <p:cond delay="0"/>
                                          </p:stCondLst>
                                        </p:cTn>
                                        <p:tgtEl>
                                          <p:spTgt spid="12"/>
                                        </p:tgtEl>
                                        <p:attrNameLst>
                                          <p:attrName>style.visibility</p:attrName>
                                        </p:attrNameLst>
                                      </p:cBhvr>
                                      <p:to>
                                        <p:strVal val="visible"/>
                                      </p:to>
                                    </p:set>
                                    <p:anim calcmode="lin" valueType="num">
                                      <p:cBhvr additive="base">
                                        <p:cTn id="118" dur="500" fill="hold"/>
                                        <p:tgtEl>
                                          <p:spTgt spid="12"/>
                                        </p:tgtEl>
                                        <p:attrNameLst>
                                          <p:attrName>ppt_x</p:attrName>
                                        </p:attrNameLst>
                                      </p:cBhvr>
                                      <p:tavLst>
                                        <p:tav tm="0">
                                          <p:val>
                                            <p:strVal val="#ppt_x"/>
                                          </p:val>
                                        </p:tav>
                                        <p:tav tm="100000">
                                          <p:val>
                                            <p:strVal val="#ppt_x"/>
                                          </p:val>
                                        </p:tav>
                                      </p:tavLst>
                                    </p:anim>
                                    <p:anim calcmode="lin" valueType="num">
                                      <p:cBhvr additive="base">
                                        <p:cTn id="119" dur="500" fill="hold"/>
                                        <p:tgtEl>
                                          <p:spTgt spid="12"/>
                                        </p:tgtEl>
                                        <p:attrNameLst>
                                          <p:attrName>ppt_y</p:attrName>
                                        </p:attrNameLst>
                                      </p:cBhvr>
                                      <p:tavLst>
                                        <p:tav tm="0">
                                          <p:val>
                                            <p:strVal val="0-#ppt_h/2"/>
                                          </p:val>
                                        </p:tav>
                                        <p:tav tm="100000">
                                          <p:val>
                                            <p:strVal val="#ppt_y"/>
                                          </p:val>
                                        </p:tav>
                                      </p:tavLst>
                                    </p:anim>
                                  </p:childTnLst>
                                </p:cTn>
                              </p:par>
                              <p:par>
                                <p:cTn id="124" presetID="2" presetClass="entr" presetSubtype="1" fill="hold" grpId="0" nodeType="withEffect">
                                  <p:stCondLst>
                                    <p:cond delay="1500"/>
                                  </p:stCondLst>
                                  <p:childTnLst>
                                    <p:set>
                                      <p:cBhvr>
                                        <p:cTn id="121" dur="1" fill="hold">
                                          <p:stCondLst>
                                            <p:cond delay="0"/>
                                          </p:stCondLst>
                                        </p:cTn>
                                        <p:tgtEl>
                                          <p:spTgt spid="13"/>
                                        </p:tgtEl>
                                        <p:attrNameLst>
                                          <p:attrName>style.visibility</p:attrName>
                                        </p:attrNameLst>
                                      </p:cBhvr>
                                      <p:to>
                                        <p:strVal val="visible"/>
                                      </p:to>
                                    </p:set>
                                    <p:anim calcmode="lin" valueType="num">
                                      <p:cBhvr additive="base">
                                        <p:cTn id="122" dur="500" fill="hold"/>
                                        <p:tgtEl>
                                          <p:spTgt spid="13"/>
                                        </p:tgtEl>
                                        <p:attrNameLst>
                                          <p:attrName>ppt_x</p:attrName>
                                        </p:attrNameLst>
                                      </p:cBhvr>
                                      <p:tavLst>
                                        <p:tav tm="0">
                                          <p:val>
                                            <p:strVal val="#ppt_x"/>
                                          </p:val>
                                        </p:tav>
                                        <p:tav tm="100000">
                                          <p:val>
                                            <p:strVal val="#ppt_x"/>
                                          </p:val>
                                        </p:tav>
                                      </p:tavLst>
                                    </p:anim>
                                    <p:anim calcmode="lin" valueType="num">
                                      <p:cBhvr additive="base">
                                        <p:cTn id="123" dur="500" fill="hold"/>
                                        <p:tgtEl>
                                          <p:spTgt spid="13"/>
                                        </p:tgtEl>
                                        <p:attrNameLst>
                                          <p:attrName>ppt_y</p:attrName>
                                        </p:attrNameLst>
                                      </p:cBhvr>
                                      <p:tavLst>
                                        <p:tav tm="0">
                                          <p:val>
                                            <p:strVal val="0-#ppt_h/2"/>
                                          </p:val>
                                        </p:tav>
                                        <p:tav tm="100000">
                                          <p:val>
                                            <p:strVal val="#ppt_y"/>
                                          </p:val>
                                        </p:tav>
                                      </p:tavLst>
                                    </p:anim>
                                  </p:childTnLst>
                                </p:cTn>
                              </p:par>
                              <p:par>
                                <p:cTn id="128" presetID="2" presetClass="entr" presetSubtype="1" fill="hold" grpId="0" nodeType="withEffect">
                                  <p:stCondLst>
                                    <p:cond delay="1750"/>
                                  </p:stCondLst>
                                  <p:childTnLst>
                                    <p:set>
                                      <p:cBhvr>
                                        <p:cTn id="125" dur="1" fill="hold">
                                          <p:stCondLst>
                                            <p:cond delay="0"/>
                                          </p:stCondLst>
                                        </p:cTn>
                                        <p:tgtEl>
                                          <p:spTgt spid="14"/>
                                        </p:tgtEl>
                                        <p:attrNameLst>
                                          <p:attrName>style.visibility</p:attrName>
                                        </p:attrNameLst>
                                      </p:cBhvr>
                                      <p:to>
                                        <p:strVal val="visible"/>
                                      </p:to>
                                    </p:set>
                                    <p:anim calcmode="lin" valueType="num">
                                      <p:cBhvr additive="base">
                                        <p:cTn id="126" dur="500" fill="hold"/>
                                        <p:tgtEl>
                                          <p:spTgt spid="14"/>
                                        </p:tgtEl>
                                        <p:attrNameLst>
                                          <p:attrName>ppt_x</p:attrName>
                                        </p:attrNameLst>
                                      </p:cBhvr>
                                      <p:tavLst>
                                        <p:tav tm="0">
                                          <p:val>
                                            <p:strVal val="#ppt_x"/>
                                          </p:val>
                                        </p:tav>
                                        <p:tav tm="100000">
                                          <p:val>
                                            <p:strVal val="#ppt_x"/>
                                          </p:val>
                                        </p:tav>
                                      </p:tavLst>
                                    </p:anim>
                                    <p:anim calcmode="lin" valueType="num">
                                      <p:cBhvr additive="base">
                                        <p:cTn id="127" dur="500" fill="hold"/>
                                        <p:tgtEl>
                                          <p:spTgt spid="14"/>
                                        </p:tgtEl>
                                        <p:attrNameLst>
                                          <p:attrName>ppt_y</p:attrName>
                                        </p:attrNameLst>
                                      </p:cBhvr>
                                      <p:tavLst>
                                        <p:tav tm="0">
                                          <p:val>
                                            <p:strVal val="0-#ppt_h/2"/>
                                          </p:val>
                                        </p:tav>
                                        <p:tav tm="100000">
                                          <p:val>
                                            <p:strVal val="#ppt_y"/>
                                          </p:val>
                                        </p:tav>
                                      </p:tavLst>
                                    </p:anim>
                                  </p:childTnLst>
                                </p:cTn>
                              </p:par>
                              <p:par>
                                <p:cTn id="133" presetID="53" presetClass="entr" presetSubtype="32" fill="hold" grpId="0" nodeType="withEffect">
                                  <p:stCondLst>
                                    <p:cond delay="2500"/>
                                  </p:stCondLst>
                                  <p:childTnLst>
                                    <p:set>
                                      <p:cBhvr>
                                        <p:cTn id="129" dur="1" fill="hold">
                                          <p:stCondLst>
                                            <p:cond delay="0"/>
                                          </p:stCondLst>
                                        </p:cTn>
                                        <p:tgtEl>
                                          <p:spTgt spid="15"/>
                                        </p:tgtEl>
                                        <p:attrNameLst>
                                          <p:attrName>style.visibility</p:attrName>
                                        </p:attrNameLst>
                                      </p:cBhvr>
                                      <p:to>
                                        <p:strVal val="visible"/>
                                      </p:to>
                                    </p:set>
                                    <p:anim calcmode="lin" valueType="num">
                                      <p:cBhvr additive="base">
                                        <p:cTn id="130" dur="400" fill="hold"/>
                                        <p:tgtEl>
                                          <p:spTgt spid="15"/>
                                        </p:tgtEl>
                                        <p:attrNameLst>
                                          <p:attrName>ppt_w</p:attrName>
                                        </p:attrNameLst>
                                      </p:cBhvr>
                                      <p:tavLst>
                                        <p:tav tm="0">
                                          <p:val>
                                            <p:strVal val="#ppt_w*2.4"/>
                                          </p:val>
                                        </p:tav>
                                        <p:tav tm="100000">
                                          <p:val>
                                            <p:strVal val="#ppt_w"/>
                                          </p:val>
                                        </p:tav>
                                      </p:tavLst>
                                    </p:anim>
                                    <p:anim calcmode="lin" valueType="num">
                                      <p:cBhvr additive="base">
                                        <p:cTn id="131" dur="400" fill="hold"/>
                                        <p:tgtEl>
                                          <p:spTgt spid="15"/>
                                        </p:tgtEl>
                                        <p:attrNameLst>
                                          <p:attrName>ppt_h</p:attrName>
                                        </p:attrNameLst>
                                      </p:cBhvr>
                                      <p:tavLst>
                                        <p:tav tm="0">
                                          <p:val>
                                            <p:strVal val="#ppt_h*2.4"/>
                                          </p:val>
                                        </p:tav>
                                        <p:tav tm="100000">
                                          <p:val>
                                            <p:strVal val="#ppt_h"/>
                                          </p:val>
                                        </p:tav>
                                      </p:tavLst>
                                    </p:anim>
                                    <p:animEffect transition="in" filter="fade">
                                      <p:cBhvr>
                                        <p:cTn id="132" dur="400"/>
                                        <p:tgtEl>
                                          <p:spTgt spid="15"/>
                                        </p:tgtEl>
                                      </p:cBhvr>
                                    </p:animEffect>
                                  </p:childTnLst>
                                </p:cTn>
                              </p:par>
                            </p:childTnLst>
                          </p:cTn>
                        </p:par>
                      </p:childTnLst>
                    </p:cTn>
                  </p:par>
                  <p:par>
                    <p:cTn id="226" fill="hold">
                      <p:stCondLst>
                        <p:cond delay="indefinite"/>
                      </p:stCondLst>
                      <p:childTnLst>
                        <p:par>
                          <p:cTn id="227" fill="hold">
                            <p:stCondLst>
                              <p:cond delay="0"/>
                            </p:stCondLst>
                            <p:childTnLst>
                              <p:par>
                                <p:cTn id="138" presetID="10" presetClass="exit" presetSubtype="0" fill="hold" grpId="1" nodeType="clickEffect">
                                  <p:stCondLst>
                                    <p:cond delay="0"/>
                                  </p:stCondLst>
                                  <p:childTnLst>
                                    <p:animEffect transition="out" filter="fade">
                                      <p:cBhvr>
                                        <p:cTn id="136" dur="200"/>
                                        <p:tgtEl>
                                          <p:spTgt spid="40"/>
                                        </p:tgtEl>
                                      </p:cBhvr>
                                    </p:animEffect>
                                    <p:set>
                                      <p:cBhvr>
                                        <p:cTn id="137" dur="1" fill="hold">
                                          <p:stCondLst>
                                            <p:cond delay="199"/>
                                          </p:stCondLst>
                                        </p:cTn>
                                        <p:tgtEl>
                                          <p:spTgt spid="40"/>
                                        </p:tgtEl>
                                        <p:attrNameLst>
                                          <p:attrName>style.visibility</p:attrName>
                                        </p:attrNameLst>
                                      </p:cBhvr>
                                      <p:to>
                                        <p:strVal val="hidden"/>
                                      </p:to>
                                    </p:set>
                                  </p:childTnLst>
                                </p:cTn>
                              </p:par>
                              <p:par>
                                <p:cTn id="141" presetID="10" presetClass="exit" presetSubtype="0" fill="hold" grpId="1" nodeType="withEffect">
                                  <p:stCondLst>
                                    <p:cond delay="0"/>
                                  </p:stCondLst>
                                  <p:childTnLst>
                                    <p:animEffect transition="out" filter="fade">
                                      <p:cBhvr>
                                        <p:cTn id="139" dur="250"/>
                                        <p:tgtEl>
                                          <p:spTgt spid="12"/>
                                        </p:tgtEl>
                                      </p:cBhvr>
                                    </p:animEffect>
                                    <p:set>
                                      <p:cBhvr>
                                        <p:cTn id="140" dur="1" fill="hold">
                                          <p:stCondLst>
                                            <p:cond delay="249"/>
                                          </p:stCondLst>
                                        </p:cTn>
                                        <p:tgtEl>
                                          <p:spTgt spid="12"/>
                                        </p:tgtEl>
                                        <p:attrNameLst>
                                          <p:attrName>style.visibility</p:attrName>
                                        </p:attrNameLst>
                                      </p:cBhvr>
                                      <p:to>
                                        <p:strVal val="hidden"/>
                                      </p:to>
                                    </p:set>
                                  </p:childTnLst>
                                </p:cTn>
                              </p:par>
                              <p:par>
                                <p:cTn id="144" presetID="10" presetClass="exit" presetSubtype="0" fill="hold" grpId="1" nodeType="withEffect">
                                  <p:stCondLst>
                                    <p:cond delay="0"/>
                                  </p:stCondLst>
                                  <p:childTnLst>
                                    <p:animEffect transition="out" filter="fade">
                                      <p:cBhvr>
                                        <p:cTn id="142" dur="250"/>
                                        <p:tgtEl>
                                          <p:spTgt spid="13"/>
                                        </p:tgtEl>
                                      </p:cBhvr>
                                    </p:animEffect>
                                    <p:set>
                                      <p:cBhvr>
                                        <p:cTn id="143" dur="1" fill="hold">
                                          <p:stCondLst>
                                            <p:cond delay="249"/>
                                          </p:stCondLst>
                                        </p:cTn>
                                        <p:tgtEl>
                                          <p:spTgt spid="13"/>
                                        </p:tgtEl>
                                        <p:attrNameLst>
                                          <p:attrName>style.visibility</p:attrName>
                                        </p:attrNameLst>
                                      </p:cBhvr>
                                      <p:to>
                                        <p:strVal val="hidden"/>
                                      </p:to>
                                    </p:set>
                                  </p:childTnLst>
                                </p:cTn>
                              </p:par>
                              <p:par>
                                <p:cTn id="147" presetID="10" presetClass="exit" presetSubtype="0" fill="hold" grpId="1" nodeType="withEffect">
                                  <p:stCondLst>
                                    <p:cond delay="0"/>
                                  </p:stCondLst>
                                  <p:childTnLst>
                                    <p:animEffect transition="out" filter="fade">
                                      <p:cBhvr>
                                        <p:cTn id="145" dur="250"/>
                                        <p:tgtEl>
                                          <p:spTgt spid="14"/>
                                        </p:tgtEl>
                                      </p:cBhvr>
                                    </p:animEffect>
                                    <p:set>
                                      <p:cBhvr>
                                        <p:cTn id="146" dur="1" fill="hold">
                                          <p:stCondLst>
                                            <p:cond delay="249"/>
                                          </p:stCondLst>
                                        </p:cTn>
                                        <p:tgtEl>
                                          <p:spTgt spid="14"/>
                                        </p:tgtEl>
                                        <p:attrNameLst>
                                          <p:attrName>style.visibility</p:attrName>
                                        </p:attrNameLst>
                                      </p:cBhvr>
                                      <p:to>
                                        <p:strVal val="hidden"/>
                                      </p:to>
                                    </p:set>
                                  </p:childTnLst>
                                </p:cTn>
                              </p:par>
                              <p:par>
                                <p:cTn id="150" presetID="10" presetClass="exit" presetSubtype="0" fill="hold" grpId="1" nodeType="withEffect">
                                  <p:stCondLst>
                                    <p:cond delay="0"/>
                                  </p:stCondLst>
                                  <p:childTnLst>
                                    <p:animEffect transition="out" filter="fade">
                                      <p:cBhvr>
                                        <p:cTn id="148" dur="250"/>
                                        <p:tgtEl>
                                          <p:spTgt spid="15"/>
                                        </p:tgtEl>
                                      </p:cBhvr>
                                    </p:animEffect>
                                    <p:set>
                                      <p:cBhvr>
                                        <p:cTn id="149" dur="1" fill="hold">
                                          <p:stCondLst>
                                            <p:cond delay="249"/>
                                          </p:stCondLst>
                                        </p:cTn>
                                        <p:tgtEl>
                                          <p:spTgt spid="15"/>
                                        </p:tgtEl>
                                        <p:attrNameLst>
                                          <p:attrName>style.visibility</p:attrName>
                                        </p:attrNameLst>
                                      </p:cBhvr>
                                      <p:to>
                                        <p:strVal val="hidden"/>
                                      </p:to>
                                    </p:set>
                                  </p:childTnLst>
                                </p:cTn>
                              </p:par>
                              <p:par>
                                <p:cTn id="153" presetID="10" presetClass="exit" presetSubtype="0" fill="hold" grpId="1" nodeType="withEffect">
                                  <p:stCondLst>
                                    <p:cond delay="80"/>
                                  </p:stCondLst>
                                  <p:childTnLst>
                                    <p:animEffect transition="out" filter="fade">
                                      <p:cBhvr>
                                        <p:cTn id="151" dur="200"/>
                                        <p:tgtEl>
                                          <p:spTgt spid="41"/>
                                        </p:tgtEl>
                                      </p:cBhvr>
                                    </p:animEffect>
                                    <p:set>
                                      <p:cBhvr>
                                        <p:cTn id="152" dur="1" fill="hold">
                                          <p:stCondLst>
                                            <p:cond delay="199"/>
                                          </p:stCondLst>
                                        </p:cTn>
                                        <p:tgtEl>
                                          <p:spTgt spid="41"/>
                                        </p:tgtEl>
                                        <p:attrNameLst>
                                          <p:attrName>style.visibility</p:attrName>
                                        </p:attrNameLst>
                                      </p:cBhvr>
                                      <p:to>
                                        <p:strVal val="hidden"/>
                                      </p:to>
                                    </p:set>
                                  </p:childTnLst>
                                </p:cTn>
                              </p:par>
                              <p:par>
                                <p:cTn id="156" presetID="10" presetClass="exit" presetSubtype="0" fill="hold" grpId="1" nodeType="withEffect">
                                  <p:stCondLst>
                                    <p:cond delay="80"/>
                                  </p:stCondLst>
                                  <p:childTnLst>
                                    <p:animEffect transition="out" filter="fade">
                                      <p:cBhvr>
                                        <p:cTn id="154" dur="200"/>
                                        <p:tgtEl>
                                          <p:spTgt spid="42"/>
                                        </p:tgtEl>
                                      </p:cBhvr>
                                    </p:animEffect>
                                    <p:set>
                                      <p:cBhvr>
                                        <p:cTn id="155" dur="1" fill="hold">
                                          <p:stCondLst>
                                            <p:cond delay="199"/>
                                          </p:stCondLst>
                                        </p:cTn>
                                        <p:tgtEl>
                                          <p:spTgt spid="42"/>
                                        </p:tgtEl>
                                        <p:attrNameLst>
                                          <p:attrName>style.visibility</p:attrName>
                                        </p:attrNameLst>
                                      </p:cBhvr>
                                      <p:to>
                                        <p:strVal val="hidden"/>
                                      </p:to>
                                    </p:set>
                                  </p:childTnLst>
                                </p:cTn>
                              </p:par>
                              <p:par>
                                <p:cTn id="161" presetID="42" presetClass="entr" presetSubtype="0" fill="hold" grpId="0" nodeType="withEffect">
                                  <p:stCondLst>
                                    <p:cond delay="100"/>
                                  </p:stCondLst>
                                  <p:childTnLst>
                                    <p:set>
                                      <p:cBhvr>
                                        <p:cTn id="157" dur="1" fill="hold">
                                          <p:stCondLst>
                                            <p:cond delay="0"/>
                                          </p:stCondLst>
                                        </p:cTn>
                                        <p:tgtEl>
                                          <p:spTgt spid="43"/>
                                        </p:tgtEl>
                                        <p:attrNameLst>
                                          <p:attrName>style.visibility</p:attrName>
                                        </p:attrNameLst>
                                      </p:cBhvr>
                                      <p:to>
                                        <p:strVal val="visible"/>
                                      </p:to>
                                    </p:set>
                                    <p:animEffect transition="in" filter="fade">
                                      <p:cBhvr>
                                        <p:cTn id="158" dur="400"/>
                                        <p:tgtEl>
                                          <p:spTgt spid="43"/>
                                        </p:tgtEl>
                                      </p:cBhvr>
                                    </p:animEffect>
                                    <p:anim calcmode="lin" valueType="num">
                                      <p:cBhvr additive="base">
                                        <p:cTn id="159" dur="400" fill="hold"/>
                                        <p:tgtEl>
                                          <p:spTgt spid="43"/>
                                        </p:tgtEl>
                                        <p:attrNameLst>
                                          <p:attrName>ppt_x</p:attrName>
                                        </p:attrNameLst>
                                      </p:cBhvr>
                                      <p:tavLst>
                                        <p:tav tm="0">
                                          <p:val>
                                            <p:strVal val="#ppt_x-.05"/>
                                          </p:val>
                                        </p:tav>
                                        <p:tav tm="100000">
                                          <p:val>
                                            <p:strVal val="#ppt_x"/>
                                          </p:val>
                                        </p:tav>
                                      </p:tavLst>
                                    </p:anim>
                                    <p:anim calcmode="lin" valueType="num">
                                      <p:cBhvr additive="base">
                                        <p:cTn id="160" dur="400" fill="hold"/>
                                        <p:tgtEl>
                                          <p:spTgt spid="43"/>
                                        </p:tgtEl>
                                        <p:attrNameLst>
                                          <p:attrName>ppt_y</p:attrName>
                                        </p:attrNameLst>
                                      </p:cBhvr>
                                      <p:tavLst>
                                        <p:tav tm="0">
                                          <p:val>
                                            <p:strVal val="#ppt_y"/>
                                          </p:val>
                                        </p:tav>
                                        <p:tav tm="100000">
                                          <p:val>
                                            <p:strVal val="#ppt_y"/>
                                          </p:val>
                                        </p:tav>
                                      </p:tavLst>
                                    </p:anim>
                                  </p:childTnLst>
                                </p:cTn>
                              </p:par>
                              <p:par>
                                <p:cTn id="164" presetID="10" presetClass="entr" presetSubtype="0" fill="hold" grpId="0" nodeType="withEffect">
                                  <p:stCondLst>
                                    <p:cond delay="200"/>
                                  </p:stCondLst>
                                  <p:childTnLst>
                                    <p:set>
                                      <p:cBhvr>
                                        <p:cTn id="162" dur="1" fill="hold">
                                          <p:stCondLst>
                                            <p:cond delay="0"/>
                                          </p:stCondLst>
                                        </p:cTn>
                                        <p:tgtEl>
                                          <p:spTgt spid="7"/>
                                        </p:tgtEl>
                                        <p:attrNameLst>
                                          <p:attrName>style.visibility</p:attrName>
                                        </p:attrNameLst>
                                      </p:cBhvr>
                                      <p:to>
                                        <p:strVal val="visible"/>
                                      </p:to>
                                    </p:set>
                                    <p:animEffect transition="in" filter="fade">
                                      <p:cBhvr>
                                        <p:cTn id="163" dur="600"/>
                                        <p:tgtEl>
                                          <p:spTgt spid="7"/>
                                        </p:tgtEl>
                                      </p:cBhvr>
                                    </p:animEffect>
                                  </p:childTnLst>
                                </p:cTn>
                              </p:par>
                              <p:par>
                                <p:cTn id="169" presetID="42" presetClass="entr" presetSubtype="0" fill="hold" grpId="0" nodeType="withEffect">
                                  <p:stCondLst>
                                    <p:cond delay="20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300"/>
                                        <p:tgtEl>
                                          <p:spTgt spid="44"/>
                                        </p:tgtEl>
                                      </p:cBhvr>
                                    </p:animEffect>
                                    <p:anim calcmode="lin" valueType="num">
                                      <p:cBhvr additive="base">
                                        <p:cTn id="167" dur="300" fill="hold"/>
                                        <p:tgtEl>
                                          <p:spTgt spid="44"/>
                                        </p:tgtEl>
                                        <p:attrNameLst>
                                          <p:attrName>ppt_x</p:attrName>
                                        </p:attrNameLst>
                                      </p:cBhvr>
                                      <p:tavLst>
                                        <p:tav tm="0">
                                          <p:val>
                                            <p:strVal val="#ppt_x-.05"/>
                                          </p:val>
                                        </p:tav>
                                        <p:tav tm="100000">
                                          <p:val>
                                            <p:strVal val="#ppt_x"/>
                                          </p:val>
                                        </p:tav>
                                      </p:tavLst>
                                    </p:anim>
                                    <p:anim calcmode="lin" valueType="num">
                                      <p:cBhvr additive="base">
                                        <p:cTn id="168" dur="300" fill="hold"/>
                                        <p:tgtEl>
                                          <p:spTgt spid="44"/>
                                        </p:tgtEl>
                                        <p:attrNameLst>
                                          <p:attrName>ppt_y</p:attrName>
                                        </p:attrNameLst>
                                      </p:cBhvr>
                                      <p:tavLst>
                                        <p:tav tm="0">
                                          <p:val>
                                            <p:strVal val="#ppt_y"/>
                                          </p:val>
                                        </p:tav>
                                        <p:tav tm="100000">
                                          <p:val>
                                            <p:strVal val="#ppt_y"/>
                                          </p:val>
                                        </p:tav>
                                      </p:tavLst>
                                    </p:anim>
                                  </p:childTnLst>
                                </p:cTn>
                              </p:par>
                              <p:par>
                                <p:cTn id="171" presetID="1" presetClass="entr" presetSubtype="0" fill="hold" grpId="0" nodeType="withEffect">
                                  <p:stCondLst>
                                    <p:cond delay="350"/>
                                  </p:stCondLst>
                                  <p:iterate type="lt">
                                    <p:tmAbs val="30"/>
                                  </p:iterate>
                                  <p:childTnLst>
                                    <p:set>
                                      <p:cBhvr>
                                        <p:cTn id="170" dur="1" fill="hold">
                                          <p:stCondLst>
                                            <p:cond delay="0"/>
                                          </p:stCondLst>
                                        </p:cTn>
                                        <p:tgtEl>
                                          <p:spTgt spid="45"/>
                                        </p:tgtEl>
                                        <p:attrNameLst>
                                          <p:attrName>style.visibility</p:attrName>
                                        </p:attrNameLst>
                                      </p:cBhvr>
                                      <p:to>
                                        <p:strVal val="visible"/>
                                      </p:to>
                                    </p:set>
                                  </p:childTnLst>
                                </p:cTn>
                              </p:par>
                              <p:par>
                                <p:cTn id="176" presetID="53" presetClass="entr" presetSubtype="16" fill="hold" grpId="0" nodeType="withEffect">
                                  <p:stCondLst>
                                    <p:cond delay="700"/>
                                  </p:stCondLst>
                                  <p:childTnLst>
                                    <p:set>
                                      <p:cBhvr>
                                        <p:cTn id="172" dur="1" fill="hold">
                                          <p:stCondLst>
                                            <p:cond delay="0"/>
                                          </p:stCondLst>
                                        </p:cTn>
                                        <p:tgtEl>
                                          <p:spTgt spid="16"/>
                                        </p:tgtEl>
                                        <p:attrNameLst>
                                          <p:attrName>style.visibility</p:attrName>
                                        </p:attrNameLst>
                                      </p:cBhvr>
                                      <p:to>
                                        <p:strVal val="visible"/>
                                      </p:to>
                                    </p:set>
                                    <p:anim calcmode="lin" valueType="num">
                                      <p:cBhvr additive="base">
                                        <p:cTn id="173" dur="400" fill="hold"/>
                                        <p:tgtEl>
                                          <p:spTgt spid="16"/>
                                        </p:tgtEl>
                                        <p:attrNameLst>
                                          <p:attrName>ppt_w</p:attrName>
                                        </p:attrNameLst>
                                      </p:cBhvr>
                                      <p:tavLst>
                                        <p:tav tm="0">
                                          <p:val>
                                            <p:strVal val="0"/>
                                          </p:val>
                                        </p:tav>
                                        <p:tav tm="100000">
                                          <p:val>
                                            <p:strVal val="#ppt_w"/>
                                          </p:val>
                                        </p:tav>
                                      </p:tavLst>
                                    </p:anim>
                                    <p:anim calcmode="lin" valueType="num">
                                      <p:cBhvr additive="base">
                                        <p:cTn id="174" dur="400" fill="hold"/>
                                        <p:tgtEl>
                                          <p:spTgt spid="16"/>
                                        </p:tgtEl>
                                        <p:attrNameLst>
                                          <p:attrName>ppt_h</p:attrName>
                                        </p:attrNameLst>
                                      </p:cBhvr>
                                      <p:tavLst>
                                        <p:tav tm="0">
                                          <p:val>
                                            <p:strVal val="0"/>
                                          </p:val>
                                        </p:tav>
                                        <p:tav tm="100000">
                                          <p:val>
                                            <p:strVal val="#ppt_h"/>
                                          </p:val>
                                        </p:tav>
                                      </p:tavLst>
                                    </p:anim>
                                    <p:animEffect transition="in" filter="fade">
                                      <p:cBhvr>
                                        <p:cTn id="175" dur="400"/>
                                        <p:tgtEl>
                                          <p:spTgt spid="16"/>
                                        </p:tgtEl>
                                      </p:cBhvr>
                                    </p:animEffect>
                                  </p:childTnLst>
                                </p:cTn>
                              </p:par>
                              <p:par>
                                <p:cTn id="178" presetID="0" presetClass="path" presetSubtype="0" fill="hold" grpId="1" nodeType="withEffect" autoRev="1" repeatCount="10000">
                                  <p:stCondLst>
                                    <p:cond delay="1100"/>
                                  </p:stCondLst>
                                  <p:childTnLst>
                                    <p:animMotion origin="layout" path="M 0 0 L 0.008 0 E" pathEditMode="relative" ptsTypes="AA">
                                      <p:cBhvr>
                                        <p:cTn id="177" dur="50" fill="hold"/>
                                        <p:tgtEl>
                                          <p:spTgt spid="16"/>
                                        </p:tgtEl>
                                        <p:attrNameLst>
                                          <p:attrName>ppt_x</p:attrName>
                                          <p:attrName>ppt_y</p:attrName>
                                        </p:attrNameLst>
                                      </p:cBhvr>
                                    </p:animMotion>
                                  </p:childTnLst>
                                </p:cTn>
                              </p:par>
                              <p:par>
                                <p:cTn id="181" presetID="10" presetClass="exit" presetSubtype="0" fill="hold" grpId="2" nodeType="withEffect">
                                  <p:stCondLst>
                                    <p:cond delay="3600"/>
                                  </p:stCondLst>
                                  <p:childTnLst>
                                    <p:animEffect transition="out" filter="fade">
                                      <p:cBhvr>
                                        <p:cTn id="179" dur="250"/>
                                        <p:tgtEl>
                                          <p:spTgt spid="16"/>
                                        </p:tgtEl>
                                      </p:cBhvr>
                                    </p:animEffect>
                                    <p:set>
                                      <p:cBhvr>
                                        <p:cTn id="180" dur="1" fill="hold">
                                          <p:stCondLst>
                                            <p:cond delay="249"/>
                                          </p:stCondLst>
                                        </p:cTn>
                                        <p:tgtEl>
                                          <p:spTgt spid="16"/>
                                        </p:tgtEl>
                                        <p:attrNameLst>
                                          <p:attrName>style.visibility</p:attrName>
                                        </p:attrNameLst>
                                      </p:cBhvr>
                                      <p:to>
                                        <p:strVal val="hidden"/>
                                      </p:to>
                                    </p:set>
                                  </p:childTnLst>
                                </p:cTn>
                              </p:par>
                              <p:par>
                                <p:cTn id="184" presetID="10" presetClass="entr" presetSubtype="0" fill="hold" grpId="0" nodeType="withEffect">
                                  <p:stCondLst>
                                    <p:cond delay="3700"/>
                                  </p:stCondLst>
                                  <p:childTnLst>
                                    <p:set>
                                      <p:cBhvr>
                                        <p:cTn id="182" dur="1" fill="hold">
                                          <p:stCondLst>
                                            <p:cond delay="0"/>
                                          </p:stCondLst>
                                        </p:cTn>
                                        <p:tgtEl>
                                          <p:spTgt spid="17"/>
                                        </p:tgtEl>
                                        <p:attrNameLst>
                                          <p:attrName>style.visibility</p:attrName>
                                        </p:attrNameLst>
                                      </p:cBhvr>
                                      <p:to>
                                        <p:strVal val="visible"/>
                                      </p:to>
                                    </p:set>
                                    <p:animEffect transition="in" filter="fade">
                                      <p:cBhvr>
                                        <p:cTn id="183" dur="300"/>
                                        <p:tgtEl>
                                          <p:spTgt spid="17"/>
                                        </p:tgtEl>
                                      </p:cBhvr>
                                    </p:animEffect>
                                  </p:childTnLst>
                                </p:cTn>
                              </p:par>
                              <p:par>
                                <p:cTn id="186" presetID="0" presetClass="path" presetSubtype="0" fill="hold" grpId="1" nodeType="withEffect">
                                  <p:stCondLst>
                                    <p:cond delay="4100"/>
                                  </p:stCondLst>
                                  <p:childTnLst>
                                    <p:animMotion origin="layout" path="M 0 0 L 0.36 0 E" pathEditMode="relative" ptsTypes="AA">
                                      <p:cBhvr>
                                        <p:cTn id="185" dur="1300" fill="hold"/>
                                        <p:tgtEl>
                                          <p:spTgt spid="17"/>
                                        </p:tgtEl>
                                        <p:attrNameLst>
                                          <p:attrName>ppt_x</p:attrName>
                                          <p:attrName>ppt_y</p:attrName>
                                        </p:attrNameLst>
                                      </p:cBhvr>
                                    </p:animMotion>
                                  </p:childTnLst>
                                </p:cTn>
                              </p:par>
                              <p:par>
                                <p:cTn id="189" presetID="10" presetClass="exit" presetSubtype="0" fill="hold" grpId="1" nodeType="withEffect">
                                  <p:stCondLst>
                                    <p:cond delay="4600"/>
                                  </p:stCondLst>
                                  <p:childTnLst>
                                    <p:animEffect transition="out" filter="fade">
                                      <p:cBhvr>
                                        <p:cTn id="187" dur="220"/>
                                        <p:tgtEl>
                                          <p:spTgt spid="26"/>
                                        </p:tgtEl>
                                      </p:cBhvr>
                                    </p:animEffect>
                                    <p:set>
                                      <p:cBhvr>
                                        <p:cTn id="188" dur="1" fill="hold">
                                          <p:stCondLst>
                                            <p:cond delay="219"/>
                                          </p:stCondLst>
                                        </p:cTn>
                                        <p:tgtEl>
                                          <p:spTgt spid="26"/>
                                        </p:tgtEl>
                                        <p:attrNameLst>
                                          <p:attrName>style.visibility</p:attrName>
                                        </p:attrNameLst>
                                      </p:cBhvr>
                                      <p:to>
                                        <p:strVal val="hidden"/>
                                      </p:to>
                                    </p:set>
                                  </p:childTnLst>
                                </p:cTn>
                              </p:par>
                              <p:par>
                                <p:cTn id="192" presetID="10" presetClass="entr" presetSubtype="0" fill="hold" grpId="0" nodeType="withEffect">
                                  <p:stCondLst>
                                    <p:cond delay="4600"/>
                                  </p:stCondLst>
                                  <p:childTnLst>
                                    <p:set>
                                      <p:cBhvr>
                                        <p:cTn id="190" dur="1" fill="hold">
                                          <p:stCondLst>
                                            <p:cond delay="0"/>
                                          </p:stCondLst>
                                        </p:cTn>
                                        <p:tgtEl>
                                          <p:spTgt spid="27"/>
                                        </p:tgtEl>
                                        <p:attrNameLst>
                                          <p:attrName>style.visibility</p:attrName>
                                        </p:attrNameLst>
                                      </p:cBhvr>
                                      <p:to>
                                        <p:strVal val="visible"/>
                                      </p:to>
                                    </p:set>
                                    <p:animEffect transition="in" filter="fade">
                                      <p:cBhvr>
                                        <p:cTn id="191" dur="220"/>
                                        <p:tgtEl>
                                          <p:spTgt spid="27"/>
                                        </p:tgtEl>
                                      </p:cBhvr>
                                    </p:animEffect>
                                  </p:childTnLst>
                                </p:cTn>
                              </p:par>
                              <p:par>
                                <p:cTn id="195" presetID="10" presetClass="entr" presetSubtype="0" fill="hold" grpId="0" nodeType="withEffect">
                                  <p:stCondLst>
                                    <p:cond delay="5600"/>
                                  </p:stCondLst>
                                  <p:childTnLst>
                                    <p:set>
                                      <p:cBhvr>
                                        <p:cTn id="193" dur="1" fill="hold">
                                          <p:stCondLst>
                                            <p:cond delay="0"/>
                                          </p:stCondLst>
                                        </p:cTn>
                                        <p:tgtEl>
                                          <p:spTgt spid="46"/>
                                        </p:tgtEl>
                                        <p:attrNameLst>
                                          <p:attrName>style.visibility</p:attrName>
                                        </p:attrNameLst>
                                      </p:cBhvr>
                                      <p:to>
                                        <p:strVal val="visible"/>
                                      </p:to>
                                    </p:set>
                                    <p:animEffect transition="in" filter="fade">
                                      <p:cBhvr>
                                        <p:cTn id="194" dur="80"/>
                                        <p:tgtEl>
                                          <p:spTgt spid="46"/>
                                        </p:tgtEl>
                                      </p:cBhvr>
                                    </p:animEffect>
                                  </p:childTnLst>
                                </p:cTn>
                              </p:par>
                              <p:par>
                                <p:cTn id="198" presetID="10" presetClass="exit" presetSubtype="0" fill="hold" grpId="1" nodeType="withEffect">
                                  <p:stCondLst>
                                    <p:cond delay="5680"/>
                                  </p:stCondLst>
                                  <p:childTnLst>
                                    <p:animEffect transition="out" filter="fade">
                                      <p:cBhvr>
                                        <p:cTn id="196" dur="200"/>
                                        <p:tgtEl>
                                          <p:spTgt spid="44"/>
                                        </p:tgtEl>
                                      </p:cBhvr>
                                    </p:animEffect>
                                    <p:set>
                                      <p:cBhvr>
                                        <p:cTn id="197" dur="1" fill="hold">
                                          <p:stCondLst>
                                            <p:cond delay="199"/>
                                          </p:stCondLst>
                                        </p:cTn>
                                        <p:tgtEl>
                                          <p:spTgt spid="44"/>
                                        </p:tgtEl>
                                        <p:attrNameLst>
                                          <p:attrName>style.visibility</p:attrName>
                                        </p:attrNameLst>
                                      </p:cBhvr>
                                      <p:to>
                                        <p:strVal val="hidden"/>
                                      </p:to>
                                    </p:set>
                                  </p:childTnLst>
                                </p:cTn>
                              </p:par>
                              <p:par>
                                <p:cTn id="201" presetID="10" presetClass="exit" presetSubtype="0" fill="hold" grpId="1" nodeType="withEffect">
                                  <p:stCondLst>
                                    <p:cond delay="5680"/>
                                  </p:stCondLst>
                                  <p:childTnLst>
                                    <p:animEffect transition="out" filter="fade">
                                      <p:cBhvr>
                                        <p:cTn id="199" dur="200"/>
                                        <p:tgtEl>
                                          <p:spTgt spid="45"/>
                                        </p:tgtEl>
                                      </p:cBhvr>
                                    </p:animEffect>
                                    <p:set>
                                      <p:cBhvr>
                                        <p:cTn id="200" dur="1" fill="hold">
                                          <p:stCondLst>
                                            <p:cond delay="199"/>
                                          </p:stCondLst>
                                        </p:cTn>
                                        <p:tgtEl>
                                          <p:spTgt spid="45"/>
                                        </p:tgtEl>
                                        <p:attrNameLst>
                                          <p:attrName>style.visibility</p:attrName>
                                        </p:attrNameLst>
                                      </p:cBhvr>
                                      <p:to>
                                        <p:strVal val="hidden"/>
                                      </p:to>
                                    </p:set>
                                  </p:childTnLst>
                                </p:cTn>
                              </p:par>
                              <p:par>
                                <p:cTn id="204" presetID="22" presetClass="entr" presetSubtype="1" fill="hold" grpId="0" nodeType="withEffect">
                                  <p:stCondLst>
                                    <p:cond delay="5700"/>
                                  </p:stCondLst>
                                  <p:childTnLst>
                                    <p:set>
                                      <p:cBhvr>
                                        <p:cTn id="202" dur="1" fill="hold">
                                          <p:stCondLst>
                                            <p:cond delay="0"/>
                                          </p:stCondLst>
                                        </p:cTn>
                                        <p:tgtEl>
                                          <p:spTgt spid="18"/>
                                        </p:tgtEl>
                                        <p:attrNameLst>
                                          <p:attrName>style.visibility</p:attrName>
                                        </p:attrNameLst>
                                      </p:cBhvr>
                                      <p:to>
                                        <p:strVal val="visible"/>
                                      </p:to>
                                    </p:set>
                                    <p:animEffect transition="in" filter="wipe(down)">
                                      <p:cBhvr>
                                        <p:cTn id="203" dur="700"/>
                                        <p:tgtEl>
                                          <p:spTgt spid="18"/>
                                        </p:tgtEl>
                                      </p:cBhvr>
                                    </p:animEffect>
                                  </p:childTnLst>
                                </p:cTn>
                              </p:par>
                              <p:par>
                                <p:cTn id="207" presetID="10" presetClass="exit" presetSubtype="0" fill="hold" grpId="1" nodeType="withEffect">
                                  <p:stCondLst>
                                    <p:cond delay="5720"/>
                                  </p:stCondLst>
                                  <p:childTnLst>
                                    <p:animEffect transition="out" filter="fade">
                                      <p:cBhvr>
                                        <p:cTn id="205" dur="380"/>
                                        <p:tgtEl>
                                          <p:spTgt spid="46"/>
                                        </p:tgtEl>
                                      </p:cBhvr>
                                    </p:animEffect>
                                    <p:set>
                                      <p:cBhvr>
                                        <p:cTn id="206" dur="1" fill="hold">
                                          <p:stCondLst>
                                            <p:cond delay="379"/>
                                          </p:stCondLst>
                                        </p:cTn>
                                        <p:tgtEl>
                                          <p:spTgt spid="46"/>
                                        </p:tgtEl>
                                        <p:attrNameLst>
                                          <p:attrName>style.visibility</p:attrName>
                                        </p:attrNameLst>
                                      </p:cBhvr>
                                      <p:to>
                                        <p:strVal val="hidden"/>
                                      </p:to>
                                    </p:set>
                                  </p:childTnLst>
                                </p:cTn>
                              </p:par>
                              <p:par>
                                <p:cTn id="210" presetID="10" presetClass="exit" presetSubtype="0" fill="hold" grpId="1" nodeType="withEffect">
                                  <p:stCondLst>
                                    <p:cond delay="5800"/>
                                  </p:stCondLst>
                                  <p:childTnLst>
                                    <p:animEffect transition="out" filter="fade">
                                      <p:cBhvr>
                                        <p:cTn id="208" dur="220"/>
                                        <p:tgtEl>
                                          <p:spTgt spid="23"/>
                                        </p:tgtEl>
                                      </p:cBhvr>
                                    </p:animEffect>
                                    <p:set>
                                      <p:cBhvr>
                                        <p:cTn id="209" dur="1" fill="hold">
                                          <p:stCondLst>
                                            <p:cond delay="219"/>
                                          </p:stCondLst>
                                        </p:cTn>
                                        <p:tgtEl>
                                          <p:spTgt spid="23"/>
                                        </p:tgtEl>
                                        <p:attrNameLst>
                                          <p:attrName>style.visibility</p:attrName>
                                        </p:attrNameLst>
                                      </p:cBhvr>
                                      <p:to>
                                        <p:strVal val="hidden"/>
                                      </p:to>
                                    </p:set>
                                  </p:childTnLst>
                                </p:cTn>
                              </p:par>
                              <p:par>
                                <p:cTn id="213" presetID="10" presetClass="entr" presetSubtype="0" fill="hold" grpId="0" nodeType="withEffect">
                                  <p:stCondLst>
                                    <p:cond delay="5800"/>
                                  </p:stCondLst>
                                  <p:childTnLst>
                                    <p:set>
                                      <p:cBhvr>
                                        <p:cTn id="211" dur="1" fill="hold">
                                          <p:stCondLst>
                                            <p:cond delay="0"/>
                                          </p:stCondLst>
                                        </p:cTn>
                                        <p:tgtEl>
                                          <p:spTgt spid="24"/>
                                        </p:tgtEl>
                                        <p:attrNameLst>
                                          <p:attrName>style.visibility</p:attrName>
                                        </p:attrNameLst>
                                      </p:cBhvr>
                                      <p:to>
                                        <p:strVal val="visible"/>
                                      </p:to>
                                    </p:set>
                                    <p:animEffect transition="in" filter="fade">
                                      <p:cBhvr>
                                        <p:cTn id="212" dur="220"/>
                                        <p:tgtEl>
                                          <p:spTgt spid="24"/>
                                        </p:tgtEl>
                                      </p:cBhvr>
                                    </p:animEffect>
                                  </p:childTnLst>
                                </p:cTn>
                              </p:par>
                              <p:par>
                                <p:cTn id="218" presetID="42" presetClass="entr" presetSubtype="0" fill="hold" grpId="0" nodeType="withEffect">
                                  <p:stCondLst>
                                    <p:cond delay="580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300"/>
                                        <p:tgtEl>
                                          <p:spTgt spid="47"/>
                                        </p:tgtEl>
                                      </p:cBhvr>
                                    </p:animEffect>
                                    <p:anim calcmode="lin" valueType="num">
                                      <p:cBhvr additive="base">
                                        <p:cTn id="216" dur="300" fill="hold"/>
                                        <p:tgtEl>
                                          <p:spTgt spid="47"/>
                                        </p:tgtEl>
                                        <p:attrNameLst>
                                          <p:attrName>ppt_x</p:attrName>
                                        </p:attrNameLst>
                                      </p:cBhvr>
                                      <p:tavLst>
                                        <p:tav tm="0">
                                          <p:val>
                                            <p:strVal val="#ppt_x-.05"/>
                                          </p:val>
                                        </p:tav>
                                        <p:tav tm="100000">
                                          <p:val>
                                            <p:strVal val="#ppt_x"/>
                                          </p:val>
                                        </p:tav>
                                      </p:tavLst>
                                    </p:anim>
                                    <p:anim calcmode="lin" valueType="num">
                                      <p:cBhvr additive="base">
                                        <p:cTn id="217" dur="300" fill="hold"/>
                                        <p:tgtEl>
                                          <p:spTgt spid="47"/>
                                        </p:tgtEl>
                                        <p:attrNameLst>
                                          <p:attrName>ppt_y</p:attrName>
                                        </p:attrNameLst>
                                      </p:cBhvr>
                                      <p:tavLst>
                                        <p:tav tm="0">
                                          <p:val>
                                            <p:strVal val="#ppt_y"/>
                                          </p:val>
                                        </p:tav>
                                        <p:tav tm="100000">
                                          <p:val>
                                            <p:strVal val="#ppt_y"/>
                                          </p:val>
                                        </p:tav>
                                      </p:tavLst>
                                    </p:anim>
                                  </p:childTnLst>
                                </p:cTn>
                              </p:par>
                              <p:par>
                                <p:cTn id="220" presetID="1" presetClass="entr" presetSubtype="0" fill="hold" grpId="0" nodeType="withEffect">
                                  <p:stCondLst>
                                    <p:cond delay="5950"/>
                                  </p:stCondLst>
                                  <p:iterate type="lt">
                                    <p:tmAbs val="30"/>
                                  </p:iterate>
                                  <p:childTnLst>
                                    <p:set>
                                      <p:cBhvr>
                                        <p:cTn id="219" dur="1" fill="hold">
                                          <p:stCondLst>
                                            <p:cond delay="0"/>
                                          </p:stCondLst>
                                        </p:cTn>
                                        <p:tgtEl>
                                          <p:spTgt spid="48"/>
                                        </p:tgtEl>
                                        <p:attrNameLst>
                                          <p:attrName>style.visibility</p:attrName>
                                        </p:attrNameLst>
                                      </p:cBhvr>
                                      <p:to>
                                        <p:strVal val="visible"/>
                                      </p:to>
                                    </p:set>
                                  </p:childTnLst>
                                </p:cTn>
                              </p:par>
                              <p:par>
                                <p:cTn id="225" presetID="53" presetClass="entr" presetSubtype="16" fill="hold" grpId="0" nodeType="withEffect">
                                  <p:stCondLst>
                                    <p:cond delay="6000"/>
                                  </p:stCondLst>
                                  <p:childTnLst>
                                    <p:set>
                                      <p:cBhvr>
                                        <p:cTn id="221" dur="1" fill="hold">
                                          <p:stCondLst>
                                            <p:cond delay="0"/>
                                          </p:stCondLst>
                                        </p:cTn>
                                        <p:tgtEl>
                                          <p:spTgt spid="30"/>
                                        </p:tgtEl>
                                        <p:attrNameLst>
                                          <p:attrName>style.visibility</p:attrName>
                                        </p:attrNameLst>
                                      </p:cBhvr>
                                      <p:to>
                                        <p:strVal val="visible"/>
                                      </p:to>
                                    </p:set>
                                    <p:anim calcmode="lin" valueType="num">
                                      <p:cBhvr additive="base">
                                        <p:cTn id="222" dur="300" fill="hold"/>
                                        <p:tgtEl>
                                          <p:spTgt spid="30"/>
                                        </p:tgtEl>
                                        <p:attrNameLst>
                                          <p:attrName>ppt_w</p:attrName>
                                        </p:attrNameLst>
                                      </p:cBhvr>
                                      <p:tavLst>
                                        <p:tav tm="0">
                                          <p:val>
                                            <p:strVal val="0"/>
                                          </p:val>
                                        </p:tav>
                                        <p:tav tm="100000">
                                          <p:val>
                                            <p:strVal val="#ppt_w"/>
                                          </p:val>
                                        </p:tav>
                                      </p:tavLst>
                                    </p:anim>
                                    <p:anim calcmode="lin" valueType="num">
                                      <p:cBhvr additive="base">
                                        <p:cTn id="223" dur="300" fill="hold"/>
                                        <p:tgtEl>
                                          <p:spTgt spid="30"/>
                                        </p:tgtEl>
                                        <p:attrNameLst>
                                          <p:attrName>ppt_h</p:attrName>
                                        </p:attrNameLst>
                                      </p:cBhvr>
                                      <p:tavLst>
                                        <p:tav tm="0">
                                          <p:val>
                                            <p:strVal val="0"/>
                                          </p:val>
                                        </p:tav>
                                        <p:tav tm="100000">
                                          <p:val>
                                            <p:strVal val="#ppt_h"/>
                                          </p:val>
                                        </p:tav>
                                      </p:tavLst>
                                    </p:anim>
                                    <p:animEffect transition="in" filter="fade">
                                      <p:cBhvr>
                                        <p:cTn id="224" dur="300"/>
                                        <p:tgtEl>
                                          <p:spTgt spid="30"/>
                                        </p:tgtEl>
                                      </p:cBhvr>
                                    </p:animEffect>
                                  </p:childTnLst>
                                </p:cTn>
                              </p:par>
                            </p:childTnLst>
                          </p:cTn>
                        </p:par>
                      </p:childTnLst>
                    </p:cTn>
                  </p:par>
                  <p:par>
                    <p:cTn id="318" fill="hold">
                      <p:stCondLst>
                        <p:cond delay="indefinite"/>
                      </p:stCondLst>
                      <p:childTnLst>
                        <p:par>
                          <p:cTn id="319" fill="hold">
                            <p:stCondLst>
                              <p:cond delay="0"/>
                            </p:stCondLst>
                            <p:childTnLst>
                              <p:par>
                                <p:cTn id="230" presetID="10" presetClass="exit" presetSubtype="0" fill="hold" grpId="1" nodeType="clickEffect">
                                  <p:stCondLst>
                                    <p:cond delay="0"/>
                                  </p:stCondLst>
                                  <p:childTnLst>
                                    <p:animEffect transition="out" filter="fade">
                                      <p:cBhvr>
                                        <p:cTn id="228" dur="200"/>
                                        <p:tgtEl>
                                          <p:spTgt spid="43"/>
                                        </p:tgtEl>
                                      </p:cBhvr>
                                    </p:animEffect>
                                    <p:set>
                                      <p:cBhvr>
                                        <p:cTn id="229" dur="1" fill="hold">
                                          <p:stCondLst>
                                            <p:cond delay="199"/>
                                          </p:stCondLst>
                                        </p:cTn>
                                        <p:tgtEl>
                                          <p:spTgt spid="43"/>
                                        </p:tgtEl>
                                        <p:attrNameLst>
                                          <p:attrName>style.visibility</p:attrName>
                                        </p:attrNameLst>
                                      </p:cBhvr>
                                      <p:to>
                                        <p:strVal val="hidden"/>
                                      </p:to>
                                    </p:set>
                                  </p:childTnLst>
                                </p:cTn>
                              </p:par>
                              <p:par>
                                <p:cTn id="233" presetID="10" presetClass="exit" presetSubtype="0" fill="hold" grpId="2" nodeType="withEffect">
                                  <p:stCondLst>
                                    <p:cond delay="0"/>
                                  </p:stCondLst>
                                  <p:childTnLst>
                                    <p:animEffect transition="out" filter="fade">
                                      <p:cBhvr>
                                        <p:cTn id="231" dur="250"/>
                                        <p:tgtEl>
                                          <p:spTgt spid="17"/>
                                        </p:tgtEl>
                                      </p:cBhvr>
                                    </p:animEffect>
                                    <p:set>
                                      <p:cBhvr>
                                        <p:cTn id="232" dur="1" fill="hold">
                                          <p:stCondLst>
                                            <p:cond delay="249"/>
                                          </p:stCondLst>
                                        </p:cTn>
                                        <p:tgtEl>
                                          <p:spTgt spid="17"/>
                                        </p:tgtEl>
                                        <p:attrNameLst>
                                          <p:attrName>style.visibility</p:attrName>
                                        </p:attrNameLst>
                                      </p:cBhvr>
                                      <p:to>
                                        <p:strVal val="hidden"/>
                                      </p:to>
                                    </p:set>
                                  </p:childTnLst>
                                </p:cTn>
                              </p:par>
                              <p:par>
                                <p:cTn id="236" presetID="10" presetClass="exit" presetSubtype="0" fill="hold" grpId="1" nodeType="withEffect">
                                  <p:stCondLst>
                                    <p:cond delay="0"/>
                                  </p:stCondLst>
                                  <p:childTnLst>
                                    <p:animEffect transition="out" filter="fade">
                                      <p:cBhvr>
                                        <p:cTn id="234" dur="250"/>
                                        <p:tgtEl>
                                          <p:spTgt spid="18"/>
                                        </p:tgtEl>
                                      </p:cBhvr>
                                    </p:animEffect>
                                    <p:set>
                                      <p:cBhvr>
                                        <p:cTn id="235" dur="1" fill="hold">
                                          <p:stCondLst>
                                            <p:cond delay="249"/>
                                          </p:stCondLst>
                                        </p:cTn>
                                        <p:tgtEl>
                                          <p:spTgt spid="18"/>
                                        </p:tgtEl>
                                        <p:attrNameLst>
                                          <p:attrName>style.visibility</p:attrName>
                                        </p:attrNameLst>
                                      </p:cBhvr>
                                      <p:to>
                                        <p:strVal val="hidden"/>
                                      </p:to>
                                    </p:set>
                                  </p:childTnLst>
                                </p:cTn>
                              </p:par>
                              <p:par>
                                <p:cTn id="239" presetID="10" presetClass="exit" presetSubtype="0" fill="hold" grpId="1" nodeType="withEffect">
                                  <p:stCondLst>
                                    <p:cond delay="0"/>
                                  </p:stCondLst>
                                  <p:childTnLst>
                                    <p:animEffect transition="out" filter="fade">
                                      <p:cBhvr>
                                        <p:cTn id="237" dur="250"/>
                                        <p:tgtEl>
                                          <p:spTgt spid="30"/>
                                        </p:tgtEl>
                                      </p:cBhvr>
                                    </p:animEffect>
                                    <p:set>
                                      <p:cBhvr>
                                        <p:cTn id="238" dur="1" fill="hold">
                                          <p:stCondLst>
                                            <p:cond delay="249"/>
                                          </p:stCondLst>
                                        </p:cTn>
                                        <p:tgtEl>
                                          <p:spTgt spid="30"/>
                                        </p:tgtEl>
                                        <p:attrNameLst>
                                          <p:attrName>style.visibility</p:attrName>
                                        </p:attrNameLst>
                                      </p:cBhvr>
                                      <p:to>
                                        <p:strVal val="hidden"/>
                                      </p:to>
                                    </p:set>
                                  </p:childTnLst>
                                </p:cTn>
                              </p:par>
                              <p:par>
                                <p:cTn id="244" presetID="42" presetClass="entr" presetSubtype="0" fill="hold" grpId="0" nodeType="withEffect">
                                  <p:stCondLst>
                                    <p:cond delay="100"/>
                                  </p:stCondLst>
                                  <p:childTnLst>
                                    <p:set>
                                      <p:cBhvr>
                                        <p:cTn id="240" dur="1" fill="hold">
                                          <p:stCondLst>
                                            <p:cond delay="0"/>
                                          </p:stCondLst>
                                        </p:cTn>
                                        <p:tgtEl>
                                          <p:spTgt spid="49"/>
                                        </p:tgtEl>
                                        <p:attrNameLst>
                                          <p:attrName>style.visibility</p:attrName>
                                        </p:attrNameLst>
                                      </p:cBhvr>
                                      <p:to>
                                        <p:strVal val="visible"/>
                                      </p:to>
                                    </p:set>
                                    <p:animEffect transition="in" filter="fade">
                                      <p:cBhvr>
                                        <p:cTn id="241" dur="400"/>
                                        <p:tgtEl>
                                          <p:spTgt spid="49"/>
                                        </p:tgtEl>
                                      </p:cBhvr>
                                    </p:animEffect>
                                    <p:anim calcmode="lin" valueType="num">
                                      <p:cBhvr additive="base">
                                        <p:cTn id="242" dur="400" fill="hold"/>
                                        <p:tgtEl>
                                          <p:spTgt spid="49"/>
                                        </p:tgtEl>
                                        <p:attrNameLst>
                                          <p:attrName>ppt_x</p:attrName>
                                        </p:attrNameLst>
                                      </p:cBhvr>
                                      <p:tavLst>
                                        <p:tav tm="0">
                                          <p:val>
                                            <p:strVal val="#ppt_x-.05"/>
                                          </p:val>
                                        </p:tav>
                                        <p:tav tm="100000">
                                          <p:val>
                                            <p:strVal val="#ppt_x"/>
                                          </p:val>
                                        </p:tav>
                                      </p:tavLst>
                                    </p:anim>
                                    <p:anim calcmode="lin" valueType="num">
                                      <p:cBhvr additive="base">
                                        <p:cTn id="243" dur="400" fill="hold"/>
                                        <p:tgtEl>
                                          <p:spTgt spid="49"/>
                                        </p:tgtEl>
                                        <p:attrNameLst>
                                          <p:attrName>ppt_y</p:attrName>
                                        </p:attrNameLst>
                                      </p:cBhvr>
                                      <p:tavLst>
                                        <p:tav tm="0">
                                          <p:val>
                                            <p:strVal val="#ppt_y"/>
                                          </p:val>
                                        </p:tav>
                                        <p:tav tm="100000">
                                          <p:val>
                                            <p:strVal val="#ppt_y"/>
                                          </p:val>
                                        </p:tav>
                                      </p:tavLst>
                                    </p:anim>
                                  </p:childTnLst>
                                </p:cTn>
                              </p:par>
                              <p:par>
                                <p:cTn id="247" presetID="10" presetClass="exit" presetSubtype="0" fill="hold" grpId="1" nodeType="withEffect">
                                  <p:stCondLst>
                                    <p:cond delay="180"/>
                                  </p:stCondLst>
                                  <p:childTnLst>
                                    <p:animEffect transition="out" filter="fade">
                                      <p:cBhvr>
                                        <p:cTn id="245" dur="200"/>
                                        <p:tgtEl>
                                          <p:spTgt spid="47"/>
                                        </p:tgtEl>
                                      </p:cBhvr>
                                    </p:animEffect>
                                    <p:set>
                                      <p:cBhvr>
                                        <p:cTn id="246" dur="1" fill="hold">
                                          <p:stCondLst>
                                            <p:cond delay="199"/>
                                          </p:stCondLst>
                                        </p:cTn>
                                        <p:tgtEl>
                                          <p:spTgt spid="47"/>
                                        </p:tgtEl>
                                        <p:attrNameLst>
                                          <p:attrName>style.visibility</p:attrName>
                                        </p:attrNameLst>
                                      </p:cBhvr>
                                      <p:to>
                                        <p:strVal val="hidden"/>
                                      </p:to>
                                    </p:set>
                                  </p:childTnLst>
                                </p:cTn>
                              </p:par>
                              <p:par>
                                <p:cTn id="250" presetID="10" presetClass="exit" presetSubtype="0" fill="hold" grpId="1" nodeType="withEffect">
                                  <p:stCondLst>
                                    <p:cond delay="180"/>
                                  </p:stCondLst>
                                  <p:childTnLst>
                                    <p:animEffect transition="out" filter="fade">
                                      <p:cBhvr>
                                        <p:cTn id="248" dur="200"/>
                                        <p:tgtEl>
                                          <p:spTgt spid="48"/>
                                        </p:tgtEl>
                                      </p:cBhvr>
                                    </p:animEffect>
                                    <p:set>
                                      <p:cBhvr>
                                        <p:cTn id="249" dur="1" fill="hold">
                                          <p:stCondLst>
                                            <p:cond delay="199"/>
                                          </p:stCondLst>
                                        </p:cTn>
                                        <p:tgtEl>
                                          <p:spTgt spid="48"/>
                                        </p:tgtEl>
                                        <p:attrNameLst>
                                          <p:attrName>style.visibility</p:attrName>
                                        </p:attrNameLst>
                                      </p:cBhvr>
                                      <p:to>
                                        <p:strVal val="hidden"/>
                                      </p:to>
                                    </p:set>
                                  </p:childTnLst>
                                </p:cTn>
                              </p:par>
                              <p:par>
                                <p:cTn id="253" presetID="10" presetClass="entr" presetSubtype="0" fill="hold" grpId="0" nodeType="withEffect">
                                  <p:stCondLst>
                                    <p:cond delay="200"/>
                                  </p:stCondLst>
                                  <p:childTnLst>
                                    <p:set>
                                      <p:cBhvr>
                                        <p:cTn id="251" dur="1" fill="hold">
                                          <p:stCondLst>
                                            <p:cond delay="0"/>
                                          </p:stCondLst>
                                        </p:cTn>
                                        <p:tgtEl>
                                          <p:spTgt spid="8"/>
                                        </p:tgtEl>
                                        <p:attrNameLst>
                                          <p:attrName>style.visibility</p:attrName>
                                        </p:attrNameLst>
                                      </p:cBhvr>
                                      <p:to>
                                        <p:strVal val="visible"/>
                                      </p:to>
                                    </p:set>
                                    <p:animEffect transition="in" filter="fade">
                                      <p:cBhvr>
                                        <p:cTn id="252" dur="500"/>
                                        <p:tgtEl>
                                          <p:spTgt spid="8"/>
                                        </p:tgtEl>
                                      </p:cBhvr>
                                    </p:animEffect>
                                  </p:childTnLst>
                                </p:cTn>
                              </p:par>
                              <p:par>
                                <p:cTn id="258" presetID="42" presetClass="entr" presetSubtype="0" fill="hold" grpId="0" nodeType="withEffect">
                                  <p:stCondLst>
                                    <p:cond delay="300"/>
                                  </p:stCondLst>
                                  <p:childTnLst>
                                    <p:set>
                                      <p:cBhvr>
                                        <p:cTn id="254" dur="1" fill="hold">
                                          <p:stCondLst>
                                            <p:cond delay="0"/>
                                          </p:stCondLst>
                                        </p:cTn>
                                        <p:tgtEl>
                                          <p:spTgt spid="51"/>
                                        </p:tgtEl>
                                        <p:attrNameLst>
                                          <p:attrName>style.visibility</p:attrName>
                                        </p:attrNameLst>
                                      </p:cBhvr>
                                      <p:to>
                                        <p:strVal val="visible"/>
                                      </p:to>
                                    </p:set>
                                    <p:animEffect transition="in" filter="fade">
                                      <p:cBhvr>
                                        <p:cTn id="255" dur="300"/>
                                        <p:tgtEl>
                                          <p:spTgt spid="51"/>
                                        </p:tgtEl>
                                      </p:cBhvr>
                                    </p:animEffect>
                                    <p:anim calcmode="lin" valueType="num">
                                      <p:cBhvr additive="base">
                                        <p:cTn id="256" dur="300" fill="hold"/>
                                        <p:tgtEl>
                                          <p:spTgt spid="51"/>
                                        </p:tgtEl>
                                        <p:attrNameLst>
                                          <p:attrName>ppt_x</p:attrName>
                                        </p:attrNameLst>
                                      </p:cBhvr>
                                      <p:tavLst>
                                        <p:tav tm="0">
                                          <p:val>
                                            <p:strVal val="#ppt_x-.05"/>
                                          </p:val>
                                        </p:tav>
                                        <p:tav tm="100000">
                                          <p:val>
                                            <p:strVal val="#ppt_x"/>
                                          </p:val>
                                        </p:tav>
                                      </p:tavLst>
                                    </p:anim>
                                    <p:anim calcmode="lin" valueType="num">
                                      <p:cBhvr additive="base">
                                        <p:cTn id="257" dur="300" fill="hold"/>
                                        <p:tgtEl>
                                          <p:spTgt spid="51"/>
                                        </p:tgtEl>
                                        <p:attrNameLst>
                                          <p:attrName>ppt_y</p:attrName>
                                        </p:attrNameLst>
                                      </p:cBhvr>
                                      <p:tavLst>
                                        <p:tav tm="0">
                                          <p:val>
                                            <p:strVal val="#ppt_y"/>
                                          </p:val>
                                        </p:tav>
                                        <p:tav tm="100000">
                                          <p:val>
                                            <p:strVal val="#ppt_y"/>
                                          </p:val>
                                        </p:tav>
                                      </p:tavLst>
                                    </p:anim>
                                  </p:childTnLst>
                                </p:cTn>
                              </p:par>
                              <p:par>
                                <p:cTn id="263" presetID="53" presetClass="entr" presetSubtype="16" fill="hold" grpId="0" nodeType="withEffect">
                                  <p:stCondLst>
                                    <p:cond delay="450"/>
                                  </p:stCondLst>
                                  <p:childTnLst>
                                    <p:set>
                                      <p:cBhvr>
                                        <p:cTn id="259" dur="1" fill="hold">
                                          <p:stCondLst>
                                            <p:cond delay="0"/>
                                          </p:stCondLst>
                                        </p:cTn>
                                        <p:tgtEl>
                                          <p:spTgt spid="9"/>
                                        </p:tgtEl>
                                        <p:attrNameLst>
                                          <p:attrName>style.visibility</p:attrName>
                                        </p:attrNameLst>
                                      </p:cBhvr>
                                      <p:to>
                                        <p:strVal val="visible"/>
                                      </p:to>
                                    </p:set>
                                    <p:anim calcmode="lin" valueType="num">
                                      <p:cBhvr additive="base">
                                        <p:cTn id="260" dur="300" fill="hold"/>
                                        <p:tgtEl>
                                          <p:spTgt spid="9"/>
                                        </p:tgtEl>
                                        <p:attrNameLst>
                                          <p:attrName>ppt_w</p:attrName>
                                        </p:attrNameLst>
                                      </p:cBhvr>
                                      <p:tavLst>
                                        <p:tav tm="0">
                                          <p:val>
                                            <p:strVal val="0"/>
                                          </p:val>
                                        </p:tav>
                                        <p:tav tm="100000">
                                          <p:val>
                                            <p:strVal val="#ppt_w"/>
                                          </p:val>
                                        </p:tav>
                                      </p:tavLst>
                                    </p:anim>
                                    <p:anim calcmode="lin" valueType="num">
                                      <p:cBhvr additive="base">
                                        <p:cTn id="261" dur="300" fill="hold"/>
                                        <p:tgtEl>
                                          <p:spTgt spid="9"/>
                                        </p:tgtEl>
                                        <p:attrNameLst>
                                          <p:attrName>ppt_h</p:attrName>
                                        </p:attrNameLst>
                                      </p:cBhvr>
                                      <p:tavLst>
                                        <p:tav tm="0">
                                          <p:val>
                                            <p:strVal val="0"/>
                                          </p:val>
                                        </p:tav>
                                        <p:tav tm="100000">
                                          <p:val>
                                            <p:strVal val="#ppt_h"/>
                                          </p:val>
                                        </p:tav>
                                      </p:tavLst>
                                    </p:anim>
                                    <p:animEffect transition="in" filter="fade">
                                      <p:cBhvr>
                                        <p:cTn id="262" dur="300"/>
                                        <p:tgtEl>
                                          <p:spTgt spid="9"/>
                                        </p:tgtEl>
                                      </p:cBhvr>
                                    </p:animEffect>
                                  </p:childTnLst>
                                </p:cTn>
                              </p:par>
                              <p:par>
                                <p:cTn id="266" presetID="10" presetClass="entr" presetSubtype="0" fill="hold" grpId="0" nodeType="withEffect">
                                  <p:stCondLst>
                                    <p:cond delay="450"/>
                                  </p:stCondLst>
                                  <p:childTnLst>
                                    <p:set>
                                      <p:cBhvr>
                                        <p:cTn id="264" dur="1" fill="hold">
                                          <p:stCondLst>
                                            <p:cond delay="0"/>
                                          </p:stCondLst>
                                        </p:cTn>
                                        <p:tgtEl>
                                          <p:spTgt spid="50"/>
                                        </p:tgtEl>
                                        <p:attrNameLst>
                                          <p:attrName>style.visibility</p:attrName>
                                        </p:attrNameLst>
                                      </p:cBhvr>
                                      <p:to>
                                        <p:strVal val="visible"/>
                                      </p:to>
                                    </p:set>
                                    <p:animEffect transition="in" filter="fade">
                                      <p:cBhvr>
                                        <p:cTn id="265" dur="80"/>
                                        <p:tgtEl>
                                          <p:spTgt spid="50"/>
                                        </p:tgtEl>
                                      </p:cBhvr>
                                    </p:animEffect>
                                  </p:childTnLst>
                                </p:cTn>
                              </p:par>
                              <p:par>
                                <p:cTn id="268" presetID="1" presetClass="entr" presetSubtype="0" fill="hold" grpId="0" nodeType="withEffect">
                                  <p:stCondLst>
                                    <p:cond delay="450"/>
                                  </p:stCondLst>
                                  <p:iterate type="lt">
                                    <p:tmAbs val="30"/>
                                  </p:iterate>
                                  <p:childTnLst>
                                    <p:set>
                                      <p:cBhvr>
                                        <p:cTn id="267" dur="1" fill="hold">
                                          <p:stCondLst>
                                            <p:cond delay="0"/>
                                          </p:stCondLst>
                                        </p:cTn>
                                        <p:tgtEl>
                                          <p:spTgt spid="52"/>
                                        </p:tgtEl>
                                        <p:attrNameLst>
                                          <p:attrName>style.visibility</p:attrName>
                                        </p:attrNameLst>
                                      </p:cBhvr>
                                      <p:to>
                                        <p:strVal val="visible"/>
                                      </p:to>
                                    </p:set>
                                  </p:childTnLst>
                                </p:cTn>
                              </p:par>
                              <p:par>
                                <p:cTn id="272" presetID="2" presetClass="entr" presetSubtype="1" fill="hold" grpId="0" nodeType="withEffect">
                                  <p:stCondLst>
                                    <p:cond delay="500"/>
                                  </p:stCondLst>
                                  <p:childTnLst>
                                    <p:set>
                                      <p:cBhvr>
                                        <p:cTn id="269" dur="1" fill="hold">
                                          <p:stCondLst>
                                            <p:cond delay="0"/>
                                          </p:stCondLst>
                                        </p:cTn>
                                        <p:tgtEl>
                                          <p:spTgt spid="19"/>
                                        </p:tgtEl>
                                        <p:attrNameLst>
                                          <p:attrName>style.visibility</p:attrName>
                                        </p:attrNameLst>
                                      </p:cBhvr>
                                      <p:to>
                                        <p:strVal val="visible"/>
                                      </p:to>
                                    </p:set>
                                    <p:anim calcmode="lin" valueType="num">
                                      <p:cBhvr additive="base">
                                        <p:cTn id="270" dur="450" fill="hold"/>
                                        <p:tgtEl>
                                          <p:spTgt spid="19"/>
                                        </p:tgtEl>
                                        <p:attrNameLst>
                                          <p:attrName>ppt_x</p:attrName>
                                        </p:attrNameLst>
                                      </p:cBhvr>
                                      <p:tavLst>
                                        <p:tav tm="0">
                                          <p:val>
                                            <p:strVal val="#ppt_x"/>
                                          </p:val>
                                        </p:tav>
                                        <p:tav tm="100000">
                                          <p:val>
                                            <p:strVal val="#ppt_x"/>
                                          </p:val>
                                        </p:tav>
                                      </p:tavLst>
                                    </p:anim>
                                    <p:anim calcmode="lin" valueType="num">
                                      <p:cBhvr additive="base">
                                        <p:cTn id="271" dur="450" fill="hold"/>
                                        <p:tgtEl>
                                          <p:spTgt spid="19"/>
                                        </p:tgtEl>
                                        <p:attrNameLst>
                                          <p:attrName>ppt_y</p:attrName>
                                        </p:attrNameLst>
                                      </p:cBhvr>
                                      <p:tavLst>
                                        <p:tav tm="0">
                                          <p:val>
                                            <p:strVal val="0-#ppt_h/2"/>
                                          </p:val>
                                        </p:tav>
                                        <p:tav tm="100000">
                                          <p:val>
                                            <p:strVal val="#ppt_y"/>
                                          </p:val>
                                        </p:tav>
                                      </p:tavLst>
                                    </p:anim>
                                  </p:childTnLst>
                                </p:cTn>
                              </p:par>
                              <p:par>
                                <p:cTn id="275" presetID="10" presetClass="exit" presetSubtype="0" fill="hold" grpId="1" nodeType="withEffect">
                                  <p:stCondLst>
                                    <p:cond delay="570"/>
                                  </p:stCondLst>
                                  <p:childTnLst>
                                    <p:animEffect transition="out" filter="fade">
                                      <p:cBhvr>
                                        <p:cTn id="273" dur="380"/>
                                        <p:tgtEl>
                                          <p:spTgt spid="50"/>
                                        </p:tgtEl>
                                      </p:cBhvr>
                                    </p:animEffect>
                                    <p:set>
                                      <p:cBhvr>
                                        <p:cTn id="274" dur="1" fill="hold">
                                          <p:stCondLst>
                                            <p:cond delay="379"/>
                                          </p:stCondLst>
                                        </p:cTn>
                                        <p:tgtEl>
                                          <p:spTgt spid="50"/>
                                        </p:tgtEl>
                                        <p:attrNameLst>
                                          <p:attrName>style.visibility</p:attrName>
                                        </p:attrNameLst>
                                      </p:cBhvr>
                                      <p:to>
                                        <p:strVal val="hidden"/>
                                      </p:to>
                                    </p:set>
                                  </p:childTnLst>
                                </p:cTn>
                              </p:par>
                              <p:par>
                                <p:cTn id="277" presetID="32" presetClass="emph" presetSubtype="0" fill="hold" grpId="1" nodeType="withEffect" autoRev="1" repeatCount="4000">
                                  <p:stCondLst>
                                    <p:cond delay="950"/>
                                  </p:stCondLst>
                                  <p:childTnLst>
                                    <p:animRot by="-1500000">
                                      <p:cBhvr>
                                        <p:cTn id="276" dur="140" fill="hold"/>
                                        <p:tgtEl>
                                          <p:spTgt spid="19"/>
                                        </p:tgtEl>
                                        <p:attrNameLst>
                                          <p:attrName>r</p:attrName>
                                        </p:attrNameLst>
                                      </p:cBhvr>
                                    </p:animRot>
                                  </p:childTnLst>
                                </p:cTn>
                              </p:par>
                              <p:par>
                                <p:cTn id="280" presetID="10" presetClass="exit" presetSubtype="0" fill="hold" grpId="1" nodeType="withEffect">
                                  <p:stCondLst>
                                    <p:cond delay="1300"/>
                                  </p:stCondLst>
                                  <p:childTnLst>
                                    <p:animEffect transition="out" filter="fade">
                                      <p:cBhvr>
                                        <p:cTn id="278" dur="220"/>
                                        <p:tgtEl>
                                          <p:spTgt spid="27"/>
                                        </p:tgtEl>
                                      </p:cBhvr>
                                    </p:animEffect>
                                    <p:set>
                                      <p:cBhvr>
                                        <p:cTn id="279" dur="1" fill="hold">
                                          <p:stCondLst>
                                            <p:cond delay="219"/>
                                          </p:stCondLst>
                                        </p:cTn>
                                        <p:tgtEl>
                                          <p:spTgt spid="27"/>
                                        </p:tgtEl>
                                        <p:attrNameLst>
                                          <p:attrName>style.visibility</p:attrName>
                                        </p:attrNameLst>
                                      </p:cBhvr>
                                      <p:to>
                                        <p:strVal val="hidden"/>
                                      </p:to>
                                    </p:set>
                                  </p:childTnLst>
                                </p:cTn>
                              </p:par>
                              <p:par>
                                <p:cTn id="283" presetID="10" presetClass="entr" presetSubtype="0" fill="hold" grpId="0" nodeType="withEffect">
                                  <p:stCondLst>
                                    <p:cond delay="1300"/>
                                  </p:stCondLst>
                                  <p:childTnLst>
                                    <p:set>
                                      <p:cBhvr>
                                        <p:cTn id="281" dur="1" fill="hold">
                                          <p:stCondLst>
                                            <p:cond delay="0"/>
                                          </p:stCondLst>
                                        </p:cTn>
                                        <p:tgtEl>
                                          <p:spTgt spid="28"/>
                                        </p:tgtEl>
                                        <p:attrNameLst>
                                          <p:attrName>style.visibility</p:attrName>
                                        </p:attrNameLst>
                                      </p:cBhvr>
                                      <p:to>
                                        <p:strVal val="visible"/>
                                      </p:to>
                                    </p:set>
                                    <p:animEffect transition="in" filter="fade">
                                      <p:cBhvr>
                                        <p:cTn id="282" dur="220"/>
                                        <p:tgtEl>
                                          <p:spTgt spid="28"/>
                                        </p:tgtEl>
                                      </p:cBhvr>
                                    </p:animEffect>
                                  </p:childTnLst>
                                </p:cTn>
                              </p:par>
                              <p:par>
                                <p:cTn id="287" presetID="2" presetClass="entr" presetSubtype="1" fill="hold" grpId="0" nodeType="withEffect">
                                  <p:stCondLst>
                                    <p:cond delay="1400"/>
                                  </p:stCondLst>
                                  <p:childTnLst>
                                    <p:set>
                                      <p:cBhvr>
                                        <p:cTn id="284" dur="1" fill="hold">
                                          <p:stCondLst>
                                            <p:cond delay="0"/>
                                          </p:stCondLst>
                                        </p:cTn>
                                        <p:tgtEl>
                                          <p:spTgt spid="31"/>
                                        </p:tgtEl>
                                        <p:attrNameLst>
                                          <p:attrName>style.visibility</p:attrName>
                                        </p:attrNameLst>
                                      </p:cBhvr>
                                      <p:to>
                                        <p:strVal val="visible"/>
                                      </p:to>
                                    </p:set>
                                    <p:anim calcmode="lin" valueType="num">
                                      <p:cBhvr additive="base">
                                        <p:cTn id="285" dur="450" fill="hold"/>
                                        <p:tgtEl>
                                          <p:spTgt spid="31"/>
                                        </p:tgtEl>
                                        <p:attrNameLst>
                                          <p:attrName>ppt_x</p:attrName>
                                        </p:attrNameLst>
                                      </p:cBhvr>
                                      <p:tavLst>
                                        <p:tav tm="0">
                                          <p:val>
                                            <p:strVal val="#ppt_x"/>
                                          </p:val>
                                        </p:tav>
                                        <p:tav tm="100000">
                                          <p:val>
                                            <p:strVal val="#ppt_x"/>
                                          </p:val>
                                        </p:tav>
                                      </p:tavLst>
                                    </p:anim>
                                    <p:anim calcmode="lin" valueType="num">
                                      <p:cBhvr additive="base">
                                        <p:cTn id="286" dur="450" fill="hold"/>
                                        <p:tgtEl>
                                          <p:spTgt spid="31"/>
                                        </p:tgtEl>
                                        <p:attrNameLst>
                                          <p:attrName>ppt_y</p:attrName>
                                        </p:attrNameLst>
                                      </p:cBhvr>
                                      <p:tavLst>
                                        <p:tav tm="0">
                                          <p:val>
                                            <p:strVal val="0-#ppt_h/2"/>
                                          </p:val>
                                        </p:tav>
                                        <p:tav tm="100000">
                                          <p:val>
                                            <p:strVal val="#ppt_y"/>
                                          </p:val>
                                        </p:tav>
                                      </p:tavLst>
                                    </p:anim>
                                  </p:childTnLst>
                                </p:cTn>
                              </p:par>
                              <p:par>
                                <p:cTn id="290" presetID="10" presetClass="exit" presetSubtype="0" fill="hold" grpId="1" nodeType="withEffect">
                                  <p:stCondLst>
                                    <p:cond delay="1800"/>
                                  </p:stCondLst>
                                  <p:childTnLst>
                                    <p:animEffect transition="out" filter="fade">
                                      <p:cBhvr>
                                        <p:cTn id="288" dur="400"/>
                                        <p:tgtEl>
                                          <p:spTgt spid="9"/>
                                        </p:tgtEl>
                                      </p:cBhvr>
                                    </p:animEffect>
                                    <p:set>
                                      <p:cBhvr>
                                        <p:cTn id="289" dur="1" fill="hold">
                                          <p:stCondLst>
                                            <p:cond delay="399"/>
                                          </p:stCondLst>
                                        </p:cTn>
                                        <p:tgtEl>
                                          <p:spTgt spid="9"/>
                                        </p:tgtEl>
                                        <p:attrNameLst>
                                          <p:attrName>style.visibility</p:attrName>
                                        </p:attrNameLst>
                                      </p:cBhvr>
                                      <p:to>
                                        <p:strVal val="hidden"/>
                                      </p:to>
                                    </p:set>
                                  </p:childTnLst>
                                </p:cTn>
                              </p:par>
                              <p:par>
                                <p:cTn id="295" presetID="53" presetClass="entr" presetSubtype="32" fill="hold" grpId="0" nodeType="withEffect">
                                  <p:stCondLst>
                                    <p:cond delay="1900"/>
                                  </p:stCondLst>
                                  <p:childTnLst>
                                    <p:set>
                                      <p:cBhvr>
                                        <p:cTn id="291" dur="1" fill="hold">
                                          <p:stCondLst>
                                            <p:cond delay="0"/>
                                          </p:stCondLst>
                                        </p:cTn>
                                        <p:tgtEl>
                                          <p:spTgt spid="32"/>
                                        </p:tgtEl>
                                        <p:attrNameLst>
                                          <p:attrName>style.visibility</p:attrName>
                                        </p:attrNameLst>
                                      </p:cBhvr>
                                      <p:to>
                                        <p:strVal val="visible"/>
                                      </p:to>
                                    </p:set>
                                    <p:anim calcmode="lin" valueType="num">
                                      <p:cBhvr additive="base">
                                        <p:cTn id="292" dur="400" fill="hold"/>
                                        <p:tgtEl>
                                          <p:spTgt spid="32"/>
                                        </p:tgtEl>
                                        <p:attrNameLst>
                                          <p:attrName>ppt_w</p:attrName>
                                        </p:attrNameLst>
                                      </p:cBhvr>
                                      <p:tavLst>
                                        <p:tav tm="0">
                                          <p:val>
                                            <p:strVal val="#ppt_w*2.4"/>
                                          </p:val>
                                        </p:tav>
                                        <p:tav tm="100000">
                                          <p:val>
                                            <p:strVal val="#ppt_w"/>
                                          </p:val>
                                        </p:tav>
                                      </p:tavLst>
                                    </p:anim>
                                    <p:anim calcmode="lin" valueType="num">
                                      <p:cBhvr additive="base">
                                        <p:cTn id="293" dur="400" fill="hold"/>
                                        <p:tgtEl>
                                          <p:spTgt spid="32"/>
                                        </p:tgtEl>
                                        <p:attrNameLst>
                                          <p:attrName>ppt_h</p:attrName>
                                        </p:attrNameLst>
                                      </p:cBhvr>
                                      <p:tavLst>
                                        <p:tav tm="0">
                                          <p:val>
                                            <p:strVal val="#ppt_h*2.4"/>
                                          </p:val>
                                        </p:tav>
                                        <p:tav tm="100000">
                                          <p:val>
                                            <p:strVal val="#ppt_h"/>
                                          </p:val>
                                        </p:tav>
                                      </p:tavLst>
                                    </p:anim>
                                    <p:animEffect transition="in" filter="fade">
                                      <p:cBhvr>
                                        <p:cTn id="294" dur="400"/>
                                        <p:tgtEl>
                                          <p:spTgt spid="32"/>
                                        </p:tgtEl>
                                      </p:cBhvr>
                                    </p:animEffect>
                                  </p:childTnLst>
                                </p:cTn>
                              </p:par>
                              <p:par>
                                <p:cTn id="298" presetID="10" presetClass="exit" presetSubtype="0" fill="hold" grpId="1" nodeType="withEffect">
                                  <p:stCondLst>
                                    <p:cond delay="2300"/>
                                  </p:stCondLst>
                                  <p:childTnLst>
                                    <p:animEffect transition="out" filter="fade">
                                      <p:cBhvr>
                                        <p:cTn id="296" dur="220"/>
                                        <p:tgtEl>
                                          <p:spTgt spid="24"/>
                                        </p:tgtEl>
                                      </p:cBhvr>
                                    </p:animEffect>
                                    <p:set>
                                      <p:cBhvr>
                                        <p:cTn id="297" dur="1" fill="hold">
                                          <p:stCondLst>
                                            <p:cond delay="219"/>
                                          </p:stCondLst>
                                        </p:cTn>
                                        <p:tgtEl>
                                          <p:spTgt spid="24"/>
                                        </p:tgtEl>
                                        <p:attrNameLst>
                                          <p:attrName>style.visibility</p:attrName>
                                        </p:attrNameLst>
                                      </p:cBhvr>
                                      <p:to>
                                        <p:strVal val="hidden"/>
                                      </p:to>
                                    </p:set>
                                  </p:childTnLst>
                                </p:cTn>
                              </p:par>
                              <p:par>
                                <p:cTn id="301" presetID="10" presetClass="entr" presetSubtype="0" fill="hold" grpId="0" nodeType="withEffect">
                                  <p:stCondLst>
                                    <p:cond delay="2300"/>
                                  </p:stCondLst>
                                  <p:childTnLst>
                                    <p:set>
                                      <p:cBhvr>
                                        <p:cTn id="299" dur="1" fill="hold">
                                          <p:stCondLst>
                                            <p:cond delay="0"/>
                                          </p:stCondLst>
                                        </p:cTn>
                                        <p:tgtEl>
                                          <p:spTgt spid="25"/>
                                        </p:tgtEl>
                                        <p:attrNameLst>
                                          <p:attrName>style.visibility</p:attrName>
                                        </p:attrNameLst>
                                      </p:cBhvr>
                                      <p:to>
                                        <p:strVal val="visible"/>
                                      </p:to>
                                    </p:set>
                                    <p:animEffect transition="in" filter="fade">
                                      <p:cBhvr>
                                        <p:cTn id="300" dur="220"/>
                                        <p:tgtEl>
                                          <p:spTgt spid="25"/>
                                        </p:tgtEl>
                                      </p:cBhvr>
                                    </p:animEffect>
                                  </p:childTnLst>
                                </p:cTn>
                              </p:par>
                              <p:par>
                                <p:cTn id="306" presetID="53" presetClass="entr" presetSubtype="16" fill="hold" grpId="0" nodeType="withEffect">
                                  <p:stCondLst>
                                    <p:cond delay="2500"/>
                                  </p:stCondLst>
                                  <p:childTnLst>
                                    <p:set>
                                      <p:cBhvr>
                                        <p:cTn id="302" dur="1" fill="hold">
                                          <p:stCondLst>
                                            <p:cond delay="0"/>
                                          </p:stCondLst>
                                        </p:cTn>
                                        <p:tgtEl>
                                          <p:spTgt spid="20"/>
                                        </p:tgtEl>
                                        <p:attrNameLst>
                                          <p:attrName>style.visibility</p:attrName>
                                        </p:attrNameLst>
                                      </p:cBhvr>
                                      <p:to>
                                        <p:strVal val="visible"/>
                                      </p:to>
                                    </p:set>
                                    <p:anim calcmode="lin" valueType="num">
                                      <p:cBhvr additive="base">
                                        <p:cTn id="303" dur="400" fill="hold"/>
                                        <p:tgtEl>
                                          <p:spTgt spid="20"/>
                                        </p:tgtEl>
                                        <p:attrNameLst>
                                          <p:attrName>ppt_w</p:attrName>
                                        </p:attrNameLst>
                                      </p:cBhvr>
                                      <p:tavLst>
                                        <p:tav tm="0">
                                          <p:val>
                                            <p:strVal val="0"/>
                                          </p:val>
                                        </p:tav>
                                        <p:tav tm="100000">
                                          <p:val>
                                            <p:strVal val="#ppt_w"/>
                                          </p:val>
                                        </p:tav>
                                      </p:tavLst>
                                    </p:anim>
                                    <p:anim calcmode="lin" valueType="num">
                                      <p:cBhvr additive="base">
                                        <p:cTn id="304" dur="400" fill="hold"/>
                                        <p:tgtEl>
                                          <p:spTgt spid="20"/>
                                        </p:tgtEl>
                                        <p:attrNameLst>
                                          <p:attrName>ppt_h</p:attrName>
                                        </p:attrNameLst>
                                      </p:cBhvr>
                                      <p:tavLst>
                                        <p:tav tm="0">
                                          <p:val>
                                            <p:strVal val="0"/>
                                          </p:val>
                                        </p:tav>
                                        <p:tav tm="100000">
                                          <p:val>
                                            <p:strVal val="#ppt_h"/>
                                          </p:val>
                                        </p:tav>
                                      </p:tavLst>
                                    </p:anim>
                                    <p:animEffect transition="in" filter="fade">
                                      <p:cBhvr>
                                        <p:cTn id="305" dur="400"/>
                                        <p:tgtEl>
                                          <p:spTgt spid="20"/>
                                        </p:tgtEl>
                                      </p:cBhvr>
                                    </p:animEffect>
                                  </p:childTnLst>
                                </p:cTn>
                              </p:par>
                              <p:par>
                                <p:cTn id="311" presetID="53" presetClass="entr" presetSubtype="32" fill="hold" grpId="0" nodeType="withEffect">
                                  <p:stCondLst>
                                    <p:cond delay="2900"/>
                                  </p:stCondLst>
                                  <p:childTnLst>
                                    <p:set>
                                      <p:cBhvr>
                                        <p:cTn id="307" dur="1" fill="hold">
                                          <p:stCondLst>
                                            <p:cond delay="0"/>
                                          </p:stCondLst>
                                        </p:cTn>
                                        <p:tgtEl>
                                          <p:spTgt spid="33"/>
                                        </p:tgtEl>
                                        <p:attrNameLst>
                                          <p:attrName>style.visibility</p:attrName>
                                        </p:attrNameLst>
                                      </p:cBhvr>
                                      <p:to>
                                        <p:strVal val="visible"/>
                                      </p:to>
                                    </p:set>
                                    <p:anim calcmode="lin" valueType="num">
                                      <p:cBhvr additive="base">
                                        <p:cTn id="308" dur="400" fill="hold"/>
                                        <p:tgtEl>
                                          <p:spTgt spid="33"/>
                                        </p:tgtEl>
                                        <p:attrNameLst>
                                          <p:attrName>ppt_w</p:attrName>
                                        </p:attrNameLst>
                                      </p:cBhvr>
                                      <p:tavLst>
                                        <p:tav tm="0">
                                          <p:val>
                                            <p:strVal val="#ppt_w*2.4"/>
                                          </p:val>
                                        </p:tav>
                                        <p:tav tm="100000">
                                          <p:val>
                                            <p:strVal val="#ppt_w"/>
                                          </p:val>
                                        </p:tav>
                                      </p:tavLst>
                                    </p:anim>
                                    <p:anim calcmode="lin" valueType="num">
                                      <p:cBhvr additive="base">
                                        <p:cTn id="309" dur="400" fill="hold"/>
                                        <p:tgtEl>
                                          <p:spTgt spid="33"/>
                                        </p:tgtEl>
                                        <p:attrNameLst>
                                          <p:attrName>ppt_h</p:attrName>
                                        </p:attrNameLst>
                                      </p:cBhvr>
                                      <p:tavLst>
                                        <p:tav tm="0">
                                          <p:val>
                                            <p:strVal val="#ppt_h*2.4"/>
                                          </p:val>
                                        </p:tav>
                                        <p:tav tm="100000">
                                          <p:val>
                                            <p:strVal val="#ppt_h"/>
                                          </p:val>
                                        </p:tav>
                                      </p:tavLst>
                                    </p:anim>
                                    <p:animEffect transition="in" filter="fade">
                                      <p:cBhvr>
                                        <p:cTn id="310" dur="400"/>
                                        <p:tgtEl>
                                          <p:spTgt spid="33"/>
                                        </p:tgtEl>
                                      </p:cBhvr>
                                    </p:animEffect>
                                  </p:childTnLst>
                                </p:cTn>
                              </p:par>
                              <p:par>
                                <p:cTn id="314" presetID="10" presetClass="exit" presetSubtype="0" fill="hold" grpId="1" nodeType="withEffect">
                                  <p:stCondLst>
                                    <p:cond delay="4450"/>
                                  </p:stCondLst>
                                  <p:childTnLst>
                                    <p:animEffect transition="out" filter="fade">
                                      <p:cBhvr>
                                        <p:cTn id="312" dur="200"/>
                                        <p:tgtEl>
                                          <p:spTgt spid="49"/>
                                        </p:tgtEl>
                                      </p:cBhvr>
                                    </p:animEffect>
                                    <p:set>
                                      <p:cBhvr>
                                        <p:cTn id="313" dur="1" fill="hold">
                                          <p:stCondLst>
                                            <p:cond delay="199"/>
                                          </p:stCondLst>
                                        </p:cTn>
                                        <p:tgtEl>
                                          <p:spTgt spid="49"/>
                                        </p:tgtEl>
                                        <p:attrNameLst>
                                          <p:attrName>style.visibility</p:attrName>
                                        </p:attrNameLst>
                                      </p:cBhvr>
                                      <p:to>
                                        <p:strVal val="hidden"/>
                                      </p:to>
                                    </p:set>
                                  </p:childTnLst>
                                </p:cTn>
                              </p:par>
                              <p:par>
                                <p:cTn id="317" presetID="22" presetClass="entr" presetSubtype="8" fill="hold" grpId="0" nodeType="withEffect">
                                  <p:stCondLst>
                                    <p:cond delay="4600"/>
                                  </p:stCondLst>
                                  <p:childTnLst>
                                    <p:set>
                                      <p:cBhvr>
                                        <p:cTn id="315" dur="1" fill="hold">
                                          <p:stCondLst>
                                            <p:cond delay="0"/>
                                          </p:stCondLst>
                                        </p:cTn>
                                        <p:tgtEl>
                                          <p:spTgt spid="53"/>
                                        </p:tgtEl>
                                        <p:attrNameLst>
                                          <p:attrName>style.visibility</p:attrName>
                                        </p:attrNameLst>
                                      </p:cBhvr>
                                      <p:to>
                                        <p:strVal val="visible"/>
                                      </p:to>
                                    </p:set>
                                    <p:animEffect transition="in" filter="wipe(left)">
                                      <p:cBhvr>
                                        <p:cTn id="316"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2026-10-30T21:11:09Z</dcterms:created>
  <dcterms:modified xsi:type="dcterms:W3CDTF">2026-10-30T21:11:09Z</dcterms:modified>
</cp:coreProperties>
</file>