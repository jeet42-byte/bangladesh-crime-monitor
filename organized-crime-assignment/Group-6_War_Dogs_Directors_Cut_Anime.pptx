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33085f8-2dbd-90b1-aede-e9942d53c44c}">
          <p14:sldIdLst>
            <p14:sldId id="256"/>
            <p14:sldId id="257"/>
          </p14:sldIdLst>
        </p14:section>
        <p14:section name="Act I: The Hustle" id="{7484abe1-3da8-bdaf-d03b-9c8705bb426f}">
          <p14:sldIdLst>
            <p14:sldId id="258"/>
            <p14:sldId id="259"/>
          </p14:sldIdLst>
        </p14:section>
        <p14:section name="Act II: The Deal" id="{0f37a3a6-e922-b277-f4ed-e0bdb99aee1e}">
          <p14:sldIdLst>
            <p14:sldId id="260"/>
            <p14:sldId id="261"/>
            <p14:sldId id="262"/>
            <p14:sldId id="263"/>
          </p14:sldIdLst>
        </p14:section>
        <p14:section name="Act III: The Fall" id="{4caabb3f-0d4b-fc1a-079d-bb0f1d5099c2}">
          <p14:sldIdLst>
            <p14:sldId id="264"/>
            <p14:sldId id="265"/>
          </p14:sldIdLst>
        </p14:section>
        <p14:section name="Verdict and Credits" id="{3ae2bfd6-b23e-b964-cffb-6d78394c3da0}">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over the anime scene)
[The anime scene starts by itself and runs about 20 seconds, then holds on the last frame. Narrate the four scenes over it; the dialogue box shows dramatised paraphrases, not quotes from the film.]
Thank you, Nabin. Act One: the Hustle. Scene one: David is a broke massage therapist in Miami. His bedsheet business has failed, and his girlfriend is pregnant. He needs money, fast.
Scene two: he meets his old friend Efraim, whose company AEY bids online for the "crumbs" of military procurement: small contracts the big defence companies ignore. David joins him.
Scene three: a shipment of pistols gets stuck in Jordan, so they fly out, use local fixers and drive it into Iraq. It works, and they get paid.
Scene four: the money flows. New office, new cars. And David starts lying to his partner about what he really does.
[When the quote appears, pause.] Now let's freeze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over the anime scene)
[The anime scene starts by itself and runs about 20 seconds, then holds on the last frame. Narrate the four scenes over it; the dialogue box shows dramatised paraphrases, not quotes from the film.]
Thank you, Sweety. Act Two: the Deal.
Scene five: at an arms fair in Las Vegas, they meet Henry Girard, played by Bradley Cooper. Henry is on a terrorist watch list, so he cannot sell to the US government directly. He needs a front.
Scene six: Henry has access to about 100 million rounds of old rifle ammunition sitting in Albania.
Scene seven: with this cheap supply and a financier behind them, AEY underbids everyone and wins the Afghan army contract, worth around 300 million dollars.
Scene eight: Efraim, greedy as ever, starts planning to cut Henry out of his share.
So let's pause again. Is this group actually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over the anime scene)
[The anime scene starts by itself and runs about 20 seconds, then holds on the last frame. Narrate the four scenes over it; the dialogue box shows dramatised paraphrases, not quotes from the film.]
Thank you, Imran. Act Three: the Fall.
Scene nine: David discovers the ammunition was made in China, which is banned under a US arms embargo, and by the contract itself.
Scene ten: instead of reporting it, they have the rounds repacked to remove the Chinese markings. This really happened.
Scene eleven: David is threatened in Albania, Efraim cheats him out of his money, and their friendship collapses.
Scene twelve: the federal government steps in. In real life, the case was exposed by journalists in 2008. Efraim was sentenced to four years in prison, and David, who cooperated, to seven months of house arrest.
[Pause.] One last freeze-frame. How did they justify all this to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slideLayout" Target="../slideLayouts/slideLayout4.xml"/><Relationship Id="rId2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4.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slideLayout" Target="../slideLayouts/slideLayout4.xml"/><Relationship Id="rId2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laptop" descr="laptop">    </p:cNvPr>
          <p:cNvPicPr>
            <a:picLocks noChangeAspect="1"/>
          </p:cNvPicPr>
          <p:nvPr/>
        </p:nvPicPr>
        <p:blipFill>
          <a:blip r:embed="rId3"/>
          <a:stretch>
            <a:fillRect/>
          </a:stretch>
        </p:blipFill>
        <p:spPr>
          <a:xfrm>
            <a:off x="4800600" y="2011680"/>
            <a:ext cx="2377440" cy="1618488"/>
          </a:xfrm>
          <a:prstGeom prst="rect">
            <a:avLst/>
          </a:prstGeom>
        </p:spPr>
      </p:pic>
      <p:pic>
        <p:nvPicPr>
          <p:cNvPr id="9" name="truck" descr="truck">    </p:cNvPr>
          <p:cNvPicPr>
            <a:picLocks noChangeAspect="1"/>
          </p:cNvPicPr>
          <p:nvPr/>
        </p:nvPicPr>
        <p:blipFill>
          <a:blip r:embed="rId4"/>
          <a:stretch>
            <a:fillRect/>
          </a:stretch>
        </p:blipFill>
        <p:spPr>
          <a:xfrm>
            <a:off x="3931920" y="2514600"/>
            <a:ext cx="4206240" cy="2011680"/>
          </a:xfrm>
          <a:prstGeom prst="rect">
            <a:avLst/>
          </a:prstGeom>
        </p:spPr>
      </p:pic>
      <p:pic>
        <p:nvPicPr>
          <p:cNvPr id="10" name="david worried" descr="david worried">    </p:cNvPr>
          <p:cNvPicPr>
            <a:picLocks noChangeAspect="1"/>
          </p:cNvPicPr>
          <p:nvPr/>
        </p:nvPicPr>
        <p:blipFill>
          <a:blip r:embed="rId5"/>
          <a:stretch>
            <a:fillRect/>
          </a:stretch>
        </p:blipFill>
        <p:spPr>
          <a:xfrm>
            <a:off x="685800" y="1645920"/>
            <a:ext cx="2902857" cy="4572000"/>
          </a:xfrm>
          <a:prstGeom prst="rect">
            <a:avLst/>
          </a:prstGeom>
        </p:spPr>
      </p:pic>
      <p:pic>
        <p:nvPicPr>
          <p:cNvPr id="11" name="david smile" descr="david smile">    </p:cNvPr>
          <p:cNvPicPr>
            <a:picLocks noChangeAspect="1"/>
          </p:cNvPicPr>
          <p:nvPr/>
        </p:nvPicPr>
        <p:blipFill>
          <a:blip r:embed="rId6"/>
          <a:stretch>
            <a:fillRect/>
          </a:stretch>
        </p:blipFill>
        <p:spPr>
          <a:xfrm>
            <a:off x="685800" y="1645920"/>
            <a:ext cx="2902857" cy="4572000"/>
          </a:xfrm>
          <a:prstGeom prst="rect">
            <a:avLst/>
          </a:prstGeom>
        </p:spPr>
      </p:pic>
      <p:pic>
        <p:nvPicPr>
          <p:cNvPr id="12" name="efraim smirk" descr="efraim smirk">    </p:cNvPr>
          <p:cNvPicPr>
            <a:picLocks noChangeAspect="1"/>
          </p:cNvPicPr>
          <p:nvPr/>
        </p:nvPicPr>
        <p:blipFill>
          <a:blip r:embed="rId7"/>
          <a:stretch>
            <a:fillRect/>
          </a:stretch>
        </p:blipFill>
        <p:spPr>
          <a:xfrm>
            <a:off x="8595360" y="1645920"/>
            <a:ext cx="2902857" cy="4572000"/>
          </a:xfrm>
          <a:prstGeom prst="rect">
            <a:avLst/>
          </a:prstGeom>
        </p:spPr>
      </p:pic>
      <p:pic>
        <p:nvPicPr>
          <p:cNvPr id="13" name="efraim grin" descr="efraim grin">    </p:cNvPr>
          <p:cNvPicPr>
            <a:picLocks noChangeAspect="1"/>
          </p:cNvPicPr>
          <p:nvPr/>
        </p:nvPicPr>
        <p:blipFill>
          <a:blip r:embed="rId8"/>
          <a:stretch>
            <a:fillRect/>
          </a:stretch>
        </p:blipFill>
        <p:spPr>
          <a:xfrm>
            <a:off x="8595360" y="1645920"/>
            <a:ext cx="2902857" cy="4572000"/>
          </a:xfrm>
          <a:prstGeom prst="rect">
            <a:avLst/>
          </a:prstGeom>
        </p:spPr>
      </p:pic>
      <p:pic>
        <p:nvPicPr>
          <p:cNvPr id="14" name="sweat" descr="sweat">    </p:cNvPr>
          <p:cNvPicPr>
            <a:picLocks noChangeAspect="1"/>
          </p:cNvPicPr>
          <p:nvPr/>
        </p:nvPicPr>
        <p:blipFill>
          <a:blip r:embed="rId9"/>
          <a:stretch>
            <a:fillRect/>
          </a:stretch>
        </p:blipFill>
        <p:spPr>
          <a:xfrm>
            <a:off x="2606040" y="2514600"/>
            <a:ext cx="310896" cy="457200"/>
          </a:xfrm>
          <a:prstGeom prst="rect">
            <a:avLst/>
          </a:prstGeom>
        </p:spPr>
      </p:pic>
      <p:pic>
        <p:nvPicPr>
          <p:cNvPr id="15" name="glint" descr="glint">    </p:cNvPr>
          <p:cNvPicPr>
            <a:picLocks noChangeAspect="1"/>
          </p:cNvPicPr>
          <p:nvPr/>
        </p:nvPicPr>
        <p:blipFill>
          <a:blip r:embed="rId10"/>
          <a:stretch>
            <a:fillRect/>
          </a:stretch>
        </p:blipFill>
        <p:spPr>
          <a:xfrm>
            <a:off x="9464040" y="2880360"/>
            <a:ext cx="502920" cy="502920"/>
          </a:xfrm>
          <a:prstGeom prst="rect">
            <a:avLst/>
          </a:prstGeom>
        </p:spPr>
      </p:pic>
      <p:pic>
        <p:nvPicPr>
          <p:cNvPr id="16" name="cash 0" descr="cash 0">    </p:cNvPr>
          <p:cNvPicPr>
            <a:picLocks noChangeAspect="1"/>
          </p:cNvPicPr>
          <p:nvPr/>
        </p:nvPicPr>
        <p:blipFill>
          <a:blip r:embed="rId11"/>
          <a:stretch>
            <a:fillRect/>
          </a:stretch>
        </p:blipFill>
        <p:spPr>
          <a:xfrm>
            <a:off x="3977640" y="3611880"/>
            <a:ext cx="1371600" cy="896112"/>
          </a:xfrm>
          <a:prstGeom prst="rect">
            <a:avLst/>
          </a:prstGeom>
        </p:spPr>
      </p:pic>
      <p:pic>
        <p:nvPicPr>
          <p:cNvPr id="17" name="cash 1" descr="cash 1">    </p:cNvPr>
          <p:cNvPicPr>
            <a:picLocks noChangeAspect="1"/>
          </p:cNvPicPr>
          <p:nvPr/>
        </p:nvPicPr>
        <p:blipFill>
          <a:blip r:embed="rId12"/>
          <a:stretch>
            <a:fillRect/>
          </a:stretch>
        </p:blipFill>
        <p:spPr>
          <a:xfrm>
            <a:off x="5303520" y="3611880"/>
            <a:ext cx="1371600" cy="896112"/>
          </a:xfrm>
          <a:prstGeom prst="rect">
            <a:avLst/>
          </a:prstGeom>
        </p:spPr>
      </p:pic>
      <p:pic>
        <p:nvPicPr>
          <p:cNvPr id="18" name="cash 2" descr="cash 2">    </p:cNvPr>
          <p:cNvPicPr>
            <a:picLocks noChangeAspect="1"/>
          </p:cNvPicPr>
          <p:nvPr/>
        </p:nvPicPr>
        <p:blipFill>
          <a:blip r:embed="rId13"/>
          <a:stretch>
            <a:fillRect/>
          </a:stretch>
        </p:blipFill>
        <p:spPr>
          <a:xfrm>
            <a:off x="6629400" y="3611880"/>
            <a:ext cx="1371600" cy="896112"/>
          </a:xfrm>
          <a:prstGeom prst="rect">
            <a:avLst/>
          </a:prstGeom>
        </p:spPr>
      </p:pic>
      <p:pic>
        <p:nvPicPr>
          <p:cNvPr id="19" name="spark 0" descr="spark 0">    </p:cNvPr>
          <p:cNvPicPr>
            <a:picLocks noChangeAspect="1"/>
          </p:cNvPicPr>
          <p:nvPr/>
        </p:nvPicPr>
        <p:blipFill>
          <a:blip r:embed="rId14"/>
          <a:stretch>
            <a:fillRect/>
          </a:stretch>
        </p:blipFill>
        <p:spPr>
          <a:xfrm>
            <a:off x="4206240" y="2103120"/>
            <a:ext cx="457200" cy="457200"/>
          </a:xfrm>
          <a:prstGeom prst="rect">
            <a:avLst/>
          </a:prstGeom>
        </p:spPr>
      </p:pic>
      <p:pic>
        <p:nvPicPr>
          <p:cNvPr id="20" name="spark 1" descr="spark 1">    </p:cNvPr>
          <p:cNvPicPr>
            <a:picLocks noChangeAspect="1"/>
          </p:cNvPicPr>
          <p:nvPr/>
        </p:nvPicPr>
        <p:blipFill>
          <a:blip r:embed="rId15"/>
          <a:stretch>
            <a:fillRect/>
          </a:stretch>
        </p:blipFill>
        <p:spPr>
          <a:xfrm>
            <a:off x="6035040" y="1554480"/>
            <a:ext cx="365760" cy="365760"/>
          </a:xfrm>
          <a:prstGeom prst="rect">
            <a:avLst/>
          </a:prstGeom>
        </p:spPr>
      </p:pic>
      <p:pic>
        <p:nvPicPr>
          <p:cNvPr id="21" name="spark 2" descr="spark 2">    </p:cNvPr>
          <p:cNvPicPr>
            <a:picLocks noChangeAspect="1"/>
          </p:cNvPicPr>
          <p:nvPr/>
        </p:nvPicPr>
        <p:blipFill>
          <a:blip r:embed="rId16"/>
          <a:stretch>
            <a:fillRect/>
          </a:stretch>
        </p:blipFill>
        <p:spPr>
          <a:xfrm>
            <a:off x="7498080" y="2286000"/>
            <a:ext cx="502920" cy="502920"/>
          </a:xfrm>
          <a:prstGeom prst="rect">
            <a:avLst/>
          </a:prstGeom>
        </p:spPr>
      </p:pic>
      <p:pic>
        <p:nvPicPr>
          <p:cNvPr id="22" name="spark 3" descr="spark 3">    </p:cNvPr>
          <p:cNvPicPr>
            <a:picLocks noChangeAspect="1"/>
          </p:cNvPicPr>
          <p:nvPr/>
        </p:nvPicPr>
        <p:blipFill>
          <a:blip r:embed="rId17"/>
          <a:stretch>
            <a:fillRect/>
          </a:stretch>
        </p:blipFill>
        <p:spPr>
          <a:xfrm>
            <a:off x="5120640" y="2743200"/>
            <a:ext cx="320040" cy="320040"/>
          </a:xfrm>
          <a:prstGeom prst="rect">
            <a:avLst/>
          </a:prstGeom>
        </p:spPr>
      </p:pic>
      <p:pic>
        <p:nvPicPr>
          <p:cNvPr id="23" name="flash" descr="preencoded.png">    </p:cNvPr>
          <p:cNvPicPr>
            <a:picLocks noChangeAspect="1"/>
          </p:cNvPicPr>
          <p:nvPr/>
        </p:nvPicPr>
        <p:blipFill>
          <a:blip r:embed="rId18"/>
          <a:stretch>
            <a:fillRect/>
          </a:stretch>
        </p:blipFill>
        <p:spPr>
          <a:xfrm>
            <a:off x="548640" y="868680"/>
            <a:ext cx="11094415" cy="5349240"/>
          </a:xfrm>
          <a:prstGeom prst="rect">
            <a:avLst/>
          </a:prstGeom>
        </p:spPr>
      </p:pic>
      <p:sp>
        <p:nvSpPr>
          <p:cNvPr id="2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25" name="eyecatch" descr="preencoded.png">    </p:cNvPr>
          <p:cNvPicPr>
            <a:picLocks noChangeAspect="1"/>
          </p:cNvPicPr>
          <p:nvPr/>
        </p:nvPicPr>
        <p:blipFill>
          <a:blip r:embed="rId19"/>
          <a:stretch>
            <a:fillRect/>
          </a:stretch>
        </p:blipFill>
        <p:spPr>
          <a:xfrm>
            <a:off x="548640" y="868680"/>
            <a:ext cx="11094415" cy="5349240"/>
          </a:xfrm>
          <a:prstGeom prst="rect">
            <a:avLst/>
          </a:prstGeom>
        </p:spPr>
      </p:pic>
      <p:sp>
        <p:nvSpPr>
          <p:cNvPr id="26"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27"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28"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29"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leftovers online. Small contracts nobody wants. Easy money.</a:t>
            </a:r>
            <a:endParaRPr lang="en-US" sz="1800" dirty="0"/>
          </a:p>
        </p:txBody>
      </p:sp>
      <p:sp>
        <p:nvSpPr>
          <p:cNvPr id="3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3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A pistol shipment is stuck in Jordan, so they drive it into Iraq themselves.</a:t>
            </a:r>
            <a:endParaRPr lang="en-US" sz="1800" dirty="0"/>
          </a:p>
        </p:txBody>
      </p:sp>
      <p:sp>
        <p:nvSpPr>
          <p:cNvPr id="32"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3"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Welcome to the arms business, bro.</a:t>
            </a:r>
            <a:endParaRPr lang="en-US" sz="1800" dirty="0"/>
          </a:p>
        </p:txBody>
      </p:sp>
      <p:sp>
        <p:nvSpPr>
          <p:cNvPr id="34"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189"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animEffect transition="in" filter="fade">
                                      <p:cBhvr>
                                        <p:cTn id="9" dur="450"/>
                                        <p:tgtEl>
                                          <p:spTgt spid="25"/>
                                        </p:tgtEl>
                                      </p:cBhvr>
                                    </p:animEffect>
                                    <p:anim calcmode="lin" valueType="num">
                                      <p:cBhvr additive="base">
                                        <p:cTn id="10" dur="450" fill="hold"/>
                                        <p:tgtEl>
                                          <p:spTgt spid="25"/>
                                        </p:tgtEl>
                                        <p:attrNameLst>
                                          <p:attrName>ppt_x</p:attrName>
                                        </p:attrNameLst>
                                      </p:cBhvr>
                                      <p:tavLst>
                                        <p:tav tm="0">
                                          <p:val>
                                            <p:strVal val="#ppt_x-.05"/>
                                          </p:val>
                                        </p:tav>
                                        <p:tav tm="100000">
                                          <p:val>
                                            <p:strVal val="#ppt_x"/>
                                          </p:val>
                                        </p:tav>
                                      </p:tavLst>
                                    </p:anim>
                                    <p:anim calcmode="lin" valueType="num">
                                      <p:cBhvr additive="base">
                                        <p:cTn id="11" dur="450" fill="hold"/>
                                        <p:tgtEl>
                                          <p:spTgt spid="25"/>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25"/>
                                        </p:tgtEl>
                                      </p:cBhvr>
                                    </p:animEffect>
                                    <p:set>
                                      <p:cBhvr>
                                        <p:cTn id="21" dur="1" fill="hold">
                                          <p:stCondLst>
                                            <p:cond delay="399"/>
                                          </p:stCondLst>
                                        </p:cTn>
                                        <p:tgtEl>
                                          <p:spTgt spid="25"/>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anim calcmode="lin" valueType="num">
                                      <p:cBhvr additive="base">
                                        <p:cTn id="25" dur="500" fill="hold"/>
                                        <p:tgtEl>
                                          <p:spTgt spid="24"/>
                                        </p:tgtEl>
                                        <p:attrNameLst>
                                          <p:attrName>ppt_x</p:attrName>
                                        </p:attrNameLst>
                                      </p:cBhvr>
                                      <p:tavLst>
                                        <p:tav tm="0">
                                          <p:val>
                                            <p:strVal val="#ppt_x"/>
                                          </p:val>
                                        </p:tav>
                                        <p:tav tm="100000">
                                          <p:val>
                                            <p:strVal val="#ppt_x"/>
                                          </p:val>
                                        </p:tav>
                                      </p:tavLst>
                                    </p:anim>
                                    <p:anim calcmode="lin" valueType="num">
                                      <p:cBhvr additive="base">
                                        <p:cTn id="26" dur="500" fill="hold"/>
                                        <p:tgtEl>
                                          <p:spTgt spid="24"/>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anim calcmode="lin" valueType="num">
                                      <p:cBhvr additive="base">
                                        <p:cTn id="30" dur="500" fill="hold"/>
                                        <p:tgtEl>
                                          <p:spTgt spid="10"/>
                                        </p:tgtEl>
                                        <p:attrNameLst>
                                          <p:attrName>ppt_x</p:attrName>
                                        </p:attrNameLst>
                                      </p:cBhvr>
                                      <p:tavLst>
                                        <p:tav tm="0">
                                          <p:val>
                                            <p:strVal val="#ppt_x-.05"/>
                                          </p:val>
                                        </p:tav>
                                        <p:tav tm="100000">
                                          <p:val>
                                            <p:strVal val="#ppt_x"/>
                                          </p:val>
                                        </p:tav>
                                      </p:tavLst>
                                    </p:anim>
                                    <p:anim calcmode="lin" valueType="num">
                                      <p:cBhvr additive="base">
                                        <p:cTn id="31" dur="500" fill="hold"/>
                                        <p:tgtEl>
                                          <p:spTgt spid="10"/>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3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300"/>
                                        <p:tgtEl>
                                          <p:spTgt spid="26"/>
                                        </p:tgtEl>
                                      </p:cBhvr>
                                    </p:animEffect>
                                    <p:anim calcmode="lin" valueType="num">
                                      <p:cBhvr additive="base">
                                        <p:cTn id="35" dur="300" fill="hold"/>
                                        <p:tgtEl>
                                          <p:spTgt spid="26"/>
                                        </p:tgtEl>
                                        <p:attrNameLst>
                                          <p:attrName>ppt_x</p:attrName>
                                        </p:attrNameLst>
                                      </p:cBhvr>
                                      <p:tavLst>
                                        <p:tav tm="0">
                                          <p:val>
                                            <p:strVal val="#ppt_x-.05"/>
                                          </p:val>
                                        </p:tav>
                                        <p:tav tm="100000">
                                          <p:val>
                                            <p:strVal val="#ppt_x"/>
                                          </p:val>
                                        </p:tav>
                                      </p:tavLst>
                                    </p:anim>
                                    <p:anim calcmode="lin" valueType="num">
                                      <p:cBhvr additive="base">
                                        <p:cTn id="36" dur="300" fill="hold"/>
                                        <p:tgtEl>
                                          <p:spTgt spid="26"/>
                                        </p:tgtEl>
                                        <p:attrNameLst>
                                          <p:attrName>ppt_y</p:attrName>
                                        </p:attrNameLst>
                                      </p:cBhvr>
                                      <p:tavLst>
                                        <p:tav tm="0">
                                          <p:val>
                                            <p:strVal val="#ppt_y"/>
                                          </p:val>
                                        </p:tav>
                                        <p:tav tm="100000">
                                          <p:val>
                                            <p:strVal val="#ppt_y"/>
                                          </p:val>
                                        </p:tav>
                                      </p:tavLst>
                                    </p:anim>
                                  </p:childTnLst>
                                </p:cTn>
                              </p:par>
                              <p:par>
                                <p:cTn id="39" presetID="1" presetClass="entr" presetSubtype="0" fill="hold" grpId="0" nodeType="withEffect">
                                  <p:stCondLst>
                                    <p:cond delay="2450"/>
                                  </p:stCondLst>
                                  <p:iterate type="lt">
                                    <p:tmAbs val="30"/>
                                  </p:iterate>
                                  <p:childTnLst>
                                    <p:set>
                                      <p:cBhvr>
                                        <p:cTn id="38" dur="1" fill="hold">
                                          <p:stCondLst>
                                            <p:cond delay="0"/>
                                          </p:stCondLst>
                                        </p:cTn>
                                        <p:tgtEl>
                                          <p:spTgt spid="27"/>
                                        </p:tgtEl>
                                        <p:attrNameLst>
                                          <p:attrName>style.visibility</p:attrName>
                                        </p:attrNameLst>
                                      </p:cBhvr>
                                      <p:to>
                                        <p:strVal val="visible"/>
                                      </p:to>
                                    </p:set>
                                  </p:childTnLst>
                                </p:cTn>
                              </p:par>
                              <p:par>
                                <p:cTn id="44" presetID="53" presetClass="entr" presetSubtype="16" fill="hold" grpId="0" nodeType="withEffect">
                                  <p:stCondLst>
                                    <p:cond delay="2700"/>
                                  </p:stCondLst>
                                  <p:childTnLst>
                                    <p:set>
                                      <p:cBhvr>
                                        <p:cTn id="40" dur="1" fill="hold">
                                          <p:stCondLst>
                                            <p:cond delay="0"/>
                                          </p:stCondLst>
                                        </p:cTn>
                                        <p:tgtEl>
                                          <p:spTgt spid="14"/>
                                        </p:tgtEl>
                                        <p:attrNameLst>
                                          <p:attrName>style.visibility</p:attrName>
                                        </p:attrNameLst>
                                      </p:cBhvr>
                                      <p:to>
                                        <p:strVal val="visible"/>
                                      </p:to>
                                    </p:set>
                                    <p:anim calcmode="lin" valueType="num">
                                      <p:cBhvr additive="base">
                                        <p:cTn id="41" dur="300" fill="hold"/>
                                        <p:tgtEl>
                                          <p:spTgt spid="14"/>
                                        </p:tgtEl>
                                        <p:attrNameLst>
                                          <p:attrName>ppt_w</p:attrName>
                                        </p:attrNameLst>
                                      </p:cBhvr>
                                      <p:tavLst>
                                        <p:tav tm="0">
                                          <p:val>
                                            <p:strVal val="0"/>
                                          </p:val>
                                        </p:tav>
                                        <p:tav tm="100000">
                                          <p:val>
                                            <p:strVal val="#ppt_w"/>
                                          </p:val>
                                        </p:tav>
                                      </p:tavLst>
                                    </p:anim>
                                    <p:anim calcmode="lin" valueType="num">
                                      <p:cBhvr additive="base">
                                        <p:cTn id="42" dur="300" fill="hold"/>
                                        <p:tgtEl>
                                          <p:spTgt spid="14"/>
                                        </p:tgtEl>
                                        <p:attrNameLst>
                                          <p:attrName>ppt_h</p:attrName>
                                        </p:attrNameLst>
                                      </p:cBhvr>
                                      <p:tavLst>
                                        <p:tav tm="0">
                                          <p:val>
                                            <p:strVal val="0"/>
                                          </p:val>
                                        </p:tav>
                                        <p:tav tm="100000">
                                          <p:val>
                                            <p:strVal val="#ppt_h"/>
                                          </p:val>
                                        </p:tav>
                                      </p:tavLst>
                                    </p:anim>
                                    <p:animEffect transition="in" filter="fade">
                                      <p:cBhvr>
                                        <p:cTn id="43" dur="300"/>
                                        <p:tgtEl>
                                          <p:spTgt spid="14"/>
                                        </p:tgtEl>
                                      </p:cBhvr>
                                    </p:animEffect>
                                  </p:childTnLst>
                                </p:cTn>
                              </p:par>
                              <p:par>
                                <p:cTn id="46" presetID="0" presetClass="path" presetSubtype="0" fill="hold" grpId="1" nodeType="withEffect" autoRev="1" repeatCount="4000">
                                  <p:stCondLst>
                                    <p:cond delay="3000"/>
                                  </p:stCondLst>
                                  <p:childTnLst>
                                    <p:animMotion origin="layout" path="M 0 0 L 0 -0.012 E" pathEditMode="relative" ptsTypes="AA">
                                      <p:cBhvr>
                                        <p:cTn id="45" dur="300" fill="hold"/>
                                        <p:tgtEl>
                                          <p:spTgt spid="14"/>
                                        </p:tgtEl>
                                        <p:attrNameLst>
                                          <p:attrName>ppt_x</p:attrName>
                                          <p:attrName>ppt_y</p:attrName>
                                        </p:attrNameLst>
                                      </p:cBhvr>
                                    </p:animMotion>
                                  </p:childTnLst>
                                </p:cTn>
                              </p:par>
                              <p:par>
                                <p:cTn id="49" presetID="10" presetClass="exit" presetSubtype="0" fill="hold" grpId="1" nodeType="withEffect">
                                  <p:stCondLst>
                                    <p:cond delay="5700"/>
                                  </p:stCondLst>
                                  <p:childTnLst>
                                    <p:animEffect transition="out" filter="fade">
                                      <p:cBhvr>
                                        <p:cTn id="47" dur="250"/>
                                        <p:tgtEl>
                                          <p:spTgt spid="26"/>
                                        </p:tgtEl>
                                      </p:cBhvr>
                                    </p:animEffect>
                                    <p:set>
                                      <p:cBhvr>
                                        <p:cTn id="48" dur="1" fill="hold">
                                          <p:stCondLst>
                                            <p:cond delay="249"/>
                                          </p:stCondLst>
                                        </p:cTn>
                                        <p:tgtEl>
                                          <p:spTgt spid="26"/>
                                        </p:tgtEl>
                                        <p:attrNameLst>
                                          <p:attrName>style.visibility</p:attrName>
                                        </p:attrNameLst>
                                      </p:cBhvr>
                                      <p:to>
                                        <p:strVal val="hidden"/>
                                      </p:to>
                                    </p:set>
                                  </p:childTnLst>
                                </p:cTn>
                              </p:par>
                              <p:par>
                                <p:cTn id="52" presetID="10" presetClass="exit" presetSubtype="0" fill="hold" grpId="1" nodeType="withEffect">
                                  <p:stCondLst>
                                    <p:cond delay="5700"/>
                                  </p:stCondLst>
                                  <p:childTnLst>
                                    <p:animEffect transition="out" filter="fade">
                                      <p:cBhvr>
                                        <p:cTn id="50" dur="250"/>
                                        <p:tgtEl>
                                          <p:spTgt spid="27"/>
                                        </p:tgtEl>
                                      </p:cBhvr>
                                    </p:animEffect>
                                    <p:set>
                                      <p:cBhvr>
                                        <p:cTn id="51" dur="1" fill="hold">
                                          <p:stCondLst>
                                            <p:cond delay="249"/>
                                          </p:stCondLst>
                                        </p:cTn>
                                        <p:tgtEl>
                                          <p:spTgt spid="27"/>
                                        </p:tgtEl>
                                        <p:attrNameLst>
                                          <p:attrName>style.visibility</p:attrName>
                                        </p:attrNameLst>
                                      </p:cBhvr>
                                      <p:to>
                                        <p:strVal val="hidden"/>
                                      </p:to>
                                    </p:set>
                                  </p:childTnLst>
                                </p:cTn>
                              </p:par>
                              <p:par>
                                <p:cTn id="57" presetID="42" presetClass="entr" presetSubtype="0" fill="hold" grpId="0" nodeType="withEffect">
                                  <p:stCondLst>
                                    <p:cond delay="590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p:tgtEl>
                                          <p:spTgt spid="12"/>
                                        </p:tgtEl>
                                      </p:cBhvr>
                                    </p:animEffect>
                                    <p:anim calcmode="lin" valueType="num">
                                      <p:cBhvr additive="base">
                                        <p:cTn id="55" dur="500" fill="hold"/>
                                        <p:tgtEl>
                                          <p:spTgt spid="12"/>
                                        </p:tgtEl>
                                        <p:attrNameLst>
                                          <p:attrName>ppt_x</p:attrName>
                                        </p:attrNameLst>
                                      </p:cBhvr>
                                      <p:tavLst>
                                        <p:tav tm="0">
                                          <p:val>
                                            <p:strVal val="#ppt_x+.05"/>
                                          </p:val>
                                        </p:tav>
                                        <p:tav tm="100000">
                                          <p:val>
                                            <p:strVal val="#ppt_x"/>
                                          </p:val>
                                        </p:tav>
                                      </p:tavLst>
                                    </p:anim>
                                    <p:anim calcmode="lin" valueType="num">
                                      <p:cBhvr additive="base">
                                        <p:cTn id="56" dur="500" fill="hold"/>
                                        <p:tgtEl>
                                          <p:spTgt spid="12"/>
                                        </p:tgtEl>
                                        <p:attrNameLst>
                                          <p:attrName>ppt_y</p:attrName>
                                        </p:attrNameLst>
                                      </p:cBhvr>
                                      <p:tavLst>
                                        <p:tav tm="0">
                                          <p:val>
                                            <p:strVal val="#ppt_y"/>
                                          </p:val>
                                        </p:tav>
                                        <p:tav tm="100000">
                                          <p:val>
                                            <p:strVal val="#ppt_y"/>
                                          </p:val>
                                        </p:tav>
                                      </p:tavLst>
                                    </p:anim>
                                  </p:childTnLst>
                                </p:cTn>
                              </p:par>
                              <p:par>
                                <p:cTn id="62" presetID="42" presetClass="entr" presetSubtype="0" fill="hold" grpId="0" nodeType="withEffect">
                                  <p:stCondLst>
                                    <p:cond delay="610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300"/>
                                        <p:tgtEl>
                                          <p:spTgt spid="28"/>
                                        </p:tgtEl>
                                      </p:cBhvr>
                                    </p:animEffect>
                                    <p:anim calcmode="lin" valueType="num">
                                      <p:cBhvr additive="base">
                                        <p:cTn id="60" dur="300" fill="hold"/>
                                        <p:tgtEl>
                                          <p:spTgt spid="28"/>
                                        </p:tgtEl>
                                        <p:attrNameLst>
                                          <p:attrName>ppt_x</p:attrName>
                                        </p:attrNameLst>
                                      </p:cBhvr>
                                      <p:tavLst>
                                        <p:tav tm="0">
                                          <p:val>
                                            <p:strVal val="#ppt_x-.05"/>
                                          </p:val>
                                        </p:tav>
                                        <p:tav tm="100000">
                                          <p:val>
                                            <p:strVal val="#ppt_x"/>
                                          </p:val>
                                        </p:tav>
                                      </p:tavLst>
                                    </p:anim>
                                    <p:anim calcmode="lin" valueType="num">
                                      <p:cBhvr additive="base">
                                        <p:cTn id="61" dur="300" fill="hold"/>
                                        <p:tgtEl>
                                          <p:spTgt spid="28"/>
                                        </p:tgtEl>
                                        <p:attrNameLst>
                                          <p:attrName>ppt_y</p:attrName>
                                        </p:attrNameLst>
                                      </p:cBhvr>
                                      <p:tavLst>
                                        <p:tav tm="0">
                                          <p:val>
                                            <p:strVal val="#ppt_y"/>
                                          </p:val>
                                        </p:tav>
                                        <p:tav tm="100000">
                                          <p:val>
                                            <p:strVal val="#ppt_y"/>
                                          </p:val>
                                        </p:tav>
                                      </p:tavLst>
                                    </p:anim>
                                  </p:childTnLst>
                                </p:cTn>
                              </p:par>
                              <p:par>
                                <p:cTn id="64" presetID="1" presetClass="entr" presetSubtype="0" fill="hold" grpId="0" nodeType="withEffect">
                                  <p:stCondLst>
                                    <p:cond delay="6250"/>
                                  </p:stCondLst>
                                  <p:iterate type="lt">
                                    <p:tmAbs val="30"/>
                                  </p:iterate>
                                  <p:childTnLst>
                                    <p:set>
                                      <p:cBhvr>
                                        <p:cTn id="63" dur="1" fill="hold">
                                          <p:stCondLst>
                                            <p:cond delay="0"/>
                                          </p:stCondLst>
                                        </p:cTn>
                                        <p:tgtEl>
                                          <p:spTgt spid="29"/>
                                        </p:tgtEl>
                                        <p:attrNameLst>
                                          <p:attrName>style.visibility</p:attrName>
                                        </p:attrNameLst>
                                      </p:cBhvr>
                                      <p:to>
                                        <p:strVal val="visible"/>
                                      </p:to>
                                    </p:set>
                                  </p:childTnLst>
                                </p:cTn>
                              </p:par>
                              <p:par>
                                <p:cTn id="69" presetID="53" presetClass="entr" presetSubtype="16" fill="hold" grpId="0" nodeType="withEffect">
                                  <p:stCondLst>
                                    <p:cond delay="6500"/>
                                  </p:stCondLst>
                                  <p:childTnLst>
                                    <p:set>
                                      <p:cBhvr>
                                        <p:cTn id="65" dur="1" fill="hold">
                                          <p:stCondLst>
                                            <p:cond delay="0"/>
                                          </p:stCondLst>
                                        </p:cTn>
                                        <p:tgtEl>
                                          <p:spTgt spid="15"/>
                                        </p:tgtEl>
                                        <p:attrNameLst>
                                          <p:attrName>style.visibility</p:attrName>
                                        </p:attrNameLst>
                                      </p:cBhvr>
                                      <p:to>
                                        <p:strVal val="visible"/>
                                      </p:to>
                                    </p:set>
                                    <p:anim calcmode="lin" valueType="num">
                                      <p:cBhvr additive="base">
                                        <p:cTn id="66" dur="300" fill="hold"/>
                                        <p:tgtEl>
                                          <p:spTgt spid="15"/>
                                        </p:tgtEl>
                                        <p:attrNameLst>
                                          <p:attrName>ppt_w</p:attrName>
                                        </p:attrNameLst>
                                      </p:cBhvr>
                                      <p:tavLst>
                                        <p:tav tm="0">
                                          <p:val>
                                            <p:strVal val="0"/>
                                          </p:val>
                                        </p:tav>
                                        <p:tav tm="100000">
                                          <p:val>
                                            <p:strVal val="#ppt_w"/>
                                          </p:val>
                                        </p:tav>
                                      </p:tavLst>
                                    </p:anim>
                                    <p:anim calcmode="lin" valueType="num">
                                      <p:cBhvr additive="base">
                                        <p:cTn id="67" dur="300" fill="hold"/>
                                        <p:tgtEl>
                                          <p:spTgt spid="15"/>
                                        </p:tgtEl>
                                        <p:attrNameLst>
                                          <p:attrName>ppt_h</p:attrName>
                                        </p:attrNameLst>
                                      </p:cBhvr>
                                      <p:tavLst>
                                        <p:tav tm="0">
                                          <p:val>
                                            <p:strVal val="0"/>
                                          </p:val>
                                        </p:tav>
                                        <p:tav tm="100000">
                                          <p:val>
                                            <p:strVal val="#ppt_h"/>
                                          </p:val>
                                        </p:tav>
                                      </p:tavLst>
                                    </p:anim>
                                    <p:animEffect transition="in" filter="fade">
                                      <p:cBhvr>
                                        <p:cTn id="68" dur="300"/>
                                        <p:tgtEl>
                                          <p:spTgt spid="15"/>
                                        </p:tgtEl>
                                      </p:cBhvr>
                                    </p:animEffect>
                                  </p:childTnLst>
                                </p:cTn>
                              </p:par>
                              <p:par>
                                <p:cTn id="71" presetID="8" presetClass="emph" presetSubtype="0" fill="hold" grpId="1" nodeType="withEffect" repeatCount="indefinite">
                                  <p:stCondLst>
                                    <p:cond delay="6800"/>
                                  </p:stCondLst>
                                  <p:childTnLst>
                                    <p:animRot by="21600000">
                                      <p:cBhvr>
                                        <p:cTn id="70" dur="1500" fill="hold"/>
                                        <p:tgtEl>
                                          <p:spTgt spid="15"/>
                                        </p:tgtEl>
                                        <p:attrNameLst>
                                          <p:attrName>r</p:attrName>
                                        </p:attrNameLst>
                                      </p:cBhvr>
                                    </p:animRot>
                                  </p:childTnLst>
                                </p:cTn>
                              </p:par>
                              <p:par>
                                <p:cTn id="76" presetID="53" presetClass="entr" presetSubtype="16" fill="hold" grpId="0" nodeType="withEffect">
                                  <p:stCondLst>
                                    <p:cond delay="7000"/>
                                  </p:stCondLst>
                                  <p:childTnLst>
                                    <p:set>
                                      <p:cBhvr>
                                        <p:cTn id="72" dur="1" fill="hold">
                                          <p:stCondLst>
                                            <p:cond delay="0"/>
                                          </p:stCondLst>
                                        </p:cTn>
                                        <p:tgtEl>
                                          <p:spTgt spid="8"/>
                                        </p:tgtEl>
                                        <p:attrNameLst>
                                          <p:attrName>style.visibility</p:attrName>
                                        </p:attrNameLst>
                                      </p:cBhvr>
                                      <p:to>
                                        <p:strVal val="visible"/>
                                      </p:to>
                                    </p:set>
                                    <p:anim calcmode="lin" valueType="num">
                                      <p:cBhvr additive="base">
                                        <p:cTn id="73" dur="500" fill="hold"/>
                                        <p:tgtEl>
                                          <p:spTgt spid="8"/>
                                        </p:tgtEl>
                                        <p:attrNameLst>
                                          <p:attrName>ppt_w</p:attrName>
                                        </p:attrNameLst>
                                      </p:cBhvr>
                                      <p:tavLst>
                                        <p:tav tm="0">
                                          <p:val>
                                            <p:strVal val="0"/>
                                          </p:val>
                                        </p:tav>
                                        <p:tav tm="100000">
                                          <p:val>
                                            <p:strVal val="#ppt_w"/>
                                          </p:val>
                                        </p:tav>
                                      </p:tavLst>
                                    </p:anim>
                                    <p:anim calcmode="lin" valueType="num">
                                      <p:cBhvr additive="base">
                                        <p:cTn id="74" dur="500" fill="hold"/>
                                        <p:tgtEl>
                                          <p:spTgt spid="8"/>
                                        </p:tgtEl>
                                        <p:attrNameLst>
                                          <p:attrName>ppt_h</p:attrName>
                                        </p:attrNameLst>
                                      </p:cBhvr>
                                      <p:tavLst>
                                        <p:tav tm="0">
                                          <p:val>
                                            <p:strVal val="0"/>
                                          </p:val>
                                        </p:tav>
                                        <p:tav tm="100000">
                                          <p:val>
                                            <p:strVal val="#ppt_h"/>
                                          </p:val>
                                        </p:tav>
                                      </p:tavLst>
                                    </p:anim>
                                    <p:animEffect transition="in" filter="fade">
                                      <p:cBhvr>
                                        <p:cTn id="75" dur="500"/>
                                        <p:tgtEl>
                                          <p:spTgt spid="8"/>
                                        </p:tgtEl>
                                      </p:cBhvr>
                                    </p:animEffect>
                                  </p:childTnLst>
                                </p:cTn>
                              </p:par>
                              <p:par>
                                <p:cTn id="79" presetID="10" presetClass="exit" presetSubtype="0" fill="hold" grpId="2" nodeType="withEffect">
                                  <p:stCondLst>
                                    <p:cond delay="7300"/>
                                  </p:stCondLst>
                                  <p:childTnLst>
                                    <p:animEffect transition="out" filter="fade">
                                      <p:cBhvr>
                                        <p:cTn id="77" dur="300"/>
                                        <p:tgtEl>
                                          <p:spTgt spid="14"/>
                                        </p:tgtEl>
                                      </p:cBhvr>
                                    </p:animEffect>
                                    <p:set>
                                      <p:cBhvr>
                                        <p:cTn id="78" dur="1" fill="hold">
                                          <p:stCondLst>
                                            <p:cond delay="299"/>
                                          </p:stCondLst>
                                        </p:cTn>
                                        <p:tgtEl>
                                          <p:spTgt spid="14"/>
                                        </p:tgtEl>
                                        <p:attrNameLst>
                                          <p:attrName>style.visibility</p:attrName>
                                        </p:attrNameLst>
                                      </p:cBhvr>
                                      <p:to>
                                        <p:strVal val="hidden"/>
                                      </p:to>
                                    </p:set>
                                  </p:childTnLst>
                                </p:cTn>
                              </p:par>
                              <p:par>
                                <p:cTn id="82" presetID="10" presetClass="exit" presetSubtype="0" fill="hold" grpId="1" nodeType="withEffect">
                                  <p:stCondLst>
                                    <p:cond delay="9700"/>
                                  </p:stCondLst>
                                  <p:childTnLst>
                                    <p:animEffect transition="out" filter="fade">
                                      <p:cBhvr>
                                        <p:cTn id="80" dur="250"/>
                                        <p:tgtEl>
                                          <p:spTgt spid="28"/>
                                        </p:tgtEl>
                                      </p:cBhvr>
                                    </p:animEffect>
                                    <p:set>
                                      <p:cBhvr>
                                        <p:cTn id="81" dur="1" fill="hold">
                                          <p:stCondLst>
                                            <p:cond delay="249"/>
                                          </p:stCondLst>
                                        </p:cTn>
                                        <p:tgtEl>
                                          <p:spTgt spid="28"/>
                                        </p:tgtEl>
                                        <p:attrNameLst>
                                          <p:attrName>style.visibility</p:attrName>
                                        </p:attrNameLst>
                                      </p:cBhvr>
                                      <p:to>
                                        <p:strVal val="hidden"/>
                                      </p:to>
                                    </p:set>
                                  </p:childTnLst>
                                </p:cTn>
                              </p:par>
                              <p:par>
                                <p:cTn id="85" presetID="10" presetClass="exit" presetSubtype="0" fill="hold" grpId="1" nodeType="withEffect">
                                  <p:stCondLst>
                                    <p:cond delay="9700"/>
                                  </p:stCondLst>
                                  <p:childTnLst>
                                    <p:animEffect transition="out" filter="fade">
                                      <p:cBhvr>
                                        <p:cTn id="83" dur="250"/>
                                        <p:tgtEl>
                                          <p:spTgt spid="29"/>
                                        </p:tgtEl>
                                      </p:cBhvr>
                                    </p:animEffect>
                                    <p:set>
                                      <p:cBhvr>
                                        <p:cTn id="84" dur="1" fill="hold">
                                          <p:stCondLst>
                                            <p:cond delay="249"/>
                                          </p:stCondLst>
                                        </p:cTn>
                                        <p:tgtEl>
                                          <p:spTgt spid="29"/>
                                        </p:tgtEl>
                                        <p:attrNameLst>
                                          <p:attrName>style.visibility</p:attrName>
                                        </p:attrNameLst>
                                      </p:cBhvr>
                                      <p:to>
                                        <p:strVal val="hidden"/>
                                      </p:to>
                                    </p:set>
                                  </p:childTnLst>
                                </p:cTn>
                              </p:par>
                              <p:par>
                                <p:cTn id="88" presetID="10" presetClass="exit" presetSubtype="0" fill="hold" grpId="1" nodeType="withEffect">
                                  <p:stCondLst>
                                    <p:cond delay="9700"/>
                                  </p:stCondLst>
                                  <p:childTnLst>
                                    <p:animEffect transition="out" filter="fade">
                                      <p:cBhvr>
                                        <p:cTn id="86" dur="250"/>
                                        <p:tgtEl>
                                          <p:spTgt spid="8"/>
                                        </p:tgtEl>
                                      </p:cBhvr>
                                    </p:animEffect>
                                    <p:set>
                                      <p:cBhvr>
                                        <p:cTn id="87" dur="1" fill="hold">
                                          <p:stCondLst>
                                            <p:cond delay="249"/>
                                          </p:stCondLst>
                                        </p:cTn>
                                        <p:tgtEl>
                                          <p:spTgt spid="8"/>
                                        </p:tgtEl>
                                        <p:attrNameLst>
                                          <p:attrName>style.visibility</p:attrName>
                                        </p:attrNameLst>
                                      </p:cBhvr>
                                      <p:to>
                                        <p:strVal val="hidden"/>
                                      </p:to>
                                    </p:set>
                                  </p:childTnLst>
                                </p:cTn>
                              </p:par>
                              <p:par>
                                <p:cTn id="91" presetID="10" presetClass="exit" presetSubtype="0" fill="hold" grpId="2" nodeType="withEffect">
                                  <p:stCondLst>
                                    <p:cond delay="9700"/>
                                  </p:stCondLst>
                                  <p:childTnLst>
                                    <p:animEffect transition="out" filter="fade">
                                      <p:cBhvr>
                                        <p:cTn id="89" dur="200"/>
                                        <p:tgtEl>
                                          <p:spTgt spid="15"/>
                                        </p:tgtEl>
                                      </p:cBhvr>
                                    </p:animEffect>
                                    <p:set>
                                      <p:cBhvr>
                                        <p:cTn id="90" dur="1" fill="hold">
                                          <p:stCondLst>
                                            <p:cond delay="199"/>
                                          </p:stCondLst>
                                        </p:cTn>
                                        <p:tgtEl>
                                          <p:spTgt spid="15"/>
                                        </p:tgtEl>
                                        <p:attrNameLst>
                                          <p:attrName>style.visibility</p:attrName>
                                        </p:attrNameLst>
                                      </p:cBhvr>
                                      <p:to>
                                        <p:strVal val="hidden"/>
                                      </p:to>
                                    </p:set>
                                  </p:childTnLst>
                                </p:cTn>
                              </p:par>
                              <p:par>
                                <p:cTn id="94" presetID="10" presetClass="entr" presetSubtype="0" fill="hold" grpId="0" nodeType="withEffect">
                                  <p:stCondLst>
                                    <p:cond delay="980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80"/>
                                        <p:tgtEl>
                                          <p:spTgt spid="23"/>
                                        </p:tgtEl>
                                      </p:cBhvr>
                                    </p:animEffect>
                                  </p:childTnLst>
                                </p:cTn>
                              </p:par>
                              <p:par>
                                <p:cTn id="99" presetID="53" presetClass="entr" presetSubtype="16" fill="hold" grpId="0" nodeType="withEffect">
                                  <p:stCondLst>
                                    <p:cond delay="9800"/>
                                  </p:stCondLst>
                                  <p:childTnLst>
                                    <p:set>
                                      <p:cBhvr>
                                        <p:cTn id="95" dur="1" fill="hold">
                                          <p:stCondLst>
                                            <p:cond delay="0"/>
                                          </p:stCondLst>
                                        </p:cTn>
                                        <p:tgtEl>
                                          <p:spTgt spid="7"/>
                                        </p:tgtEl>
                                        <p:attrNameLst>
                                          <p:attrName>style.visibility</p:attrName>
                                        </p:attrNameLst>
                                      </p:cBhvr>
                                      <p:to>
                                        <p:strVal val="visible"/>
                                      </p:to>
                                    </p:set>
                                    <p:anim calcmode="lin" valueType="num">
                                      <p:cBhvr additive="base">
                                        <p:cTn id="96" dur="300" fill="hold"/>
                                        <p:tgtEl>
                                          <p:spTgt spid="7"/>
                                        </p:tgtEl>
                                        <p:attrNameLst>
                                          <p:attrName>ppt_w</p:attrName>
                                        </p:attrNameLst>
                                      </p:cBhvr>
                                      <p:tavLst>
                                        <p:tav tm="0">
                                          <p:val>
                                            <p:strVal val="0"/>
                                          </p:val>
                                        </p:tav>
                                        <p:tav tm="100000">
                                          <p:val>
                                            <p:strVal val="#ppt_w"/>
                                          </p:val>
                                        </p:tav>
                                      </p:tavLst>
                                    </p:anim>
                                    <p:anim calcmode="lin" valueType="num">
                                      <p:cBhvr additive="base">
                                        <p:cTn id="97" dur="300" fill="hold"/>
                                        <p:tgtEl>
                                          <p:spTgt spid="7"/>
                                        </p:tgtEl>
                                        <p:attrNameLst>
                                          <p:attrName>ppt_h</p:attrName>
                                        </p:attrNameLst>
                                      </p:cBhvr>
                                      <p:tavLst>
                                        <p:tav tm="0">
                                          <p:val>
                                            <p:strVal val="0"/>
                                          </p:val>
                                        </p:tav>
                                        <p:tav tm="100000">
                                          <p:val>
                                            <p:strVal val="#ppt_h"/>
                                          </p:val>
                                        </p:tav>
                                      </p:tavLst>
                                    </p:anim>
                                    <p:animEffect transition="in" filter="fade">
                                      <p:cBhvr>
                                        <p:cTn id="98" dur="300"/>
                                        <p:tgtEl>
                                          <p:spTgt spid="7"/>
                                        </p:tgtEl>
                                      </p:cBhvr>
                                    </p:animEffect>
                                  </p:childTnLst>
                                </p:cTn>
                              </p:par>
                              <p:par>
                                <p:cTn id="104" presetID="42" presetClass="entr" presetSubtype="0" fill="hold" grpId="0" nodeType="withEffect">
                                  <p:stCondLst>
                                    <p:cond delay="9900"/>
                                  </p:stCondLst>
                                  <p:childTnLst>
                                    <p:set>
                                      <p:cBhvr>
                                        <p:cTn id="100" dur="1" fill="hold">
                                          <p:stCondLst>
                                            <p:cond delay="0"/>
                                          </p:stCondLst>
                                        </p:cTn>
                                        <p:tgtEl>
                                          <p:spTgt spid="30"/>
                                        </p:tgtEl>
                                        <p:attrNameLst>
                                          <p:attrName>style.visibility</p:attrName>
                                        </p:attrNameLst>
                                      </p:cBhvr>
                                      <p:to>
                                        <p:strVal val="visible"/>
                                      </p:to>
                                    </p:set>
                                    <p:animEffect transition="in" filter="fade">
                                      <p:cBhvr>
                                        <p:cTn id="101" dur="300"/>
                                        <p:tgtEl>
                                          <p:spTgt spid="30"/>
                                        </p:tgtEl>
                                      </p:cBhvr>
                                    </p:animEffect>
                                    <p:anim calcmode="lin" valueType="num">
                                      <p:cBhvr additive="base">
                                        <p:cTn id="102" dur="300" fill="hold"/>
                                        <p:tgtEl>
                                          <p:spTgt spid="30"/>
                                        </p:tgtEl>
                                        <p:attrNameLst>
                                          <p:attrName>ppt_x</p:attrName>
                                        </p:attrNameLst>
                                      </p:cBhvr>
                                      <p:tavLst>
                                        <p:tav tm="0">
                                          <p:val>
                                            <p:strVal val="#ppt_x-.05"/>
                                          </p:val>
                                        </p:tav>
                                        <p:tav tm="100000">
                                          <p:val>
                                            <p:strVal val="#ppt_x"/>
                                          </p:val>
                                        </p:tav>
                                      </p:tavLst>
                                    </p:anim>
                                    <p:anim calcmode="lin" valueType="num">
                                      <p:cBhvr additive="base">
                                        <p:cTn id="103" dur="300" fill="hold"/>
                                        <p:tgtEl>
                                          <p:spTgt spid="30"/>
                                        </p:tgtEl>
                                        <p:attrNameLst>
                                          <p:attrName>ppt_y</p:attrName>
                                        </p:attrNameLst>
                                      </p:cBhvr>
                                      <p:tavLst>
                                        <p:tav tm="0">
                                          <p:val>
                                            <p:strVal val="#ppt_y"/>
                                          </p:val>
                                        </p:tav>
                                        <p:tav tm="100000">
                                          <p:val>
                                            <p:strVal val="#ppt_y"/>
                                          </p:val>
                                        </p:tav>
                                      </p:tavLst>
                                    </p:anim>
                                  </p:childTnLst>
                                </p:cTn>
                              </p:par>
                              <p:par>
                                <p:cTn id="107" presetID="10" presetClass="exit" presetSubtype="0" fill="hold" grpId="1" nodeType="withEffect">
                                  <p:stCondLst>
                                    <p:cond delay="9920"/>
                                  </p:stCondLst>
                                  <p:childTnLst>
                                    <p:animEffect transition="out" filter="fade">
                                      <p:cBhvr>
                                        <p:cTn id="105" dur="380"/>
                                        <p:tgtEl>
                                          <p:spTgt spid="23"/>
                                        </p:tgtEl>
                                      </p:cBhvr>
                                    </p:animEffect>
                                    <p:set>
                                      <p:cBhvr>
                                        <p:cTn id="106" dur="1" fill="hold">
                                          <p:stCondLst>
                                            <p:cond delay="379"/>
                                          </p:stCondLst>
                                        </p:cTn>
                                        <p:tgtEl>
                                          <p:spTgt spid="23"/>
                                        </p:tgtEl>
                                        <p:attrNameLst>
                                          <p:attrName>style.visibility</p:attrName>
                                        </p:attrNameLst>
                                      </p:cBhvr>
                                      <p:to>
                                        <p:strVal val="hidden"/>
                                      </p:to>
                                    </p:set>
                                  </p:childTnLst>
                                </p:cTn>
                              </p:par>
                              <p:par>
                                <p:cTn id="111" presetID="2" presetClass="entr" presetSubtype="8" fill="hold" grpId="0" nodeType="withEffect">
                                  <p:stCondLst>
                                    <p:cond delay="10000"/>
                                  </p:stCondLst>
                                  <p:childTnLst>
                                    <p:set>
                                      <p:cBhvr>
                                        <p:cTn id="108" dur="1" fill="hold">
                                          <p:stCondLst>
                                            <p:cond delay="0"/>
                                          </p:stCondLst>
                                        </p:cTn>
                                        <p:tgtEl>
                                          <p:spTgt spid="9"/>
                                        </p:tgtEl>
                                        <p:attrNameLst>
                                          <p:attrName>style.visibility</p:attrName>
                                        </p:attrNameLst>
                                      </p:cBhvr>
                                      <p:to>
                                        <p:strVal val="visible"/>
                                      </p:to>
                                    </p:set>
                                    <p:anim calcmode="lin" valueType="num">
                                      <p:cBhvr additive="base">
                                        <p:cTn id="109" dur="2600" fill="hold"/>
                                        <p:tgtEl>
                                          <p:spTgt spid="9"/>
                                        </p:tgtEl>
                                        <p:attrNameLst>
                                          <p:attrName>ppt_x</p:attrName>
                                        </p:attrNameLst>
                                      </p:cBhvr>
                                      <p:tavLst>
                                        <p:tav tm="0">
                                          <p:val>
                                            <p:strVal val="0-#ppt_w/2"/>
                                          </p:val>
                                        </p:tav>
                                        <p:tav tm="100000">
                                          <p:val>
                                            <p:strVal val="1+#ppt_w/2"/>
                                          </p:val>
                                        </p:tav>
                                      </p:tavLst>
                                    </p:anim>
                                    <p:anim calcmode="lin" valueType="num">
                                      <p:cBhvr additive="base">
                                        <p:cTn id="110" dur="2600" fill="hold"/>
                                        <p:tgtEl>
                                          <p:spTgt spid="9"/>
                                        </p:tgtEl>
                                        <p:attrNameLst>
                                          <p:attrName>ppt_y</p:attrName>
                                        </p:attrNameLst>
                                      </p:cBhvr>
                                      <p:tavLst>
                                        <p:tav tm="0">
                                          <p:val>
                                            <p:strVal val="#ppt_y"/>
                                          </p:val>
                                        </p:tav>
                                        <p:tav tm="100000">
                                          <p:val>
                                            <p:strVal val="#ppt_y"/>
                                          </p:val>
                                        </p:tav>
                                      </p:tavLst>
                                    </p:anim>
                                  </p:childTnLst>
                                </p:cTn>
                              </p:par>
                              <p:par>
                                <p:cTn id="113" presetID="1" presetClass="entr" presetSubtype="0" fill="hold" grpId="0" nodeType="withEffect">
                                  <p:stCondLst>
                                    <p:cond delay="10050"/>
                                  </p:stCondLst>
                                  <p:iterate type="lt">
                                    <p:tmAbs val="30"/>
                                  </p:iterate>
                                  <p:childTnLst>
                                    <p:set>
                                      <p:cBhvr>
                                        <p:cTn id="112" dur="1" fill="hold">
                                          <p:stCondLst>
                                            <p:cond delay="0"/>
                                          </p:stCondLst>
                                        </p:cTn>
                                        <p:tgtEl>
                                          <p:spTgt spid="31"/>
                                        </p:tgtEl>
                                        <p:attrNameLst>
                                          <p:attrName>style.visibility</p:attrName>
                                        </p:attrNameLst>
                                      </p:cBhvr>
                                      <p:to>
                                        <p:strVal val="visible"/>
                                      </p:to>
                                    </p:set>
                                  </p:childTnLst>
                                </p:cTn>
                              </p:par>
                              <p:par>
                                <p:cTn id="116" presetID="10" presetClass="exit" presetSubtype="0" fill="hold" grpId="1" nodeType="withEffect">
                                  <p:stCondLst>
                                    <p:cond delay="12900"/>
                                  </p:stCondLst>
                                  <p:childTnLst>
                                    <p:animEffect transition="out" filter="fade">
                                      <p:cBhvr>
                                        <p:cTn id="114" dur="400"/>
                                        <p:tgtEl>
                                          <p:spTgt spid="7"/>
                                        </p:tgtEl>
                                      </p:cBhvr>
                                    </p:animEffect>
                                    <p:set>
                                      <p:cBhvr>
                                        <p:cTn id="115" dur="1" fill="hold">
                                          <p:stCondLst>
                                            <p:cond delay="399"/>
                                          </p:stCondLst>
                                        </p:cTn>
                                        <p:tgtEl>
                                          <p:spTgt spid="7"/>
                                        </p:tgtEl>
                                        <p:attrNameLst>
                                          <p:attrName>style.visibility</p:attrName>
                                        </p:attrNameLst>
                                      </p:cBhvr>
                                      <p:to>
                                        <p:strVal val="hidden"/>
                                      </p:to>
                                    </p:set>
                                  </p:childTnLst>
                                </p:cTn>
                              </p:par>
                              <p:par>
                                <p:cTn id="119" presetID="10" presetClass="exit" presetSubtype="0" fill="hold" grpId="1" nodeType="withEffect">
                                  <p:stCondLst>
                                    <p:cond delay="13500"/>
                                  </p:stCondLst>
                                  <p:childTnLst>
                                    <p:animEffect transition="out" filter="fade">
                                      <p:cBhvr>
                                        <p:cTn id="117" dur="250"/>
                                        <p:tgtEl>
                                          <p:spTgt spid="30"/>
                                        </p:tgtEl>
                                      </p:cBhvr>
                                    </p:animEffect>
                                    <p:set>
                                      <p:cBhvr>
                                        <p:cTn id="118" dur="1" fill="hold">
                                          <p:stCondLst>
                                            <p:cond delay="249"/>
                                          </p:stCondLst>
                                        </p:cTn>
                                        <p:tgtEl>
                                          <p:spTgt spid="30"/>
                                        </p:tgtEl>
                                        <p:attrNameLst>
                                          <p:attrName>style.visibility</p:attrName>
                                        </p:attrNameLst>
                                      </p:cBhvr>
                                      <p:to>
                                        <p:strVal val="hidden"/>
                                      </p:to>
                                    </p:set>
                                  </p:childTnLst>
                                </p:cTn>
                              </p:par>
                              <p:par>
                                <p:cTn id="122" presetID="10" presetClass="exit" presetSubtype="0" fill="hold" grpId="1" nodeType="withEffect">
                                  <p:stCondLst>
                                    <p:cond delay="13500"/>
                                  </p:stCondLst>
                                  <p:childTnLst>
                                    <p:animEffect transition="out" filter="fade">
                                      <p:cBhvr>
                                        <p:cTn id="120" dur="250"/>
                                        <p:tgtEl>
                                          <p:spTgt spid="31"/>
                                        </p:tgtEl>
                                      </p:cBhvr>
                                    </p:animEffect>
                                    <p:set>
                                      <p:cBhvr>
                                        <p:cTn id="121" dur="1" fill="hold">
                                          <p:stCondLst>
                                            <p:cond delay="249"/>
                                          </p:stCondLst>
                                        </p:cTn>
                                        <p:tgtEl>
                                          <p:spTgt spid="31"/>
                                        </p:tgtEl>
                                        <p:attrNameLst>
                                          <p:attrName>style.visibility</p:attrName>
                                        </p:attrNameLst>
                                      </p:cBhvr>
                                      <p:to>
                                        <p:strVal val="hidden"/>
                                      </p:to>
                                    </p:set>
                                  </p:childTnLst>
                                </p:cTn>
                              </p:par>
                              <p:par>
                                <p:cTn id="125" presetID="10" presetClass="exit" presetSubtype="0" fill="hold" grpId="1" nodeType="withEffect">
                                  <p:stCondLst>
                                    <p:cond delay="13700"/>
                                  </p:stCondLst>
                                  <p:childTnLst>
                                    <p:animEffect transition="out" filter="fade">
                                      <p:cBhvr>
                                        <p:cTn id="123" dur="220"/>
                                        <p:tgtEl>
                                          <p:spTgt spid="10"/>
                                        </p:tgtEl>
                                      </p:cBhvr>
                                    </p:animEffect>
                                    <p:set>
                                      <p:cBhvr>
                                        <p:cTn id="124" dur="1" fill="hold">
                                          <p:stCondLst>
                                            <p:cond delay="219"/>
                                          </p:stCondLst>
                                        </p:cTn>
                                        <p:tgtEl>
                                          <p:spTgt spid="10"/>
                                        </p:tgtEl>
                                        <p:attrNameLst>
                                          <p:attrName>style.visibility</p:attrName>
                                        </p:attrNameLst>
                                      </p:cBhvr>
                                      <p:to>
                                        <p:strVal val="hidden"/>
                                      </p:to>
                                    </p:set>
                                  </p:childTnLst>
                                </p:cTn>
                              </p:par>
                              <p:par>
                                <p:cTn id="128" presetID="10" presetClass="entr" presetSubtype="0" fill="hold" grpId="0" nodeType="withEffect">
                                  <p:stCondLst>
                                    <p:cond delay="13700"/>
                                  </p:stCondLst>
                                  <p:childTnLst>
                                    <p:set>
                                      <p:cBhvr>
                                        <p:cTn id="126" dur="1" fill="hold">
                                          <p:stCondLst>
                                            <p:cond delay="0"/>
                                          </p:stCondLst>
                                        </p:cTn>
                                        <p:tgtEl>
                                          <p:spTgt spid="11"/>
                                        </p:tgtEl>
                                        <p:attrNameLst>
                                          <p:attrName>style.visibility</p:attrName>
                                        </p:attrNameLst>
                                      </p:cBhvr>
                                      <p:to>
                                        <p:strVal val="visible"/>
                                      </p:to>
                                    </p:set>
                                    <p:animEffect transition="in" filter="fade">
                                      <p:cBhvr>
                                        <p:cTn id="127" dur="220"/>
                                        <p:tgtEl>
                                          <p:spTgt spid="11"/>
                                        </p:tgtEl>
                                      </p:cBhvr>
                                    </p:animEffect>
                                  </p:childTnLst>
                                </p:cTn>
                              </p:par>
                              <p:par>
                                <p:cTn id="131" presetID="10" presetClass="exit" presetSubtype="0" fill="hold" grpId="1" nodeType="withEffect">
                                  <p:stCondLst>
                                    <p:cond delay="13700"/>
                                  </p:stCondLst>
                                  <p:childTnLst>
                                    <p:animEffect transition="out" filter="fade">
                                      <p:cBhvr>
                                        <p:cTn id="129" dur="220"/>
                                        <p:tgtEl>
                                          <p:spTgt spid="12"/>
                                        </p:tgtEl>
                                      </p:cBhvr>
                                    </p:animEffect>
                                    <p:set>
                                      <p:cBhvr>
                                        <p:cTn id="130" dur="1" fill="hold">
                                          <p:stCondLst>
                                            <p:cond delay="219"/>
                                          </p:stCondLst>
                                        </p:cTn>
                                        <p:tgtEl>
                                          <p:spTgt spid="12"/>
                                        </p:tgtEl>
                                        <p:attrNameLst>
                                          <p:attrName>style.visibility</p:attrName>
                                        </p:attrNameLst>
                                      </p:cBhvr>
                                      <p:to>
                                        <p:strVal val="hidden"/>
                                      </p:to>
                                    </p:set>
                                  </p:childTnLst>
                                </p:cTn>
                              </p:par>
                              <p:par>
                                <p:cTn id="134" presetID="10" presetClass="entr" presetSubtype="0" fill="hold" grpId="0" nodeType="withEffect">
                                  <p:stCondLst>
                                    <p:cond delay="13700"/>
                                  </p:stCondLst>
                                  <p:childTnLst>
                                    <p:set>
                                      <p:cBhvr>
                                        <p:cTn id="132" dur="1" fill="hold">
                                          <p:stCondLst>
                                            <p:cond delay="0"/>
                                          </p:stCondLst>
                                        </p:cTn>
                                        <p:tgtEl>
                                          <p:spTgt spid="13"/>
                                        </p:tgtEl>
                                        <p:attrNameLst>
                                          <p:attrName>style.visibility</p:attrName>
                                        </p:attrNameLst>
                                      </p:cBhvr>
                                      <p:to>
                                        <p:strVal val="visible"/>
                                      </p:to>
                                    </p:set>
                                    <p:animEffect transition="in" filter="fade">
                                      <p:cBhvr>
                                        <p:cTn id="133" dur="220"/>
                                        <p:tgtEl>
                                          <p:spTgt spid="13"/>
                                        </p:tgtEl>
                                      </p:cBhvr>
                                    </p:animEffect>
                                  </p:childTnLst>
                                </p:cTn>
                              </p:par>
                              <p:par>
                                <p:cTn id="139" presetID="53" presetClass="entr" presetSubtype="32" fill="hold" grpId="0" nodeType="withEffect">
                                  <p:stCondLst>
                                    <p:cond delay="13900"/>
                                  </p:stCondLst>
                                  <p:childTnLst>
                                    <p:set>
                                      <p:cBhvr>
                                        <p:cTn id="135" dur="1" fill="hold">
                                          <p:stCondLst>
                                            <p:cond delay="0"/>
                                          </p:stCondLst>
                                        </p:cTn>
                                        <p:tgtEl>
                                          <p:spTgt spid="16"/>
                                        </p:tgtEl>
                                        <p:attrNameLst>
                                          <p:attrName>style.visibility</p:attrName>
                                        </p:attrNameLst>
                                      </p:cBhvr>
                                      <p:to>
                                        <p:strVal val="visible"/>
                                      </p:to>
                                    </p:set>
                                    <p:anim calcmode="lin" valueType="num">
                                      <p:cBhvr additive="base">
                                        <p:cTn id="136" dur="400" fill="hold"/>
                                        <p:tgtEl>
                                          <p:spTgt spid="16"/>
                                        </p:tgtEl>
                                        <p:attrNameLst>
                                          <p:attrName>ppt_w</p:attrName>
                                        </p:attrNameLst>
                                      </p:cBhvr>
                                      <p:tavLst>
                                        <p:tav tm="0">
                                          <p:val>
                                            <p:strVal val="#ppt_w*2.4"/>
                                          </p:val>
                                        </p:tav>
                                        <p:tav tm="100000">
                                          <p:val>
                                            <p:strVal val="#ppt_w"/>
                                          </p:val>
                                        </p:tav>
                                      </p:tavLst>
                                    </p:anim>
                                    <p:anim calcmode="lin" valueType="num">
                                      <p:cBhvr additive="base">
                                        <p:cTn id="137" dur="400" fill="hold"/>
                                        <p:tgtEl>
                                          <p:spTgt spid="16"/>
                                        </p:tgtEl>
                                        <p:attrNameLst>
                                          <p:attrName>ppt_h</p:attrName>
                                        </p:attrNameLst>
                                      </p:cBhvr>
                                      <p:tavLst>
                                        <p:tav tm="0">
                                          <p:val>
                                            <p:strVal val="#ppt_h*2.4"/>
                                          </p:val>
                                        </p:tav>
                                        <p:tav tm="100000">
                                          <p:val>
                                            <p:strVal val="#ppt_h"/>
                                          </p:val>
                                        </p:tav>
                                      </p:tavLst>
                                    </p:anim>
                                    <p:animEffect transition="in" filter="fade">
                                      <p:cBhvr>
                                        <p:cTn id="138" dur="400"/>
                                        <p:tgtEl>
                                          <p:spTgt spid="16"/>
                                        </p:tgtEl>
                                      </p:cBhvr>
                                    </p:animEffect>
                                  </p:childTnLst>
                                </p:cTn>
                              </p:par>
                              <p:par>
                                <p:cTn id="144" presetID="42" presetClass="entr" presetSubtype="0" fill="hold" grpId="0" nodeType="withEffect">
                                  <p:stCondLst>
                                    <p:cond delay="14000"/>
                                  </p:stCondLst>
                                  <p:childTnLst>
                                    <p:set>
                                      <p:cBhvr>
                                        <p:cTn id="140" dur="1" fill="hold">
                                          <p:stCondLst>
                                            <p:cond delay="0"/>
                                          </p:stCondLst>
                                        </p:cTn>
                                        <p:tgtEl>
                                          <p:spTgt spid="32"/>
                                        </p:tgtEl>
                                        <p:attrNameLst>
                                          <p:attrName>style.visibility</p:attrName>
                                        </p:attrNameLst>
                                      </p:cBhvr>
                                      <p:to>
                                        <p:strVal val="visible"/>
                                      </p:to>
                                    </p:set>
                                    <p:animEffect transition="in" filter="fade">
                                      <p:cBhvr>
                                        <p:cTn id="141" dur="300"/>
                                        <p:tgtEl>
                                          <p:spTgt spid="32"/>
                                        </p:tgtEl>
                                      </p:cBhvr>
                                    </p:animEffect>
                                    <p:anim calcmode="lin" valueType="num">
                                      <p:cBhvr additive="base">
                                        <p:cTn id="142" dur="300" fill="hold"/>
                                        <p:tgtEl>
                                          <p:spTgt spid="32"/>
                                        </p:tgtEl>
                                        <p:attrNameLst>
                                          <p:attrName>ppt_x</p:attrName>
                                        </p:attrNameLst>
                                      </p:cBhvr>
                                      <p:tavLst>
                                        <p:tav tm="0">
                                          <p:val>
                                            <p:strVal val="#ppt_x-.05"/>
                                          </p:val>
                                        </p:tav>
                                        <p:tav tm="100000">
                                          <p:val>
                                            <p:strVal val="#ppt_x"/>
                                          </p:val>
                                        </p:tav>
                                      </p:tavLst>
                                    </p:anim>
                                    <p:anim calcmode="lin" valueType="num">
                                      <p:cBhvr additive="base">
                                        <p:cTn id="143" dur="300" fill="hold"/>
                                        <p:tgtEl>
                                          <p:spTgt spid="32"/>
                                        </p:tgtEl>
                                        <p:attrNameLst>
                                          <p:attrName>ppt_y</p:attrName>
                                        </p:attrNameLst>
                                      </p:cBhvr>
                                      <p:tavLst>
                                        <p:tav tm="0">
                                          <p:val>
                                            <p:strVal val="#ppt_y"/>
                                          </p:val>
                                        </p:tav>
                                        <p:tav tm="100000">
                                          <p:val>
                                            <p:strVal val="#ppt_y"/>
                                          </p:val>
                                        </p:tav>
                                      </p:tavLst>
                                    </p:anim>
                                  </p:childTnLst>
                                </p:cTn>
                              </p:par>
                              <p:par>
                                <p:cTn id="149" presetID="53" presetClass="entr" presetSubtype="32" fill="hold" grpId="0" nodeType="withEffect">
                                  <p:stCondLst>
                                    <p:cond delay="14120"/>
                                  </p:stCondLst>
                                  <p:childTnLst>
                                    <p:set>
                                      <p:cBhvr>
                                        <p:cTn id="145" dur="1" fill="hold">
                                          <p:stCondLst>
                                            <p:cond delay="0"/>
                                          </p:stCondLst>
                                        </p:cTn>
                                        <p:tgtEl>
                                          <p:spTgt spid="17"/>
                                        </p:tgtEl>
                                        <p:attrNameLst>
                                          <p:attrName>style.visibility</p:attrName>
                                        </p:attrNameLst>
                                      </p:cBhvr>
                                      <p:to>
                                        <p:strVal val="visible"/>
                                      </p:to>
                                    </p:set>
                                    <p:anim calcmode="lin" valueType="num">
                                      <p:cBhvr additive="base">
                                        <p:cTn id="146" dur="400" fill="hold"/>
                                        <p:tgtEl>
                                          <p:spTgt spid="17"/>
                                        </p:tgtEl>
                                        <p:attrNameLst>
                                          <p:attrName>ppt_w</p:attrName>
                                        </p:attrNameLst>
                                      </p:cBhvr>
                                      <p:tavLst>
                                        <p:tav tm="0">
                                          <p:val>
                                            <p:strVal val="#ppt_w*2.4"/>
                                          </p:val>
                                        </p:tav>
                                        <p:tav tm="100000">
                                          <p:val>
                                            <p:strVal val="#ppt_w"/>
                                          </p:val>
                                        </p:tav>
                                      </p:tavLst>
                                    </p:anim>
                                    <p:anim calcmode="lin" valueType="num">
                                      <p:cBhvr additive="base">
                                        <p:cTn id="147" dur="400" fill="hold"/>
                                        <p:tgtEl>
                                          <p:spTgt spid="17"/>
                                        </p:tgtEl>
                                        <p:attrNameLst>
                                          <p:attrName>ppt_h</p:attrName>
                                        </p:attrNameLst>
                                      </p:cBhvr>
                                      <p:tavLst>
                                        <p:tav tm="0">
                                          <p:val>
                                            <p:strVal val="#ppt_h*2.4"/>
                                          </p:val>
                                        </p:tav>
                                        <p:tav tm="100000">
                                          <p:val>
                                            <p:strVal val="#ppt_h"/>
                                          </p:val>
                                        </p:tav>
                                      </p:tavLst>
                                    </p:anim>
                                    <p:animEffect transition="in" filter="fade">
                                      <p:cBhvr>
                                        <p:cTn id="148" dur="400"/>
                                        <p:tgtEl>
                                          <p:spTgt spid="17"/>
                                        </p:tgtEl>
                                      </p:cBhvr>
                                    </p:animEffect>
                                  </p:childTnLst>
                                </p:cTn>
                              </p:par>
                              <p:par>
                                <p:cTn id="151" presetID="1" presetClass="entr" presetSubtype="0" fill="hold" grpId="0" nodeType="withEffect">
                                  <p:stCondLst>
                                    <p:cond delay="14150"/>
                                  </p:stCondLst>
                                  <p:iterate type="lt">
                                    <p:tmAbs val="30"/>
                                  </p:iterate>
                                  <p:childTnLst>
                                    <p:set>
                                      <p:cBhvr>
                                        <p:cTn id="150" dur="1" fill="hold">
                                          <p:stCondLst>
                                            <p:cond delay="0"/>
                                          </p:stCondLst>
                                        </p:cTn>
                                        <p:tgtEl>
                                          <p:spTgt spid="33"/>
                                        </p:tgtEl>
                                        <p:attrNameLst>
                                          <p:attrName>style.visibility</p:attrName>
                                        </p:attrNameLst>
                                      </p:cBhvr>
                                      <p:to>
                                        <p:strVal val="visible"/>
                                      </p:to>
                                    </p:set>
                                  </p:childTnLst>
                                </p:cTn>
                              </p:par>
                              <p:par>
                                <p:cTn id="156" presetID="53" presetClass="entr" presetSubtype="32" fill="hold" grpId="0" nodeType="withEffect">
                                  <p:stCondLst>
                                    <p:cond delay="14340"/>
                                  </p:stCondLst>
                                  <p:childTnLst>
                                    <p:set>
                                      <p:cBhvr>
                                        <p:cTn id="152" dur="1" fill="hold">
                                          <p:stCondLst>
                                            <p:cond delay="0"/>
                                          </p:stCondLst>
                                        </p:cTn>
                                        <p:tgtEl>
                                          <p:spTgt spid="18"/>
                                        </p:tgtEl>
                                        <p:attrNameLst>
                                          <p:attrName>style.visibility</p:attrName>
                                        </p:attrNameLst>
                                      </p:cBhvr>
                                      <p:to>
                                        <p:strVal val="visible"/>
                                      </p:to>
                                    </p:set>
                                    <p:anim calcmode="lin" valueType="num">
                                      <p:cBhvr additive="base">
                                        <p:cTn id="153" dur="400" fill="hold"/>
                                        <p:tgtEl>
                                          <p:spTgt spid="18"/>
                                        </p:tgtEl>
                                        <p:attrNameLst>
                                          <p:attrName>ppt_w</p:attrName>
                                        </p:attrNameLst>
                                      </p:cBhvr>
                                      <p:tavLst>
                                        <p:tav tm="0">
                                          <p:val>
                                            <p:strVal val="#ppt_w*2.4"/>
                                          </p:val>
                                        </p:tav>
                                        <p:tav tm="100000">
                                          <p:val>
                                            <p:strVal val="#ppt_w"/>
                                          </p:val>
                                        </p:tav>
                                      </p:tavLst>
                                    </p:anim>
                                    <p:anim calcmode="lin" valueType="num">
                                      <p:cBhvr additive="base">
                                        <p:cTn id="154" dur="400" fill="hold"/>
                                        <p:tgtEl>
                                          <p:spTgt spid="18"/>
                                        </p:tgtEl>
                                        <p:attrNameLst>
                                          <p:attrName>ppt_h</p:attrName>
                                        </p:attrNameLst>
                                      </p:cBhvr>
                                      <p:tavLst>
                                        <p:tav tm="0">
                                          <p:val>
                                            <p:strVal val="#ppt_h*2.4"/>
                                          </p:val>
                                        </p:tav>
                                        <p:tav tm="100000">
                                          <p:val>
                                            <p:strVal val="#ppt_h"/>
                                          </p:val>
                                        </p:tav>
                                      </p:tavLst>
                                    </p:anim>
                                    <p:animEffect transition="in" filter="fade">
                                      <p:cBhvr>
                                        <p:cTn id="155" dur="400"/>
                                        <p:tgtEl>
                                          <p:spTgt spid="18"/>
                                        </p:tgtEl>
                                      </p:cBhvr>
                                    </p:animEffect>
                                  </p:childTnLst>
                                </p:cTn>
                              </p:par>
                              <p:par>
                                <p:cTn id="161" presetID="53" presetClass="entr" presetSubtype="16" fill="hold" grpId="0" nodeType="withEffect">
                                  <p:stCondLst>
                                    <p:cond delay="14500"/>
                                  </p:stCondLst>
                                  <p:childTnLst>
                                    <p:set>
                                      <p:cBhvr>
                                        <p:cTn id="157" dur="1" fill="hold">
                                          <p:stCondLst>
                                            <p:cond delay="0"/>
                                          </p:stCondLst>
                                        </p:cTn>
                                        <p:tgtEl>
                                          <p:spTgt spid="19"/>
                                        </p:tgtEl>
                                        <p:attrNameLst>
                                          <p:attrName>style.visibility</p:attrName>
                                        </p:attrNameLst>
                                      </p:cBhvr>
                                      <p:to>
                                        <p:strVal val="visible"/>
                                      </p:to>
                                    </p:set>
                                    <p:anim calcmode="lin" valueType="num">
                                      <p:cBhvr additive="base">
                                        <p:cTn id="158" dur="300" fill="hold"/>
                                        <p:tgtEl>
                                          <p:spTgt spid="19"/>
                                        </p:tgtEl>
                                        <p:attrNameLst>
                                          <p:attrName>ppt_w</p:attrName>
                                        </p:attrNameLst>
                                      </p:cBhvr>
                                      <p:tavLst>
                                        <p:tav tm="0">
                                          <p:val>
                                            <p:strVal val="0"/>
                                          </p:val>
                                        </p:tav>
                                        <p:tav tm="100000">
                                          <p:val>
                                            <p:strVal val="#ppt_w"/>
                                          </p:val>
                                        </p:tav>
                                      </p:tavLst>
                                    </p:anim>
                                    <p:anim calcmode="lin" valueType="num">
                                      <p:cBhvr additive="base">
                                        <p:cTn id="159" dur="300" fill="hold"/>
                                        <p:tgtEl>
                                          <p:spTgt spid="19"/>
                                        </p:tgtEl>
                                        <p:attrNameLst>
                                          <p:attrName>ppt_h</p:attrName>
                                        </p:attrNameLst>
                                      </p:cBhvr>
                                      <p:tavLst>
                                        <p:tav tm="0">
                                          <p:val>
                                            <p:strVal val="0"/>
                                          </p:val>
                                        </p:tav>
                                        <p:tav tm="100000">
                                          <p:val>
                                            <p:strVal val="#ppt_h"/>
                                          </p:val>
                                        </p:tav>
                                      </p:tavLst>
                                    </p:anim>
                                    <p:animEffect transition="in" filter="fade">
                                      <p:cBhvr>
                                        <p:cTn id="160" dur="300"/>
                                        <p:tgtEl>
                                          <p:spTgt spid="19"/>
                                        </p:tgtEl>
                                      </p:cBhvr>
                                    </p:animEffect>
                                  </p:childTnLst>
                                </p:cTn>
                              </p:par>
                              <p:par>
                                <p:cTn id="166" presetID="53" presetClass="entr" presetSubtype="16" fill="hold" grpId="0" nodeType="withEffect">
                                  <p:stCondLst>
                                    <p:cond delay="14650"/>
                                  </p:stCondLst>
                                  <p:childTnLst>
                                    <p:set>
                                      <p:cBhvr>
                                        <p:cTn id="162" dur="1" fill="hold">
                                          <p:stCondLst>
                                            <p:cond delay="0"/>
                                          </p:stCondLst>
                                        </p:cTn>
                                        <p:tgtEl>
                                          <p:spTgt spid="20"/>
                                        </p:tgtEl>
                                        <p:attrNameLst>
                                          <p:attrName>style.visibility</p:attrName>
                                        </p:attrNameLst>
                                      </p:cBhvr>
                                      <p:to>
                                        <p:strVal val="visible"/>
                                      </p:to>
                                    </p:set>
                                    <p:anim calcmode="lin" valueType="num">
                                      <p:cBhvr additive="base">
                                        <p:cTn id="163" dur="300" fill="hold"/>
                                        <p:tgtEl>
                                          <p:spTgt spid="20"/>
                                        </p:tgtEl>
                                        <p:attrNameLst>
                                          <p:attrName>ppt_w</p:attrName>
                                        </p:attrNameLst>
                                      </p:cBhvr>
                                      <p:tavLst>
                                        <p:tav tm="0">
                                          <p:val>
                                            <p:strVal val="0"/>
                                          </p:val>
                                        </p:tav>
                                        <p:tav tm="100000">
                                          <p:val>
                                            <p:strVal val="#ppt_w"/>
                                          </p:val>
                                        </p:tav>
                                      </p:tavLst>
                                    </p:anim>
                                    <p:anim calcmode="lin" valueType="num">
                                      <p:cBhvr additive="base">
                                        <p:cTn id="164" dur="300" fill="hold"/>
                                        <p:tgtEl>
                                          <p:spTgt spid="20"/>
                                        </p:tgtEl>
                                        <p:attrNameLst>
                                          <p:attrName>ppt_h</p:attrName>
                                        </p:attrNameLst>
                                      </p:cBhvr>
                                      <p:tavLst>
                                        <p:tav tm="0">
                                          <p:val>
                                            <p:strVal val="0"/>
                                          </p:val>
                                        </p:tav>
                                        <p:tav tm="100000">
                                          <p:val>
                                            <p:strVal val="#ppt_h"/>
                                          </p:val>
                                        </p:tav>
                                      </p:tavLst>
                                    </p:anim>
                                    <p:animEffect transition="in" filter="fade">
                                      <p:cBhvr>
                                        <p:cTn id="165" dur="300"/>
                                        <p:tgtEl>
                                          <p:spTgt spid="20"/>
                                        </p:tgtEl>
                                      </p:cBhvr>
                                    </p:animEffect>
                                  </p:childTnLst>
                                </p:cTn>
                              </p:par>
                              <p:par>
                                <p:cTn id="171" presetID="53" presetClass="entr" presetSubtype="16" fill="hold" grpId="0" nodeType="withEffect">
                                  <p:stCondLst>
                                    <p:cond delay="14800"/>
                                  </p:stCondLst>
                                  <p:childTnLst>
                                    <p:set>
                                      <p:cBhvr>
                                        <p:cTn id="167" dur="1" fill="hold">
                                          <p:stCondLst>
                                            <p:cond delay="0"/>
                                          </p:stCondLst>
                                        </p:cTn>
                                        <p:tgtEl>
                                          <p:spTgt spid="21"/>
                                        </p:tgtEl>
                                        <p:attrNameLst>
                                          <p:attrName>style.visibility</p:attrName>
                                        </p:attrNameLst>
                                      </p:cBhvr>
                                      <p:to>
                                        <p:strVal val="visible"/>
                                      </p:to>
                                    </p:set>
                                    <p:anim calcmode="lin" valueType="num">
                                      <p:cBhvr additive="base">
                                        <p:cTn id="168" dur="300" fill="hold"/>
                                        <p:tgtEl>
                                          <p:spTgt spid="21"/>
                                        </p:tgtEl>
                                        <p:attrNameLst>
                                          <p:attrName>ppt_w</p:attrName>
                                        </p:attrNameLst>
                                      </p:cBhvr>
                                      <p:tavLst>
                                        <p:tav tm="0">
                                          <p:val>
                                            <p:strVal val="0"/>
                                          </p:val>
                                        </p:tav>
                                        <p:tav tm="100000">
                                          <p:val>
                                            <p:strVal val="#ppt_w"/>
                                          </p:val>
                                        </p:tav>
                                      </p:tavLst>
                                    </p:anim>
                                    <p:anim calcmode="lin" valueType="num">
                                      <p:cBhvr additive="base">
                                        <p:cTn id="169" dur="300" fill="hold"/>
                                        <p:tgtEl>
                                          <p:spTgt spid="21"/>
                                        </p:tgtEl>
                                        <p:attrNameLst>
                                          <p:attrName>ppt_h</p:attrName>
                                        </p:attrNameLst>
                                      </p:cBhvr>
                                      <p:tavLst>
                                        <p:tav tm="0">
                                          <p:val>
                                            <p:strVal val="0"/>
                                          </p:val>
                                        </p:tav>
                                        <p:tav tm="100000">
                                          <p:val>
                                            <p:strVal val="#ppt_h"/>
                                          </p:val>
                                        </p:tav>
                                      </p:tavLst>
                                    </p:anim>
                                    <p:animEffect transition="in" filter="fade">
                                      <p:cBhvr>
                                        <p:cTn id="170" dur="300"/>
                                        <p:tgtEl>
                                          <p:spTgt spid="21"/>
                                        </p:tgtEl>
                                      </p:cBhvr>
                                    </p:animEffect>
                                  </p:childTnLst>
                                </p:cTn>
                              </p:par>
                              <p:par>
                                <p:cTn id="176" presetID="53" presetClass="entr" presetSubtype="16" fill="hold" grpId="0" nodeType="withEffect">
                                  <p:stCondLst>
                                    <p:cond delay="14950"/>
                                  </p:stCondLst>
                                  <p:childTnLst>
                                    <p:set>
                                      <p:cBhvr>
                                        <p:cTn id="172" dur="1" fill="hold">
                                          <p:stCondLst>
                                            <p:cond delay="0"/>
                                          </p:stCondLst>
                                        </p:cTn>
                                        <p:tgtEl>
                                          <p:spTgt spid="22"/>
                                        </p:tgtEl>
                                        <p:attrNameLst>
                                          <p:attrName>style.visibility</p:attrName>
                                        </p:attrNameLst>
                                      </p:cBhvr>
                                      <p:to>
                                        <p:strVal val="visible"/>
                                      </p:to>
                                    </p:set>
                                    <p:anim calcmode="lin" valueType="num">
                                      <p:cBhvr additive="base">
                                        <p:cTn id="173" dur="300" fill="hold"/>
                                        <p:tgtEl>
                                          <p:spTgt spid="22"/>
                                        </p:tgtEl>
                                        <p:attrNameLst>
                                          <p:attrName>ppt_w</p:attrName>
                                        </p:attrNameLst>
                                      </p:cBhvr>
                                      <p:tavLst>
                                        <p:tav tm="0">
                                          <p:val>
                                            <p:strVal val="0"/>
                                          </p:val>
                                        </p:tav>
                                        <p:tav tm="100000">
                                          <p:val>
                                            <p:strVal val="#ppt_w"/>
                                          </p:val>
                                        </p:tav>
                                      </p:tavLst>
                                    </p:anim>
                                    <p:anim calcmode="lin" valueType="num">
                                      <p:cBhvr additive="base">
                                        <p:cTn id="174" dur="300" fill="hold"/>
                                        <p:tgtEl>
                                          <p:spTgt spid="22"/>
                                        </p:tgtEl>
                                        <p:attrNameLst>
                                          <p:attrName>ppt_h</p:attrName>
                                        </p:attrNameLst>
                                      </p:cBhvr>
                                      <p:tavLst>
                                        <p:tav tm="0">
                                          <p:val>
                                            <p:strVal val="0"/>
                                          </p:val>
                                        </p:tav>
                                        <p:tav tm="100000">
                                          <p:val>
                                            <p:strVal val="#ppt_h"/>
                                          </p:val>
                                        </p:tav>
                                      </p:tavLst>
                                    </p:anim>
                                    <p:animEffect transition="in" filter="fade">
                                      <p:cBhvr>
                                        <p:cTn id="175" dur="300"/>
                                        <p:tgtEl>
                                          <p:spTgt spid="22"/>
                                        </p:tgtEl>
                                      </p:cBhvr>
                                    </p:animEffect>
                                  </p:childTnLst>
                                </p:cTn>
                              </p:par>
                              <p:par>
                                <p:cTn id="178" presetID="6" presetClass="emph" presetSubtype="0" fill="hold" grpId="1" nodeType="withEffect" autoRev="1" repeatCount="indefinite">
                                  <p:stCondLst>
                                    <p:cond delay="15000"/>
                                  </p:stCondLst>
                                  <p:childTnLst>
                                    <p:animScale>
                                      <p:cBhvr>
                                        <p:cTn id="177" dur="600" fill="hold"/>
                                        <p:tgtEl>
                                          <p:spTgt spid="19"/>
                                        </p:tgtEl>
                                      </p:cBhvr>
                                      <p:by x="125000" y="125000"/>
                                    </p:animScale>
                                  </p:childTnLst>
                                </p:cTn>
                              </p:par>
                              <p:par>
                                <p:cTn id="180" presetID="6" presetClass="emph" presetSubtype="0" fill="hold" grpId="1" nodeType="withEffect" autoRev="1" repeatCount="indefinite">
                                  <p:stCondLst>
                                    <p:cond delay="15150"/>
                                  </p:stCondLst>
                                  <p:childTnLst>
                                    <p:animScale>
                                      <p:cBhvr>
                                        <p:cTn id="179" dur="600" fill="hold"/>
                                        <p:tgtEl>
                                          <p:spTgt spid="20"/>
                                        </p:tgtEl>
                                      </p:cBhvr>
                                      <p:by x="125000" y="125000"/>
                                    </p:animScale>
                                  </p:childTnLst>
                                </p:cTn>
                              </p:par>
                              <p:par>
                                <p:cTn id="182" presetID="6" presetClass="emph" presetSubtype="0" fill="hold" grpId="1" nodeType="withEffect" autoRev="1" repeatCount="indefinite">
                                  <p:stCondLst>
                                    <p:cond delay="15300"/>
                                  </p:stCondLst>
                                  <p:childTnLst>
                                    <p:animScale>
                                      <p:cBhvr>
                                        <p:cTn id="181" dur="600" fill="hold"/>
                                        <p:tgtEl>
                                          <p:spTgt spid="21"/>
                                        </p:tgtEl>
                                      </p:cBhvr>
                                      <p:by x="125000" y="125000"/>
                                    </p:animScale>
                                  </p:childTnLst>
                                </p:cTn>
                              </p:par>
                              <p:par>
                                <p:cTn id="184" presetID="6" presetClass="emph" presetSubtype="0" fill="hold" grpId="1" nodeType="withEffect" autoRev="1" repeatCount="indefinite">
                                  <p:stCondLst>
                                    <p:cond delay="15450"/>
                                  </p:stCondLst>
                                  <p:childTnLst>
                                    <p:animScale>
                                      <p:cBhvr>
                                        <p:cTn id="183" dur="600" fill="hold"/>
                                        <p:tgtEl>
                                          <p:spTgt spid="22"/>
                                        </p:tgtEl>
                                      </p:cBhvr>
                                      <p:by x="125000" y="125000"/>
                                    </p:animScale>
                                  </p:childTnLst>
                                </p:cTn>
                              </p:par>
                              <p:par>
                                <p:cTn id="187" presetID="22" presetClass="entr" presetSubtype="8" fill="hold" grpId="0" nodeType="withEffect">
                                  <p:stCondLst>
                                    <p:cond delay="17000"/>
                                  </p:stCondLst>
                                  <p:childTnLst>
                                    <p:set>
                                      <p:cBhvr>
                                        <p:cTn id="185" dur="1" fill="hold">
                                          <p:stCondLst>
                                            <p:cond delay="0"/>
                                          </p:stCondLst>
                                        </p:cTn>
                                        <p:tgtEl>
                                          <p:spTgt spid="34"/>
                                        </p:tgtEl>
                                        <p:attrNameLst>
                                          <p:attrName>style.visibility</p:attrName>
                                        </p:attrNameLst>
                                      </p:cBhvr>
                                      <p:to>
                                        <p:strVal val="visible"/>
                                      </p:to>
                                    </p:set>
                                    <p:animEffect transition="in" filter="wipe(left)">
                                      <p:cBhvr>
                                        <p:cTn id="186" dur="9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5" grpId="0" animBg="1"/>
      <p:bldP spid="3" grpId="0" animBg="1"/>
      <p:bldP spid="2" grpId="1" animBg="1"/>
      <p:bldP spid="6" grpId="0" animBg="1"/>
      <p:bldP spid="25" grpId="1" animBg="1"/>
      <p:bldP spid="24" grpId="0" animBg="1"/>
      <p:bldP spid="10" grpId="0" animBg="1"/>
      <p:bldP spid="26" grpId="0" animBg="1"/>
      <p:bldP spid="27" grpId="0" animBg="1"/>
      <p:bldP spid="14" grpId="0" animBg="1"/>
      <p:bldP spid="14" grpId="1" animBg="1"/>
      <p:bldP spid="26" grpId="1" animBg="1"/>
      <p:bldP spid="27" grpId="1" animBg="1"/>
      <p:bldP spid="12" grpId="0" animBg="1"/>
      <p:bldP spid="28" grpId="0" animBg="1"/>
      <p:bldP spid="29" grpId="0" animBg="1"/>
      <p:bldP spid="15" grpId="0" animBg="1"/>
      <p:bldP spid="15" grpId="1" animBg="1"/>
      <p:bldP spid="8" grpId="0" animBg="1"/>
      <p:bldP spid="14" grpId="2" animBg="1"/>
      <p:bldP spid="28" grpId="1" animBg="1"/>
      <p:bldP spid="29" grpId="1" animBg="1"/>
      <p:bldP spid="8" grpId="1" animBg="1"/>
      <p:bldP spid="15" grpId="2" animBg="1"/>
      <p:bldP spid="23" grpId="0" animBg="1"/>
      <p:bldP spid="7" grpId="0" animBg="1"/>
      <p:bldP spid="30" grpId="0" animBg="1"/>
      <p:bldP spid="23" grpId="1" animBg="1"/>
      <p:bldP spid="9" grpId="0" animBg="1"/>
      <p:bldP spid="31" grpId="0" animBg="1"/>
      <p:bldP spid="7" grpId="1" animBg="1"/>
      <p:bldP spid="30" grpId="1" animBg="1"/>
      <p:bldP spid="31" grpId="1" animBg="1"/>
      <p:bldP spid="10" grpId="1" animBg="1"/>
      <p:bldP spid="11" grpId="0" animBg="1"/>
      <p:bldP spid="12" grpId="1" animBg="1"/>
      <p:bldP spid="13" grpId="0" animBg="1"/>
      <p:bldP spid="16" grpId="0" animBg="1"/>
      <p:bldP spid="32" grpId="0" animBg="1"/>
      <p:bldP spid="17" grpId="0" animBg="1"/>
      <p:bldP spid="33" grpId="0" animBg="1"/>
      <p:bldP spid="18" grpId="0" animBg="1"/>
      <p:bldP spid="19" grpId="0" animBg="1"/>
      <p:bldP spid="20" grpId="0" animBg="1"/>
      <p:bldP spid="21" grpId="0" animBg="1"/>
      <p:bldP spid="22" grpId="0" animBg="1"/>
      <p:bldP spid="19" grpId="1" animBg="1"/>
      <p:bldP spid="20" grpId="1" animBg="1"/>
      <p:bldP spid="21" grpId="1" animBg="1"/>
      <p:bldP spid="22" grpId="1" animBg="1"/>
      <p:bldP spid="3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burst" descr="burst">    </p:cNvPr>
          <p:cNvPicPr>
            <a:picLocks noChangeAspect="1"/>
          </p:cNvPicPr>
          <p:nvPr/>
        </p:nvPicPr>
        <p:blipFill>
          <a:blip r:embed="rId3"/>
          <a:stretch>
            <a:fillRect/>
          </a:stretch>
        </p:blipFill>
        <p:spPr>
          <a:xfrm>
            <a:off x="4343400" y="914400"/>
            <a:ext cx="3566160" cy="3566160"/>
          </a:xfrm>
          <a:prstGeom prst="rect">
            <a:avLst/>
          </a:prstGeom>
        </p:spPr>
      </p:pic>
      <p:pic>
        <p:nvPicPr>
          <p:cNvPr id="9" name="crate a" descr="crate a">    </p:cNvPr>
          <p:cNvPicPr>
            <a:picLocks noChangeAspect="1"/>
          </p:cNvPicPr>
          <p:nvPr/>
        </p:nvPicPr>
        <p:blipFill>
          <a:blip r:embed="rId4"/>
          <a:stretch>
            <a:fillRect/>
          </a:stretch>
        </p:blipFill>
        <p:spPr>
          <a:xfrm>
            <a:off x="4297680" y="2880360"/>
            <a:ext cx="1828800" cy="1335024"/>
          </a:xfrm>
          <a:prstGeom prst="rect">
            <a:avLst/>
          </a:prstGeom>
        </p:spPr>
      </p:pic>
      <p:pic>
        <p:nvPicPr>
          <p:cNvPr id="10" name="crate b" descr="crate b">    </p:cNvPr>
          <p:cNvPicPr>
            <a:picLocks noChangeAspect="1"/>
          </p:cNvPicPr>
          <p:nvPr/>
        </p:nvPicPr>
        <p:blipFill>
          <a:blip r:embed="rId5"/>
          <a:stretch>
            <a:fillRect/>
          </a:stretch>
        </p:blipFill>
        <p:spPr>
          <a:xfrm>
            <a:off x="6172200" y="2880360"/>
            <a:ext cx="1828800" cy="1335024"/>
          </a:xfrm>
          <a:prstGeom prst="rect">
            <a:avLst/>
          </a:prstGeom>
        </p:spPr>
      </p:pic>
      <p:pic>
        <p:nvPicPr>
          <p:cNvPr id="11" name="crate c" descr="crate c">    </p:cNvPr>
          <p:cNvPicPr>
            <a:picLocks noChangeAspect="1"/>
          </p:cNvPicPr>
          <p:nvPr/>
        </p:nvPicPr>
        <p:blipFill>
          <a:blip r:embed="rId6"/>
          <a:stretch>
            <a:fillRect/>
          </a:stretch>
        </p:blipFill>
        <p:spPr>
          <a:xfrm>
            <a:off x="5230368" y="1645920"/>
            <a:ext cx="1828800" cy="1335024"/>
          </a:xfrm>
          <a:prstGeom prst="rect">
            <a:avLst/>
          </a:prstGeom>
        </p:spPr>
      </p:pic>
      <p:sp>
        <p:nvSpPr>
          <p:cNvPr id="12"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500" b="1" dirty="0">
                <a:solidFill>
                  <a:srgbClr val="0D0D0F"/>
                </a:solidFill>
                <a:latin typeface="Courier New" pitchFamily="34" charset="0"/>
                <a:ea typeface="Courier New" pitchFamily="34" charset="-122"/>
                <a:cs typeface="Courier New" pitchFamily="34" charset="-120"/>
              </a:rPr>
              <a:t>≈ 100 MILLION ROUNDS</a:t>
            </a:r>
            <a:endParaRPr lang="en-US" sz="1500" dirty="0"/>
          </a:p>
        </p:txBody>
      </p:sp>
      <p:pic>
        <p:nvPicPr>
          <p:cNvPr id="13" name="contract" descr="contract">    </p:cNvPr>
          <p:cNvPicPr>
            <a:picLocks noChangeAspect="1"/>
          </p:cNvPicPr>
          <p:nvPr/>
        </p:nvPicPr>
        <p:blipFill>
          <a:blip r:embed="rId7"/>
          <a:stretch>
            <a:fillRect/>
          </a:stretch>
        </p:blipFill>
        <p:spPr>
          <a:xfrm>
            <a:off x="5212080" y="1097280"/>
            <a:ext cx="1828800" cy="2286000"/>
          </a:xfrm>
          <a:prstGeom prst="rect">
            <a:avLst/>
          </a:prstGeom>
        </p:spPr>
      </p:pic>
      <p:pic>
        <p:nvPicPr>
          <p:cNvPr id="14" name="awarded" descr="awarded">    </p:cNvPr>
          <p:cNvPicPr>
            <a:picLocks noChangeAspect="1"/>
          </p:cNvPicPr>
          <p:nvPr/>
        </p:nvPicPr>
        <p:blipFill>
          <a:blip r:embed="rId8"/>
          <a:stretch>
            <a:fillRect/>
          </a:stretch>
        </p:blipFill>
        <p:spPr>
          <a:xfrm rot="-600000">
            <a:off x="4526280" y="2331720"/>
            <a:ext cx="3108960" cy="1161288"/>
          </a:xfrm>
          <a:prstGeom prst="rect">
            <a:avLst/>
          </a:prstGeom>
        </p:spPr>
      </p:pic>
      <p:pic>
        <p:nvPicPr>
          <p:cNvPr id="15" name="david" descr="david">    </p:cNvPr>
          <p:cNvPicPr>
            <a:picLocks noChangeAspect="1"/>
          </p:cNvPicPr>
          <p:nvPr/>
        </p:nvPicPr>
        <p:blipFill>
          <a:blip r:embed="rId9"/>
          <a:stretch>
            <a:fillRect/>
          </a:stretch>
        </p:blipFill>
        <p:spPr>
          <a:xfrm>
            <a:off x="685800" y="1645920"/>
            <a:ext cx="2902857" cy="4572000"/>
          </a:xfrm>
          <a:prstGeom prst="rect">
            <a:avLst/>
          </a:prstGeom>
        </p:spPr>
      </p:pic>
      <p:pic>
        <p:nvPicPr>
          <p:cNvPr id="16" name="efraim smirk" descr="efraim smirk">    </p:cNvPr>
          <p:cNvPicPr>
            <a:picLocks noChangeAspect="1"/>
          </p:cNvPicPr>
          <p:nvPr/>
        </p:nvPicPr>
        <p:blipFill>
          <a:blip r:embed="rId10"/>
          <a:stretch>
            <a:fillRect/>
          </a:stretch>
        </p:blipFill>
        <p:spPr>
          <a:xfrm>
            <a:off x="2423160" y="1645920"/>
            <a:ext cx="2902857" cy="4572000"/>
          </a:xfrm>
          <a:prstGeom prst="rect">
            <a:avLst/>
          </a:prstGeom>
        </p:spPr>
      </p:pic>
      <p:pic>
        <p:nvPicPr>
          <p:cNvPr id="17" name="efraim grin" descr="efraim grin">    </p:cNvPr>
          <p:cNvPicPr>
            <a:picLocks noChangeAspect="1"/>
          </p:cNvPicPr>
          <p:nvPr/>
        </p:nvPicPr>
        <p:blipFill>
          <a:blip r:embed="rId11"/>
          <a:stretch>
            <a:fillRect/>
          </a:stretch>
        </p:blipFill>
        <p:spPr>
          <a:xfrm>
            <a:off x="2423160" y="1645920"/>
            <a:ext cx="2902857" cy="4572000"/>
          </a:xfrm>
          <a:prstGeom prst="rect">
            <a:avLst/>
          </a:prstGeom>
        </p:spPr>
      </p:pic>
      <p:pic>
        <p:nvPicPr>
          <p:cNvPr id="18" name="efraim scheme" descr="efraim scheme">    </p:cNvPr>
          <p:cNvPicPr>
            <a:picLocks noChangeAspect="1"/>
          </p:cNvPicPr>
          <p:nvPr/>
        </p:nvPicPr>
        <p:blipFill>
          <a:blip r:embed="rId12"/>
          <a:stretch>
            <a:fillRect/>
          </a:stretch>
        </p:blipFill>
        <p:spPr>
          <a:xfrm>
            <a:off x="2423160" y="1645920"/>
            <a:ext cx="2902857" cy="4572000"/>
          </a:xfrm>
          <a:prstGeom prst="rect">
            <a:avLst/>
          </a:prstGeom>
        </p:spPr>
      </p:pic>
      <p:pic>
        <p:nvPicPr>
          <p:cNvPr id="19" name="henry" descr="henry">    </p:cNvPr>
          <p:cNvPicPr>
            <a:picLocks noChangeAspect="1"/>
          </p:cNvPicPr>
          <p:nvPr/>
        </p:nvPicPr>
        <p:blipFill>
          <a:blip r:embed="rId13"/>
          <a:stretch>
            <a:fillRect/>
          </a:stretch>
        </p:blipFill>
        <p:spPr>
          <a:xfrm>
            <a:off x="8595360" y="1645920"/>
            <a:ext cx="2902857" cy="4572000"/>
          </a:xfrm>
          <a:prstGeom prst="rect">
            <a:avLst/>
          </a:prstGeom>
        </p:spPr>
      </p:pic>
      <p:pic>
        <p:nvPicPr>
          <p:cNvPr id="20" name="henry angry" descr="henry angry">    </p:cNvPr>
          <p:cNvPicPr>
            <a:picLocks noChangeAspect="1"/>
          </p:cNvPicPr>
          <p:nvPr/>
        </p:nvPicPr>
        <p:blipFill>
          <a:blip r:embed="rId14"/>
          <a:stretch>
            <a:fillRect/>
          </a:stretch>
        </p:blipFill>
        <p:spPr>
          <a:xfrm>
            <a:off x="8595360" y="1645920"/>
            <a:ext cx="2902857" cy="4572000"/>
          </a:xfrm>
          <a:prstGeom prst="rect">
            <a:avLst/>
          </a:prstGeom>
        </p:spPr>
      </p:pic>
      <p:pic>
        <p:nvPicPr>
          <p:cNvPr id="21" name="watch" descr="watch">    </p:cNvPr>
          <p:cNvPicPr>
            <a:picLocks noChangeAspect="1"/>
          </p:cNvPicPr>
          <p:nvPr/>
        </p:nvPicPr>
        <p:blipFill>
          <a:blip r:embed="rId15"/>
          <a:stretch>
            <a:fillRect/>
          </a:stretch>
        </p:blipFill>
        <p:spPr>
          <a:xfrm rot="-600000">
            <a:off x="8686800" y="3657600"/>
            <a:ext cx="2697480" cy="1005840"/>
          </a:xfrm>
          <a:prstGeom prst="rect">
            <a:avLst/>
          </a:prstGeom>
        </p:spPr>
      </p:pic>
      <p:pic>
        <p:nvPicPr>
          <p:cNvPr id="22" name="glint" descr="glint">    </p:cNvPr>
          <p:cNvPicPr>
            <a:picLocks noChangeAspect="1"/>
          </p:cNvPicPr>
          <p:nvPr/>
        </p:nvPicPr>
        <p:blipFill>
          <a:blip r:embed="rId16"/>
          <a:stretch>
            <a:fillRect/>
          </a:stretch>
        </p:blipFill>
        <p:spPr>
          <a:xfrm>
            <a:off x="9372600" y="3017520"/>
            <a:ext cx="457200" cy="457200"/>
          </a:xfrm>
          <a:prstGeom prst="rect">
            <a:avLst/>
          </a:prstGeom>
        </p:spPr>
      </p:pic>
      <p:pic>
        <p:nvPicPr>
          <p:cNvPr id="23" name="vein" descr="vein">    </p:cNvPr>
          <p:cNvPicPr>
            <a:picLocks noChangeAspect="1"/>
          </p:cNvPicPr>
          <p:nvPr/>
        </p:nvPicPr>
        <p:blipFill>
          <a:blip r:embed="rId17"/>
          <a:stretch>
            <a:fillRect/>
          </a:stretch>
        </p:blipFill>
        <p:spPr>
          <a:xfrm>
            <a:off x="10561320" y="2057400"/>
            <a:ext cx="502920" cy="502920"/>
          </a:xfrm>
          <a:prstGeom prst="rect">
            <a:avLst/>
          </a:prstGeom>
        </p:spPr>
      </p:pic>
      <p:pic>
        <p:nvPicPr>
          <p:cNvPr id="24" name="flash" descr="preencoded.png">    </p:cNvPr>
          <p:cNvPicPr>
            <a:picLocks noChangeAspect="1"/>
          </p:cNvPicPr>
          <p:nvPr/>
        </p:nvPicPr>
        <p:blipFill>
          <a:blip r:embed="rId18"/>
          <a:stretch>
            <a:fillRect/>
          </a:stretch>
        </p:blipFill>
        <p:spPr>
          <a:xfrm>
            <a:off x="548640" y="868680"/>
            <a:ext cx="11094415" cy="5349240"/>
          </a:xfrm>
          <a:prstGeom prst="rect">
            <a:avLst/>
          </a:prstGeom>
        </p:spPr>
      </p:pic>
      <p:pic>
        <p:nvPicPr>
          <p:cNvPr id="25" name="redflash" descr="preencoded.png">    </p:cNvPr>
          <p:cNvPicPr>
            <a:picLocks noChangeAspect="1"/>
          </p:cNvPicPr>
          <p:nvPr/>
        </p:nvPicPr>
        <p:blipFill>
          <a:blip r:embed="rId19"/>
          <a:stretch>
            <a:fillRect/>
          </a:stretch>
        </p:blipFill>
        <p:spPr>
          <a:xfrm>
            <a:off x="548640" y="868680"/>
            <a:ext cx="11094415" cy="5349240"/>
          </a:xfrm>
          <a:prstGeom prst="rect">
            <a:avLst/>
          </a:prstGeom>
        </p:spPr>
      </p:pic>
      <p:sp>
        <p:nvSpPr>
          <p:cNvPr id="26"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27" name="eyecatch" descr="preencoded.png">    </p:cNvPr>
          <p:cNvPicPr>
            <a:picLocks noChangeAspect="1"/>
          </p:cNvPicPr>
          <p:nvPr/>
        </p:nvPicPr>
        <p:blipFill>
          <a:blip r:embed="rId20"/>
          <a:stretch>
            <a:fillRect/>
          </a:stretch>
        </p:blipFill>
        <p:spPr>
          <a:xfrm>
            <a:off x="548640" y="868680"/>
            <a:ext cx="11094415" cy="5349240"/>
          </a:xfrm>
          <a:prstGeom prst="rect">
            <a:avLst/>
          </a:prstGeom>
        </p:spPr>
      </p:pic>
      <p:sp>
        <p:nvSpPr>
          <p:cNvPr id="2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2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 can’t sell to the U.S. government. Your clean little company can.</a:t>
            </a:r>
            <a:endParaRPr lang="en-US" sz="1800" dirty="0"/>
          </a:p>
        </p:txBody>
      </p:sp>
      <p:sp>
        <p:nvSpPr>
          <p:cNvPr id="30"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1"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2"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3"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3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…and we don’t need Henry anymore.</a:t>
            </a:r>
            <a:endParaRPr lang="en-US" sz="1800" dirty="0"/>
          </a:p>
        </p:txBody>
      </p:sp>
      <p:sp>
        <p:nvSpPr>
          <p:cNvPr id="36"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16" fill="hold">
                      <p:stCondLst>
                        <p:cond delay="indefinite"/>
                        <p:cond evt="onBegin" delay="0">
                          <p:tn val="2"/>
                        </p:cond>
                      </p:stCondLst>
                      <p:childTnLst>
                        <p:par>
                          <p:cTn id="21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animEffect transition="in" filter="fade">
                                      <p:cBhvr>
                                        <p:cTn id="9" dur="450"/>
                                        <p:tgtEl>
                                          <p:spTgt spid="27"/>
                                        </p:tgtEl>
                                      </p:cBhvr>
                                    </p:animEffect>
                                    <p:anim calcmode="lin" valueType="num">
                                      <p:cBhvr additive="base">
                                        <p:cTn id="10" dur="450" fill="hold"/>
                                        <p:tgtEl>
                                          <p:spTgt spid="27"/>
                                        </p:tgtEl>
                                        <p:attrNameLst>
                                          <p:attrName>ppt_x</p:attrName>
                                        </p:attrNameLst>
                                      </p:cBhvr>
                                      <p:tavLst>
                                        <p:tav tm="0">
                                          <p:val>
                                            <p:strVal val="#ppt_x-.05"/>
                                          </p:val>
                                        </p:tav>
                                        <p:tav tm="100000">
                                          <p:val>
                                            <p:strVal val="#ppt_x"/>
                                          </p:val>
                                        </p:tav>
                                      </p:tavLst>
                                    </p:anim>
                                    <p:anim calcmode="lin" valueType="num">
                                      <p:cBhvr additive="base">
                                        <p:cTn id="11" dur="450" fill="hold"/>
                                        <p:tgtEl>
                                          <p:spTgt spid="27"/>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27"/>
                                        </p:tgtEl>
                                      </p:cBhvr>
                                    </p:animEffect>
                                    <p:set>
                                      <p:cBhvr>
                                        <p:cTn id="21" dur="1" fill="hold">
                                          <p:stCondLst>
                                            <p:cond delay="399"/>
                                          </p:stCondLst>
                                        </p:cTn>
                                        <p:tgtEl>
                                          <p:spTgt spid="27"/>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500"/>
                                        <p:tgtEl>
                                          <p:spTgt spid="26"/>
                                        </p:tgtEl>
                                      </p:cBhvr>
                                    </p:animEffect>
                                    <p:anim calcmode="lin" valueType="num">
                                      <p:cBhvr additive="base">
                                        <p:cTn id="25" dur="500" fill="hold"/>
                                        <p:tgtEl>
                                          <p:spTgt spid="26"/>
                                        </p:tgtEl>
                                        <p:attrNameLst>
                                          <p:attrName>ppt_x</p:attrName>
                                        </p:attrNameLst>
                                      </p:cBhvr>
                                      <p:tavLst>
                                        <p:tav tm="0">
                                          <p:val>
                                            <p:strVal val="#ppt_x"/>
                                          </p:val>
                                        </p:tav>
                                        <p:tav tm="100000">
                                          <p:val>
                                            <p:strVal val="#ppt_x"/>
                                          </p:val>
                                        </p:tav>
                                      </p:tavLst>
                                    </p:anim>
                                    <p:anim calcmode="lin" valueType="num">
                                      <p:cBhvr additive="base">
                                        <p:cTn id="26" dur="500" fill="hold"/>
                                        <p:tgtEl>
                                          <p:spTgt spid="26"/>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anim calcmode="lin" valueType="num">
                                      <p:cBhvr additive="base">
                                        <p:cTn id="30" dur="500" fill="hold"/>
                                        <p:tgtEl>
                                          <p:spTgt spid="15"/>
                                        </p:tgtEl>
                                        <p:attrNameLst>
                                          <p:attrName>ppt_x</p:attrName>
                                        </p:attrNameLst>
                                      </p:cBhvr>
                                      <p:tavLst>
                                        <p:tav tm="0">
                                          <p:val>
                                            <p:strVal val="#ppt_x-.05"/>
                                          </p:val>
                                        </p:tav>
                                        <p:tav tm="100000">
                                          <p:val>
                                            <p:strVal val="#ppt_x"/>
                                          </p:val>
                                        </p:tav>
                                      </p:tavLst>
                                    </p:anim>
                                    <p:anim calcmode="lin" valueType="num">
                                      <p:cBhvr additive="base">
                                        <p:cTn id="31" dur="500" fill="hold"/>
                                        <p:tgtEl>
                                          <p:spTgt spid="15"/>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20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anim calcmode="lin" valueType="num">
                                      <p:cBhvr additive="base">
                                        <p:cTn id="35" dur="500" fill="hold"/>
                                        <p:tgtEl>
                                          <p:spTgt spid="16"/>
                                        </p:tgtEl>
                                        <p:attrNameLst>
                                          <p:attrName>ppt_x</p:attrName>
                                        </p:attrNameLst>
                                      </p:cBhvr>
                                      <p:tavLst>
                                        <p:tav tm="0">
                                          <p:val>
                                            <p:strVal val="#ppt_x-.05"/>
                                          </p:val>
                                        </p:tav>
                                        <p:tav tm="100000">
                                          <p:val>
                                            <p:strVal val="#ppt_x"/>
                                          </p:val>
                                        </p:tav>
                                      </p:tavLst>
                                    </p:anim>
                                    <p:anim calcmode="lin" valueType="num">
                                      <p:cBhvr additive="base">
                                        <p:cTn id="36" dur="500" fill="hold"/>
                                        <p:tgtEl>
                                          <p:spTgt spid="16"/>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90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additive="base">
                                        <p:cTn id="40" dur="500" fill="hold"/>
                                        <p:tgtEl>
                                          <p:spTgt spid="19"/>
                                        </p:tgtEl>
                                        <p:attrNameLst>
                                          <p:attrName>ppt_x</p:attrName>
                                        </p:attrNameLst>
                                      </p:cBhvr>
                                      <p:tavLst>
                                        <p:tav tm="0">
                                          <p:val>
                                            <p:strVal val="#ppt_x+.05"/>
                                          </p:val>
                                        </p:tav>
                                        <p:tav tm="100000">
                                          <p:val>
                                            <p:strVal val="#ppt_x"/>
                                          </p:val>
                                        </p:tav>
                                      </p:tavLst>
                                    </p:anim>
                                    <p:anim calcmode="lin" valueType="num">
                                      <p:cBhvr additive="base">
                                        <p:cTn id="41" dur="500" fill="hold"/>
                                        <p:tgtEl>
                                          <p:spTgt spid="19"/>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3300"/>
                                  </p:stCondLst>
                                  <p:childTnLst>
                                    <p:set>
                                      <p:cBhvr>
                                        <p:cTn id="43" dur="1" fill="hold">
                                          <p:stCondLst>
                                            <p:cond delay="0"/>
                                          </p:stCondLst>
                                        </p:cTn>
                                        <p:tgtEl>
                                          <p:spTgt spid="28"/>
                                        </p:tgtEl>
                                        <p:attrNameLst>
                                          <p:attrName>style.visibility</p:attrName>
                                        </p:attrNameLst>
                                      </p:cBhvr>
                                      <p:to>
                                        <p:strVal val="visible"/>
                                      </p:to>
                                    </p:set>
                                    <p:animEffect transition="in" filter="fade">
                                      <p:cBhvr>
                                        <p:cTn id="44" dur="300"/>
                                        <p:tgtEl>
                                          <p:spTgt spid="28"/>
                                        </p:tgtEl>
                                      </p:cBhvr>
                                    </p:animEffect>
                                    <p:anim calcmode="lin" valueType="num">
                                      <p:cBhvr additive="base">
                                        <p:cTn id="45" dur="300" fill="hold"/>
                                        <p:tgtEl>
                                          <p:spTgt spid="28"/>
                                        </p:tgtEl>
                                        <p:attrNameLst>
                                          <p:attrName>ppt_x</p:attrName>
                                        </p:attrNameLst>
                                      </p:cBhvr>
                                      <p:tavLst>
                                        <p:tav tm="0">
                                          <p:val>
                                            <p:strVal val="#ppt_x-.05"/>
                                          </p:val>
                                        </p:tav>
                                        <p:tav tm="100000">
                                          <p:val>
                                            <p:strVal val="#ppt_x"/>
                                          </p:val>
                                        </p:tav>
                                      </p:tavLst>
                                    </p:anim>
                                    <p:anim calcmode="lin" valueType="num">
                                      <p:cBhvr additive="base">
                                        <p:cTn id="46" dur="300" fill="hold"/>
                                        <p:tgtEl>
                                          <p:spTgt spid="28"/>
                                        </p:tgtEl>
                                        <p:attrNameLst>
                                          <p:attrName>ppt_y</p:attrName>
                                        </p:attrNameLst>
                                      </p:cBhvr>
                                      <p:tavLst>
                                        <p:tav tm="0">
                                          <p:val>
                                            <p:strVal val="#ppt_y"/>
                                          </p:val>
                                        </p:tav>
                                        <p:tav tm="100000">
                                          <p:val>
                                            <p:strVal val="#ppt_y"/>
                                          </p:val>
                                        </p:tav>
                                      </p:tavLst>
                                    </p:anim>
                                  </p:childTnLst>
                                </p:cTn>
                              </p:par>
                              <p:par>
                                <p:cTn id="49" presetID="1" presetClass="entr" presetSubtype="0" fill="hold" grpId="0" nodeType="withEffect">
                                  <p:stCondLst>
                                    <p:cond delay="3450"/>
                                  </p:stCondLst>
                                  <p:iterate type="lt">
                                    <p:tmAbs val="30"/>
                                  </p:iterate>
                                  <p:childTnLst>
                                    <p:set>
                                      <p:cBhvr>
                                        <p:cTn id="48" dur="1" fill="hold">
                                          <p:stCondLst>
                                            <p:cond delay="0"/>
                                          </p:stCondLst>
                                        </p:cTn>
                                        <p:tgtEl>
                                          <p:spTgt spid="29"/>
                                        </p:tgtEl>
                                        <p:attrNameLst>
                                          <p:attrName>style.visibility</p:attrName>
                                        </p:attrNameLst>
                                      </p:cBhvr>
                                      <p:to>
                                        <p:strVal val="visible"/>
                                      </p:to>
                                    </p:set>
                                  </p:childTnLst>
                                </p:cTn>
                              </p:par>
                              <p:par>
                                <p:cTn id="54" presetID="53" presetClass="entr" presetSubtype="16" fill="hold" grpId="0" nodeType="withEffect">
                                  <p:stCondLst>
                                    <p:cond delay="3500"/>
                                  </p:stCondLst>
                                  <p:childTnLst>
                                    <p:set>
                                      <p:cBhvr>
                                        <p:cTn id="50" dur="1" fill="hold">
                                          <p:stCondLst>
                                            <p:cond delay="0"/>
                                          </p:stCondLst>
                                        </p:cTn>
                                        <p:tgtEl>
                                          <p:spTgt spid="22"/>
                                        </p:tgtEl>
                                        <p:attrNameLst>
                                          <p:attrName>style.visibility</p:attrName>
                                        </p:attrNameLst>
                                      </p:cBhvr>
                                      <p:to>
                                        <p:strVal val="visible"/>
                                      </p:to>
                                    </p:set>
                                    <p:anim calcmode="lin" valueType="num">
                                      <p:cBhvr additive="base">
                                        <p:cTn id="51" dur="300" fill="hold"/>
                                        <p:tgtEl>
                                          <p:spTgt spid="22"/>
                                        </p:tgtEl>
                                        <p:attrNameLst>
                                          <p:attrName>ppt_w</p:attrName>
                                        </p:attrNameLst>
                                      </p:cBhvr>
                                      <p:tavLst>
                                        <p:tav tm="0">
                                          <p:val>
                                            <p:strVal val="0"/>
                                          </p:val>
                                        </p:tav>
                                        <p:tav tm="100000">
                                          <p:val>
                                            <p:strVal val="#ppt_w"/>
                                          </p:val>
                                        </p:tav>
                                      </p:tavLst>
                                    </p:anim>
                                    <p:anim calcmode="lin" valueType="num">
                                      <p:cBhvr additive="base">
                                        <p:cTn id="52" dur="300" fill="hold"/>
                                        <p:tgtEl>
                                          <p:spTgt spid="22"/>
                                        </p:tgtEl>
                                        <p:attrNameLst>
                                          <p:attrName>ppt_h</p:attrName>
                                        </p:attrNameLst>
                                      </p:cBhvr>
                                      <p:tavLst>
                                        <p:tav tm="0">
                                          <p:val>
                                            <p:strVal val="0"/>
                                          </p:val>
                                        </p:tav>
                                        <p:tav tm="100000">
                                          <p:val>
                                            <p:strVal val="#ppt_h"/>
                                          </p:val>
                                        </p:tav>
                                      </p:tavLst>
                                    </p:anim>
                                    <p:animEffect transition="in" filter="fade">
                                      <p:cBhvr>
                                        <p:cTn id="53" dur="300"/>
                                        <p:tgtEl>
                                          <p:spTgt spid="22"/>
                                        </p:tgtEl>
                                      </p:cBhvr>
                                    </p:animEffect>
                                  </p:childTnLst>
                                </p:cTn>
                              </p:par>
                              <p:par>
                                <p:cTn id="56" presetID="8" presetClass="emph" presetSubtype="0" fill="hold" grpId="1" nodeType="withEffect" repeatCount="indefinite">
                                  <p:stCondLst>
                                    <p:cond delay="3800"/>
                                  </p:stCondLst>
                                  <p:childTnLst>
                                    <p:animRot by="21600000">
                                      <p:cBhvr>
                                        <p:cTn id="55" dur="1500" fill="hold"/>
                                        <p:tgtEl>
                                          <p:spTgt spid="22"/>
                                        </p:tgtEl>
                                        <p:attrNameLst>
                                          <p:attrName>r</p:attrName>
                                        </p:attrNameLst>
                                      </p:cBhvr>
                                    </p:animRot>
                                  </p:childTnLst>
                                </p:cTn>
                              </p:par>
                              <p:par>
                                <p:cTn id="61" presetID="53" presetClass="entr" presetSubtype="32" fill="hold" grpId="0" nodeType="withEffect">
                                  <p:stCondLst>
                                    <p:cond delay="4000"/>
                                  </p:stCondLst>
                                  <p:childTnLst>
                                    <p:set>
                                      <p:cBhvr>
                                        <p:cTn id="57" dur="1" fill="hold">
                                          <p:stCondLst>
                                            <p:cond delay="0"/>
                                          </p:stCondLst>
                                        </p:cTn>
                                        <p:tgtEl>
                                          <p:spTgt spid="21"/>
                                        </p:tgtEl>
                                        <p:attrNameLst>
                                          <p:attrName>style.visibility</p:attrName>
                                        </p:attrNameLst>
                                      </p:cBhvr>
                                      <p:to>
                                        <p:strVal val="visible"/>
                                      </p:to>
                                    </p:set>
                                    <p:anim calcmode="lin" valueType="num">
                                      <p:cBhvr additive="base">
                                        <p:cTn id="58" dur="450" fill="hold"/>
                                        <p:tgtEl>
                                          <p:spTgt spid="21"/>
                                        </p:tgtEl>
                                        <p:attrNameLst>
                                          <p:attrName>ppt_w</p:attrName>
                                        </p:attrNameLst>
                                      </p:cBhvr>
                                      <p:tavLst>
                                        <p:tav tm="0">
                                          <p:val>
                                            <p:strVal val="#ppt_w*2.4"/>
                                          </p:val>
                                        </p:tav>
                                        <p:tav tm="100000">
                                          <p:val>
                                            <p:strVal val="#ppt_w"/>
                                          </p:val>
                                        </p:tav>
                                      </p:tavLst>
                                    </p:anim>
                                    <p:anim calcmode="lin" valueType="num">
                                      <p:cBhvr additive="base">
                                        <p:cTn id="59" dur="450" fill="hold"/>
                                        <p:tgtEl>
                                          <p:spTgt spid="21"/>
                                        </p:tgtEl>
                                        <p:attrNameLst>
                                          <p:attrName>ppt_h</p:attrName>
                                        </p:attrNameLst>
                                      </p:cBhvr>
                                      <p:tavLst>
                                        <p:tav tm="0">
                                          <p:val>
                                            <p:strVal val="#ppt_h*2.4"/>
                                          </p:val>
                                        </p:tav>
                                        <p:tav tm="100000">
                                          <p:val>
                                            <p:strVal val="#ppt_h"/>
                                          </p:val>
                                        </p:tav>
                                      </p:tavLst>
                                    </p:anim>
                                    <p:animEffect transition="in" filter="fade">
                                      <p:cBhvr>
                                        <p:cTn id="60" dur="450"/>
                                        <p:tgtEl>
                                          <p:spTgt spid="21"/>
                                        </p:tgtEl>
                                      </p:cBhvr>
                                    </p:animEffect>
                                  </p:childTnLst>
                                </p:cTn>
                              </p:par>
                              <p:par>
                                <p:cTn id="64" presetID="10" presetClass="exit" presetSubtype="0" fill="hold" grpId="1" nodeType="withEffect">
                                  <p:stCondLst>
                                    <p:cond delay="7300"/>
                                  </p:stCondLst>
                                  <p:childTnLst>
                                    <p:animEffect transition="out" filter="fade">
                                      <p:cBhvr>
                                        <p:cTn id="62" dur="250"/>
                                        <p:tgtEl>
                                          <p:spTgt spid="28"/>
                                        </p:tgtEl>
                                      </p:cBhvr>
                                    </p:animEffect>
                                    <p:set>
                                      <p:cBhvr>
                                        <p:cTn id="63" dur="1" fill="hold">
                                          <p:stCondLst>
                                            <p:cond delay="249"/>
                                          </p:stCondLst>
                                        </p:cTn>
                                        <p:tgtEl>
                                          <p:spTgt spid="28"/>
                                        </p:tgtEl>
                                        <p:attrNameLst>
                                          <p:attrName>style.visibility</p:attrName>
                                        </p:attrNameLst>
                                      </p:cBhvr>
                                      <p:to>
                                        <p:strVal val="hidden"/>
                                      </p:to>
                                    </p:set>
                                  </p:childTnLst>
                                </p:cTn>
                              </p:par>
                              <p:par>
                                <p:cTn id="67" presetID="10" presetClass="exit" presetSubtype="0" fill="hold" grpId="1" nodeType="withEffect">
                                  <p:stCondLst>
                                    <p:cond delay="7300"/>
                                  </p:stCondLst>
                                  <p:childTnLst>
                                    <p:animEffect transition="out" filter="fade">
                                      <p:cBhvr>
                                        <p:cTn id="65" dur="250"/>
                                        <p:tgtEl>
                                          <p:spTgt spid="29"/>
                                        </p:tgtEl>
                                      </p:cBhvr>
                                    </p:animEffect>
                                    <p:set>
                                      <p:cBhvr>
                                        <p:cTn id="66" dur="1" fill="hold">
                                          <p:stCondLst>
                                            <p:cond delay="249"/>
                                          </p:stCondLst>
                                        </p:cTn>
                                        <p:tgtEl>
                                          <p:spTgt spid="29"/>
                                        </p:tgtEl>
                                        <p:attrNameLst>
                                          <p:attrName>style.visibility</p:attrName>
                                        </p:attrNameLst>
                                      </p:cBhvr>
                                      <p:to>
                                        <p:strVal val="hidden"/>
                                      </p:to>
                                    </p:set>
                                  </p:childTnLst>
                                </p:cTn>
                              </p:par>
                              <p:par>
                                <p:cTn id="70" presetID="10" presetClass="exit" presetSubtype="0" fill="hold" grpId="1" nodeType="withEffect">
                                  <p:stCondLst>
                                    <p:cond delay="7300"/>
                                  </p:stCondLst>
                                  <p:childTnLst>
                                    <p:animEffect transition="out" filter="fade">
                                      <p:cBhvr>
                                        <p:cTn id="68" dur="300"/>
                                        <p:tgtEl>
                                          <p:spTgt spid="21"/>
                                        </p:tgtEl>
                                      </p:cBhvr>
                                    </p:animEffect>
                                    <p:set>
                                      <p:cBhvr>
                                        <p:cTn id="69" dur="1" fill="hold">
                                          <p:stCondLst>
                                            <p:cond delay="299"/>
                                          </p:stCondLst>
                                        </p:cTn>
                                        <p:tgtEl>
                                          <p:spTgt spid="21"/>
                                        </p:tgtEl>
                                        <p:attrNameLst>
                                          <p:attrName>style.visibility</p:attrName>
                                        </p:attrNameLst>
                                      </p:cBhvr>
                                      <p:to>
                                        <p:strVal val="hidden"/>
                                      </p:to>
                                    </p:set>
                                  </p:childTnLst>
                                </p:cTn>
                              </p:par>
                              <p:par>
                                <p:cTn id="73" presetID="10" presetClass="exit" presetSubtype="0" fill="hold" grpId="2" nodeType="withEffect">
                                  <p:stCondLst>
                                    <p:cond delay="7300"/>
                                  </p:stCondLst>
                                  <p:childTnLst>
                                    <p:animEffect transition="out" filter="fade">
                                      <p:cBhvr>
                                        <p:cTn id="71" dur="200"/>
                                        <p:tgtEl>
                                          <p:spTgt spid="22"/>
                                        </p:tgtEl>
                                      </p:cBhvr>
                                    </p:animEffect>
                                    <p:set>
                                      <p:cBhvr>
                                        <p:cTn id="72" dur="1" fill="hold">
                                          <p:stCondLst>
                                            <p:cond delay="199"/>
                                          </p:stCondLst>
                                        </p:cTn>
                                        <p:tgtEl>
                                          <p:spTgt spid="22"/>
                                        </p:tgtEl>
                                        <p:attrNameLst>
                                          <p:attrName>style.visibility</p:attrName>
                                        </p:attrNameLst>
                                      </p:cBhvr>
                                      <p:to>
                                        <p:strVal val="hidden"/>
                                      </p:to>
                                    </p:set>
                                  </p:childTnLst>
                                </p:cTn>
                              </p:par>
                              <p:par>
                                <p:cTn id="78" presetID="42" presetClass="entr" presetSubtype="0" fill="hold" grpId="0" nodeType="withEffect">
                                  <p:stCondLst>
                                    <p:cond delay="750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500"/>
                                        <p:tgtEl>
                                          <p:spTgt spid="9"/>
                                        </p:tgtEl>
                                      </p:cBhvr>
                                    </p:animEffect>
                                    <p:anim calcmode="lin" valueType="num">
                                      <p:cBhvr additive="base">
                                        <p:cTn id="76" dur="500" fill="hold"/>
                                        <p:tgtEl>
                                          <p:spTgt spid="9"/>
                                        </p:tgtEl>
                                        <p:attrNameLst>
                                          <p:attrName>ppt_x</p:attrName>
                                        </p:attrNameLst>
                                      </p:cBhvr>
                                      <p:tavLst>
                                        <p:tav tm="0">
                                          <p:val>
                                            <p:strVal val="#ppt_x"/>
                                          </p:val>
                                        </p:tav>
                                        <p:tav tm="100000">
                                          <p:val>
                                            <p:strVal val="#ppt_x"/>
                                          </p:val>
                                        </p:tav>
                                      </p:tavLst>
                                    </p:anim>
                                    <p:anim calcmode="lin" valueType="num">
                                      <p:cBhvr additive="base">
                                        <p:cTn id="77" dur="500" fill="hold"/>
                                        <p:tgtEl>
                                          <p:spTgt spid="9"/>
                                        </p:tgtEl>
                                        <p:attrNameLst>
                                          <p:attrName>ppt_y</p:attrName>
                                        </p:attrNameLst>
                                      </p:cBhvr>
                                      <p:tavLst>
                                        <p:tav tm="0">
                                          <p:val>
                                            <p:strVal val="#ppt_y+.06"/>
                                          </p:val>
                                        </p:tav>
                                        <p:tav tm="100000">
                                          <p:val>
                                            <p:strVal val="#ppt_y"/>
                                          </p:val>
                                        </p:tav>
                                      </p:tavLst>
                                    </p:anim>
                                  </p:childTnLst>
                                </p:cTn>
                              </p:par>
                              <p:par>
                                <p:cTn id="83" presetID="42" presetClass="entr" presetSubtype="0" fill="hold" grpId="0" nodeType="withEffect">
                                  <p:stCondLst>
                                    <p:cond delay="750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00"/>
                                        <p:tgtEl>
                                          <p:spTgt spid="30"/>
                                        </p:tgtEl>
                                      </p:cBhvr>
                                    </p:animEffect>
                                    <p:anim calcmode="lin" valueType="num">
                                      <p:cBhvr additive="base">
                                        <p:cTn id="81" dur="300" fill="hold"/>
                                        <p:tgtEl>
                                          <p:spTgt spid="30"/>
                                        </p:tgtEl>
                                        <p:attrNameLst>
                                          <p:attrName>ppt_x</p:attrName>
                                        </p:attrNameLst>
                                      </p:cBhvr>
                                      <p:tavLst>
                                        <p:tav tm="0">
                                          <p:val>
                                            <p:strVal val="#ppt_x-.05"/>
                                          </p:val>
                                        </p:tav>
                                        <p:tav tm="100000">
                                          <p:val>
                                            <p:strVal val="#ppt_x"/>
                                          </p:val>
                                        </p:tav>
                                      </p:tavLst>
                                    </p:anim>
                                    <p:anim calcmode="lin" valueType="num">
                                      <p:cBhvr additive="base">
                                        <p:cTn id="82" dur="300" fill="hold"/>
                                        <p:tgtEl>
                                          <p:spTgt spid="30"/>
                                        </p:tgtEl>
                                        <p:attrNameLst>
                                          <p:attrName>ppt_y</p:attrName>
                                        </p:attrNameLst>
                                      </p:cBhvr>
                                      <p:tavLst>
                                        <p:tav tm="0">
                                          <p:val>
                                            <p:strVal val="#ppt_y"/>
                                          </p:val>
                                        </p:tav>
                                        <p:tav tm="100000">
                                          <p:val>
                                            <p:strVal val="#ppt_y"/>
                                          </p:val>
                                        </p:tav>
                                      </p:tavLst>
                                    </p:anim>
                                  </p:childTnLst>
                                </p:cTn>
                              </p:par>
                              <p:par>
                                <p:cTn id="85" presetID="1" presetClass="entr" presetSubtype="0" fill="hold" grpId="0" nodeType="withEffect">
                                  <p:stCondLst>
                                    <p:cond delay="7650"/>
                                  </p:stCondLst>
                                  <p:iterate type="lt">
                                    <p:tmAbs val="30"/>
                                  </p:iterate>
                                  <p:childTnLst>
                                    <p:set>
                                      <p:cBhvr>
                                        <p:cTn id="84" dur="1" fill="hold">
                                          <p:stCondLst>
                                            <p:cond delay="0"/>
                                          </p:stCondLst>
                                        </p:cTn>
                                        <p:tgtEl>
                                          <p:spTgt spid="31"/>
                                        </p:tgtEl>
                                        <p:attrNameLst>
                                          <p:attrName>style.visibility</p:attrName>
                                        </p:attrNameLst>
                                      </p:cBhvr>
                                      <p:to>
                                        <p:strVal val="visible"/>
                                      </p:to>
                                    </p:set>
                                  </p:childTnLst>
                                </p:cTn>
                              </p:par>
                              <p:par>
                                <p:cTn id="90" presetID="42" presetClass="entr" presetSubtype="0" fill="hold" grpId="0" nodeType="withEffect">
                                  <p:stCondLst>
                                    <p:cond delay="7700"/>
                                  </p:stCondLst>
                                  <p:childTnLst>
                                    <p:set>
                                      <p:cBhvr>
                                        <p:cTn id="86" dur="1" fill="hold">
                                          <p:stCondLst>
                                            <p:cond delay="0"/>
                                          </p:stCondLst>
                                        </p:cTn>
                                        <p:tgtEl>
                                          <p:spTgt spid="10"/>
                                        </p:tgtEl>
                                        <p:attrNameLst>
                                          <p:attrName>style.visibility</p:attrName>
                                        </p:attrNameLst>
                                      </p:cBhvr>
                                      <p:to>
                                        <p:strVal val="visible"/>
                                      </p:to>
                                    </p:set>
                                    <p:animEffect transition="in" filter="fade">
                                      <p:cBhvr>
                                        <p:cTn id="87" dur="500"/>
                                        <p:tgtEl>
                                          <p:spTgt spid="10"/>
                                        </p:tgtEl>
                                      </p:cBhvr>
                                    </p:animEffect>
                                    <p:anim calcmode="lin" valueType="num">
                                      <p:cBhvr additive="base">
                                        <p:cTn id="88" dur="500" fill="hold"/>
                                        <p:tgtEl>
                                          <p:spTgt spid="10"/>
                                        </p:tgtEl>
                                        <p:attrNameLst>
                                          <p:attrName>ppt_x</p:attrName>
                                        </p:attrNameLst>
                                      </p:cBhvr>
                                      <p:tavLst>
                                        <p:tav tm="0">
                                          <p:val>
                                            <p:strVal val="#ppt_x"/>
                                          </p:val>
                                        </p:tav>
                                        <p:tav tm="100000">
                                          <p:val>
                                            <p:strVal val="#ppt_x"/>
                                          </p:val>
                                        </p:tav>
                                      </p:tavLst>
                                    </p:anim>
                                    <p:anim calcmode="lin" valueType="num">
                                      <p:cBhvr additive="base">
                                        <p:cTn id="89" dur="500" fill="hold"/>
                                        <p:tgtEl>
                                          <p:spTgt spid="10"/>
                                        </p:tgtEl>
                                        <p:attrNameLst>
                                          <p:attrName>ppt_y</p:attrName>
                                        </p:attrNameLst>
                                      </p:cBhvr>
                                      <p:tavLst>
                                        <p:tav tm="0">
                                          <p:val>
                                            <p:strVal val="#ppt_y+.06"/>
                                          </p:val>
                                        </p:tav>
                                        <p:tav tm="100000">
                                          <p:val>
                                            <p:strVal val="#ppt_y"/>
                                          </p:val>
                                        </p:tav>
                                      </p:tavLst>
                                    </p:anim>
                                  </p:childTnLst>
                                </p:cTn>
                              </p:par>
                              <p:par>
                                <p:cTn id="94" presetID="2" presetClass="entr" presetSubtype="1" fill="hold" grpId="0" nodeType="withEffect">
                                  <p:stCondLst>
                                    <p:cond delay="7950"/>
                                  </p:stCondLst>
                                  <p:childTnLst>
                                    <p:set>
                                      <p:cBhvr>
                                        <p:cTn id="91" dur="1" fill="hold">
                                          <p:stCondLst>
                                            <p:cond delay="0"/>
                                          </p:stCondLst>
                                        </p:cTn>
                                        <p:tgtEl>
                                          <p:spTgt spid="11"/>
                                        </p:tgtEl>
                                        <p:attrNameLst>
                                          <p:attrName>style.visibility</p:attrName>
                                        </p:attrNameLst>
                                      </p:cBhvr>
                                      <p:to>
                                        <p:strVal val="visible"/>
                                      </p:to>
                                    </p:set>
                                    <p:anim calcmode="lin" valueType="num">
                                      <p:cBhvr additive="base">
                                        <p:cTn id="92" dur="600" fill="hold"/>
                                        <p:tgtEl>
                                          <p:spTgt spid="11"/>
                                        </p:tgtEl>
                                        <p:attrNameLst>
                                          <p:attrName>ppt_x</p:attrName>
                                        </p:attrNameLst>
                                      </p:cBhvr>
                                      <p:tavLst>
                                        <p:tav tm="0">
                                          <p:val>
                                            <p:strVal val="#ppt_x"/>
                                          </p:val>
                                        </p:tav>
                                        <p:tav tm="100000">
                                          <p:val>
                                            <p:strVal val="#ppt_x"/>
                                          </p:val>
                                        </p:tav>
                                      </p:tavLst>
                                    </p:anim>
                                    <p:anim calcmode="lin" valueType="num">
                                      <p:cBhvr additive="base">
                                        <p:cTn id="93" dur="600" fill="hold"/>
                                        <p:tgtEl>
                                          <p:spTgt spid="11"/>
                                        </p:tgtEl>
                                        <p:attrNameLst>
                                          <p:attrName>ppt_y</p:attrName>
                                        </p:attrNameLst>
                                      </p:cBhvr>
                                      <p:tavLst>
                                        <p:tav tm="0">
                                          <p:val>
                                            <p:strVal val="0-#ppt_h/2"/>
                                          </p:val>
                                        </p:tav>
                                        <p:tav tm="100000">
                                          <p:val>
                                            <p:strVal val="#ppt_y"/>
                                          </p:val>
                                        </p:tav>
                                      </p:tavLst>
                                    </p:anim>
                                  </p:childTnLst>
                                </p:cTn>
                              </p:par>
                              <p:par>
                                <p:cTn id="99" presetID="53" presetClass="entr" presetSubtype="16" fill="hold" grpId="0" nodeType="withEffect">
                                  <p:stCondLst>
                                    <p:cond delay="8600"/>
                                  </p:stCondLst>
                                  <p:childTnLst>
                                    <p:set>
                                      <p:cBhvr>
                                        <p:cTn id="95" dur="1" fill="hold">
                                          <p:stCondLst>
                                            <p:cond delay="0"/>
                                          </p:stCondLst>
                                        </p:cTn>
                                        <p:tgtEl>
                                          <p:spTgt spid="12"/>
                                        </p:tgtEl>
                                        <p:attrNameLst>
                                          <p:attrName>style.visibility</p:attrName>
                                        </p:attrNameLst>
                                      </p:cBhvr>
                                      <p:to>
                                        <p:strVal val="visible"/>
                                      </p:to>
                                    </p:set>
                                    <p:anim calcmode="lin" valueType="num">
                                      <p:cBhvr additive="base">
                                        <p:cTn id="96" dur="400" fill="hold"/>
                                        <p:tgtEl>
                                          <p:spTgt spid="12"/>
                                        </p:tgtEl>
                                        <p:attrNameLst>
                                          <p:attrName>ppt_w</p:attrName>
                                        </p:attrNameLst>
                                      </p:cBhvr>
                                      <p:tavLst>
                                        <p:tav tm="0">
                                          <p:val>
                                            <p:strVal val="0"/>
                                          </p:val>
                                        </p:tav>
                                        <p:tav tm="100000">
                                          <p:val>
                                            <p:strVal val="#ppt_w"/>
                                          </p:val>
                                        </p:tav>
                                      </p:tavLst>
                                    </p:anim>
                                    <p:anim calcmode="lin" valueType="num">
                                      <p:cBhvr additive="base">
                                        <p:cTn id="97" dur="400" fill="hold"/>
                                        <p:tgtEl>
                                          <p:spTgt spid="12"/>
                                        </p:tgtEl>
                                        <p:attrNameLst>
                                          <p:attrName>ppt_h</p:attrName>
                                        </p:attrNameLst>
                                      </p:cBhvr>
                                      <p:tavLst>
                                        <p:tav tm="0">
                                          <p:val>
                                            <p:strVal val="0"/>
                                          </p:val>
                                        </p:tav>
                                        <p:tav tm="100000">
                                          <p:val>
                                            <p:strVal val="#ppt_h"/>
                                          </p:val>
                                        </p:tav>
                                      </p:tavLst>
                                    </p:anim>
                                    <p:animEffect transition="in" filter="fade">
                                      <p:cBhvr>
                                        <p:cTn id="98" dur="400"/>
                                        <p:tgtEl>
                                          <p:spTgt spid="12"/>
                                        </p:tgtEl>
                                      </p:cBhvr>
                                    </p:animEffect>
                                  </p:childTnLst>
                                </p:cTn>
                              </p:par>
                              <p:par>
                                <p:cTn id="102" presetID="10" presetClass="exit" presetSubtype="0" fill="hold" grpId="1" nodeType="withEffect">
                                  <p:stCondLst>
                                    <p:cond delay="11000"/>
                                  </p:stCondLst>
                                  <p:childTnLst>
                                    <p:animEffect transition="out" filter="fade">
                                      <p:cBhvr>
                                        <p:cTn id="100" dur="250"/>
                                        <p:tgtEl>
                                          <p:spTgt spid="30"/>
                                        </p:tgtEl>
                                      </p:cBhvr>
                                    </p:animEffect>
                                    <p:set>
                                      <p:cBhvr>
                                        <p:cTn id="101" dur="1" fill="hold">
                                          <p:stCondLst>
                                            <p:cond delay="249"/>
                                          </p:stCondLst>
                                        </p:cTn>
                                        <p:tgtEl>
                                          <p:spTgt spid="30"/>
                                        </p:tgtEl>
                                        <p:attrNameLst>
                                          <p:attrName>style.visibility</p:attrName>
                                        </p:attrNameLst>
                                      </p:cBhvr>
                                      <p:to>
                                        <p:strVal val="hidden"/>
                                      </p:to>
                                    </p:set>
                                  </p:childTnLst>
                                </p:cTn>
                              </p:par>
                              <p:par>
                                <p:cTn id="105" presetID="10" presetClass="exit" presetSubtype="0" fill="hold" grpId="1" nodeType="withEffect">
                                  <p:stCondLst>
                                    <p:cond delay="11000"/>
                                  </p:stCondLst>
                                  <p:childTnLst>
                                    <p:animEffect transition="out" filter="fade">
                                      <p:cBhvr>
                                        <p:cTn id="103" dur="250"/>
                                        <p:tgtEl>
                                          <p:spTgt spid="31"/>
                                        </p:tgtEl>
                                      </p:cBhvr>
                                    </p:animEffect>
                                    <p:set>
                                      <p:cBhvr>
                                        <p:cTn id="104" dur="1" fill="hold">
                                          <p:stCondLst>
                                            <p:cond delay="249"/>
                                          </p:stCondLst>
                                        </p:cTn>
                                        <p:tgtEl>
                                          <p:spTgt spid="31"/>
                                        </p:tgtEl>
                                        <p:attrNameLst>
                                          <p:attrName>style.visibility</p:attrName>
                                        </p:attrNameLst>
                                      </p:cBhvr>
                                      <p:to>
                                        <p:strVal val="hidden"/>
                                      </p:to>
                                    </p:set>
                                  </p:childTnLst>
                                </p:cTn>
                              </p:par>
                              <p:par>
                                <p:cTn id="108" presetID="10" presetClass="exit" presetSubtype="0" fill="hold" grpId="1" nodeType="withEffect">
                                  <p:stCondLst>
                                    <p:cond delay="11100"/>
                                  </p:stCondLst>
                                  <p:childTnLst>
                                    <p:animEffect transition="out" filter="fade">
                                      <p:cBhvr>
                                        <p:cTn id="106" dur="250"/>
                                        <p:tgtEl>
                                          <p:spTgt spid="9"/>
                                        </p:tgtEl>
                                      </p:cBhvr>
                                    </p:animEffect>
                                    <p:set>
                                      <p:cBhvr>
                                        <p:cTn id="107" dur="1" fill="hold">
                                          <p:stCondLst>
                                            <p:cond delay="249"/>
                                          </p:stCondLst>
                                        </p:cTn>
                                        <p:tgtEl>
                                          <p:spTgt spid="9"/>
                                        </p:tgtEl>
                                        <p:attrNameLst>
                                          <p:attrName>style.visibility</p:attrName>
                                        </p:attrNameLst>
                                      </p:cBhvr>
                                      <p:to>
                                        <p:strVal val="hidden"/>
                                      </p:to>
                                    </p:set>
                                  </p:childTnLst>
                                </p:cTn>
                              </p:par>
                              <p:par>
                                <p:cTn id="111" presetID="10" presetClass="exit" presetSubtype="0" fill="hold" grpId="1" nodeType="withEffect">
                                  <p:stCondLst>
                                    <p:cond delay="11100"/>
                                  </p:stCondLst>
                                  <p:childTnLst>
                                    <p:animEffect transition="out" filter="fade">
                                      <p:cBhvr>
                                        <p:cTn id="109" dur="250"/>
                                        <p:tgtEl>
                                          <p:spTgt spid="10"/>
                                        </p:tgtEl>
                                      </p:cBhvr>
                                    </p:animEffect>
                                    <p:set>
                                      <p:cBhvr>
                                        <p:cTn id="110" dur="1" fill="hold">
                                          <p:stCondLst>
                                            <p:cond delay="249"/>
                                          </p:stCondLst>
                                        </p:cTn>
                                        <p:tgtEl>
                                          <p:spTgt spid="10"/>
                                        </p:tgtEl>
                                        <p:attrNameLst>
                                          <p:attrName>style.visibility</p:attrName>
                                        </p:attrNameLst>
                                      </p:cBhvr>
                                      <p:to>
                                        <p:strVal val="hidden"/>
                                      </p:to>
                                    </p:set>
                                  </p:childTnLst>
                                </p:cTn>
                              </p:par>
                              <p:par>
                                <p:cTn id="114" presetID="10" presetClass="exit" presetSubtype="0" fill="hold" grpId="1" nodeType="withEffect">
                                  <p:stCondLst>
                                    <p:cond delay="11100"/>
                                  </p:stCondLst>
                                  <p:childTnLst>
                                    <p:animEffect transition="out" filter="fade">
                                      <p:cBhvr>
                                        <p:cTn id="112" dur="250"/>
                                        <p:tgtEl>
                                          <p:spTgt spid="11"/>
                                        </p:tgtEl>
                                      </p:cBhvr>
                                    </p:animEffect>
                                    <p:set>
                                      <p:cBhvr>
                                        <p:cTn id="113" dur="1" fill="hold">
                                          <p:stCondLst>
                                            <p:cond delay="249"/>
                                          </p:stCondLst>
                                        </p:cTn>
                                        <p:tgtEl>
                                          <p:spTgt spid="11"/>
                                        </p:tgtEl>
                                        <p:attrNameLst>
                                          <p:attrName>style.visibility</p:attrName>
                                        </p:attrNameLst>
                                      </p:cBhvr>
                                      <p:to>
                                        <p:strVal val="hidden"/>
                                      </p:to>
                                    </p:set>
                                  </p:childTnLst>
                                </p:cTn>
                              </p:par>
                              <p:par>
                                <p:cTn id="117" presetID="10" presetClass="exit" presetSubtype="0" fill="hold" grpId="1" nodeType="withEffect">
                                  <p:stCondLst>
                                    <p:cond delay="11100"/>
                                  </p:stCondLst>
                                  <p:childTnLst>
                                    <p:animEffect transition="out" filter="fade">
                                      <p:cBhvr>
                                        <p:cTn id="115" dur="250"/>
                                        <p:tgtEl>
                                          <p:spTgt spid="12"/>
                                        </p:tgtEl>
                                      </p:cBhvr>
                                    </p:animEffect>
                                    <p:set>
                                      <p:cBhvr>
                                        <p:cTn id="116" dur="1" fill="hold">
                                          <p:stCondLst>
                                            <p:cond delay="249"/>
                                          </p:stCondLst>
                                        </p:cTn>
                                        <p:tgtEl>
                                          <p:spTgt spid="12"/>
                                        </p:tgtEl>
                                        <p:attrNameLst>
                                          <p:attrName>style.visibility</p:attrName>
                                        </p:attrNameLst>
                                      </p:cBhvr>
                                      <p:to>
                                        <p:strVal val="hidden"/>
                                      </p:to>
                                    </p:set>
                                  </p:childTnLst>
                                </p:cTn>
                              </p:par>
                              <p:par>
                                <p:cTn id="120" presetID="10" presetClass="entr" presetSubtype="0" fill="hold" grpId="0" nodeType="withEffect">
                                  <p:stCondLst>
                                    <p:cond delay="11200"/>
                                  </p:stCondLst>
                                  <p:childTnLst>
                                    <p:set>
                                      <p:cBhvr>
                                        <p:cTn id="118" dur="1" fill="hold">
                                          <p:stCondLst>
                                            <p:cond delay="0"/>
                                          </p:stCondLst>
                                        </p:cTn>
                                        <p:tgtEl>
                                          <p:spTgt spid="24"/>
                                        </p:tgtEl>
                                        <p:attrNameLst>
                                          <p:attrName>style.visibility</p:attrName>
                                        </p:attrNameLst>
                                      </p:cBhvr>
                                      <p:to>
                                        <p:strVal val="visible"/>
                                      </p:to>
                                    </p:set>
                                    <p:animEffect transition="in" filter="fade">
                                      <p:cBhvr>
                                        <p:cTn id="119" dur="80"/>
                                        <p:tgtEl>
                                          <p:spTgt spid="24"/>
                                        </p:tgtEl>
                                      </p:cBhvr>
                                    </p:animEffect>
                                  </p:childTnLst>
                                </p:cTn>
                              </p:par>
                              <p:par>
                                <p:cTn id="125" presetID="53" presetClass="entr" presetSubtype="16" fill="hold" grpId="0" nodeType="withEffect">
                                  <p:stCondLst>
                                    <p:cond delay="11200"/>
                                  </p:stCondLst>
                                  <p:childTnLst>
                                    <p:set>
                                      <p:cBhvr>
                                        <p:cTn id="121" dur="1" fill="hold">
                                          <p:stCondLst>
                                            <p:cond delay="0"/>
                                          </p:stCondLst>
                                        </p:cTn>
                                        <p:tgtEl>
                                          <p:spTgt spid="7"/>
                                        </p:tgtEl>
                                        <p:attrNameLst>
                                          <p:attrName>style.visibility</p:attrName>
                                        </p:attrNameLst>
                                      </p:cBhvr>
                                      <p:to>
                                        <p:strVal val="visible"/>
                                      </p:to>
                                    </p:set>
                                    <p:anim calcmode="lin" valueType="num">
                                      <p:cBhvr additive="base">
                                        <p:cTn id="122" dur="300" fill="hold"/>
                                        <p:tgtEl>
                                          <p:spTgt spid="7"/>
                                        </p:tgtEl>
                                        <p:attrNameLst>
                                          <p:attrName>ppt_w</p:attrName>
                                        </p:attrNameLst>
                                      </p:cBhvr>
                                      <p:tavLst>
                                        <p:tav tm="0">
                                          <p:val>
                                            <p:strVal val="0"/>
                                          </p:val>
                                        </p:tav>
                                        <p:tav tm="100000">
                                          <p:val>
                                            <p:strVal val="#ppt_w"/>
                                          </p:val>
                                        </p:tav>
                                      </p:tavLst>
                                    </p:anim>
                                    <p:anim calcmode="lin" valueType="num">
                                      <p:cBhvr additive="base">
                                        <p:cTn id="123" dur="300" fill="hold"/>
                                        <p:tgtEl>
                                          <p:spTgt spid="7"/>
                                        </p:tgtEl>
                                        <p:attrNameLst>
                                          <p:attrName>ppt_h</p:attrName>
                                        </p:attrNameLst>
                                      </p:cBhvr>
                                      <p:tavLst>
                                        <p:tav tm="0">
                                          <p:val>
                                            <p:strVal val="0"/>
                                          </p:val>
                                        </p:tav>
                                        <p:tav tm="100000">
                                          <p:val>
                                            <p:strVal val="#ppt_h"/>
                                          </p:val>
                                        </p:tav>
                                      </p:tavLst>
                                    </p:anim>
                                    <p:animEffect transition="in" filter="fade">
                                      <p:cBhvr>
                                        <p:cTn id="124" dur="300"/>
                                        <p:tgtEl>
                                          <p:spTgt spid="7"/>
                                        </p:tgtEl>
                                      </p:cBhvr>
                                    </p:animEffect>
                                  </p:childTnLst>
                                </p:cTn>
                              </p:par>
                              <p:par>
                                <p:cTn id="130" presetID="53" presetClass="entr" presetSubtype="16" fill="hold" grpId="0" nodeType="withEffect">
                                  <p:stCondLst>
                                    <p:cond delay="11250"/>
                                  </p:stCondLst>
                                  <p:childTnLst>
                                    <p:set>
                                      <p:cBhvr>
                                        <p:cTn id="126" dur="1" fill="hold">
                                          <p:stCondLst>
                                            <p:cond delay="0"/>
                                          </p:stCondLst>
                                        </p:cTn>
                                        <p:tgtEl>
                                          <p:spTgt spid="8"/>
                                        </p:tgtEl>
                                        <p:attrNameLst>
                                          <p:attrName>style.visibility</p:attrName>
                                        </p:attrNameLst>
                                      </p:cBhvr>
                                      <p:to>
                                        <p:strVal val="visible"/>
                                      </p:to>
                                    </p:set>
                                    <p:anim calcmode="lin" valueType="num">
                                      <p:cBhvr additive="base">
                                        <p:cTn id="127" dur="350" fill="hold"/>
                                        <p:tgtEl>
                                          <p:spTgt spid="8"/>
                                        </p:tgtEl>
                                        <p:attrNameLst>
                                          <p:attrName>ppt_w</p:attrName>
                                        </p:attrNameLst>
                                      </p:cBhvr>
                                      <p:tavLst>
                                        <p:tav tm="0">
                                          <p:val>
                                            <p:strVal val="0"/>
                                          </p:val>
                                        </p:tav>
                                        <p:tav tm="100000">
                                          <p:val>
                                            <p:strVal val="#ppt_w"/>
                                          </p:val>
                                        </p:tav>
                                      </p:tavLst>
                                    </p:anim>
                                    <p:anim calcmode="lin" valueType="num">
                                      <p:cBhvr additive="base">
                                        <p:cTn id="128" dur="350" fill="hold"/>
                                        <p:tgtEl>
                                          <p:spTgt spid="8"/>
                                        </p:tgtEl>
                                        <p:attrNameLst>
                                          <p:attrName>ppt_h</p:attrName>
                                        </p:attrNameLst>
                                      </p:cBhvr>
                                      <p:tavLst>
                                        <p:tav tm="0">
                                          <p:val>
                                            <p:strVal val="0"/>
                                          </p:val>
                                        </p:tav>
                                        <p:tav tm="100000">
                                          <p:val>
                                            <p:strVal val="#ppt_h"/>
                                          </p:val>
                                        </p:tav>
                                      </p:tavLst>
                                    </p:anim>
                                    <p:animEffect transition="in" filter="fade">
                                      <p:cBhvr>
                                        <p:cTn id="129" dur="350"/>
                                        <p:tgtEl>
                                          <p:spTgt spid="8"/>
                                        </p:tgtEl>
                                      </p:cBhvr>
                                    </p:animEffect>
                                  </p:childTnLst>
                                </p:cTn>
                              </p:par>
                              <p:par>
                                <p:cTn id="133" presetID="10" presetClass="exit" presetSubtype="0" fill="hold" grpId="1" nodeType="withEffect">
                                  <p:stCondLst>
                                    <p:cond delay="11320"/>
                                  </p:stCondLst>
                                  <p:childTnLst>
                                    <p:animEffect transition="out" filter="fade">
                                      <p:cBhvr>
                                        <p:cTn id="131" dur="380"/>
                                        <p:tgtEl>
                                          <p:spTgt spid="24"/>
                                        </p:tgtEl>
                                      </p:cBhvr>
                                    </p:animEffect>
                                    <p:set>
                                      <p:cBhvr>
                                        <p:cTn id="132" dur="1" fill="hold">
                                          <p:stCondLst>
                                            <p:cond delay="379"/>
                                          </p:stCondLst>
                                        </p:cTn>
                                        <p:tgtEl>
                                          <p:spTgt spid="24"/>
                                        </p:tgtEl>
                                        <p:attrNameLst>
                                          <p:attrName>style.visibility</p:attrName>
                                        </p:attrNameLst>
                                      </p:cBhvr>
                                      <p:to>
                                        <p:strVal val="hidden"/>
                                      </p:to>
                                    </p:set>
                                  </p:childTnLst>
                                </p:cTn>
                              </p:par>
                              <p:par>
                                <p:cTn id="138" presetID="53" presetClass="entr" presetSubtype="32" fill="hold" grpId="0" nodeType="withEffect">
                                  <p:stCondLst>
                                    <p:cond delay="11350"/>
                                  </p:stCondLst>
                                  <p:childTnLst>
                                    <p:set>
                                      <p:cBhvr>
                                        <p:cTn id="134" dur="1" fill="hold">
                                          <p:stCondLst>
                                            <p:cond delay="0"/>
                                          </p:stCondLst>
                                        </p:cTn>
                                        <p:tgtEl>
                                          <p:spTgt spid="13"/>
                                        </p:tgtEl>
                                        <p:attrNameLst>
                                          <p:attrName>style.visibility</p:attrName>
                                        </p:attrNameLst>
                                      </p:cBhvr>
                                      <p:to>
                                        <p:strVal val="visible"/>
                                      </p:to>
                                    </p:set>
                                    <p:anim calcmode="lin" valueType="num">
                                      <p:cBhvr additive="base">
                                        <p:cTn id="135" dur="450" fill="hold"/>
                                        <p:tgtEl>
                                          <p:spTgt spid="13"/>
                                        </p:tgtEl>
                                        <p:attrNameLst>
                                          <p:attrName>ppt_w</p:attrName>
                                        </p:attrNameLst>
                                      </p:cBhvr>
                                      <p:tavLst>
                                        <p:tav tm="0">
                                          <p:val>
                                            <p:strVal val="#ppt_w*2.4"/>
                                          </p:val>
                                        </p:tav>
                                        <p:tav tm="100000">
                                          <p:val>
                                            <p:strVal val="#ppt_w"/>
                                          </p:val>
                                        </p:tav>
                                      </p:tavLst>
                                    </p:anim>
                                    <p:anim calcmode="lin" valueType="num">
                                      <p:cBhvr additive="base">
                                        <p:cTn id="136" dur="450" fill="hold"/>
                                        <p:tgtEl>
                                          <p:spTgt spid="13"/>
                                        </p:tgtEl>
                                        <p:attrNameLst>
                                          <p:attrName>ppt_h</p:attrName>
                                        </p:attrNameLst>
                                      </p:cBhvr>
                                      <p:tavLst>
                                        <p:tav tm="0">
                                          <p:val>
                                            <p:strVal val="#ppt_h*2.4"/>
                                          </p:val>
                                        </p:tav>
                                        <p:tav tm="100000">
                                          <p:val>
                                            <p:strVal val="#ppt_h"/>
                                          </p:val>
                                        </p:tav>
                                      </p:tavLst>
                                    </p:anim>
                                    <p:animEffect transition="in" filter="fade">
                                      <p:cBhvr>
                                        <p:cTn id="137" dur="450"/>
                                        <p:tgtEl>
                                          <p:spTgt spid="13"/>
                                        </p:tgtEl>
                                      </p:cBhvr>
                                    </p:animEffect>
                                  </p:childTnLst>
                                </p:cTn>
                              </p:par>
                              <p:par>
                                <p:cTn id="143" presetID="42" presetClass="entr" presetSubtype="0" fill="hold" grpId="0" nodeType="withEffect">
                                  <p:stCondLst>
                                    <p:cond delay="1140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300"/>
                                        <p:tgtEl>
                                          <p:spTgt spid="32"/>
                                        </p:tgtEl>
                                      </p:cBhvr>
                                    </p:animEffect>
                                    <p:anim calcmode="lin" valueType="num">
                                      <p:cBhvr additive="base">
                                        <p:cTn id="141" dur="300" fill="hold"/>
                                        <p:tgtEl>
                                          <p:spTgt spid="32"/>
                                        </p:tgtEl>
                                        <p:attrNameLst>
                                          <p:attrName>ppt_x</p:attrName>
                                        </p:attrNameLst>
                                      </p:cBhvr>
                                      <p:tavLst>
                                        <p:tav tm="0">
                                          <p:val>
                                            <p:strVal val="#ppt_x-.05"/>
                                          </p:val>
                                        </p:tav>
                                        <p:tav tm="100000">
                                          <p:val>
                                            <p:strVal val="#ppt_x"/>
                                          </p:val>
                                        </p:tav>
                                      </p:tavLst>
                                    </p:anim>
                                    <p:anim calcmode="lin" valueType="num">
                                      <p:cBhvr additive="base">
                                        <p:cTn id="142" dur="300" fill="hold"/>
                                        <p:tgtEl>
                                          <p:spTgt spid="32"/>
                                        </p:tgtEl>
                                        <p:attrNameLst>
                                          <p:attrName>ppt_y</p:attrName>
                                        </p:attrNameLst>
                                      </p:cBhvr>
                                      <p:tavLst>
                                        <p:tav tm="0">
                                          <p:val>
                                            <p:strVal val="#ppt_y"/>
                                          </p:val>
                                        </p:tav>
                                        <p:tav tm="100000">
                                          <p:val>
                                            <p:strVal val="#ppt_y"/>
                                          </p:val>
                                        </p:tav>
                                      </p:tavLst>
                                    </p:anim>
                                  </p:childTnLst>
                                </p:cTn>
                              </p:par>
                              <p:par>
                                <p:cTn id="146" presetID="10" presetClass="exit" presetSubtype="0" fill="hold" grpId="1" nodeType="withEffect">
                                  <p:stCondLst>
                                    <p:cond delay="11500"/>
                                  </p:stCondLst>
                                  <p:childTnLst>
                                    <p:animEffect transition="out" filter="fade">
                                      <p:cBhvr>
                                        <p:cTn id="144" dur="220"/>
                                        <p:tgtEl>
                                          <p:spTgt spid="16"/>
                                        </p:tgtEl>
                                      </p:cBhvr>
                                    </p:animEffect>
                                    <p:set>
                                      <p:cBhvr>
                                        <p:cTn id="145" dur="1" fill="hold">
                                          <p:stCondLst>
                                            <p:cond delay="219"/>
                                          </p:stCondLst>
                                        </p:cTn>
                                        <p:tgtEl>
                                          <p:spTgt spid="16"/>
                                        </p:tgtEl>
                                        <p:attrNameLst>
                                          <p:attrName>style.visibility</p:attrName>
                                        </p:attrNameLst>
                                      </p:cBhvr>
                                      <p:to>
                                        <p:strVal val="hidden"/>
                                      </p:to>
                                    </p:set>
                                  </p:childTnLst>
                                </p:cTn>
                              </p:par>
                              <p:par>
                                <p:cTn id="149" presetID="10" presetClass="entr" presetSubtype="0" fill="hold" grpId="0" nodeType="withEffect">
                                  <p:stCondLst>
                                    <p:cond delay="11500"/>
                                  </p:stCondLst>
                                  <p:childTnLst>
                                    <p:set>
                                      <p:cBhvr>
                                        <p:cTn id="147" dur="1" fill="hold">
                                          <p:stCondLst>
                                            <p:cond delay="0"/>
                                          </p:stCondLst>
                                        </p:cTn>
                                        <p:tgtEl>
                                          <p:spTgt spid="17"/>
                                        </p:tgtEl>
                                        <p:attrNameLst>
                                          <p:attrName>style.visibility</p:attrName>
                                        </p:attrNameLst>
                                      </p:cBhvr>
                                      <p:to>
                                        <p:strVal val="visible"/>
                                      </p:to>
                                    </p:set>
                                    <p:animEffect transition="in" filter="fade">
                                      <p:cBhvr>
                                        <p:cTn id="148" dur="220"/>
                                        <p:tgtEl>
                                          <p:spTgt spid="17"/>
                                        </p:tgtEl>
                                      </p:cBhvr>
                                    </p:animEffect>
                                  </p:childTnLst>
                                </p:cTn>
                              </p:par>
                              <p:par>
                                <p:cTn id="151" presetID="1" presetClass="entr" presetSubtype="0" fill="hold" grpId="0" nodeType="withEffect">
                                  <p:stCondLst>
                                    <p:cond delay="11550"/>
                                  </p:stCondLst>
                                  <p:iterate type="lt">
                                    <p:tmAbs val="30"/>
                                  </p:iterate>
                                  <p:childTnLst>
                                    <p:set>
                                      <p:cBhvr>
                                        <p:cTn id="150" dur="1" fill="hold">
                                          <p:stCondLst>
                                            <p:cond delay="0"/>
                                          </p:stCondLst>
                                        </p:cTn>
                                        <p:tgtEl>
                                          <p:spTgt spid="33"/>
                                        </p:tgtEl>
                                        <p:attrNameLst>
                                          <p:attrName>style.visibility</p:attrName>
                                        </p:attrNameLst>
                                      </p:cBhvr>
                                      <p:to>
                                        <p:strVal val="visible"/>
                                      </p:to>
                                    </p:set>
                                  </p:childTnLst>
                                </p:cTn>
                              </p:par>
                              <p:par>
                                <p:cTn id="153" presetID="8" presetClass="emph" presetSubtype="0" fill="hold" grpId="1" nodeType="withEffect" repeatCount="indefinite">
                                  <p:stCondLst>
                                    <p:cond delay="11600"/>
                                  </p:stCondLst>
                                  <p:childTnLst>
                                    <p:animRot by="21600000">
                                      <p:cBhvr>
                                        <p:cTn id="152" dur="9000" fill="hold"/>
                                        <p:tgtEl>
                                          <p:spTgt spid="8"/>
                                        </p:tgtEl>
                                        <p:attrNameLst>
                                          <p:attrName>r</p:attrName>
                                        </p:attrNameLst>
                                      </p:cBhvr>
                                    </p:animRot>
                                  </p:childTnLst>
                                </p:cTn>
                              </p:par>
                              <p:par>
                                <p:cTn id="155" presetID="0" presetClass="path" presetSubtype="0" fill="hold" grpId="1" nodeType="withEffect" autoRev="1" repeatCount="6000">
                                  <p:stCondLst>
                                    <p:cond delay="11800"/>
                                  </p:stCondLst>
                                  <p:childTnLst>
                                    <p:animMotion origin="layout" path="M 0 0 L 0 -0.012 E" pathEditMode="relative" ptsTypes="AA">
                                      <p:cBhvr>
                                        <p:cTn id="154" dur="260" fill="hold"/>
                                        <p:tgtEl>
                                          <p:spTgt spid="17"/>
                                        </p:tgtEl>
                                        <p:attrNameLst>
                                          <p:attrName>ppt_x</p:attrName>
                                          <p:attrName>ppt_y</p:attrName>
                                        </p:attrNameLst>
                                      </p:cBhvr>
                                    </p:animMotion>
                                  </p:childTnLst>
                                </p:cTn>
                              </p:par>
                              <p:par>
                                <p:cTn id="160" presetID="53" presetClass="entr" presetSubtype="32" fill="hold" grpId="0" nodeType="withEffect">
                                  <p:stCondLst>
                                    <p:cond delay="12000"/>
                                  </p:stCondLst>
                                  <p:childTnLst>
                                    <p:set>
                                      <p:cBhvr>
                                        <p:cTn id="156" dur="1" fill="hold">
                                          <p:stCondLst>
                                            <p:cond delay="0"/>
                                          </p:stCondLst>
                                        </p:cTn>
                                        <p:tgtEl>
                                          <p:spTgt spid="14"/>
                                        </p:tgtEl>
                                        <p:attrNameLst>
                                          <p:attrName>style.visibility</p:attrName>
                                        </p:attrNameLst>
                                      </p:cBhvr>
                                      <p:to>
                                        <p:strVal val="visible"/>
                                      </p:to>
                                    </p:set>
                                    <p:anim calcmode="lin" valueType="num">
                                      <p:cBhvr additive="base">
                                        <p:cTn id="157" dur="450" fill="hold"/>
                                        <p:tgtEl>
                                          <p:spTgt spid="14"/>
                                        </p:tgtEl>
                                        <p:attrNameLst>
                                          <p:attrName>ppt_w</p:attrName>
                                        </p:attrNameLst>
                                      </p:cBhvr>
                                      <p:tavLst>
                                        <p:tav tm="0">
                                          <p:val>
                                            <p:strVal val="#ppt_w*2.4"/>
                                          </p:val>
                                        </p:tav>
                                        <p:tav tm="100000">
                                          <p:val>
                                            <p:strVal val="#ppt_w"/>
                                          </p:val>
                                        </p:tav>
                                      </p:tavLst>
                                    </p:anim>
                                    <p:anim calcmode="lin" valueType="num">
                                      <p:cBhvr additive="base">
                                        <p:cTn id="158" dur="450" fill="hold"/>
                                        <p:tgtEl>
                                          <p:spTgt spid="14"/>
                                        </p:tgtEl>
                                        <p:attrNameLst>
                                          <p:attrName>ppt_h</p:attrName>
                                        </p:attrNameLst>
                                      </p:cBhvr>
                                      <p:tavLst>
                                        <p:tav tm="0">
                                          <p:val>
                                            <p:strVal val="#ppt_h*2.4"/>
                                          </p:val>
                                        </p:tav>
                                        <p:tav tm="100000">
                                          <p:val>
                                            <p:strVal val="#ppt_h"/>
                                          </p:val>
                                        </p:tav>
                                      </p:tavLst>
                                    </p:anim>
                                    <p:animEffect transition="in" filter="fade">
                                      <p:cBhvr>
                                        <p:cTn id="159" dur="450"/>
                                        <p:tgtEl>
                                          <p:spTgt spid="14"/>
                                        </p:tgtEl>
                                      </p:cBhvr>
                                    </p:animEffect>
                                  </p:childTnLst>
                                </p:cTn>
                              </p:par>
                              <p:par>
                                <p:cTn id="163" presetID="10" presetClass="exit" presetSubtype="0" fill="hold" grpId="1" nodeType="withEffect">
                                  <p:stCondLst>
                                    <p:cond delay="15000"/>
                                  </p:stCondLst>
                                  <p:childTnLst>
                                    <p:animEffect transition="out" filter="fade">
                                      <p:cBhvr>
                                        <p:cTn id="161" dur="250"/>
                                        <p:tgtEl>
                                          <p:spTgt spid="32"/>
                                        </p:tgtEl>
                                      </p:cBhvr>
                                    </p:animEffect>
                                    <p:set>
                                      <p:cBhvr>
                                        <p:cTn id="162" dur="1" fill="hold">
                                          <p:stCondLst>
                                            <p:cond delay="249"/>
                                          </p:stCondLst>
                                        </p:cTn>
                                        <p:tgtEl>
                                          <p:spTgt spid="32"/>
                                        </p:tgtEl>
                                        <p:attrNameLst>
                                          <p:attrName>style.visibility</p:attrName>
                                        </p:attrNameLst>
                                      </p:cBhvr>
                                      <p:to>
                                        <p:strVal val="hidden"/>
                                      </p:to>
                                    </p:set>
                                  </p:childTnLst>
                                </p:cTn>
                              </p:par>
                              <p:par>
                                <p:cTn id="166" presetID="10" presetClass="exit" presetSubtype="0" fill="hold" grpId="1" nodeType="withEffect">
                                  <p:stCondLst>
                                    <p:cond delay="15000"/>
                                  </p:stCondLst>
                                  <p:childTnLst>
                                    <p:animEffect transition="out" filter="fade">
                                      <p:cBhvr>
                                        <p:cTn id="164" dur="250"/>
                                        <p:tgtEl>
                                          <p:spTgt spid="33"/>
                                        </p:tgtEl>
                                      </p:cBhvr>
                                    </p:animEffect>
                                    <p:set>
                                      <p:cBhvr>
                                        <p:cTn id="165" dur="1" fill="hold">
                                          <p:stCondLst>
                                            <p:cond delay="249"/>
                                          </p:stCondLst>
                                        </p:cTn>
                                        <p:tgtEl>
                                          <p:spTgt spid="33"/>
                                        </p:tgtEl>
                                        <p:attrNameLst>
                                          <p:attrName>style.visibility</p:attrName>
                                        </p:attrNameLst>
                                      </p:cBhvr>
                                      <p:to>
                                        <p:strVal val="hidden"/>
                                      </p:to>
                                    </p:set>
                                  </p:childTnLst>
                                </p:cTn>
                              </p:par>
                              <p:par>
                                <p:cTn id="169" presetID="10" presetClass="exit" presetSubtype="0" fill="hold" grpId="1" nodeType="withEffect">
                                  <p:stCondLst>
                                    <p:cond delay="15000"/>
                                  </p:stCondLst>
                                  <p:childTnLst>
                                    <p:animEffect transition="out" filter="fade">
                                      <p:cBhvr>
                                        <p:cTn id="167" dur="300"/>
                                        <p:tgtEl>
                                          <p:spTgt spid="7"/>
                                        </p:tgtEl>
                                      </p:cBhvr>
                                    </p:animEffect>
                                    <p:set>
                                      <p:cBhvr>
                                        <p:cTn id="168" dur="1" fill="hold">
                                          <p:stCondLst>
                                            <p:cond delay="299"/>
                                          </p:stCondLst>
                                        </p:cTn>
                                        <p:tgtEl>
                                          <p:spTgt spid="7"/>
                                        </p:tgtEl>
                                        <p:attrNameLst>
                                          <p:attrName>style.visibility</p:attrName>
                                        </p:attrNameLst>
                                      </p:cBhvr>
                                      <p:to>
                                        <p:strVal val="hidden"/>
                                      </p:to>
                                    </p:set>
                                  </p:childTnLst>
                                </p:cTn>
                              </p:par>
                              <p:par>
                                <p:cTn id="172" presetID="10" presetClass="exit" presetSubtype="0" fill="hold" grpId="2" nodeType="withEffect">
                                  <p:stCondLst>
                                    <p:cond delay="15000"/>
                                  </p:stCondLst>
                                  <p:childTnLst>
                                    <p:animEffect transition="out" filter="fade">
                                      <p:cBhvr>
                                        <p:cTn id="170" dur="300"/>
                                        <p:tgtEl>
                                          <p:spTgt spid="8"/>
                                        </p:tgtEl>
                                      </p:cBhvr>
                                    </p:animEffect>
                                    <p:set>
                                      <p:cBhvr>
                                        <p:cTn id="171" dur="1" fill="hold">
                                          <p:stCondLst>
                                            <p:cond delay="299"/>
                                          </p:stCondLst>
                                        </p:cTn>
                                        <p:tgtEl>
                                          <p:spTgt spid="8"/>
                                        </p:tgtEl>
                                        <p:attrNameLst>
                                          <p:attrName>style.visibility</p:attrName>
                                        </p:attrNameLst>
                                      </p:cBhvr>
                                      <p:to>
                                        <p:strVal val="hidden"/>
                                      </p:to>
                                    </p:set>
                                  </p:childTnLst>
                                </p:cTn>
                              </p:par>
                              <p:par>
                                <p:cTn id="175" presetID="10" presetClass="exit" presetSubtype="0" fill="hold" grpId="1" nodeType="withEffect">
                                  <p:stCondLst>
                                    <p:cond delay="15000"/>
                                  </p:stCondLst>
                                  <p:childTnLst>
                                    <p:animEffect transition="out" filter="fade">
                                      <p:cBhvr>
                                        <p:cTn id="173" dur="300"/>
                                        <p:tgtEl>
                                          <p:spTgt spid="13"/>
                                        </p:tgtEl>
                                      </p:cBhvr>
                                    </p:animEffect>
                                    <p:set>
                                      <p:cBhvr>
                                        <p:cTn id="174" dur="1" fill="hold">
                                          <p:stCondLst>
                                            <p:cond delay="299"/>
                                          </p:stCondLst>
                                        </p:cTn>
                                        <p:tgtEl>
                                          <p:spTgt spid="13"/>
                                        </p:tgtEl>
                                        <p:attrNameLst>
                                          <p:attrName>style.visibility</p:attrName>
                                        </p:attrNameLst>
                                      </p:cBhvr>
                                      <p:to>
                                        <p:strVal val="hidden"/>
                                      </p:to>
                                    </p:set>
                                  </p:childTnLst>
                                </p:cTn>
                              </p:par>
                              <p:par>
                                <p:cTn id="178" presetID="10" presetClass="exit" presetSubtype="0" fill="hold" grpId="1" nodeType="withEffect">
                                  <p:stCondLst>
                                    <p:cond delay="15000"/>
                                  </p:stCondLst>
                                  <p:childTnLst>
                                    <p:animEffect transition="out" filter="fade">
                                      <p:cBhvr>
                                        <p:cTn id="176" dur="300"/>
                                        <p:tgtEl>
                                          <p:spTgt spid="14"/>
                                        </p:tgtEl>
                                      </p:cBhvr>
                                    </p:animEffect>
                                    <p:set>
                                      <p:cBhvr>
                                        <p:cTn id="177" dur="1" fill="hold">
                                          <p:stCondLst>
                                            <p:cond delay="299"/>
                                          </p:stCondLst>
                                        </p:cTn>
                                        <p:tgtEl>
                                          <p:spTgt spid="14"/>
                                        </p:tgtEl>
                                        <p:attrNameLst>
                                          <p:attrName>style.visibility</p:attrName>
                                        </p:attrNameLst>
                                      </p:cBhvr>
                                      <p:to>
                                        <p:strVal val="hidden"/>
                                      </p:to>
                                    </p:set>
                                  </p:childTnLst>
                                </p:cTn>
                              </p:par>
                              <p:par>
                                <p:cTn id="181" presetID="10" presetClass="exit" presetSubtype="0" fill="hold" grpId="2" nodeType="withEffect">
                                  <p:stCondLst>
                                    <p:cond delay="15200"/>
                                  </p:stCondLst>
                                  <p:childTnLst>
                                    <p:animEffect transition="out" filter="fade">
                                      <p:cBhvr>
                                        <p:cTn id="179" dur="220"/>
                                        <p:tgtEl>
                                          <p:spTgt spid="17"/>
                                        </p:tgtEl>
                                      </p:cBhvr>
                                    </p:animEffect>
                                    <p:set>
                                      <p:cBhvr>
                                        <p:cTn id="180" dur="1" fill="hold">
                                          <p:stCondLst>
                                            <p:cond delay="219"/>
                                          </p:stCondLst>
                                        </p:cTn>
                                        <p:tgtEl>
                                          <p:spTgt spid="17"/>
                                        </p:tgtEl>
                                        <p:attrNameLst>
                                          <p:attrName>style.visibility</p:attrName>
                                        </p:attrNameLst>
                                      </p:cBhvr>
                                      <p:to>
                                        <p:strVal val="hidden"/>
                                      </p:to>
                                    </p:set>
                                  </p:childTnLst>
                                </p:cTn>
                              </p:par>
                              <p:par>
                                <p:cTn id="184" presetID="10" presetClass="entr" presetSubtype="0" fill="hold" grpId="0" nodeType="withEffect">
                                  <p:stCondLst>
                                    <p:cond delay="15200"/>
                                  </p:stCondLst>
                                  <p:childTnLst>
                                    <p:set>
                                      <p:cBhvr>
                                        <p:cTn id="182" dur="1" fill="hold">
                                          <p:stCondLst>
                                            <p:cond delay="0"/>
                                          </p:stCondLst>
                                        </p:cTn>
                                        <p:tgtEl>
                                          <p:spTgt spid="18"/>
                                        </p:tgtEl>
                                        <p:attrNameLst>
                                          <p:attrName>style.visibility</p:attrName>
                                        </p:attrNameLst>
                                      </p:cBhvr>
                                      <p:to>
                                        <p:strVal val="visible"/>
                                      </p:to>
                                    </p:set>
                                    <p:animEffect transition="in" filter="fade">
                                      <p:cBhvr>
                                        <p:cTn id="183" dur="220"/>
                                        <p:tgtEl>
                                          <p:spTgt spid="18"/>
                                        </p:tgtEl>
                                      </p:cBhvr>
                                    </p:animEffect>
                                  </p:childTnLst>
                                </p:cTn>
                              </p:par>
                              <p:par>
                                <p:cTn id="189" presetID="42" presetClass="entr" presetSubtype="0" fill="hold" grpId="0" nodeType="withEffect">
                                  <p:stCondLst>
                                    <p:cond delay="15250"/>
                                  </p:stCondLst>
                                  <p:childTnLst>
                                    <p:set>
                                      <p:cBhvr>
                                        <p:cTn id="185" dur="1" fill="hold">
                                          <p:stCondLst>
                                            <p:cond delay="0"/>
                                          </p:stCondLst>
                                        </p:cTn>
                                        <p:tgtEl>
                                          <p:spTgt spid="34"/>
                                        </p:tgtEl>
                                        <p:attrNameLst>
                                          <p:attrName>style.visibility</p:attrName>
                                        </p:attrNameLst>
                                      </p:cBhvr>
                                      <p:to>
                                        <p:strVal val="visible"/>
                                      </p:to>
                                    </p:set>
                                    <p:animEffect transition="in" filter="fade">
                                      <p:cBhvr>
                                        <p:cTn id="186" dur="300"/>
                                        <p:tgtEl>
                                          <p:spTgt spid="34"/>
                                        </p:tgtEl>
                                      </p:cBhvr>
                                    </p:animEffect>
                                    <p:anim calcmode="lin" valueType="num">
                                      <p:cBhvr additive="base">
                                        <p:cTn id="187" dur="300" fill="hold"/>
                                        <p:tgtEl>
                                          <p:spTgt spid="34"/>
                                        </p:tgtEl>
                                        <p:attrNameLst>
                                          <p:attrName>ppt_x</p:attrName>
                                        </p:attrNameLst>
                                      </p:cBhvr>
                                      <p:tavLst>
                                        <p:tav tm="0">
                                          <p:val>
                                            <p:strVal val="#ppt_x-.05"/>
                                          </p:val>
                                        </p:tav>
                                        <p:tav tm="100000">
                                          <p:val>
                                            <p:strVal val="#ppt_x"/>
                                          </p:val>
                                        </p:tav>
                                      </p:tavLst>
                                    </p:anim>
                                    <p:anim calcmode="lin" valueType="num">
                                      <p:cBhvr additive="base">
                                        <p:cTn id="188" dur="300" fill="hold"/>
                                        <p:tgtEl>
                                          <p:spTgt spid="34"/>
                                        </p:tgtEl>
                                        <p:attrNameLst>
                                          <p:attrName>ppt_y</p:attrName>
                                        </p:attrNameLst>
                                      </p:cBhvr>
                                      <p:tavLst>
                                        <p:tav tm="0">
                                          <p:val>
                                            <p:strVal val="#ppt_y"/>
                                          </p:val>
                                        </p:tav>
                                        <p:tav tm="100000">
                                          <p:val>
                                            <p:strVal val="#ppt_y"/>
                                          </p:val>
                                        </p:tav>
                                      </p:tavLst>
                                    </p:anim>
                                  </p:childTnLst>
                                </p:cTn>
                              </p:par>
                              <p:par>
                                <p:cTn id="191" presetID="1" presetClass="entr" presetSubtype="0" fill="hold" grpId="0" nodeType="withEffect">
                                  <p:stCondLst>
                                    <p:cond delay="15400"/>
                                  </p:stCondLst>
                                  <p:iterate type="lt">
                                    <p:tmAbs val="30"/>
                                  </p:iterate>
                                  <p:childTnLst>
                                    <p:set>
                                      <p:cBhvr>
                                        <p:cTn id="190" dur="1" fill="hold">
                                          <p:stCondLst>
                                            <p:cond delay="0"/>
                                          </p:stCondLst>
                                        </p:cTn>
                                        <p:tgtEl>
                                          <p:spTgt spid="35"/>
                                        </p:tgtEl>
                                        <p:attrNameLst>
                                          <p:attrName>style.visibility</p:attrName>
                                        </p:attrNameLst>
                                      </p:cBhvr>
                                      <p:to>
                                        <p:strVal val="visible"/>
                                      </p:to>
                                    </p:set>
                                  </p:childTnLst>
                                </p:cTn>
                              </p:par>
                              <p:par>
                                <p:cTn id="194" presetID="10" presetClass="entr" presetSubtype="0" fill="hold" grpId="0" nodeType="withEffect">
                                  <p:stCondLst>
                                    <p:cond delay="15600"/>
                                  </p:stCondLst>
                                  <p:childTnLst>
                                    <p:set>
                                      <p:cBhvr>
                                        <p:cTn id="192" dur="1" fill="hold">
                                          <p:stCondLst>
                                            <p:cond delay="0"/>
                                          </p:stCondLst>
                                        </p:cTn>
                                        <p:tgtEl>
                                          <p:spTgt spid="25"/>
                                        </p:tgtEl>
                                        <p:attrNameLst>
                                          <p:attrName>style.visibility</p:attrName>
                                        </p:attrNameLst>
                                      </p:cBhvr>
                                      <p:to>
                                        <p:strVal val="visible"/>
                                      </p:to>
                                    </p:set>
                                    <p:animEffect transition="in" filter="fade">
                                      <p:cBhvr>
                                        <p:cTn id="193" dur="80"/>
                                        <p:tgtEl>
                                          <p:spTgt spid="25"/>
                                        </p:tgtEl>
                                      </p:cBhvr>
                                    </p:animEffect>
                                  </p:childTnLst>
                                </p:cTn>
                              </p:par>
                              <p:par>
                                <p:cTn id="197" presetID="10" presetClass="exit" presetSubtype="0" fill="hold" grpId="1" nodeType="withEffect">
                                  <p:stCondLst>
                                    <p:cond delay="15700"/>
                                  </p:stCondLst>
                                  <p:childTnLst>
                                    <p:animEffect transition="out" filter="fade">
                                      <p:cBhvr>
                                        <p:cTn id="195" dur="220"/>
                                        <p:tgtEl>
                                          <p:spTgt spid="19"/>
                                        </p:tgtEl>
                                      </p:cBhvr>
                                    </p:animEffect>
                                    <p:set>
                                      <p:cBhvr>
                                        <p:cTn id="196" dur="1" fill="hold">
                                          <p:stCondLst>
                                            <p:cond delay="219"/>
                                          </p:stCondLst>
                                        </p:cTn>
                                        <p:tgtEl>
                                          <p:spTgt spid="19"/>
                                        </p:tgtEl>
                                        <p:attrNameLst>
                                          <p:attrName>style.visibility</p:attrName>
                                        </p:attrNameLst>
                                      </p:cBhvr>
                                      <p:to>
                                        <p:strVal val="hidden"/>
                                      </p:to>
                                    </p:set>
                                  </p:childTnLst>
                                </p:cTn>
                              </p:par>
                              <p:par>
                                <p:cTn id="200" presetID="10" presetClass="entr" presetSubtype="0" fill="hold" grpId="0" nodeType="withEffect">
                                  <p:stCondLst>
                                    <p:cond delay="15700"/>
                                  </p:stCondLst>
                                  <p:childTnLst>
                                    <p:set>
                                      <p:cBhvr>
                                        <p:cTn id="198" dur="1" fill="hold">
                                          <p:stCondLst>
                                            <p:cond delay="0"/>
                                          </p:stCondLst>
                                        </p:cTn>
                                        <p:tgtEl>
                                          <p:spTgt spid="20"/>
                                        </p:tgtEl>
                                        <p:attrNameLst>
                                          <p:attrName>style.visibility</p:attrName>
                                        </p:attrNameLst>
                                      </p:cBhvr>
                                      <p:to>
                                        <p:strVal val="visible"/>
                                      </p:to>
                                    </p:set>
                                    <p:animEffect transition="in" filter="fade">
                                      <p:cBhvr>
                                        <p:cTn id="199" dur="220"/>
                                        <p:tgtEl>
                                          <p:spTgt spid="20"/>
                                        </p:tgtEl>
                                      </p:cBhvr>
                                    </p:animEffect>
                                  </p:childTnLst>
                                </p:cTn>
                              </p:par>
                              <p:par>
                                <p:cTn id="203" presetID="10" presetClass="exit" presetSubtype="0" fill="hold" grpId="1" nodeType="withEffect">
                                  <p:stCondLst>
                                    <p:cond delay="15720"/>
                                  </p:stCondLst>
                                  <p:childTnLst>
                                    <p:animEffect transition="out" filter="fade">
                                      <p:cBhvr>
                                        <p:cTn id="201" dur="380"/>
                                        <p:tgtEl>
                                          <p:spTgt spid="25"/>
                                        </p:tgtEl>
                                      </p:cBhvr>
                                    </p:animEffect>
                                    <p:set>
                                      <p:cBhvr>
                                        <p:cTn id="202" dur="1" fill="hold">
                                          <p:stCondLst>
                                            <p:cond delay="379"/>
                                          </p:stCondLst>
                                        </p:cTn>
                                        <p:tgtEl>
                                          <p:spTgt spid="25"/>
                                        </p:tgtEl>
                                        <p:attrNameLst>
                                          <p:attrName>style.visibility</p:attrName>
                                        </p:attrNameLst>
                                      </p:cBhvr>
                                      <p:to>
                                        <p:strVal val="hidden"/>
                                      </p:to>
                                    </p:set>
                                  </p:childTnLst>
                                </p:cTn>
                              </p:par>
                              <p:par>
                                <p:cTn id="205" presetID="0" presetClass="path" presetSubtype="0" fill="hold" grpId="1" nodeType="withEffect" autoRev="1" repeatCount="6000">
                                  <p:stCondLst>
                                    <p:cond delay="15800"/>
                                  </p:stCondLst>
                                  <p:childTnLst>
                                    <p:animMotion origin="layout" path="M 0 0 L 0.008 0 E" pathEditMode="relative" ptsTypes="AA">
                                      <p:cBhvr>
                                        <p:cTn id="204" dur="60" fill="hold"/>
                                        <p:tgtEl>
                                          <p:spTgt spid="20"/>
                                        </p:tgtEl>
                                        <p:attrNameLst>
                                          <p:attrName>ppt_x</p:attrName>
                                          <p:attrName>ppt_y</p:attrName>
                                        </p:attrNameLst>
                                      </p:cBhvr>
                                    </p:animMotion>
                                  </p:childTnLst>
                                </p:cTn>
                              </p:par>
                              <p:par>
                                <p:cTn id="210" presetID="53" presetClass="entr" presetSubtype="16" fill="hold" grpId="0" nodeType="withEffect">
                                  <p:stCondLst>
                                    <p:cond delay="15900"/>
                                  </p:stCondLst>
                                  <p:childTnLst>
                                    <p:set>
                                      <p:cBhvr>
                                        <p:cTn id="206" dur="1" fill="hold">
                                          <p:stCondLst>
                                            <p:cond delay="0"/>
                                          </p:stCondLst>
                                        </p:cTn>
                                        <p:tgtEl>
                                          <p:spTgt spid="23"/>
                                        </p:tgtEl>
                                        <p:attrNameLst>
                                          <p:attrName>style.visibility</p:attrName>
                                        </p:attrNameLst>
                                      </p:cBhvr>
                                      <p:to>
                                        <p:strVal val="visible"/>
                                      </p:to>
                                    </p:set>
                                    <p:anim calcmode="lin" valueType="num">
                                      <p:cBhvr additive="base">
                                        <p:cTn id="207" dur="300" fill="hold"/>
                                        <p:tgtEl>
                                          <p:spTgt spid="23"/>
                                        </p:tgtEl>
                                        <p:attrNameLst>
                                          <p:attrName>ppt_w</p:attrName>
                                        </p:attrNameLst>
                                      </p:cBhvr>
                                      <p:tavLst>
                                        <p:tav tm="0">
                                          <p:val>
                                            <p:strVal val="0"/>
                                          </p:val>
                                        </p:tav>
                                        <p:tav tm="100000">
                                          <p:val>
                                            <p:strVal val="#ppt_w"/>
                                          </p:val>
                                        </p:tav>
                                      </p:tavLst>
                                    </p:anim>
                                    <p:anim calcmode="lin" valueType="num">
                                      <p:cBhvr additive="base">
                                        <p:cTn id="208" dur="300" fill="hold"/>
                                        <p:tgtEl>
                                          <p:spTgt spid="23"/>
                                        </p:tgtEl>
                                        <p:attrNameLst>
                                          <p:attrName>ppt_h</p:attrName>
                                        </p:attrNameLst>
                                      </p:cBhvr>
                                      <p:tavLst>
                                        <p:tav tm="0">
                                          <p:val>
                                            <p:strVal val="0"/>
                                          </p:val>
                                        </p:tav>
                                        <p:tav tm="100000">
                                          <p:val>
                                            <p:strVal val="#ppt_h"/>
                                          </p:val>
                                        </p:tav>
                                      </p:tavLst>
                                    </p:anim>
                                    <p:animEffect transition="in" filter="fade">
                                      <p:cBhvr>
                                        <p:cTn id="209" dur="300"/>
                                        <p:tgtEl>
                                          <p:spTgt spid="23"/>
                                        </p:tgtEl>
                                      </p:cBhvr>
                                    </p:animEffect>
                                  </p:childTnLst>
                                </p:cTn>
                              </p:par>
                              <p:par>
                                <p:cTn id="212" presetID="6" presetClass="emph" presetSubtype="0" fill="hold" grpId="1" nodeType="withEffect" autoRev="1" repeatCount="indefinite">
                                  <p:stCondLst>
                                    <p:cond delay="16200"/>
                                  </p:stCondLst>
                                  <p:childTnLst>
                                    <p:animScale>
                                      <p:cBhvr>
                                        <p:cTn id="211" dur="400" fill="hold"/>
                                        <p:tgtEl>
                                          <p:spTgt spid="23"/>
                                        </p:tgtEl>
                                      </p:cBhvr>
                                      <p:by x="120000" y="120000"/>
                                    </p:animScale>
                                  </p:childTnLst>
                                </p:cTn>
                              </p:par>
                              <p:par>
                                <p:cTn id="215" presetID="22" presetClass="entr" presetSubtype="8" fill="hold" grpId="0" nodeType="withEffect">
                                  <p:stCondLst>
                                    <p:cond delay="17800"/>
                                  </p:stCondLst>
                                  <p:childTnLst>
                                    <p:set>
                                      <p:cBhvr>
                                        <p:cTn id="213" dur="1" fill="hold">
                                          <p:stCondLst>
                                            <p:cond delay="0"/>
                                          </p:stCondLst>
                                        </p:cTn>
                                        <p:tgtEl>
                                          <p:spTgt spid="36"/>
                                        </p:tgtEl>
                                        <p:attrNameLst>
                                          <p:attrName>style.visibility</p:attrName>
                                        </p:attrNameLst>
                                      </p:cBhvr>
                                      <p:to>
                                        <p:strVal val="visible"/>
                                      </p:to>
                                    </p:set>
                                    <p:animEffect transition="in" filter="wipe(left)">
                                      <p:cBhvr>
                                        <p:cTn id="214" dur="9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7" grpId="0" animBg="1"/>
      <p:bldP spid="3" grpId="0" animBg="1"/>
      <p:bldP spid="2" grpId="1" animBg="1"/>
      <p:bldP spid="6" grpId="0" animBg="1"/>
      <p:bldP spid="27" grpId="1" animBg="1"/>
      <p:bldP spid="26" grpId="0" animBg="1"/>
      <p:bldP spid="15" grpId="0" animBg="1"/>
      <p:bldP spid="16" grpId="0" animBg="1"/>
      <p:bldP spid="19" grpId="0" animBg="1"/>
      <p:bldP spid="28" grpId="0" animBg="1"/>
      <p:bldP spid="29" grpId="0" animBg="1"/>
      <p:bldP spid="22" grpId="0" animBg="1"/>
      <p:bldP spid="22" grpId="1" animBg="1"/>
      <p:bldP spid="21" grpId="0" animBg="1"/>
      <p:bldP spid="28" grpId="1" animBg="1"/>
      <p:bldP spid="29" grpId="1" animBg="1"/>
      <p:bldP spid="21" grpId="1" animBg="1"/>
      <p:bldP spid="22" grpId="2" animBg="1"/>
      <p:bldP spid="9" grpId="0" animBg="1"/>
      <p:bldP spid="30" grpId="0" animBg="1"/>
      <p:bldP spid="31" grpId="0" animBg="1"/>
      <p:bldP spid="10" grpId="0" animBg="1"/>
      <p:bldP spid="11" grpId="0" animBg="1"/>
      <p:bldP spid="12" grpId="0" animBg="1"/>
      <p:bldP spid="30" grpId="1" animBg="1"/>
      <p:bldP spid="31" grpId="1" animBg="1"/>
      <p:bldP spid="9" grpId="1" animBg="1"/>
      <p:bldP spid="10" grpId="1" animBg="1"/>
      <p:bldP spid="11" grpId="1" animBg="1"/>
      <p:bldP spid="12" grpId="1" animBg="1"/>
      <p:bldP spid="24" grpId="0" animBg="1"/>
      <p:bldP spid="7" grpId="0" animBg="1"/>
      <p:bldP spid="8" grpId="0" animBg="1"/>
      <p:bldP spid="24" grpId="1" animBg="1"/>
      <p:bldP spid="13" grpId="0" animBg="1"/>
      <p:bldP spid="32" grpId="0" animBg="1"/>
      <p:bldP spid="16" grpId="1" animBg="1"/>
      <p:bldP spid="17" grpId="0" animBg="1"/>
      <p:bldP spid="33" grpId="0" animBg="1"/>
      <p:bldP spid="8" grpId="1" animBg="1"/>
      <p:bldP spid="17" grpId="1" animBg="1"/>
      <p:bldP spid="14" grpId="0" animBg="1"/>
      <p:bldP spid="32" grpId="1" animBg="1"/>
      <p:bldP spid="33" grpId="1" animBg="1"/>
      <p:bldP spid="7" grpId="1" animBg="1"/>
      <p:bldP spid="8" grpId="2" animBg="1"/>
      <p:bldP spid="13" grpId="1" animBg="1"/>
      <p:bldP spid="14" grpId="1" animBg="1"/>
      <p:bldP spid="17" grpId="2" animBg="1"/>
      <p:bldP spid="18" grpId="0" animBg="1"/>
      <p:bldP spid="34" grpId="0" animBg="1"/>
      <p:bldP spid="35" grpId="0" animBg="1"/>
      <p:bldP spid="25" grpId="0" animBg="1"/>
      <p:bldP spid="19" grpId="1" animBg="1"/>
      <p:bldP spid="20" grpId="0" animBg="1"/>
      <p:bldP spid="25" grpId="1" animBg="1"/>
      <p:bldP spid="20" grpId="1" animBg="1"/>
      <p:bldP spid="23" grpId="0" animBg="1"/>
      <p:bldP spid="23" grpId="1" animBg="1"/>
      <p:bldP spid="3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court"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china" descr="china">    </p:cNvPr>
          <p:cNvPicPr>
            <a:picLocks noChangeAspect="1"/>
          </p:cNvPicPr>
          <p:nvPr/>
        </p:nvPicPr>
        <p:blipFill>
          <a:blip r:embed="rId4"/>
          <a:stretch>
            <a:fillRect/>
          </a:stretch>
        </p:blipFill>
        <p:spPr>
          <a:xfrm>
            <a:off x="4572000" y="2103120"/>
            <a:ext cx="2743200" cy="2011680"/>
          </a:xfrm>
          <a:prstGeom prst="rect">
            <a:avLst/>
          </a:prstGeom>
        </p:spPr>
      </p:pic>
      <p:pic>
        <p:nvPicPr>
          <p:cNvPr id="10" name="box a" descr="box a">    </p:cNvPr>
          <p:cNvPicPr>
            <a:picLocks noChangeAspect="1"/>
          </p:cNvPicPr>
          <p:nvPr/>
        </p:nvPicPr>
        <p:blipFill>
          <a:blip r:embed="rId5"/>
          <a:stretch>
            <a:fillRect/>
          </a:stretch>
        </p:blipFill>
        <p:spPr>
          <a:xfrm>
            <a:off x="4480560" y="3017520"/>
            <a:ext cx="1737360" cy="1261872"/>
          </a:xfrm>
          <a:prstGeom prst="rect">
            <a:avLst/>
          </a:prstGeom>
        </p:spPr>
      </p:pic>
      <p:pic>
        <p:nvPicPr>
          <p:cNvPr id="11" name="box b" descr="box b">    </p:cNvPr>
          <p:cNvPicPr>
            <a:picLocks noChangeAspect="1"/>
          </p:cNvPicPr>
          <p:nvPr/>
        </p:nvPicPr>
        <p:blipFill>
          <a:blip r:embed="rId6"/>
          <a:stretch>
            <a:fillRect/>
          </a:stretch>
        </p:blipFill>
        <p:spPr>
          <a:xfrm>
            <a:off x="6172200" y="3017520"/>
            <a:ext cx="1737360" cy="1261872"/>
          </a:xfrm>
          <a:prstGeom prst="rect">
            <a:avLst/>
          </a:prstGeom>
        </p:spPr>
      </p:pic>
      <p:pic>
        <p:nvPicPr>
          <p:cNvPr id="12" name="box c" descr="box c">    </p:cNvPr>
          <p:cNvPicPr>
            <a:picLocks noChangeAspect="1"/>
          </p:cNvPicPr>
          <p:nvPr/>
        </p:nvPicPr>
        <p:blipFill>
          <a:blip r:embed="rId7"/>
          <a:stretch>
            <a:fillRect/>
          </a:stretch>
        </p:blipFill>
        <p:spPr>
          <a:xfrm>
            <a:off x="5321808" y="1965960"/>
            <a:ext cx="1737360" cy="1261872"/>
          </a:xfrm>
          <a:prstGeom prst="rect">
            <a:avLst/>
          </a:prstGeom>
        </p:spPr>
      </p:pic>
      <p:pic>
        <p:nvPicPr>
          <p:cNvPr id="13" name="crack" descr="crack">    </p:cNvPr>
          <p:cNvPicPr>
            <a:picLocks noChangeAspect="1"/>
          </p:cNvPicPr>
          <p:nvPr/>
        </p:nvPicPr>
        <p:blipFill>
          <a:blip r:embed="rId8"/>
          <a:stretch>
            <a:fillRect/>
          </a:stretch>
        </p:blipFill>
        <p:spPr>
          <a:xfrm>
            <a:off x="5989320" y="914400"/>
            <a:ext cx="640080" cy="3840480"/>
          </a:xfrm>
          <a:prstGeom prst="rect">
            <a:avLst/>
          </a:prstGeom>
        </p:spPr>
      </p:pic>
      <p:pic>
        <p:nvPicPr>
          <p:cNvPr id="14" name="gavel" descr="gavel">    </p:cNvPr>
          <p:cNvPicPr>
            <a:picLocks noChangeAspect="1"/>
          </p:cNvPicPr>
          <p:nvPr/>
        </p:nvPicPr>
        <p:blipFill>
          <a:blip r:embed="rId9"/>
          <a:stretch>
            <a:fillRect/>
          </a:stretch>
        </p:blipFill>
        <p:spPr>
          <a:xfrm>
            <a:off x="4892040" y="1325880"/>
            <a:ext cx="2377440" cy="2103120"/>
          </a:xfrm>
          <a:prstGeom prst="rect">
            <a:avLst/>
          </a:prstGeom>
        </p:spPr>
      </p:pic>
      <p:pic>
        <p:nvPicPr>
          <p:cNvPr id="15" name="house" descr="house">    </p:cNvPr>
          <p:cNvPicPr>
            <a:picLocks noChangeAspect="1"/>
          </p:cNvPicPr>
          <p:nvPr/>
        </p:nvPicPr>
        <p:blipFill>
          <a:blip r:embed="rId10"/>
          <a:stretch>
            <a:fillRect/>
          </a:stretch>
        </p:blipFill>
        <p:spPr>
          <a:xfrm>
            <a:off x="3611880" y="2240280"/>
            <a:ext cx="1737360" cy="1517904"/>
          </a:xfrm>
          <a:prstGeom prst="rect">
            <a:avLst/>
          </a:prstGeom>
        </p:spPr>
      </p:pic>
      <p:pic>
        <p:nvPicPr>
          <p:cNvPr id="16" name="david" descr="david">    </p:cNvPr>
          <p:cNvPicPr>
            <a:picLocks noChangeAspect="1"/>
          </p:cNvPicPr>
          <p:nvPr/>
        </p:nvPicPr>
        <p:blipFill>
          <a:blip r:embed="rId11"/>
          <a:stretch>
            <a:fillRect/>
          </a:stretch>
        </p:blipFill>
        <p:spPr>
          <a:xfrm>
            <a:off x="685800" y="1645920"/>
            <a:ext cx="2902857" cy="4572000"/>
          </a:xfrm>
          <a:prstGeom prst="rect">
            <a:avLst/>
          </a:prstGeom>
        </p:spPr>
      </p:pic>
      <p:pic>
        <p:nvPicPr>
          <p:cNvPr id="17" name="david shock" descr="david shock">    </p:cNvPr>
          <p:cNvPicPr>
            <a:picLocks noChangeAspect="1"/>
          </p:cNvPicPr>
          <p:nvPr/>
        </p:nvPicPr>
        <p:blipFill>
          <a:blip r:embed="rId12"/>
          <a:stretch>
            <a:fillRect/>
          </a:stretch>
        </p:blipFill>
        <p:spPr>
          <a:xfrm>
            <a:off x="685800" y="1645920"/>
            <a:ext cx="2902857" cy="4572000"/>
          </a:xfrm>
          <a:prstGeom prst="rect">
            <a:avLst/>
          </a:prstGeom>
        </p:spPr>
      </p:pic>
      <p:pic>
        <p:nvPicPr>
          <p:cNvPr id="18" name="david worried" descr="david worried">    </p:cNvPr>
          <p:cNvPicPr>
            <a:picLocks noChangeAspect="1"/>
          </p:cNvPicPr>
          <p:nvPr/>
        </p:nvPicPr>
        <p:blipFill>
          <a:blip r:embed="rId13"/>
          <a:stretch>
            <a:fillRect/>
          </a:stretch>
        </p:blipFill>
        <p:spPr>
          <a:xfrm>
            <a:off x="685800" y="1645920"/>
            <a:ext cx="2902857" cy="4572000"/>
          </a:xfrm>
          <a:prstGeom prst="rect">
            <a:avLst/>
          </a:prstGeom>
        </p:spPr>
      </p:pic>
      <p:pic>
        <p:nvPicPr>
          <p:cNvPr id="19" name="david angry" descr="david angry">    </p:cNvPr>
          <p:cNvPicPr>
            <a:picLocks noChangeAspect="1"/>
          </p:cNvPicPr>
          <p:nvPr/>
        </p:nvPicPr>
        <p:blipFill>
          <a:blip r:embed="rId14"/>
          <a:stretch>
            <a:fillRect/>
          </a:stretch>
        </p:blipFill>
        <p:spPr>
          <a:xfrm>
            <a:off x="685800" y="1645920"/>
            <a:ext cx="2902857" cy="4572000"/>
          </a:xfrm>
          <a:prstGeom prst="rect">
            <a:avLst/>
          </a:prstGeom>
        </p:spPr>
      </p:pic>
      <p:pic>
        <p:nvPicPr>
          <p:cNvPr id="20" name="david sad" descr="david sad">    </p:cNvPr>
          <p:cNvPicPr>
            <a:picLocks noChangeAspect="1"/>
          </p:cNvPicPr>
          <p:nvPr/>
        </p:nvPicPr>
        <p:blipFill>
          <a:blip r:embed="rId15"/>
          <a:stretch>
            <a:fillRect/>
          </a:stretch>
        </p:blipFill>
        <p:spPr>
          <a:xfrm>
            <a:off x="685800" y="1645920"/>
            <a:ext cx="2902857" cy="4572000"/>
          </a:xfrm>
          <a:prstGeom prst="rect">
            <a:avLst/>
          </a:prstGeom>
        </p:spPr>
      </p:pic>
      <p:pic>
        <p:nvPicPr>
          <p:cNvPr id="21" name="efraim" descr="efraim">    </p:cNvPr>
          <p:cNvPicPr>
            <a:picLocks noChangeAspect="1"/>
          </p:cNvPicPr>
          <p:nvPr/>
        </p:nvPicPr>
        <p:blipFill>
          <a:blip r:embed="rId16"/>
          <a:stretch>
            <a:fillRect/>
          </a:stretch>
        </p:blipFill>
        <p:spPr>
          <a:xfrm>
            <a:off x="8595360" y="1645920"/>
            <a:ext cx="2902857" cy="4572000"/>
          </a:xfrm>
          <a:prstGeom prst="rect">
            <a:avLst/>
          </a:prstGeom>
        </p:spPr>
      </p:pic>
      <p:pic>
        <p:nvPicPr>
          <p:cNvPr id="22" name="efraim angry" descr="efraim angry">    </p:cNvPr>
          <p:cNvPicPr>
            <a:picLocks noChangeAspect="1"/>
          </p:cNvPicPr>
          <p:nvPr/>
        </p:nvPicPr>
        <p:blipFill>
          <a:blip r:embed="rId17"/>
          <a:stretch>
            <a:fillRect/>
          </a:stretch>
        </p:blipFill>
        <p:spPr>
          <a:xfrm>
            <a:off x="8595360" y="1645920"/>
            <a:ext cx="2902857" cy="4572000"/>
          </a:xfrm>
          <a:prstGeom prst="rect">
            <a:avLst/>
          </a:prstGeom>
        </p:spPr>
      </p:pic>
      <p:pic>
        <p:nvPicPr>
          <p:cNvPr id="23" name="gloom" descr="gloom">    </p:cNvPr>
          <p:cNvPicPr>
            <a:picLocks noChangeAspect="1"/>
          </p:cNvPicPr>
          <p:nvPr/>
        </p:nvPicPr>
        <p:blipFill>
          <a:blip r:embed="rId18"/>
          <a:stretch>
            <a:fillRect/>
          </a:stretch>
        </p:blipFill>
        <p:spPr>
          <a:xfrm>
            <a:off x="914400" y="1828800"/>
            <a:ext cx="2377440" cy="2057400"/>
          </a:xfrm>
          <a:prstGeom prst="rect">
            <a:avLst/>
          </a:prstGeom>
        </p:spPr>
      </p:pic>
      <p:pic>
        <p:nvPicPr>
          <p:cNvPr id="24" name="vein" descr="vein">    </p:cNvPr>
          <p:cNvPicPr>
            <a:picLocks noChangeAspect="1"/>
          </p:cNvPicPr>
          <p:nvPr/>
        </p:nvPicPr>
        <p:blipFill>
          <a:blip r:embed="rId19"/>
          <a:stretch>
            <a:fillRect/>
          </a:stretch>
        </p:blipFill>
        <p:spPr>
          <a:xfrm>
            <a:off x="2697480" y="2057400"/>
            <a:ext cx="457200" cy="457200"/>
          </a:xfrm>
          <a:prstGeom prst="rect">
            <a:avLst/>
          </a:prstGeom>
        </p:spPr>
      </p:pic>
      <p:pic>
        <p:nvPicPr>
          <p:cNvPr id="25" name="bars" descr="bars">    </p:cNvPr>
          <p:cNvPicPr>
            <a:picLocks noChangeAspect="1"/>
          </p:cNvPicPr>
          <p:nvPr/>
        </p:nvPicPr>
        <p:blipFill>
          <a:blip r:embed="rId20"/>
          <a:stretch>
            <a:fillRect/>
          </a:stretch>
        </p:blipFill>
        <p:spPr>
          <a:xfrm>
            <a:off x="8549640" y="914400"/>
            <a:ext cx="2926080" cy="4096512"/>
          </a:xfrm>
          <a:prstGeom prst="rect">
            <a:avLst/>
          </a:prstGeom>
        </p:spPr>
      </p:pic>
      <p:pic>
        <p:nvPicPr>
          <p:cNvPr id="26" name="four" descr="four">    </p:cNvPr>
          <p:cNvPicPr>
            <a:picLocks noChangeAspect="1"/>
          </p:cNvPicPr>
          <p:nvPr/>
        </p:nvPicPr>
        <p:blipFill>
          <a:blip r:embed="rId21"/>
          <a:stretch>
            <a:fillRect/>
          </a:stretch>
        </p:blipFill>
        <p:spPr>
          <a:xfrm rot="-480000">
            <a:off x="5852160" y="3794760"/>
            <a:ext cx="2560320" cy="960120"/>
          </a:xfrm>
          <a:prstGeom prst="rect">
            <a:avLst/>
          </a:prstGeom>
        </p:spPr>
      </p:pic>
      <p:pic>
        <p:nvPicPr>
          <p:cNvPr id="27" name="seven" descr="seven">    </p:cNvPr>
          <p:cNvPicPr>
            <a:picLocks noChangeAspect="1"/>
          </p:cNvPicPr>
          <p:nvPr/>
        </p:nvPicPr>
        <p:blipFill>
          <a:blip r:embed="rId22"/>
          <a:stretch>
            <a:fillRect/>
          </a:stretch>
        </p:blipFill>
        <p:spPr>
          <a:xfrm rot="480000">
            <a:off x="3063240" y="3794760"/>
            <a:ext cx="2651760" cy="996696"/>
          </a:xfrm>
          <a:prstGeom prst="rect">
            <a:avLst/>
          </a:prstGeom>
        </p:spPr>
      </p:pic>
      <p:pic>
        <p:nvPicPr>
          <p:cNvPr id="28" name="flash" descr="preencoded.png">    </p:cNvPr>
          <p:cNvPicPr>
            <a:picLocks noChangeAspect="1"/>
          </p:cNvPicPr>
          <p:nvPr/>
        </p:nvPicPr>
        <p:blipFill>
          <a:blip r:embed="rId23"/>
          <a:stretch>
            <a:fillRect/>
          </a:stretch>
        </p:blipFill>
        <p:spPr>
          <a:xfrm>
            <a:off x="548640" y="868680"/>
            <a:ext cx="11094415" cy="5349240"/>
          </a:xfrm>
          <a:prstGeom prst="rect">
            <a:avLst/>
          </a:prstGeom>
        </p:spPr>
      </p:pic>
      <p:pic>
        <p:nvPicPr>
          <p:cNvPr id="29" name="redflash" descr="preencoded.png">    </p:cNvPr>
          <p:cNvPicPr>
            <a:picLocks noChangeAspect="1"/>
          </p:cNvPicPr>
          <p:nvPr/>
        </p:nvPicPr>
        <p:blipFill>
          <a:blip r:embed="rId24"/>
          <a:stretch>
            <a:fillRect/>
          </a:stretch>
        </p:blipFill>
        <p:spPr>
          <a:xfrm>
            <a:off x="548640" y="868680"/>
            <a:ext cx="11094415" cy="5349240"/>
          </a:xfrm>
          <a:prstGeom prst="rect">
            <a:avLst/>
          </a:prstGeom>
        </p:spPr>
      </p:pic>
      <p:pic>
        <p:nvPicPr>
          <p:cNvPr id="30" name="flash2" descr="preencoded.png">    </p:cNvPr>
          <p:cNvPicPr>
            <a:picLocks noChangeAspect="1"/>
          </p:cNvPicPr>
          <p:nvPr/>
        </p:nvPicPr>
        <p:blipFill>
          <a:blip r:embed="rId25"/>
          <a:stretch>
            <a:fillRect/>
          </a:stretch>
        </p:blipFill>
        <p:spPr>
          <a:xfrm>
            <a:off x="548640" y="868680"/>
            <a:ext cx="11094415" cy="53492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6"/>
          <a:stretch>
            <a:fillRect/>
          </a:stretch>
        </p:blipFill>
        <p:spPr>
          <a:xfrm>
            <a:off x="548640" y="868680"/>
            <a:ext cx="11094415" cy="5349240"/>
          </a:xfrm>
          <a:prstGeom prst="rect">
            <a:avLst/>
          </a:prstGeom>
        </p:spPr>
      </p:pic>
      <p:sp>
        <p:nvSpPr>
          <p:cNvPr id="33"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4"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a:t>
            </a:r>
            <a:endParaRPr lang="en-US" sz="18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Who’s going to check?</a:t>
            </a:r>
            <a:endParaRPr lang="en-US" sz="1800" dirty="0"/>
          </a:p>
        </p:txBody>
      </p:sp>
      <p:sp>
        <p:nvSpPr>
          <p:cNvPr id="37"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38"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Threats in Albania. Unpaid money. The partnership falls apart.</a:t>
            </a:r>
            <a:endParaRPr lang="en-US" sz="1800" dirty="0"/>
          </a:p>
        </p:txBody>
      </p:sp>
      <p:sp>
        <p:nvSpPr>
          <p:cNvPr id="39"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0"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4 years in prison. David, 7 months of house arrest.</a:t>
            </a:r>
            <a:endParaRPr lang="en-US" sz="1800" dirty="0"/>
          </a:p>
        </p:txBody>
      </p:sp>
      <p:sp>
        <p:nvSpPr>
          <p:cNvPr id="41"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24" fill="hold">
                      <p:stCondLst>
                        <p:cond delay="indefinite"/>
                        <p:cond evt="onBegin" delay="0">
                          <p:tn val="2"/>
                        </p:cond>
                      </p:stCondLst>
                      <p:childTnLst>
                        <p:par>
                          <p:cTn id="22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450"/>
                                        <p:tgtEl>
                                          <p:spTgt spid="32"/>
                                        </p:tgtEl>
                                      </p:cBhvr>
                                    </p:animEffect>
                                    <p:anim calcmode="lin" valueType="num">
                                      <p:cBhvr additive="base">
                                        <p:cTn id="10" dur="450" fill="hold"/>
                                        <p:tgtEl>
                                          <p:spTgt spid="32"/>
                                        </p:tgtEl>
                                        <p:attrNameLst>
                                          <p:attrName>ppt_x</p:attrName>
                                        </p:attrNameLst>
                                      </p:cBhvr>
                                      <p:tavLst>
                                        <p:tav tm="0">
                                          <p:val>
                                            <p:strVal val="#ppt_x-.05"/>
                                          </p:val>
                                        </p:tav>
                                        <p:tav tm="100000">
                                          <p:val>
                                            <p:strVal val="#ppt_x"/>
                                          </p:val>
                                        </p:tav>
                                      </p:tavLst>
                                    </p:anim>
                                    <p:anim calcmode="lin" valueType="num">
                                      <p:cBhvr additive="base">
                                        <p:cTn id="11" dur="450" fill="hold"/>
                                        <p:tgtEl>
                                          <p:spTgt spid="32"/>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2"/>
                                        </p:tgtEl>
                                      </p:cBhvr>
                                    </p:animEffect>
                                    <p:set>
                                      <p:cBhvr>
                                        <p:cTn id="21" dur="1" fill="hold">
                                          <p:stCondLst>
                                            <p:cond delay="399"/>
                                          </p:stCondLst>
                                        </p:cTn>
                                        <p:tgtEl>
                                          <p:spTgt spid="32"/>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anim calcmode="lin" valueType="num">
                                      <p:cBhvr additive="base">
                                        <p:cTn id="25" dur="500" fill="hold"/>
                                        <p:tgtEl>
                                          <p:spTgt spid="31"/>
                                        </p:tgtEl>
                                        <p:attrNameLst>
                                          <p:attrName>ppt_x</p:attrName>
                                        </p:attrNameLst>
                                      </p:cBhvr>
                                      <p:tavLst>
                                        <p:tav tm="0">
                                          <p:val>
                                            <p:strVal val="#ppt_x"/>
                                          </p:val>
                                        </p:tav>
                                        <p:tav tm="100000">
                                          <p:val>
                                            <p:strVal val="#ppt_x"/>
                                          </p:val>
                                        </p:tav>
                                      </p:tavLst>
                                    </p:anim>
                                    <p:anim calcmode="lin" valueType="num">
                                      <p:cBhvr additive="base">
                                        <p:cTn id="26" dur="500" fill="hold"/>
                                        <p:tgtEl>
                                          <p:spTgt spid="31"/>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anim calcmode="lin" valueType="num">
                                      <p:cBhvr additive="base">
                                        <p:cTn id="30" dur="500" fill="hold"/>
                                        <p:tgtEl>
                                          <p:spTgt spid="16"/>
                                        </p:tgtEl>
                                        <p:attrNameLst>
                                          <p:attrName>ppt_x</p:attrName>
                                        </p:attrNameLst>
                                      </p:cBhvr>
                                      <p:tavLst>
                                        <p:tav tm="0">
                                          <p:val>
                                            <p:strVal val="#ppt_x-.05"/>
                                          </p:val>
                                        </p:tav>
                                        <p:tav tm="100000">
                                          <p:val>
                                            <p:strVal val="#ppt_x"/>
                                          </p:val>
                                        </p:tav>
                                      </p:tavLst>
                                    </p:anim>
                                    <p:anim calcmode="lin" valueType="num">
                                      <p:cBhvr additive="base">
                                        <p:cTn id="31" dur="500" fill="hold"/>
                                        <p:tgtEl>
                                          <p:spTgt spid="16"/>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2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anim calcmode="lin" valueType="num">
                                      <p:cBhvr additive="base">
                                        <p:cTn id="35" dur="500" fill="hold"/>
                                        <p:tgtEl>
                                          <p:spTgt spid="21"/>
                                        </p:tgtEl>
                                        <p:attrNameLst>
                                          <p:attrName>ppt_x</p:attrName>
                                        </p:attrNameLst>
                                      </p:cBhvr>
                                      <p:tavLst>
                                        <p:tav tm="0">
                                          <p:val>
                                            <p:strVal val="#ppt_x+.05"/>
                                          </p:val>
                                        </p:tav>
                                        <p:tav tm="100000">
                                          <p:val>
                                            <p:strVal val="#ppt_x"/>
                                          </p:val>
                                        </p:tav>
                                      </p:tavLst>
                                    </p:anim>
                                    <p:anim calcmode="lin" valueType="num">
                                      <p:cBhvr additive="base">
                                        <p:cTn id="36" dur="500" fill="hold"/>
                                        <p:tgtEl>
                                          <p:spTgt spid="21"/>
                                        </p:tgtEl>
                                        <p:attrNameLst>
                                          <p:attrName>ppt_y</p:attrName>
                                        </p:attrNameLst>
                                      </p:cBhvr>
                                      <p:tavLst>
                                        <p:tav tm="0">
                                          <p:val>
                                            <p:strVal val="#ppt_y"/>
                                          </p:val>
                                        </p:tav>
                                        <p:tav tm="100000">
                                          <p:val>
                                            <p:strVal val="#ppt_y"/>
                                          </p:val>
                                        </p:tav>
                                      </p:tavLst>
                                    </p:anim>
                                  </p:childTnLst>
                                </p:cTn>
                              </p:par>
                              <p:par>
                                <p:cTn id="42" presetID="53" presetClass="entr" presetSubtype="16" fill="hold" grpId="0" nodeType="withEffect">
                                  <p:stCondLst>
                                    <p:cond delay="2700"/>
                                  </p:stCondLst>
                                  <p:childTnLst>
                                    <p:set>
                                      <p:cBhvr>
                                        <p:cTn id="38" dur="1" fill="hold">
                                          <p:stCondLst>
                                            <p:cond delay="0"/>
                                          </p:stCondLst>
                                        </p:cTn>
                                        <p:tgtEl>
                                          <p:spTgt spid="9"/>
                                        </p:tgtEl>
                                        <p:attrNameLst>
                                          <p:attrName>style.visibility</p:attrName>
                                        </p:attrNameLst>
                                      </p:cBhvr>
                                      <p:to>
                                        <p:strVal val="visible"/>
                                      </p:to>
                                    </p:set>
                                    <p:anim calcmode="lin" valueType="num">
                                      <p:cBhvr additive="base">
                                        <p:cTn id="39" dur="500" fill="hold"/>
                                        <p:tgtEl>
                                          <p:spTgt spid="9"/>
                                        </p:tgtEl>
                                        <p:attrNameLst>
                                          <p:attrName>ppt_w</p:attrName>
                                        </p:attrNameLst>
                                      </p:cBhvr>
                                      <p:tavLst>
                                        <p:tav tm="0">
                                          <p:val>
                                            <p:strVal val="0"/>
                                          </p:val>
                                        </p:tav>
                                        <p:tav tm="100000">
                                          <p:val>
                                            <p:strVal val="#ppt_w"/>
                                          </p:val>
                                        </p:tav>
                                      </p:tavLst>
                                    </p:anim>
                                    <p:anim calcmode="lin" valueType="num">
                                      <p:cBhvr additive="base">
                                        <p:cTn id="40" dur="500" fill="hold"/>
                                        <p:tgtEl>
                                          <p:spTgt spid="9"/>
                                        </p:tgtEl>
                                        <p:attrNameLst>
                                          <p:attrName>ppt_h</p:attrName>
                                        </p:attrNameLst>
                                      </p:cBhvr>
                                      <p:tavLst>
                                        <p:tav tm="0">
                                          <p:val>
                                            <p:strVal val="0"/>
                                          </p:val>
                                        </p:tav>
                                        <p:tav tm="100000">
                                          <p:val>
                                            <p:strVal val="#ppt_h"/>
                                          </p:val>
                                        </p:tav>
                                      </p:tavLst>
                                    </p:anim>
                                    <p:animEffect transition="in" filter="fade">
                                      <p:cBhvr>
                                        <p:cTn id="41" dur="500"/>
                                        <p:tgtEl>
                                          <p:spTgt spid="9"/>
                                        </p:tgtEl>
                                      </p:cBhvr>
                                    </p:animEffect>
                                  </p:childTnLst>
                                </p:cTn>
                              </p:par>
                              <p:par>
                                <p:cTn id="45" presetID="10" presetClass="entr" presetSubtype="0" fill="hold" grpId="0" nodeType="withEffect">
                                  <p:stCondLst>
                                    <p:cond delay="3500"/>
                                  </p:stCondLst>
                                  <p:childTnLst>
                                    <p:set>
                                      <p:cBhvr>
                                        <p:cTn id="43" dur="1" fill="hold">
                                          <p:stCondLst>
                                            <p:cond delay="0"/>
                                          </p:stCondLst>
                                        </p:cTn>
                                        <p:tgtEl>
                                          <p:spTgt spid="28"/>
                                        </p:tgtEl>
                                        <p:attrNameLst>
                                          <p:attrName>style.visibility</p:attrName>
                                        </p:attrNameLst>
                                      </p:cBhvr>
                                      <p:to>
                                        <p:strVal val="visible"/>
                                      </p:to>
                                    </p:set>
                                    <p:animEffect transition="in" filter="fade">
                                      <p:cBhvr>
                                        <p:cTn id="44" dur="80"/>
                                        <p:tgtEl>
                                          <p:spTgt spid="28"/>
                                        </p:tgtEl>
                                      </p:cBhvr>
                                    </p:animEffect>
                                  </p:childTnLst>
                                </p:cTn>
                              </p:par>
                              <p:par>
                                <p:cTn id="48" presetID="10" presetClass="exit" presetSubtype="0" fill="hold" grpId="1" nodeType="withEffect">
                                  <p:stCondLst>
                                    <p:cond delay="3550"/>
                                  </p:stCondLst>
                                  <p:childTnLst>
                                    <p:animEffect transition="out" filter="fade">
                                      <p:cBhvr>
                                        <p:cTn id="46" dur="220"/>
                                        <p:tgtEl>
                                          <p:spTgt spid="16"/>
                                        </p:tgtEl>
                                      </p:cBhvr>
                                    </p:animEffect>
                                    <p:set>
                                      <p:cBhvr>
                                        <p:cTn id="47" dur="1" fill="hold">
                                          <p:stCondLst>
                                            <p:cond delay="219"/>
                                          </p:stCondLst>
                                        </p:cTn>
                                        <p:tgtEl>
                                          <p:spTgt spid="16"/>
                                        </p:tgtEl>
                                        <p:attrNameLst>
                                          <p:attrName>style.visibility</p:attrName>
                                        </p:attrNameLst>
                                      </p:cBhvr>
                                      <p:to>
                                        <p:strVal val="hidden"/>
                                      </p:to>
                                    </p:set>
                                  </p:childTnLst>
                                </p:cTn>
                              </p:par>
                              <p:par>
                                <p:cTn id="51" presetID="10" presetClass="entr" presetSubtype="0" fill="hold" grpId="0" nodeType="withEffect">
                                  <p:stCondLst>
                                    <p:cond delay="355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220"/>
                                        <p:tgtEl>
                                          <p:spTgt spid="17"/>
                                        </p:tgtEl>
                                      </p:cBhvr>
                                    </p:animEffect>
                                  </p:childTnLst>
                                </p:cTn>
                              </p:par>
                              <p:par>
                                <p:cTn id="53" presetID="0" presetClass="path" presetSubtype="0" fill="hold" grpId="1" nodeType="withEffect" autoRev="1" repeatCount="6000">
                                  <p:stCondLst>
                                    <p:cond delay="3600"/>
                                  </p:stCondLst>
                                  <p:childTnLst>
                                    <p:animMotion origin="layout" path="M 0 0 L 0.008 0 E" pathEditMode="relative" ptsTypes="AA">
                                      <p:cBhvr>
                                        <p:cTn id="52" dur="60" fill="hold"/>
                                        <p:tgtEl>
                                          <p:spTgt spid="17"/>
                                        </p:tgtEl>
                                        <p:attrNameLst>
                                          <p:attrName>ppt_x</p:attrName>
                                          <p:attrName>ppt_y</p:attrName>
                                        </p:attrNameLst>
                                      </p:cBhvr>
                                    </p:animMotion>
                                  </p:childTnLst>
                                </p:cTn>
                              </p:par>
                              <p:par>
                                <p:cTn id="56" presetID="10" presetClass="exit" presetSubtype="0" fill="hold" grpId="1" nodeType="withEffect">
                                  <p:stCondLst>
                                    <p:cond delay="3620"/>
                                  </p:stCondLst>
                                  <p:childTnLst>
                                    <p:animEffect transition="out" filter="fade">
                                      <p:cBhvr>
                                        <p:cTn id="54" dur="380"/>
                                        <p:tgtEl>
                                          <p:spTgt spid="28"/>
                                        </p:tgtEl>
                                      </p:cBhvr>
                                    </p:animEffect>
                                    <p:set>
                                      <p:cBhvr>
                                        <p:cTn id="55" dur="1" fill="hold">
                                          <p:stCondLst>
                                            <p:cond delay="379"/>
                                          </p:stCondLst>
                                        </p:cTn>
                                        <p:tgtEl>
                                          <p:spTgt spid="28"/>
                                        </p:tgtEl>
                                        <p:attrNameLst>
                                          <p:attrName>style.visibility</p:attrName>
                                        </p:attrNameLst>
                                      </p:cBhvr>
                                      <p:to>
                                        <p:strVal val="hidden"/>
                                      </p:to>
                                    </p:set>
                                  </p:childTnLst>
                                </p:cTn>
                              </p:par>
                              <p:par>
                                <p:cTn id="59" presetID="22" presetClass="entr" presetSubtype="1" fill="hold" grpId="0" nodeType="withEffect">
                                  <p:stCondLst>
                                    <p:cond delay="3700"/>
                                  </p:stCondLst>
                                  <p:childTnLst>
                                    <p:set>
                                      <p:cBhvr>
                                        <p:cTn id="57" dur="1" fill="hold">
                                          <p:stCondLst>
                                            <p:cond delay="0"/>
                                          </p:stCondLst>
                                        </p:cTn>
                                        <p:tgtEl>
                                          <p:spTgt spid="23"/>
                                        </p:tgtEl>
                                        <p:attrNameLst>
                                          <p:attrName>style.visibility</p:attrName>
                                        </p:attrNameLst>
                                      </p:cBhvr>
                                      <p:to>
                                        <p:strVal val="visible"/>
                                      </p:to>
                                    </p:set>
                                    <p:animEffect transition="in" filter="wipe(down)">
                                      <p:cBhvr>
                                        <p:cTn id="58" dur="600"/>
                                        <p:tgtEl>
                                          <p:spTgt spid="23"/>
                                        </p:tgtEl>
                                      </p:cBhvr>
                                    </p:animEffect>
                                  </p:childTnLst>
                                </p:cTn>
                              </p:par>
                              <p:par>
                                <p:cTn id="64" presetID="42" presetClass="entr" presetSubtype="0" fill="hold" grpId="0" nodeType="withEffect">
                                  <p:stCondLst>
                                    <p:cond delay="3700"/>
                                  </p:stCondLst>
                                  <p:childTnLst>
                                    <p:set>
                                      <p:cBhvr>
                                        <p:cTn id="60" dur="1" fill="hold">
                                          <p:stCondLst>
                                            <p:cond delay="0"/>
                                          </p:stCondLst>
                                        </p:cTn>
                                        <p:tgtEl>
                                          <p:spTgt spid="33"/>
                                        </p:tgtEl>
                                        <p:attrNameLst>
                                          <p:attrName>style.visibility</p:attrName>
                                        </p:attrNameLst>
                                      </p:cBhvr>
                                      <p:to>
                                        <p:strVal val="visible"/>
                                      </p:to>
                                    </p:set>
                                    <p:animEffect transition="in" filter="fade">
                                      <p:cBhvr>
                                        <p:cTn id="61" dur="300"/>
                                        <p:tgtEl>
                                          <p:spTgt spid="33"/>
                                        </p:tgtEl>
                                      </p:cBhvr>
                                    </p:animEffect>
                                    <p:anim calcmode="lin" valueType="num">
                                      <p:cBhvr additive="base">
                                        <p:cTn id="62" dur="300" fill="hold"/>
                                        <p:tgtEl>
                                          <p:spTgt spid="33"/>
                                        </p:tgtEl>
                                        <p:attrNameLst>
                                          <p:attrName>ppt_x</p:attrName>
                                        </p:attrNameLst>
                                      </p:cBhvr>
                                      <p:tavLst>
                                        <p:tav tm="0">
                                          <p:val>
                                            <p:strVal val="#ppt_x-.05"/>
                                          </p:val>
                                        </p:tav>
                                        <p:tav tm="100000">
                                          <p:val>
                                            <p:strVal val="#ppt_x"/>
                                          </p:val>
                                        </p:tav>
                                      </p:tavLst>
                                    </p:anim>
                                    <p:anim calcmode="lin" valueType="num">
                                      <p:cBhvr additive="base">
                                        <p:cTn id="63" dur="300" fill="hold"/>
                                        <p:tgtEl>
                                          <p:spTgt spid="33"/>
                                        </p:tgtEl>
                                        <p:attrNameLst>
                                          <p:attrName>ppt_y</p:attrName>
                                        </p:attrNameLst>
                                      </p:cBhvr>
                                      <p:tavLst>
                                        <p:tav tm="0">
                                          <p:val>
                                            <p:strVal val="#ppt_y"/>
                                          </p:val>
                                        </p:tav>
                                        <p:tav tm="100000">
                                          <p:val>
                                            <p:strVal val="#ppt_y"/>
                                          </p:val>
                                        </p:tav>
                                      </p:tavLst>
                                    </p:anim>
                                  </p:childTnLst>
                                </p:cTn>
                              </p:par>
                              <p:par>
                                <p:cTn id="66" presetID="1" presetClass="entr" presetSubtype="0" fill="hold" grpId="0" nodeType="withEffect">
                                  <p:stCondLst>
                                    <p:cond delay="3850"/>
                                  </p:stCondLst>
                                  <p:iterate type="lt">
                                    <p:tmAbs val="30"/>
                                  </p:iterate>
                                  <p:childTnLst>
                                    <p:set>
                                      <p:cBhvr>
                                        <p:cTn id="65" dur="1" fill="hold">
                                          <p:stCondLst>
                                            <p:cond delay="0"/>
                                          </p:stCondLst>
                                        </p:cTn>
                                        <p:tgtEl>
                                          <p:spTgt spid="34"/>
                                        </p:tgtEl>
                                        <p:attrNameLst>
                                          <p:attrName>style.visibility</p:attrName>
                                        </p:attrNameLst>
                                      </p:cBhvr>
                                      <p:to>
                                        <p:strVal val="visible"/>
                                      </p:to>
                                    </p:set>
                                  </p:childTnLst>
                                </p:cTn>
                              </p:par>
                              <p:par>
                                <p:cTn id="69" presetID="10" presetClass="exit" presetSubtype="0" fill="hold" grpId="1" nodeType="withEffect">
                                  <p:stCondLst>
                                    <p:cond delay="7200"/>
                                  </p:stCondLst>
                                  <p:childTnLst>
                                    <p:animEffect transition="out" filter="fade">
                                      <p:cBhvr>
                                        <p:cTn id="67" dur="250"/>
                                        <p:tgtEl>
                                          <p:spTgt spid="33"/>
                                        </p:tgtEl>
                                      </p:cBhvr>
                                    </p:animEffect>
                                    <p:set>
                                      <p:cBhvr>
                                        <p:cTn id="68" dur="1" fill="hold">
                                          <p:stCondLst>
                                            <p:cond delay="249"/>
                                          </p:stCondLst>
                                        </p:cTn>
                                        <p:tgtEl>
                                          <p:spTgt spid="33"/>
                                        </p:tgtEl>
                                        <p:attrNameLst>
                                          <p:attrName>style.visibility</p:attrName>
                                        </p:attrNameLst>
                                      </p:cBhvr>
                                      <p:to>
                                        <p:strVal val="hidden"/>
                                      </p:to>
                                    </p:set>
                                  </p:childTnLst>
                                </p:cTn>
                              </p:par>
                              <p:par>
                                <p:cTn id="72" presetID="10" presetClass="exit" presetSubtype="0" fill="hold" grpId="1" nodeType="withEffect">
                                  <p:stCondLst>
                                    <p:cond delay="7200"/>
                                  </p:stCondLst>
                                  <p:childTnLst>
                                    <p:animEffect transition="out" filter="fade">
                                      <p:cBhvr>
                                        <p:cTn id="70" dur="250"/>
                                        <p:tgtEl>
                                          <p:spTgt spid="34"/>
                                        </p:tgtEl>
                                      </p:cBhvr>
                                    </p:animEffect>
                                    <p:set>
                                      <p:cBhvr>
                                        <p:cTn id="71" dur="1" fill="hold">
                                          <p:stCondLst>
                                            <p:cond delay="249"/>
                                          </p:stCondLst>
                                        </p:cTn>
                                        <p:tgtEl>
                                          <p:spTgt spid="34"/>
                                        </p:tgtEl>
                                        <p:attrNameLst>
                                          <p:attrName>style.visibility</p:attrName>
                                        </p:attrNameLst>
                                      </p:cBhvr>
                                      <p:to>
                                        <p:strVal val="hidden"/>
                                      </p:to>
                                    </p:set>
                                  </p:childTnLst>
                                </p:cTn>
                              </p:par>
                              <p:par>
                                <p:cTn id="75" presetID="10" presetClass="exit" presetSubtype="0" fill="hold" grpId="1" nodeType="withEffect">
                                  <p:stCondLst>
                                    <p:cond delay="7200"/>
                                  </p:stCondLst>
                                  <p:childTnLst>
                                    <p:animEffect transition="out" filter="fade">
                                      <p:cBhvr>
                                        <p:cTn id="73" dur="300"/>
                                        <p:tgtEl>
                                          <p:spTgt spid="23"/>
                                        </p:tgtEl>
                                      </p:cBhvr>
                                    </p:animEffect>
                                    <p:set>
                                      <p:cBhvr>
                                        <p:cTn id="74" dur="1" fill="hold">
                                          <p:stCondLst>
                                            <p:cond delay="299"/>
                                          </p:stCondLst>
                                        </p:cTn>
                                        <p:tgtEl>
                                          <p:spTgt spid="23"/>
                                        </p:tgtEl>
                                        <p:attrNameLst>
                                          <p:attrName>style.visibility</p:attrName>
                                        </p:attrNameLst>
                                      </p:cBhvr>
                                      <p:to>
                                        <p:strVal val="hidden"/>
                                      </p:to>
                                    </p:set>
                                  </p:childTnLst>
                                </p:cTn>
                              </p:par>
                              <p:par>
                                <p:cTn id="78" presetID="10" presetClass="exit" presetSubtype="0" fill="hold" grpId="2" nodeType="withEffect">
                                  <p:stCondLst>
                                    <p:cond delay="7300"/>
                                  </p:stCondLst>
                                  <p:childTnLst>
                                    <p:animEffect transition="out" filter="fade">
                                      <p:cBhvr>
                                        <p:cTn id="76" dur="220"/>
                                        <p:tgtEl>
                                          <p:spTgt spid="17"/>
                                        </p:tgtEl>
                                      </p:cBhvr>
                                    </p:animEffect>
                                    <p:set>
                                      <p:cBhvr>
                                        <p:cTn id="77" dur="1" fill="hold">
                                          <p:stCondLst>
                                            <p:cond delay="219"/>
                                          </p:stCondLst>
                                        </p:cTn>
                                        <p:tgtEl>
                                          <p:spTgt spid="17"/>
                                        </p:tgtEl>
                                        <p:attrNameLst>
                                          <p:attrName>style.visibility</p:attrName>
                                        </p:attrNameLst>
                                      </p:cBhvr>
                                      <p:to>
                                        <p:strVal val="hidden"/>
                                      </p:to>
                                    </p:set>
                                  </p:childTnLst>
                                </p:cTn>
                              </p:par>
                              <p:par>
                                <p:cTn id="81" presetID="10" presetClass="entr" presetSubtype="0" fill="hold" grpId="0" nodeType="withEffect">
                                  <p:stCondLst>
                                    <p:cond delay="730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220"/>
                                        <p:tgtEl>
                                          <p:spTgt spid="18"/>
                                        </p:tgtEl>
                                      </p:cBhvr>
                                    </p:animEffect>
                                  </p:childTnLst>
                                </p:cTn>
                              </p:par>
                              <p:par>
                                <p:cTn id="86" presetID="42" presetClass="entr" presetSubtype="0" fill="hold" grpId="0" nodeType="withEffect">
                                  <p:stCondLst>
                                    <p:cond delay="740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300"/>
                                        <p:tgtEl>
                                          <p:spTgt spid="35"/>
                                        </p:tgtEl>
                                      </p:cBhvr>
                                    </p:animEffect>
                                    <p:anim calcmode="lin" valueType="num">
                                      <p:cBhvr additive="base">
                                        <p:cTn id="84" dur="300" fill="hold"/>
                                        <p:tgtEl>
                                          <p:spTgt spid="35"/>
                                        </p:tgtEl>
                                        <p:attrNameLst>
                                          <p:attrName>ppt_x</p:attrName>
                                        </p:attrNameLst>
                                      </p:cBhvr>
                                      <p:tavLst>
                                        <p:tav tm="0">
                                          <p:val>
                                            <p:strVal val="#ppt_x-.05"/>
                                          </p:val>
                                        </p:tav>
                                        <p:tav tm="100000">
                                          <p:val>
                                            <p:strVal val="#ppt_x"/>
                                          </p:val>
                                        </p:tav>
                                      </p:tavLst>
                                    </p:anim>
                                    <p:anim calcmode="lin" valueType="num">
                                      <p:cBhvr additive="base">
                                        <p:cTn id="85" dur="300" fill="hold"/>
                                        <p:tgtEl>
                                          <p:spTgt spid="35"/>
                                        </p:tgtEl>
                                        <p:attrNameLst>
                                          <p:attrName>ppt_y</p:attrName>
                                        </p:attrNameLst>
                                      </p:cBhvr>
                                      <p:tavLst>
                                        <p:tav tm="0">
                                          <p:val>
                                            <p:strVal val="#ppt_y"/>
                                          </p:val>
                                        </p:tav>
                                        <p:tav tm="100000">
                                          <p:val>
                                            <p:strVal val="#ppt_y"/>
                                          </p:val>
                                        </p:tav>
                                      </p:tavLst>
                                    </p:anim>
                                  </p:childTnLst>
                                </p:cTn>
                              </p:par>
                              <p:par>
                                <p:cTn id="88" presetID="1" presetClass="entr" presetSubtype="0" fill="hold" grpId="0" nodeType="withEffect">
                                  <p:stCondLst>
                                    <p:cond delay="7550"/>
                                  </p:stCondLst>
                                  <p:iterate type="lt">
                                    <p:tmAbs val="30"/>
                                  </p:iterate>
                                  <p:childTnLst>
                                    <p:set>
                                      <p:cBhvr>
                                        <p:cTn id="87" dur="1" fill="hold">
                                          <p:stCondLst>
                                            <p:cond delay="0"/>
                                          </p:stCondLst>
                                        </p:cTn>
                                        <p:tgtEl>
                                          <p:spTgt spid="36"/>
                                        </p:tgtEl>
                                        <p:attrNameLst>
                                          <p:attrName>style.visibility</p:attrName>
                                        </p:attrNameLst>
                                      </p:cBhvr>
                                      <p:to>
                                        <p:strVal val="visible"/>
                                      </p:to>
                                    </p:set>
                                  </p:childTnLst>
                                </p:cTn>
                              </p:par>
                              <p:par>
                                <p:cTn id="91" presetID="22" presetClass="exit" presetSubtype="8" fill="hold" grpId="1" nodeType="withEffect">
                                  <p:stCondLst>
                                    <p:cond delay="8100"/>
                                  </p:stCondLst>
                                  <p:childTnLst>
                                    <p:animEffect transition="out" filter="wipe(left)">
                                      <p:cBhvr>
                                        <p:cTn id="89" dur="800"/>
                                        <p:tgtEl>
                                          <p:spTgt spid="9"/>
                                        </p:tgtEl>
                                      </p:cBhvr>
                                    </p:animEffect>
                                    <p:set>
                                      <p:cBhvr>
                                        <p:cTn id="90" dur="1" fill="hold">
                                          <p:stCondLst>
                                            <p:cond delay="799"/>
                                          </p:stCondLst>
                                        </p:cTn>
                                        <p:tgtEl>
                                          <p:spTgt spid="9"/>
                                        </p:tgtEl>
                                        <p:attrNameLst>
                                          <p:attrName>style.visibility</p:attrName>
                                        </p:attrNameLst>
                                      </p:cBhvr>
                                      <p:to>
                                        <p:strVal val="hidden"/>
                                      </p:to>
                                    </p:set>
                                  </p:childTnLst>
                                </p:cTn>
                              </p:par>
                              <p:par>
                                <p:cTn id="95" presetID="2" presetClass="entr" presetSubtype="1" fill="hold" grpId="0" nodeType="withEffect">
                                  <p:stCondLst>
                                    <p:cond delay="8800"/>
                                  </p:stCondLst>
                                  <p:childTnLst>
                                    <p:set>
                                      <p:cBhvr>
                                        <p:cTn id="92" dur="1" fill="hold">
                                          <p:stCondLst>
                                            <p:cond delay="0"/>
                                          </p:stCondLst>
                                        </p:cTn>
                                        <p:tgtEl>
                                          <p:spTgt spid="10"/>
                                        </p:tgtEl>
                                        <p:attrNameLst>
                                          <p:attrName>style.visibility</p:attrName>
                                        </p:attrNameLst>
                                      </p:cBhvr>
                                      <p:to>
                                        <p:strVal val="visible"/>
                                      </p:to>
                                    </p:set>
                                    <p:anim calcmode="lin" valueType="num">
                                      <p:cBhvr additive="base">
                                        <p:cTn id="93" dur="500" fill="hold"/>
                                        <p:tgtEl>
                                          <p:spTgt spid="10"/>
                                        </p:tgtEl>
                                        <p:attrNameLst>
                                          <p:attrName>ppt_x</p:attrName>
                                        </p:attrNameLst>
                                      </p:cBhvr>
                                      <p:tavLst>
                                        <p:tav tm="0">
                                          <p:val>
                                            <p:strVal val="#ppt_x"/>
                                          </p:val>
                                        </p:tav>
                                        <p:tav tm="100000">
                                          <p:val>
                                            <p:strVal val="#ppt_x"/>
                                          </p:val>
                                        </p:tav>
                                      </p:tavLst>
                                    </p:anim>
                                    <p:anim calcmode="lin" valueType="num">
                                      <p:cBhvr additive="base">
                                        <p:cTn id="94" dur="500" fill="hold"/>
                                        <p:tgtEl>
                                          <p:spTgt spid="10"/>
                                        </p:tgtEl>
                                        <p:attrNameLst>
                                          <p:attrName>ppt_y</p:attrName>
                                        </p:attrNameLst>
                                      </p:cBhvr>
                                      <p:tavLst>
                                        <p:tav tm="0">
                                          <p:val>
                                            <p:strVal val="0-#ppt_h/2"/>
                                          </p:val>
                                        </p:tav>
                                        <p:tav tm="100000">
                                          <p:val>
                                            <p:strVal val="#ppt_y"/>
                                          </p:val>
                                        </p:tav>
                                      </p:tavLst>
                                    </p:anim>
                                  </p:childTnLst>
                                </p:cTn>
                              </p:par>
                              <p:par>
                                <p:cTn id="99" presetID="2" presetClass="entr" presetSubtype="1" fill="hold" grpId="0" nodeType="withEffect">
                                  <p:stCondLst>
                                    <p:cond delay="9000"/>
                                  </p:stCondLst>
                                  <p:childTnLst>
                                    <p:set>
                                      <p:cBhvr>
                                        <p:cTn id="96" dur="1" fill="hold">
                                          <p:stCondLst>
                                            <p:cond delay="0"/>
                                          </p:stCondLst>
                                        </p:cTn>
                                        <p:tgtEl>
                                          <p:spTgt spid="11"/>
                                        </p:tgtEl>
                                        <p:attrNameLst>
                                          <p:attrName>style.visibility</p:attrName>
                                        </p:attrNameLst>
                                      </p:cBhvr>
                                      <p:to>
                                        <p:strVal val="visible"/>
                                      </p:to>
                                    </p:set>
                                    <p:anim calcmode="lin" valueType="num">
                                      <p:cBhvr additive="base">
                                        <p:cTn id="97" dur="500" fill="hold"/>
                                        <p:tgtEl>
                                          <p:spTgt spid="11"/>
                                        </p:tgtEl>
                                        <p:attrNameLst>
                                          <p:attrName>ppt_x</p:attrName>
                                        </p:attrNameLst>
                                      </p:cBhvr>
                                      <p:tavLst>
                                        <p:tav tm="0">
                                          <p:val>
                                            <p:strVal val="#ppt_x"/>
                                          </p:val>
                                        </p:tav>
                                        <p:tav tm="100000">
                                          <p:val>
                                            <p:strVal val="#ppt_x"/>
                                          </p:val>
                                        </p:tav>
                                      </p:tavLst>
                                    </p:anim>
                                    <p:anim calcmode="lin" valueType="num">
                                      <p:cBhvr additive="base">
                                        <p:cTn id="98" dur="500" fill="hold"/>
                                        <p:tgtEl>
                                          <p:spTgt spid="11"/>
                                        </p:tgtEl>
                                        <p:attrNameLst>
                                          <p:attrName>ppt_y</p:attrName>
                                        </p:attrNameLst>
                                      </p:cBhvr>
                                      <p:tavLst>
                                        <p:tav tm="0">
                                          <p:val>
                                            <p:strVal val="0-#ppt_h/2"/>
                                          </p:val>
                                        </p:tav>
                                        <p:tav tm="100000">
                                          <p:val>
                                            <p:strVal val="#ppt_y"/>
                                          </p:val>
                                        </p:tav>
                                      </p:tavLst>
                                    </p:anim>
                                  </p:childTnLst>
                                </p:cTn>
                              </p:par>
                              <p:par>
                                <p:cTn id="103" presetID="2" presetClass="entr" presetSubtype="1" fill="hold" grpId="0" nodeType="withEffect">
                                  <p:stCondLst>
                                    <p:cond delay="9250"/>
                                  </p:stCondLst>
                                  <p:childTnLst>
                                    <p:set>
                                      <p:cBhvr>
                                        <p:cTn id="100" dur="1" fill="hold">
                                          <p:stCondLst>
                                            <p:cond delay="0"/>
                                          </p:stCondLst>
                                        </p:cTn>
                                        <p:tgtEl>
                                          <p:spTgt spid="12"/>
                                        </p:tgtEl>
                                        <p:attrNameLst>
                                          <p:attrName>style.visibility</p:attrName>
                                        </p:attrNameLst>
                                      </p:cBhvr>
                                      <p:to>
                                        <p:strVal val="visible"/>
                                      </p:to>
                                    </p:set>
                                    <p:anim calcmode="lin" valueType="num">
                                      <p:cBhvr additive="base">
                                        <p:cTn id="101" dur="500" fill="hold"/>
                                        <p:tgtEl>
                                          <p:spTgt spid="12"/>
                                        </p:tgtEl>
                                        <p:attrNameLst>
                                          <p:attrName>ppt_x</p:attrName>
                                        </p:attrNameLst>
                                      </p:cBhvr>
                                      <p:tavLst>
                                        <p:tav tm="0">
                                          <p:val>
                                            <p:strVal val="#ppt_x"/>
                                          </p:val>
                                        </p:tav>
                                        <p:tav tm="100000">
                                          <p:val>
                                            <p:strVal val="#ppt_x"/>
                                          </p:val>
                                        </p:tav>
                                      </p:tavLst>
                                    </p:anim>
                                    <p:anim calcmode="lin" valueType="num">
                                      <p:cBhvr additive="base">
                                        <p:cTn id="102" dur="500" fill="hold"/>
                                        <p:tgtEl>
                                          <p:spTgt spid="12"/>
                                        </p:tgtEl>
                                        <p:attrNameLst>
                                          <p:attrName>ppt_y</p:attrName>
                                        </p:attrNameLst>
                                      </p:cBhvr>
                                      <p:tavLst>
                                        <p:tav tm="0">
                                          <p:val>
                                            <p:strVal val="0-#ppt_h/2"/>
                                          </p:val>
                                        </p:tav>
                                        <p:tav tm="100000">
                                          <p:val>
                                            <p:strVal val="#ppt_y"/>
                                          </p:val>
                                        </p:tav>
                                      </p:tavLst>
                                    </p:anim>
                                  </p:childTnLst>
                                </p:cTn>
                              </p:par>
                              <p:par>
                                <p:cTn id="106" presetID="10" presetClass="exit" presetSubtype="0" fill="hold" grpId="1" nodeType="withEffect">
                                  <p:stCondLst>
                                    <p:cond delay="10800"/>
                                  </p:stCondLst>
                                  <p:childTnLst>
                                    <p:animEffect transition="out" filter="fade">
                                      <p:cBhvr>
                                        <p:cTn id="104" dur="250"/>
                                        <p:tgtEl>
                                          <p:spTgt spid="35"/>
                                        </p:tgtEl>
                                      </p:cBhvr>
                                    </p:animEffect>
                                    <p:set>
                                      <p:cBhvr>
                                        <p:cTn id="105" dur="1" fill="hold">
                                          <p:stCondLst>
                                            <p:cond delay="249"/>
                                          </p:stCondLst>
                                        </p:cTn>
                                        <p:tgtEl>
                                          <p:spTgt spid="35"/>
                                        </p:tgtEl>
                                        <p:attrNameLst>
                                          <p:attrName>style.visibility</p:attrName>
                                        </p:attrNameLst>
                                      </p:cBhvr>
                                      <p:to>
                                        <p:strVal val="hidden"/>
                                      </p:to>
                                    </p:set>
                                  </p:childTnLst>
                                </p:cTn>
                              </p:par>
                              <p:par>
                                <p:cTn id="109" presetID="10" presetClass="exit" presetSubtype="0" fill="hold" grpId="1" nodeType="withEffect">
                                  <p:stCondLst>
                                    <p:cond delay="10800"/>
                                  </p:stCondLst>
                                  <p:childTnLst>
                                    <p:animEffect transition="out" filter="fade">
                                      <p:cBhvr>
                                        <p:cTn id="107" dur="250"/>
                                        <p:tgtEl>
                                          <p:spTgt spid="36"/>
                                        </p:tgtEl>
                                      </p:cBhvr>
                                    </p:animEffect>
                                    <p:set>
                                      <p:cBhvr>
                                        <p:cTn id="108" dur="1" fill="hold">
                                          <p:stCondLst>
                                            <p:cond delay="249"/>
                                          </p:stCondLst>
                                        </p:cTn>
                                        <p:tgtEl>
                                          <p:spTgt spid="36"/>
                                        </p:tgtEl>
                                        <p:attrNameLst>
                                          <p:attrName>style.visibility</p:attrName>
                                        </p:attrNameLst>
                                      </p:cBhvr>
                                      <p:to>
                                        <p:strVal val="hidden"/>
                                      </p:to>
                                    </p:set>
                                  </p:childTnLst>
                                </p:cTn>
                              </p:par>
                              <p:par>
                                <p:cTn id="112" presetID="10" presetClass="exit" presetSubtype="0" fill="hold" grpId="1" nodeType="withEffect">
                                  <p:stCondLst>
                                    <p:cond delay="10900"/>
                                  </p:stCondLst>
                                  <p:childTnLst>
                                    <p:animEffect transition="out" filter="fade">
                                      <p:cBhvr>
                                        <p:cTn id="110" dur="250"/>
                                        <p:tgtEl>
                                          <p:spTgt spid="10"/>
                                        </p:tgtEl>
                                      </p:cBhvr>
                                    </p:animEffect>
                                    <p:set>
                                      <p:cBhvr>
                                        <p:cTn id="111" dur="1" fill="hold">
                                          <p:stCondLst>
                                            <p:cond delay="249"/>
                                          </p:stCondLst>
                                        </p:cTn>
                                        <p:tgtEl>
                                          <p:spTgt spid="10"/>
                                        </p:tgtEl>
                                        <p:attrNameLst>
                                          <p:attrName>style.visibility</p:attrName>
                                        </p:attrNameLst>
                                      </p:cBhvr>
                                      <p:to>
                                        <p:strVal val="hidden"/>
                                      </p:to>
                                    </p:set>
                                  </p:childTnLst>
                                </p:cTn>
                              </p:par>
                              <p:par>
                                <p:cTn id="115" presetID="10" presetClass="exit" presetSubtype="0" fill="hold" grpId="1" nodeType="withEffect">
                                  <p:stCondLst>
                                    <p:cond delay="10900"/>
                                  </p:stCondLst>
                                  <p:childTnLst>
                                    <p:animEffect transition="out" filter="fade">
                                      <p:cBhvr>
                                        <p:cTn id="113" dur="250"/>
                                        <p:tgtEl>
                                          <p:spTgt spid="11"/>
                                        </p:tgtEl>
                                      </p:cBhvr>
                                    </p:animEffect>
                                    <p:set>
                                      <p:cBhvr>
                                        <p:cTn id="114" dur="1" fill="hold">
                                          <p:stCondLst>
                                            <p:cond delay="249"/>
                                          </p:stCondLst>
                                        </p:cTn>
                                        <p:tgtEl>
                                          <p:spTgt spid="11"/>
                                        </p:tgtEl>
                                        <p:attrNameLst>
                                          <p:attrName>style.visibility</p:attrName>
                                        </p:attrNameLst>
                                      </p:cBhvr>
                                      <p:to>
                                        <p:strVal val="hidden"/>
                                      </p:to>
                                    </p:set>
                                  </p:childTnLst>
                                </p:cTn>
                              </p:par>
                              <p:par>
                                <p:cTn id="118" presetID="10" presetClass="exit" presetSubtype="0" fill="hold" grpId="1" nodeType="withEffect">
                                  <p:stCondLst>
                                    <p:cond delay="10900"/>
                                  </p:stCondLst>
                                  <p:childTnLst>
                                    <p:animEffect transition="out" filter="fade">
                                      <p:cBhvr>
                                        <p:cTn id="116" dur="250"/>
                                        <p:tgtEl>
                                          <p:spTgt spid="12"/>
                                        </p:tgtEl>
                                      </p:cBhvr>
                                    </p:animEffect>
                                    <p:set>
                                      <p:cBhvr>
                                        <p:cTn id="117" dur="1" fill="hold">
                                          <p:stCondLst>
                                            <p:cond delay="249"/>
                                          </p:stCondLst>
                                        </p:cTn>
                                        <p:tgtEl>
                                          <p:spTgt spid="12"/>
                                        </p:tgtEl>
                                        <p:attrNameLst>
                                          <p:attrName>style.visibility</p:attrName>
                                        </p:attrNameLst>
                                      </p:cBhvr>
                                      <p:to>
                                        <p:strVal val="hidden"/>
                                      </p:to>
                                    </p:set>
                                  </p:childTnLst>
                                </p:cTn>
                              </p:par>
                              <p:par>
                                <p:cTn id="121" presetID="10" presetClass="entr" presetSubtype="0" fill="hold" grpId="0" nodeType="withEffect">
                                  <p:stCondLst>
                                    <p:cond delay="11000"/>
                                  </p:stCondLst>
                                  <p:childTnLst>
                                    <p:set>
                                      <p:cBhvr>
                                        <p:cTn id="119" dur="1" fill="hold">
                                          <p:stCondLst>
                                            <p:cond delay="0"/>
                                          </p:stCondLst>
                                        </p:cTn>
                                        <p:tgtEl>
                                          <p:spTgt spid="29"/>
                                        </p:tgtEl>
                                        <p:attrNameLst>
                                          <p:attrName>style.visibility</p:attrName>
                                        </p:attrNameLst>
                                      </p:cBhvr>
                                      <p:to>
                                        <p:strVal val="visible"/>
                                      </p:to>
                                    </p:set>
                                    <p:animEffect transition="in" filter="fade">
                                      <p:cBhvr>
                                        <p:cTn id="120" dur="80"/>
                                        <p:tgtEl>
                                          <p:spTgt spid="29"/>
                                        </p:tgtEl>
                                      </p:cBhvr>
                                    </p:animEffect>
                                  </p:childTnLst>
                                </p:cTn>
                              </p:par>
                              <p:par>
                                <p:cTn id="124" presetID="22" presetClass="entr" presetSubtype="1" fill="hold" grpId="0" nodeType="withEffect">
                                  <p:stCondLst>
                                    <p:cond delay="11100"/>
                                  </p:stCondLst>
                                  <p:childTnLst>
                                    <p:set>
                                      <p:cBhvr>
                                        <p:cTn id="122" dur="1" fill="hold">
                                          <p:stCondLst>
                                            <p:cond delay="0"/>
                                          </p:stCondLst>
                                        </p:cTn>
                                        <p:tgtEl>
                                          <p:spTgt spid="13"/>
                                        </p:tgtEl>
                                        <p:attrNameLst>
                                          <p:attrName>style.visibility</p:attrName>
                                        </p:attrNameLst>
                                      </p:cBhvr>
                                      <p:to>
                                        <p:strVal val="visible"/>
                                      </p:to>
                                    </p:set>
                                    <p:animEffect transition="in" filter="wipe(down)">
                                      <p:cBhvr>
                                        <p:cTn id="123" dur="700"/>
                                        <p:tgtEl>
                                          <p:spTgt spid="13"/>
                                        </p:tgtEl>
                                      </p:cBhvr>
                                    </p:animEffect>
                                  </p:childTnLst>
                                </p:cTn>
                              </p:par>
                              <p:par>
                                <p:cTn id="129" presetID="42" presetClass="entr" presetSubtype="0" fill="hold" grpId="0" nodeType="withEffect">
                                  <p:stCondLst>
                                    <p:cond delay="11100"/>
                                  </p:stCondLst>
                                  <p:childTnLst>
                                    <p:set>
                                      <p:cBhvr>
                                        <p:cTn id="125" dur="1" fill="hold">
                                          <p:stCondLst>
                                            <p:cond delay="0"/>
                                          </p:stCondLst>
                                        </p:cTn>
                                        <p:tgtEl>
                                          <p:spTgt spid="37"/>
                                        </p:tgtEl>
                                        <p:attrNameLst>
                                          <p:attrName>style.visibility</p:attrName>
                                        </p:attrNameLst>
                                      </p:cBhvr>
                                      <p:to>
                                        <p:strVal val="visible"/>
                                      </p:to>
                                    </p:set>
                                    <p:animEffect transition="in" filter="fade">
                                      <p:cBhvr>
                                        <p:cTn id="126" dur="300"/>
                                        <p:tgtEl>
                                          <p:spTgt spid="37"/>
                                        </p:tgtEl>
                                      </p:cBhvr>
                                    </p:animEffect>
                                    <p:anim calcmode="lin" valueType="num">
                                      <p:cBhvr additive="base">
                                        <p:cTn id="127" dur="300" fill="hold"/>
                                        <p:tgtEl>
                                          <p:spTgt spid="37"/>
                                        </p:tgtEl>
                                        <p:attrNameLst>
                                          <p:attrName>ppt_x</p:attrName>
                                        </p:attrNameLst>
                                      </p:cBhvr>
                                      <p:tavLst>
                                        <p:tav tm="0">
                                          <p:val>
                                            <p:strVal val="#ppt_x-.05"/>
                                          </p:val>
                                        </p:tav>
                                        <p:tav tm="100000">
                                          <p:val>
                                            <p:strVal val="#ppt_x"/>
                                          </p:val>
                                        </p:tav>
                                      </p:tavLst>
                                    </p:anim>
                                    <p:anim calcmode="lin" valueType="num">
                                      <p:cBhvr additive="base">
                                        <p:cTn id="128" dur="300" fill="hold"/>
                                        <p:tgtEl>
                                          <p:spTgt spid="37"/>
                                        </p:tgtEl>
                                        <p:attrNameLst>
                                          <p:attrName>ppt_y</p:attrName>
                                        </p:attrNameLst>
                                      </p:cBhvr>
                                      <p:tavLst>
                                        <p:tav tm="0">
                                          <p:val>
                                            <p:strVal val="#ppt_y"/>
                                          </p:val>
                                        </p:tav>
                                        <p:tav tm="100000">
                                          <p:val>
                                            <p:strVal val="#ppt_y"/>
                                          </p:val>
                                        </p:tav>
                                      </p:tavLst>
                                    </p:anim>
                                  </p:childTnLst>
                                </p:cTn>
                              </p:par>
                              <p:par>
                                <p:cTn id="132" presetID="10" presetClass="exit" presetSubtype="0" fill="hold" grpId="1" nodeType="withEffect">
                                  <p:stCondLst>
                                    <p:cond delay="11120"/>
                                  </p:stCondLst>
                                  <p:childTnLst>
                                    <p:animEffect transition="out" filter="fade">
                                      <p:cBhvr>
                                        <p:cTn id="130" dur="380"/>
                                        <p:tgtEl>
                                          <p:spTgt spid="29"/>
                                        </p:tgtEl>
                                      </p:cBhvr>
                                    </p:animEffect>
                                    <p:set>
                                      <p:cBhvr>
                                        <p:cTn id="131" dur="1" fill="hold">
                                          <p:stCondLst>
                                            <p:cond delay="379"/>
                                          </p:stCondLst>
                                        </p:cTn>
                                        <p:tgtEl>
                                          <p:spTgt spid="29"/>
                                        </p:tgtEl>
                                        <p:attrNameLst>
                                          <p:attrName>style.visibility</p:attrName>
                                        </p:attrNameLst>
                                      </p:cBhvr>
                                      <p:to>
                                        <p:strVal val="hidden"/>
                                      </p:to>
                                    </p:set>
                                  </p:childTnLst>
                                </p:cTn>
                              </p:par>
                              <p:par>
                                <p:cTn id="135" presetID="10" presetClass="exit" presetSubtype="0" fill="hold" grpId="1" nodeType="withEffect">
                                  <p:stCondLst>
                                    <p:cond delay="11200"/>
                                  </p:stCondLst>
                                  <p:childTnLst>
                                    <p:animEffect transition="out" filter="fade">
                                      <p:cBhvr>
                                        <p:cTn id="133" dur="220"/>
                                        <p:tgtEl>
                                          <p:spTgt spid="18"/>
                                        </p:tgtEl>
                                      </p:cBhvr>
                                    </p:animEffect>
                                    <p:set>
                                      <p:cBhvr>
                                        <p:cTn id="134" dur="1" fill="hold">
                                          <p:stCondLst>
                                            <p:cond delay="219"/>
                                          </p:stCondLst>
                                        </p:cTn>
                                        <p:tgtEl>
                                          <p:spTgt spid="18"/>
                                        </p:tgtEl>
                                        <p:attrNameLst>
                                          <p:attrName>style.visibility</p:attrName>
                                        </p:attrNameLst>
                                      </p:cBhvr>
                                      <p:to>
                                        <p:strVal val="hidden"/>
                                      </p:to>
                                    </p:set>
                                  </p:childTnLst>
                                </p:cTn>
                              </p:par>
                              <p:par>
                                <p:cTn id="138" presetID="10" presetClass="entr" presetSubtype="0" fill="hold" grpId="0" nodeType="withEffect">
                                  <p:stCondLst>
                                    <p:cond delay="11200"/>
                                  </p:stCondLst>
                                  <p:childTnLst>
                                    <p:set>
                                      <p:cBhvr>
                                        <p:cTn id="136" dur="1" fill="hold">
                                          <p:stCondLst>
                                            <p:cond delay="0"/>
                                          </p:stCondLst>
                                        </p:cTn>
                                        <p:tgtEl>
                                          <p:spTgt spid="19"/>
                                        </p:tgtEl>
                                        <p:attrNameLst>
                                          <p:attrName>style.visibility</p:attrName>
                                        </p:attrNameLst>
                                      </p:cBhvr>
                                      <p:to>
                                        <p:strVal val="visible"/>
                                      </p:to>
                                    </p:set>
                                    <p:animEffect transition="in" filter="fade">
                                      <p:cBhvr>
                                        <p:cTn id="137" dur="220"/>
                                        <p:tgtEl>
                                          <p:spTgt spid="19"/>
                                        </p:tgtEl>
                                      </p:cBhvr>
                                    </p:animEffect>
                                  </p:childTnLst>
                                </p:cTn>
                              </p:par>
                              <p:par>
                                <p:cTn id="140" presetID="1" presetClass="entr" presetSubtype="0" fill="hold" grpId="0" nodeType="withEffect">
                                  <p:stCondLst>
                                    <p:cond delay="11250"/>
                                  </p:stCondLst>
                                  <p:iterate type="lt">
                                    <p:tmAbs val="30"/>
                                  </p:iterate>
                                  <p:childTnLst>
                                    <p:set>
                                      <p:cBhvr>
                                        <p:cTn id="139" dur="1" fill="hold">
                                          <p:stCondLst>
                                            <p:cond delay="0"/>
                                          </p:stCondLst>
                                        </p:cTn>
                                        <p:tgtEl>
                                          <p:spTgt spid="38"/>
                                        </p:tgtEl>
                                        <p:attrNameLst>
                                          <p:attrName>style.visibility</p:attrName>
                                        </p:attrNameLst>
                                      </p:cBhvr>
                                      <p:to>
                                        <p:strVal val="visible"/>
                                      </p:to>
                                    </p:set>
                                  </p:childTnLst>
                                </p:cTn>
                              </p:par>
                              <p:par>
                                <p:cTn id="143" presetID="10" presetClass="exit" presetSubtype="0" fill="hold" grpId="1" nodeType="withEffect">
                                  <p:stCondLst>
                                    <p:cond delay="11300"/>
                                  </p:stCondLst>
                                  <p:childTnLst>
                                    <p:animEffect transition="out" filter="fade">
                                      <p:cBhvr>
                                        <p:cTn id="141" dur="220"/>
                                        <p:tgtEl>
                                          <p:spTgt spid="21"/>
                                        </p:tgtEl>
                                      </p:cBhvr>
                                    </p:animEffect>
                                    <p:set>
                                      <p:cBhvr>
                                        <p:cTn id="142" dur="1" fill="hold">
                                          <p:stCondLst>
                                            <p:cond delay="219"/>
                                          </p:stCondLst>
                                        </p:cTn>
                                        <p:tgtEl>
                                          <p:spTgt spid="21"/>
                                        </p:tgtEl>
                                        <p:attrNameLst>
                                          <p:attrName>style.visibility</p:attrName>
                                        </p:attrNameLst>
                                      </p:cBhvr>
                                      <p:to>
                                        <p:strVal val="hidden"/>
                                      </p:to>
                                    </p:set>
                                  </p:childTnLst>
                                </p:cTn>
                              </p:par>
                              <p:par>
                                <p:cTn id="146" presetID="10" presetClass="entr" presetSubtype="0" fill="hold" grpId="0" nodeType="withEffect">
                                  <p:stCondLst>
                                    <p:cond delay="11300"/>
                                  </p:stCondLst>
                                  <p:childTnLst>
                                    <p:set>
                                      <p:cBhvr>
                                        <p:cTn id="144" dur="1" fill="hold">
                                          <p:stCondLst>
                                            <p:cond delay="0"/>
                                          </p:stCondLst>
                                        </p:cTn>
                                        <p:tgtEl>
                                          <p:spTgt spid="22"/>
                                        </p:tgtEl>
                                        <p:attrNameLst>
                                          <p:attrName>style.visibility</p:attrName>
                                        </p:attrNameLst>
                                      </p:cBhvr>
                                      <p:to>
                                        <p:strVal val="visible"/>
                                      </p:to>
                                    </p:set>
                                    <p:animEffect transition="in" filter="fade">
                                      <p:cBhvr>
                                        <p:cTn id="145" dur="220"/>
                                        <p:tgtEl>
                                          <p:spTgt spid="22"/>
                                        </p:tgtEl>
                                      </p:cBhvr>
                                    </p:animEffect>
                                  </p:childTnLst>
                                </p:cTn>
                              </p:par>
                              <p:par>
                                <p:cTn id="151" presetID="53" presetClass="entr" presetSubtype="16" fill="hold" grpId="0" nodeType="withEffect">
                                  <p:stCondLst>
                                    <p:cond delay="11500"/>
                                  </p:stCondLst>
                                  <p:childTnLst>
                                    <p:set>
                                      <p:cBhvr>
                                        <p:cTn id="147" dur="1" fill="hold">
                                          <p:stCondLst>
                                            <p:cond delay="0"/>
                                          </p:stCondLst>
                                        </p:cTn>
                                        <p:tgtEl>
                                          <p:spTgt spid="24"/>
                                        </p:tgtEl>
                                        <p:attrNameLst>
                                          <p:attrName>style.visibility</p:attrName>
                                        </p:attrNameLst>
                                      </p:cBhvr>
                                      <p:to>
                                        <p:strVal val="visible"/>
                                      </p:to>
                                    </p:set>
                                    <p:anim calcmode="lin" valueType="num">
                                      <p:cBhvr additive="base">
                                        <p:cTn id="148" dur="300" fill="hold"/>
                                        <p:tgtEl>
                                          <p:spTgt spid="24"/>
                                        </p:tgtEl>
                                        <p:attrNameLst>
                                          <p:attrName>ppt_w</p:attrName>
                                        </p:attrNameLst>
                                      </p:cBhvr>
                                      <p:tavLst>
                                        <p:tav tm="0">
                                          <p:val>
                                            <p:strVal val="0"/>
                                          </p:val>
                                        </p:tav>
                                        <p:tav tm="100000">
                                          <p:val>
                                            <p:strVal val="#ppt_w"/>
                                          </p:val>
                                        </p:tav>
                                      </p:tavLst>
                                    </p:anim>
                                    <p:anim calcmode="lin" valueType="num">
                                      <p:cBhvr additive="base">
                                        <p:cTn id="149" dur="300" fill="hold"/>
                                        <p:tgtEl>
                                          <p:spTgt spid="24"/>
                                        </p:tgtEl>
                                        <p:attrNameLst>
                                          <p:attrName>ppt_h</p:attrName>
                                        </p:attrNameLst>
                                      </p:cBhvr>
                                      <p:tavLst>
                                        <p:tav tm="0">
                                          <p:val>
                                            <p:strVal val="0"/>
                                          </p:val>
                                        </p:tav>
                                        <p:tav tm="100000">
                                          <p:val>
                                            <p:strVal val="#ppt_h"/>
                                          </p:val>
                                        </p:tav>
                                      </p:tavLst>
                                    </p:anim>
                                    <p:animEffect transition="in" filter="fade">
                                      <p:cBhvr>
                                        <p:cTn id="150" dur="300"/>
                                        <p:tgtEl>
                                          <p:spTgt spid="24"/>
                                        </p:tgtEl>
                                      </p:cBhvr>
                                    </p:animEffect>
                                  </p:childTnLst>
                                </p:cTn>
                              </p:par>
                              <p:par>
                                <p:cTn id="153" presetID="6" presetClass="emph" presetSubtype="0" fill="hold" grpId="1" nodeType="withEffect" autoRev="1" repeatCount="indefinite">
                                  <p:stCondLst>
                                    <p:cond delay="11800"/>
                                  </p:stCondLst>
                                  <p:childTnLst>
                                    <p:animScale>
                                      <p:cBhvr>
                                        <p:cTn id="152" dur="400" fill="hold"/>
                                        <p:tgtEl>
                                          <p:spTgt spid="24"/>
                                        </p:tgtEl>
                                      </p:cBhvr>
                                      <p:by x="120000" y="120000"/>
                                    </p:animScale>
                                  </p:childTnLst>
                                </p:cTn>
                              </p:par>
                              <p:par>
                                <p:cTn id="156" presetID="10" presetClass="exit" presetSubtype="0" fill="hold" grpId="1" nodeType="withEffect">
                                  <p:stCondLst>
                                    <p:cond delay="14600"/>
                                  </p:stCondLst>
                                  <p:childTnLst>
                                    <p:animEffect transition="out" filter="fade">
                                      <p:cBhvr>
                                        <p:cTn id="154" dur="250"/>
                                        <p:tgtEl>
                                          <p:spTgt spid="37"/>
                                        </p:tgtEl>
                                      </p:cBhvr>
                                    </p:animEffect>
                                    <p:set>
                                      <p:cBhvr>
                                        <p:cTn id="155" dur="1" fill="hold">
                                          <p:stCondLst>
                                            <p:cond delay="249"/>
                                          </p:stCondLst>
                                        </p:cTn>
                                        <p:tgtEl>
                                          <p:spTgt spid="37"/>
                                        </p:tgtEl>
                                        <p:attrNameLst>
                                          <p:attrName>style.visibility</p:attrName>
                                        </p:attrNameLst>
                                      </p:cBhvr>
                                      <p:to>
                                        <p:strVal val="hidden"/>
                                      </p:to>
                                    </p:set>
                                  </p:childTnLst>
                                </p:cTn>
                              </p:par>
                              <p:par>
                                <p:cTn id="159" presetID="10" presetClass="exit" presetSubtype="0" fill="hold" grpId="1" nodeType="withEffect">
                                  <p:stCondLst>
                                    <p:cond delay="14600"/>
                                  </p:stCondLst>
                                  <p:childTnLst>
                                    <p:animEffect transition="out" filter="fade">
                                      <p:cBhvr>
                                        <p:cTn id="157" dur="250"/>
                                        <p:tgtEl>
                                          <p:spTgt spid="38"/>
                                        </p:tgtEl>
                                      </p:cBhvr>
                                    </p:animEffect>
                                    <p:set>
                                      <p:cBhvr>
                                        <p:cTn id="158" dur="1" fill="hold">
                                          <p:stCondLst>
                                            <p:cond delay="249"/>
                                          </p:stCondLst>
                                        </p:cTn>
                                        <p:tgtEl>
                                          <p:spTgt spid="38"/>
                                        </p:tgtEl>
                                        <p:attrNameLst>
                                          <p:attrName>style.visibility</p:attrName>
                                        </p:attrNameLst>
                                      </p:cBhvr>
                                      <p:to>
                                        <p:strVal val="hidden"/>
                                      </p:to>
                                    </p:set>
                                  </p:childTnLst>
                                </p:cTn>
                              </p:par>
                              <p:par>
                                <p:cTn id="162" presetID="10" presetClass="exit" presetSubtype="0" fill="hold" grpId="1" nodeType="withEffect">
                                  <p:stCondLst>
                                    <p:cond delay="14700"/>
                                  </p:stCondLst>
                                  <p:childTnLst>
                                    <p:animEffect transition="out" filter="fade">
                                      <p:cBhvr>
                                        <p:cTn id="160" dur="300"/>
                                        <p:tgtEl>
                                          <p:spTgt spid="13"/>
                                        </p:tgtEl>
                                      </p:cBhvr>
                                    </p:animEffect>
                                    <p:set>
                                      <p:cBhvr>
                                        <p:cTn id="161" dur="1" fill="hold">
                                          <p:stCondLst>
                                            <p:cond delay="299"/>
                                          </p:stCondLst>
                                        </p:cTn>
                                        <p:tgtEl>
                                          <p:spTgt spid="13"/>
                                        </p:tgtEl>
                                        <p:attrNameLst>
                                          <p:attrName>style.visibility</p:attrName>
                                        </p:attrNameLst>
                                      </p:cBhvr>
                                      <p:to>
                                        <p:strVal val="hidden"/>
                                      </p:to>
                                    </p:set>
                                  </p:childTnLst>
                                </p:cTn>
                              </p:par>
                              <p:par>
                                <p:cTn id="165" presetID="10" presetClass="exit" presetSubtype="0" fill="hold" grpId="2" nodeType="withEffect">
                                  <p:stCondLst>
                                    <p:cond delay="14700"/>
                                  </p:stCondLst>
                                  <p:childTnLst>
                                    <p:animEffect transition="out" filter="fade">
                                      <p:cBhvr>
                                        <p:cTn id="163" dur="200"/>
                                        <p:tgtEl>
                                          <p:spTgt spid="24"/>
                                        </p:tgtEl>
                                      </p:cBhvr>
                                    </p:animEffect>
                                    <p:set>
                                      <p:cBhvr>
                                        <p:cTn id="164" dur="1" fill="hold">
                                          <p:stCondLst>
                                            <p:cond delay="199"/>
                                          </p:stCondLst>
                                        </p:cTn>
                                        <p:tgtEl>
                                          <p:spTgt spid="24"/>
                                        </p:tgtEl>
                                        <p:attrNameLst>
                                          <p:attrName>style.visibility</p:attrName>
                                        </p:attrNameLst>
                                      </p:cBhvr>
                                      <p:to>
                                        <p:strVal val="hidden"/>
                                      </p:to>
                                    </p:set>
                                  </p:childTnLst>
                                </p:cTn>
                              </p:par>
                              <p:par>
                                <p:cTn id="168" presetID="10" presetClass="entr" presetSubtype="0" fill="hold" grpId="0" nodeType="withEffect">
                                  <p:stCondLst>
                                    <p:cond delay="14800"/>
                                  </p:stCondLst>
                                  <p:childTnLst>
                                    <p:set>
                                      <p:cBhvr>
                                        <p:cTn id="166" dur="1" fill="hold">
                                          <p:stCondLst>
                                            <p:cond delay="0"/>
                                          </p:stCondLst>
                                        </p:cTn>
                                        <p:tgtEl>
                                          <p:spTgt spid="7"/>
                                        </p:tgtEl>
                                        <p:attrNameLst>
                                          <p:attrName>style.visibility</p:attrName>
                                        </p:attrNameLst>
                                      </p:cBhvr>
                                      <p:to>
                                        <p:strVal val="visible"/>
                                      </p:to>
                                    </p:set>
                                    <p:animEffect transition="in" filter="fade">
                                      <p:cBhvr>
                                        <p:cTn id="167" dur="500"/>
                                        <p:tgtEl>
                                          <p:spTgt spid="7"/>
                                        </p:tgtEl>
                                      </p:cBhvr>
                                    </p:animEffect>
                                  </p:childTnLst>
                                </p:cTn>
                              </p:par>
                              <p:par>
                                <p:cTn id="173" presetID="42" presetClass="entr" presetSubtype="0" fill="hold" grpId="0" nodeType="withEffect">
                                  <p:stCondLst>
                                    <p:cond delay="15000"/>
                                  </p:stCondLst>
                                  <p:childTnLst>
                                    <p:set>
                                      <p:cBhvr>
                                        <p:cTn id="169" dur="1" fill="hold">
                                          <p:stCondLst>
                                            <p:cond delay="0"/>
                                          </p:stCondLst>
                                        </p:cTn>
                                        <p:tgtEl>
                                          <p:spTgt spid="39"/>
                                        </p:tgtEl>
                                        <p:attrNameLst>
                                          <p:attrName>style.visibility</p:attrName>
                                        </p:attrNameLst>
                                      </p:cBhvr>
                                      <p:to>
                                        <p:strVal val="visible"/>
                                      </p:to>
                                    </p:set>
                                    <p:animEffect transition="in" filter="fade">
                                      <p:cBhvr>
                                        <p:cTn id="170" dur="300"/>
                                        <p:tgtEl>
                                          <p:spTgt spid="39"/>
                                        </p:tgtEl>
                                      </p:cBhvr>
                                    </p:animEffect>
                                    <p:anim calcmode="lin" valueType="num">
                                      <p:cBhvr additive="base">
                                        <p:cTn id="171" dur="300" fill="hold"/>
                                        <p:tgtEl>
                                          <p:spTgt spid="39"/>
                                        </p:tgtEl>
                                        <p:attrNameLst>
                                          <p:attrName>ppt_x</p:attrName>
                                        </p:attrNameLst>
                                      </p:cBhvr>
                                      <p:tavLst>
                                        <p:tav tm="0">
                                          <p:val>
                                            <p:strVal val="#ppt_x-.05"/>
                                          </p:val>
                                        </p:tav>
                                        <p:tav tm="100000">
                                          <p:val>
                                            <p:strVal val="#ppt_x"/>
                                          </p:val>
                                        </p:tav>
                                      </p:tavLst>
                                    </p:anim>
                                    <p:anim calcmode="lin" valueType="num">
                                      <p:cBhvr additive="base">
                                        <p:cTn id="172" dur="300" fill="hold"/>
                                        <p:tgtEl>
                                          <p:spTgt spid="39"/>
                                        </p:tgtEl>
                                        <p:attrNameLst>
                                          <p:attrName>ppt_y</p:attrName>
                                        </p:attrNameLst>
                                      </p:cBhvr>
                                      <p:tavLst>
                                        <p:tav tm="0">
                                          <p:val>
                                            <p:strVal val="#ppt_y"/>
                                          </p:val>
                                        </p:tav>
                                        <p:tav tm="100000">
                                          <p:val>
                                            <p:strVal val="#ppt_y"/>
                                          </p:val>
                                        </p:tav>
                                      </p:tavLst>
                                    </p:anim>
                                  </p:childTnLst>
                                </p:cTn>
                              </p:par>
                              <p:par>
                                <p:cTn id="176" presetID="10" presetClass="entr" presetSubtype="0" fill="hold" grpId="0" nodeType="withEffect">
                                  <p:stCondLst>
                                    <p:cond delay="15050"/>
                                  </p:stCondLst>
                                  <p:childTnLst>
                                    <p:set>
                                      <p:cBhvr>
                                        <p:cTn id="174" dur="1" fill="hold">
                                          <p:stCondLst>
                                            <p:cond delay="0"/>
                                          </p:stCondLst>
                                        </p:cTn>
                                        <p:tgtEl>
                                          <p:spTgt spid="30"/>
                                        </p:tgtEl>
                                        <p:attrNameLst>
                                          <p:attrName>style.visibility</p:attrName>
                                        </p:attrNameLst>
                                      </p:cBhvr>
                                      <p:to>
                                        <p:strVal val="visible"/>
                                      </p:to>
                                    </p:set>
                                    <p:animEffect transition="in" filter="fade">
                                      <p:cBhvr>
                                        <p:cTn id="175" dur="80"/>
                                        <p:tgtEl>
                                          <p:spTgt spid="30"/>
                                        </p:tgtEl>
                                      </p:cBhvr>
                                    </p:animEffect>
                                  </p:childTnLst>
                                </p:cTn>
                              </p:par>
                              <p:par>
                                <p:cTn id="181" presetID="53" presetClass="entr" presetSubtype="16" fill="hold" grpId="0" nodeType="withEffect">
                                  <p:stCondLst>
                                    <p:cond delay="15050"/>
                                  </p:stCondLst>
                                  <p:childTnLst>
                                    <p:set>
                                      <p:cBhvr>
                                        <p:cTn id="177" dur="1" fill="hold">
                                          <p:stCondLst>
                                            <p:cond delay="0"/>
                                          </p:stCondLst>
                                        </p:cTn>
                                        <p:tgtEl>
                                          <p:spTgt spid="8"/>
                                        </p:tgtEl>
                                        <p:attrNameLst>
                                          <p:attrName>style.visibility</p:attrName>
                                        </p:attrNameLst>
                                      </p:cBhvr>
                                      <p:to>
                                        <p:strVal val="visible"/>
                                      </p:to>
                                    </p:set>
                                    <p:anim calcmode="lin" valueType="num">
                                      <p:cBhvr additive="base">
                                        <p:cTn id="178" dur="300" fill="hold"/>
                                        <p:tgtEl>
                                          <p:spTgt spid="8"/>
                                        </p:tgtEl>
                                        <p:attrNameLst>
                                          <p:attrName>ppt_w</p:attrName>
                                        </p:attrNameLst>
                                      </p:cBhvr>
                                      <p:tavLst>
                                        <p:tav tm="0">
                                          <p:val>
                                            <p:strVal val="0"/>
                                          </p:val>
                                        </p:tav>
                                        <p:tav tm="100000">
                                          <p:val>
                                            <p:strVal val="#ppt_w"/>
                                          </p:val>
                                        </p:tav>
                                      </p:tavLst>
                                    </p:anim>
                                    <p:anim calcmode="lin" valueType="num">
                                      <p:cBhvr additive="base">
                                        <p:cTn id="179" dur="300" fill="hold"/>
                                        <p:tgtEl>
                                          <p:spTgt spid="8"/>
                                        </p:tgtEl>
                                        <p:attrNameLst>
                                          <p:attrName>ppt_h</p:attrName>
                                        </p:attrNameLst>
                                      </p:cBhvr>
                                      <p:tavLst>
                                        <p:tav tm="0">
                                          <p:val>
                                            <p:strVal val="0"/>
                                          </p:val>
                                        </p:tav>
                                        <p:tav tm="100000">
                                          <p:val>
                                            <p:strVal val="#ppt_h"/>
                                          </p:val>
                                        </p:tav>
                                      </p:tavLst>
                                    </p:anim>
                                    <p:animEffect transition="in" filter="fade">
                                      <p:cBhvr>
                                        <p:cTn id="180" dur="300"/>
                                        <p:tgtEl>
                                          <p:spTgt spid="8"/>
                                        </p:tgtEl>
                                      </p:cBhvr>
                                    </p:animEffect>
                                  </p:childTnLst>
                                </p:cTn>
                              </p:par>
                              <p:par>
                                <p:cTn id="185" presetID="2" presetClass="entr" presetSubtype="1" fill="hold" grpId="0" nodeType="withEffect">
                                  <p:stCondLst>
                                    <p:cond delay="15100"/>
                                  </p:stCondLst>
                                  <p:childTnLst>
                                    <p:set>
                                      <p:cBhvr>
                                        <p:cTn id="182" dur="1" fill="hold">
                                          <p:stCondLst>
                                            <p:cond delay="0"/>
                                          </p:stCondLst>
                                        </p:cTn>
                                        <p:tgtEl>
                                          <p:spTgt spid="14"/>
                                        </p:tgtEl>
                                        <p:attrNameLst>
                                          <p:attrName>style.visibility</p:attrName>
                                        </p:attrNameLst>
                                      </p:cBhvr>
                                      <p:to>
                                        <p:strVal val="visible"/>
                                      </p:to>
                                    </p:set>
                                    <p:anim calcmode="lin" valueType="num">
                                      <p:cBhvr additive="base">
                                        <p:cTn id="183" dur="450" fill="hold"/>
                                        <p:tgtEl>
                                          <p:spTgt spid="14"/>
                                        </p:tgtEl>
                                        <p:attrNameLst>
                                          <p:attrName>ppt_x</p:attrName>
                                        </p:attrNameLst>
                                      </p:cBhvr>
                                      <p:tavLst>
                                        <p:tav tm="0">
                                          <p:val>
                                            <p:strVal val="#ppt_x"/>
                                          </p:val>
                                        </p:tav>
                                        <p:tav tm="100000">
                                          <p:val>
                                            <p:strVal val="#ppt_x"/>
                                          </p:val>
                                        </p:tav>
                                      </p:tavLst>
                                    </p:anim>
                                    <p:anim calcmode="lin" valueType="num">
                                      <p:cBhvr additive="base">
                                        <p:cTn id="184" dur="450" fill="hold"/>
                                        <p:tgtEl>
                                          <p:spTgt spid="14"/>
                                        </p:tgtEl>
                                        <p:attrNameLst>
                                          <p:attrName>ppt_y</p:attrName>
                                        </p:attrNameLst>
                                      </p:cBhvr>
                                      <p:tavLst>
                                        <p:tav tm="0">
                                          <p:val>
                                            <p:strVal val="0-#ppt_h/2"/>
                                          </p:val>
                                        </p:tav>
                                        <p:tav tm="100000">
                                          <p:val>
                                            <p:strVal val="#ppt_y"/>
                                          </p:val>
                                        </p:tav>
                                      </p:tavLst>
                                    </p:anim>
                                  </p:childTnLst>
                                </p:cTn>
                              </p:par>
                              <p:par>
                                <p:cTn id="187" presetID="1" presetClass="entr" presetSubtype="0" fill="hold" grpId="0" nodeType="withEffect">
                                  <p:stCondLst>
                                    <p:cond delay="15150"/>
                                  </p:stCondLst>
                                  <p:iterate type="lt">
                                    <p:tmAbs val="30"/>
                                  </p:iterate>
                                  <p:childTnLst>
                                    <p:set>
                                      <p:cBhvr>
                                        <p:cTn id="186" dur="1" fill="hold">
                                          <p:stCondLst>
                                            <p:cond delay="0"/>
                                          </p:stCondLst>
                                        </p:cTn>
                                        <p:tgtEl>
                                          <p:spTgt spid="40"/>
                                        </p:tgtEl>
                                        <p:attrNameLst>
                                          <p:attrName>style.visibility</p:attrName>
                                        </p:attrNameLst>
                                      </p:cBhvr>
                                      <p:to>
                                        <p:strVal val="visible"/>
                                      </p:to>
                                    </p:set>
                                  </p:childTnLst>
                                </p:cTn>
                              </p:par>
                              <p:par>
                                <p:cTn id="190" presetID="10" presetClass="exit" presetSubtype="0" fill="hold" grpId="1" nodeType="withEffect">
                                  <p:stCondLst>
                                    <p:cond delay="15170"/>
                                  </p:stCondLst>
                                  <p:childTnLst>
                                    <p:animEffect transition="out" filter="fade">
                                      <p:cBhvr>
                                        <p:cTn id="188" dur="380"/>
                                        <p:tgtEl>
                                          <p:spTgt spid="30"/>
                                        </p:tgtEl>
                                      </p:cBhvr>
                                    </p:animEffect>
                                    <p:set>
                                      <p:cBhvr>
                                        <p:cTn id="189" dur="1" fill="hold">
                                          <p:stCondLst>
                                            <p:cond delay="379"/>
                                          </p:stCondLst>
                                        </p:cTn>
                                        <p:tgtEl>
                                          <p:spTgt spid="30"/>
                                        </p:tgtEl>
                                        <p:attrNameLst>
                                          <p:attrName>style.visibility</p:attrName>
                                        </p:attrNameLst>
                                      </p:cBhvr>
                                      <p:to>
                                        <p:strVal val="hidden"/>
                                      </p:to>
                                    </p:set>
                                  </p:childTnLst>
                                </p:cTn>
                              </p:par>
                              <p:par>
                                <p:cTn id="192" presetID="32" presetClass="emph" presetSubtype="0" fill="hold" grpId="1" nodeType="withEffect" autoRev="1" repeatCount="4000">
                                  <p:stCondLst>
                                    <p:cond delay="15550"/>
                                  </p:stCondLst>
                                  <p:childTnLst>
                                    <p:animRot by="-1500000">
                                      <p:cBhvr>
                                        <p:cTn id="191" dur="140" fill="hold"/>
                                        <p:tgtEl>
                                          <p:spTgt spid="14"/>
                                        </p:tgtEl>
                                        <p:attrNameLst>
                                          <p:attrName>r</p:attrName>
                                        </p:attrNameLst>
                                      </p:cBhvr>
                                    </p:animRot>
                                  </p:childTnLst>
                                </p:cTn>
                              </p:par>
                              <p:par>
                                <p:cTn id="196" presetID="2" presetClass="entr" presetSubtype="1" fill="hold" grpId="0" nodeType="withEffect">
                                  <p:stCondLst>
                                    <p:cond delay="16000"/>
                                  </p:stCondLst>
                                  <p:childTnLst>
                                    <p:set>
                                      <p:cBhvr>
                                        <p:cTn id="193" dur="1" fill="hold">
                                          <p:stCondLst>
                                            <p:cond delay="0"/>
                                          </p:stCondLst>
                                        </p:cTn>
                                        <p:tgtEl>
                                          <p:spTgt spid="25"/>
                                        </p:tgtEl>
                                        <p:attrNameLst>
                                          <p:attrName>style.visibility</p:attrName>
                                        </p:attrNameLst>
                                      </p:cBhvr>
                                      <p:to>
                                        <p:strVal val="visible"/>
                                      </p:to>
                                    </p:set>
                                    <p:anim calcmode="lin" valueType="num">
                                      <p:cBhvr additive="base">
                                        <p:cTn id="194" dur="450" fill="hold"/>
                                        <p:tgtEl>
                                          <p:spTgt spid="25"/>
                                        </p:tgtEl>
                                        <p:attrNameLst>
                                          <p:attrName>ppt_x</p:attrName>
                                        </p:attrNameLst>
                                      </p:cBhvr>
                                      <p:tavLst>
                                        <p:tav tm="0">
                                          <p:val>
                                            <p:strVal val="#ppt_x"/>
                                          </p:val>
                                        </p:tav>
                                        <p:tav tm="100000">
                                          <p:val>
                                            <p:strVal val="#ppt_x"/>
                                          </p:val>
                                        </p:tav>
                                      </p:tavLst>
                                    </p:anim>
                                    <p:anim calcmode="lin" valueType="num">
                                      <p:cBhvr additive="base">
                                        <p:cTn id="195" dur="450" fill="hold"/>
                                        <p:tgtEl>
                                          <p:spTgt spid="25"/>
                                        </p:tgtEl>
                                        <p:attrNameLst>
                                          <p:attrName>ppt_y</p:attrName>
                                        </p:attrNameLst>
                                      </p:cBhvr>
                                      <p:tavLst>
                                        <p:tav tm="0">
                                          <p:val>
                                            <p:strVal val="0-#ppt_h/2"/>
                                          </p:val>
                                        </p:tav>
                                        <p:tav tm="100000">
                                          <p:val>
                                            <p:strVal val="#ppt_y"/>
                                          </p:val>
                                        </p:tav>
                                      </p:tavLst>
                                    </p:anim>
                                  </p:childTnLst>
                                </p:cTn>
                              </p:par>
                              <p:par>
                                <p:cTn id="199" presetID="10" presetClass="exit" presetSubtype="0" fill="hold" grpId="1" nodeType="withEffect">
                                  <p:stCondLst>
                                    <p:cond delay="16300"/>
                                  </p:stCondLst>
                                  <p:childTnLst>
                                    <p:animEffect transition="out" filter="fade">
                                      <p:cBhvr>
                                        <p:cTn id="197" dur="400"/>
                                        <p:tgtEl>
                                          <p:spTgt spid="8"/>
                                        </p:tgtEl>
                                      </p:cBhvr>
                                    </p:animEffect>
                                    <p:set>
                                      <p:cBhvr>
                                        <p:cTn id="198" dur="1" fill="hold">
                                          <p:stCondLst>
                                            <p:cond delay="399"/>
                                          </p:stCondLst>
                                        </p:cTn>
                                        <p:tgtEl>
                                          <p:spTgt spid="8"/>
                                        </p:tgtEl>
                                        <p:attrNameLst>
                                          <p:attrName>style.visibility</p:attrName>
                                        </p:attrNameLst>
                                      </p:cBhvr>
                                      <p:to>
                                        <p:strVal val="hidden"/>
                                      </p:to>
                                    </p:set>
                                  </p:childTnLst>
                                </p:cTn>
                              </p:par>
                              <p:par>
                                <p:cTn id="204" presetID="53" presetClass="entr" presetSubtype="32" fill="hold" grpId="0" nodeType="withEffect">
                                  <p:stCondLst>
                                    <p:cond delay="16500"/>
                                  </p:stCondLst>
                                  <p:childTnLst>
                                    <p:set>
                                      <p:cBhvr>
                                        <p:cTn id="200" dur="1" fill="hold">
                                          <p:stCondLst>
                                            <p:cond delay="0"/>
                                          </p:stCondLst>
                                        </p:cTn>
                                        <p:tgtEl>
                                          <p:spTgt spid="26"/>
                                        </p:tgtEl>
                                        <p:attrNameLst>
                                          <p:attrName>style.visibility</p:attrName>
                                        </p:attrNameLst>
                                      </p:cBhvr>
                                      <p:to>
                                        <p:strVal val="visible"/>
                                      </p:to>
                                    </p:set>
                                    <p:anim calcmode="lin" valueType="num">
                                      <p:cBhvr additive="base">
                                        <p:cTn id="201" dur="400" fill="hold"/>
                                        <p:tgtEl>
                                          <p:spTgt spid="26"/>
                                        </p:tgtEl>
                                        <p:attrNameLst>
                                          <p:attrName>ppt_w</p:attrName>
                                        </p:attrNameLst>
                                      </p:cBhvr>
                                      <p:tavLst>
                                        <p:tav tm="0">
                                          <p:val>
                                            <p:strVal val="#ppt_w*2.4"/>
                                          </p:val>
                                        </p:tav>
                                        <p:tav tm="100000">
                                          <p:val>
                                            <p:strVal val="#ppt_w"/>
                                          </p:val>
                                        </p:tav>
                                      </p:tavLst>
                                    </p:anim>
                                    <p:anim calcmode="lin" valueType="num">
                                      <p:cBhvr additive="base">
                                        <p:cTn id="202" dur="400" fill="hold"/>
                                        <p:tgtEl>
                                          <p:spTgt spid="26"/>
                                        </p:tgtEl>
                                        <p:attrNameLst>
                                          <p:attrName>ppt_h</p:attrName>
                                        </p:attrNameLst>
                                      </p:cBhvr>
                                      <p:tavLst>
                                        <p:tav tm="0">
                                          <p:val>
                                            <p:strVal val="#ppt_h*2.4"/>
                                          </p:val>
                                        </p:tav>
                                        <p:tav tm="100000">
                                          <p:val>
                                            <p:strVal val="#ppt_h"/>
                                          </p:val>
                                        </p:tav>
                                      </p:tavLst>
                                    </p:anim>
                                    <p:animEffect transition="in" filter="fade">
                                      <p:cBhvr>
                                        <p:cTn id="203" dur="400"/>
                                        <p:tgtEl>
                                          <p:spTgt spid="26"/>
                                        </p:tgtEl>
                                      </p:cBhvr>
                                    </p:animEffect>
                                  </p:childTnLst>
                                </p:cTn>
                              </p:par>
                              <p:par>
                                <p:cTn id="207" presetID="10" presetClass="exit" presetSubtype="0" fill="hold" grpId="1" nodeType="withEffect">
                                  <p:stCondLst>
                                    <p:cond delay="16800"/>
                                  </p:stCondLst>
                                  <p:childTnLst>
                                    <p:animEffect transition="out" filter="fade">
                                      <p:cBhvr>
                                        <p:cTn id="205" dur="220"/>
                                        <p:tgtEl>
                                          <p:spTgt spid="19"/>
                                        </p:tgtEl>
                                      </p:cBhvr>
                                    </p:animEffect>
                                    <p:set>
                                      <p:cBhvr>
                                        <p:cTn id="206" dur="1" fill="hold">
                                          <p:stCondLst>
                                            <p:cond delay="219"/>
                                          </p:stCondLst>
                                        </p:cTn>
                                        <p:tgtEl>
                                          <p:spTgt spid="19"/>
                                        </p:tgtEl>
                                        <p:attrNameLst>
                                          <p:attrName>style.visibility</p:attrName>
                                        </p:attrNameLst>
                                      </p:cBhvr>
                                      <p:to>
                                        <p:strVal val="hidden"/>
                                      </p:to>
                                    </p:set>
                                  </p:childTnLst>
                                </p:cTn>
                              </p:par>
                              <p:par>
                                <p:cTn id="210" presetID="10" presetClass="entr" presetSubtype="0" fill="hold" grpId="0" nodeType="withEffect">
                                  <p:stCondLst>
                                    <p:cond delay="16800"/>
                                  </p:stCondLst>
                                  <p:childTnLst>
                                    <p:set>
                                      <p:cBhvr>
                                        <p:cTn id="208" dur="1" fill="hold">
                                          <p:stCondLst>
                                            <p:cond delay="0"/>
                                          </p:stCondLst>
                                        </p:cTn>
                                        <p:tgtEl>
                                          <p:spTgt spid="20"/>
                                        </p:tgtEl>
                                        <p:attrNameLst>
                                          <p:attrName>style.visibility</p:attrName>
                                        </p:attrNameLst>
                                      </p:cBhvr>
                                      <p:to>
                                        <p:strVal val="visible"/>
                                      </p:to>
                                    </p:set>
                                    <p:animEffect transition="in" filter="fade">
                                      <p:cBhvr>
                                        <p:cTn id="209" dur="220"/>
                                        <p:tgtEl>
                                          <p:spTgt spid="20"/>
                                        </p:tgtEl>
                                      </p:cBhvr>
                                    </p:animEffect>
                                  </p:childTnLst>
                                </p:cTn>
                              </p:par>
                              <p:par>
                                <p:cTn id="215" presetID="53" presetClass="entr" presetSubtype="16" fill="hold" grpId="0" nodeType="withEffect">
                                  <p:stCondLst>
                                    <p:cond delay="17000"/>
                                  </p:stCondLst>
                                  <p:childTnLst>
                                    <p:set>
                                      <p:cBhvr>
                                        <p:cTn id="211" dur="1" fill="hold">
                                          <p:stCondLst>
                                            <p:cond delay="0"/>
                                          </p:stCondLst>
                                        </p:cTn>
                                        <p:tgtEl>
                                          <p:spTgt spid="15"/>
                                        </p:tgtEl>
                                        <p:attrNameLst>
                                          <p:attrName>style.visibility</p:attrName>
                                        </p:attrNameLst>
                                      </p:cBhvr>
                                      <p:to>
                                        <p:strVal val="visible"/>
                                      </p:to>
                                    </p:set>
                                    <p:anim calcmode="lin" valueType="num">
                                      <p:cBhvr additive="base">
                                        <p:cTn id="212" dur="400" fill="hold"/>
                                        <p:tgtEl>
                                          <p:spTgt spid="15"/>
                                        </p:tgtEl>
                                        <p:attrNameLst>
                                          <p:attrName>ppt_w</p:attrName>
                                        </p:attrNameLst>
                                      </p:cBhvr>
                                      <p:tavLst>
                                        <p:tav tm="0">
                                          <p:val>
                                            <p:strVal val="0"/>
                                          </p:val>
                                        </p:tav>
                                        <p:tav tm="100000">
                                          <p:val>
                                            <p:strVal val="#ppt_w"/>
                                          </p:val>
                                        </p:tav>
                                      </p:tavLst>
                                    </p:anim>
                                    <p:anim calcmode="lin" valueType="num">
                                      <p:cBhvr additive="base">
                                        <p:cTn id="213" dur="400" fill="hold"/>
                                        <p:tgtEl>
                                          <p:spTgt spid="15"/>
                                        </p:tgtEl>
                                        <p:attrNameLst>
                                          <p:attrName>ppt_h</p:attrName>
                                        </p:attrNameLst>
                                      </p:cBhvr>
                                      <p:tavLst>
                                        <p:tav tm="0">
                                          <p:val>
                                            <p:strVal val="0"/>
                                          </p:val>
                                        </p:tav>
                                        <p:tav tm="100000">
                                          <p:val>
                                            <p:strVal val="#ppt_h"/>
                                          </p:val>
                                        </p:tav>
                                      </p:tavLst>
                                    </p:anim>
                                    <p:animEffect transition="in" filter="fade">
                                      <p:cBhvr>
                                        <p:cTn id="214" dur="400"/>
                                        <p:tgtEl>
                                          <p:spTgt spid="15"/>
                                        </p:tgtEl>
                                      </p:cBhvr>
                                    </p:animEffect>
                                  </p:childTnLst>
                                </p:cTn>
                              </p:par>
                              <p:par>
                                <p:cTn id="220" presetID="53" presetClass="entr" presetSubtype="32" fill="hold" grpId="0" nodeType="withEffect">
                                  <p:stCondLst>
                                    <p:cond delay="17400"/>
                                  </p:stCondLst>
                                  <p:childTnLst>
                                    <p:set>
                                      <p:cBhvr>
                                        <p:cTn id="216" dur="1" fill="hold">
                                          <p:stCondLst>
                                            <p:cond delay="0"/>
                                          </p:stCondLst>
                                        </p:cTn>
                                        <p:tgtEl>
                                          <p:spTgt spid="27"/>
                                        </p:tgtEl>
                                        <p:attrNameLst>
                                          <p:attrName>style.visibility</p:attrName>
                                        </p:attrNameLst>
                                      </p:cBhvr>
                                      <p:to>
                                        <p:strVal val="visible"/>
                                      </p:to>
                                    </p:set>
                                    <p:anim calcmode="lin" valueType="num">
                                      <p:cBhvr additive="base">
                                        <p:cTn id="217" dur="400" fill="hold"/>
                                        <p:tgtEl>
                                          <p:spTgt spid="27"/>
                                        </p:tgtEl>
                                        <p:attrNameLst>
                                          <p:attrName>ppt_w</p:attrName>
                                        </p:attrNameLst>
                                      </p:cBhvr>
                                      <p:tavLst>
                                        <p:tav tm="0">
                                          <p:val>
                                            <p:strVal val="#ppt_w*2.4"/>
                                          </p:val>
                                        </p:tav>
                                        <p:tav tm="100000">
                                          <p:val>
                                            <p:strVal val="#ppt_w"/>
                                          </p:val>
                                        </p:tav>
                                      </p:tavLst>
                                    </p:anim>
                                    <p:anim calcmode="lin" valueType="num">
                                      <p:cBhvr additive="base">
                                        <p:cTn id="218" dur="400" fill="hold"/>
                                        <p:tgtEl>
                                          <p:spTgt spid="27"/>
                                        </p:tgtEl>
                                        <p:attrNameLst>
                                          <p:attrName>ppt_h</p:attrName>
                                        </p:attrNameLst>
                                      </p:cBhvr>
                                      <p:tavLst>
                                        <p:tav tm="0">
                                          <p:val>
                                            <p:strVal val="#ppt_h*2.4"/>
                                          </p:val>
                                        </p:tav>
                                        <p:tav tm="100000">
                                          <p:val>
                                            <p:strVal val="#ppt_h"/>
                                          </p:val>
                                        </p:tav>
                                      </p:tavLst>
                                    </p:anim>
                                    <p:animEffect transition="in" filter="fade">
                                      <p:cBhvr>
                                        <p:cTn id="219" dur="400"/>
                                        <p:tgtEl>
                                          <p:spTgt spid="27"/>
                                        </p:tgtEl>
                                      </p:cBhvr>
                                    </p:animEffect>
                                  </p:childTnLst>
                                </p:cTn>
                              </p:par>
                              <p:par>
                                <p:cTn id="223" presetID="22" presetClass="entr" presetSubtype="8" fill="hold" grpId="0" nodeType="withEffect">
                                  <p:stCondLst>
                                    <p:cond delay="19000"/>
                                  </p:stCondLst>
                                  <p:childTnLst>
                                    <p:set>
                                      <p:cBhvr>
                                        <p:cTn id="221" dur="1" fill="hold">
                                          <p:stCondLst>
                                            <p:cond delay="0"/>
                                          </p:stCondLst>
                                        </p:cTn>
                                        <p:tgtEl>
                                          <p:spTgt spid="41"/>
                                        </p:tgtEl>
                                        <p:attrNameLst>
                                          <p:attrName>style.visibility</p:attrName>
                                        </p:attrNameLst>
                                      </p:cBhvr>
                                      <p:to>
                                        <p:strVal val="visible"/>
                                      </p:to>
                                    </p:set>
                                    <p:animEffect transition="in" filter="wipe(left)">
                                      <p:cBhvr>
                                        <p:cTn id="222" dur="9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6" grpId="0" animBg="1"/>
      <p:bldP spid="32" grpId="1" animBg="1"/>
      <p:bldP spid="31" grpId="0" animBg="1"/>
      <p:bldP spid="16" grpId="0" animBg="1"/>
      <p:bldP spid="21" grpId="0" animBg="1"/>
      <p:bldP spid="9" grpId="0" animBg="1"/>
      <p:bldP spid="28" grpId="0" animBg="1"/>
      <p:bldP spid="16" grpId="1" animBg="1"/>
      <p:bldP spid="17" grpId="0" animBg="1"/>
      <p:bldP spid="17" grpId="1" animBg="1"/>
      <p:bldP spid="28" grpId="1" animBg="1"/>
      <p:bldP spid="23" grpId="0" animBg="1"/>
      <p:bldP spid="33" grpId="0" animBg="1"/>
      <p:bldP spid="34" grpId="0" animBg="1"/>
      <p:bldP spid="33" grpId="1" animBg="1"/>
      <p:bldP spid="34" grpId="1" animBg="1"/>
      <p:bldP spid="23" grpId="1" animBg="1"/>
      <p:bldP spid="17" grpId="2" animBg="1"/>
      <p:bldP spid="18" grpId="0" animBg="1"/>
      <p:bldP spid="35" grpId="0" animBg="1"/>
      <p:bldP spid="36" grpId="0" animBg="1"/>
      <p:bldP spid="9" grpId="1" animBg="1"/>
      <p:bldP spid="10" grpId="0" animBg="1"/>
      <p:bldP spid="11" grpId="0" animBg="1"/>
      <p:bldP spid="12" grpId="0" animBg="1"/>
      <p:bldP spid="35" grpId="1" animBg="1"/>
      <p:bldP spid="36" grpId="1" animBg="1"/>
      <p:bldP spid="10" grpId="1" animBg="1"/>
      <p:bldP spid="11" grpId="1" animBg="1"/>
      <p:bldP spid="12" grpId="1" animBg="1"/>
      <p:bldP spid="29" grpId="0" animBg="1"/>
      <p:bldP spid="13" grpId="0" animBg="1"/>
      <p:bldP spid="37" grpId="0" animBg="1"/>
      <p:bldP spid="29" grpId="1" animBg="1"/>
      <p:bldP spid="18" grpId="1" animBg="1"/>
      <p:bldP spid="19" grpId="0" animBg="1"/>
      <p:bldP spid="38" grpId="0" animBg="1"/>
      <p:bldP spid="21" grpId="1" animBg="1"/>
      <p:bldP spid="22" grpId="0" animBg="1"/>
      <p:bldP spid="24" grpId="0" animBg="1"/>
      <p:bldP spid="24" grpId="1" animBg="1"/>
      <p:bldP spid="37" grpId="1" animBg="1"/>
      <p:bldP spid="38" grpId="1" animBg="1"/>
      <p:bldP spid="13" grpId="1" animBg="1"/>
      <p:bldP spid="24" grpId="2" animBg="1"/>
      <p:bldP spid="7" grpId="0" animBg="1"/>
      <p:bldP spid="39" grpId="0" animBg="1"/>
      <p:bldP spid="30" grpId="0" animBg="1"/>
      <p:bldP spid="8" grpId="0" animBg="1"/>
      <p:bldP spid="14" grpId="0" animBg="1"/>
      <p:bldP spid="40" grpId="0" animBg="1"/>
      <p:bldP spid="30" grpId="1" animBg="1"/>
      <p:bldP spid="14" grpId="1" animBg="1"/>
      <p:bldP spid="25" grpId="0" animBg="1"/>
      <p:bldP spid="8" grpId="1" animBg="1"/>
      <p:bldP spid="26" grpId="0" animBg="1"/>
      <p:bldP spid="19" grpId="1" animBg="1"/>
      <p:bldP spid="20" grpId="0" animBg="1"/>
      <p:bldP spid="15" grpId="0" animBg="1"/>
      <p:bldP spid="27" grpId="0" animBg="1"/>
      <p:bldP spid="4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2026-10-30T20:57:29Z</dcterms:created>
  <dcterms:modified xsi:type="dcterms:W3CDTF">2026-10-30T20:57:29Z</dcterms:modified>
</cp:coreProperties>
</file>