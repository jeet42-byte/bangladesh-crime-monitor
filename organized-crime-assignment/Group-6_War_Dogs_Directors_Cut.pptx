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970952c-044c-e32e-1b31-5e49732fd825}">
          <p14:sldIdLst>
            <p14:sldId id="256"/>
            <p14:sldId id="257"/>
          </p14:sldIdLst>
        </p14:section>
        <p14:section name="Act I: The Hustle" id="{e203cb1a-96e3-9a67-ffd1-416868f4373d}">
          <p14:sldIdLst>
            <p14:sldId id="258"/>
            <p14:sldId id="259"/>
          </p14:sldIdLst>
        </p14:section>
        <p14:section name="Act II: The Deal" id="{4033652b-5346-4335-aeae-3d2fe97deb3b}">
          <p14:sldIdLst>
            <p14:sldId id="260"/>
            <p14:sldId id="261"/>
            <p14:sldId id="262"/>
            <p14:sldId id="263"/>
          </p14:sldIdLst>
        </p14:section>
        <p14:section name="Act III: The Fall" id="{077b07f1-b6d7-c413-ed36-2b580130d5bb}">
          <p14:sldIdLst>
            <p14:sldId id="264"/>
            <p14:sldId id="265"/>
          </p14:sldIdLst>
        </p14:section>
        <p14:section name="Verdict and Credits" id="{c30df7c1-ae73-05e8-8ced-cb886adf7a44}">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[Name]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[Name]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[Member 2],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8 – [Name] (about 50 seconds)
Thank you, [Member 1]. Act One: the Hustle. [Move across the film strip.]
Scene one: David is a broke massage therapist in Miami. His bedsheet business has failed, and his girlfriend is pregnant. He needs money, fast.
Scene two: he meets his old friend Efraim, whose company AEY bids online for the "crumbs" of military procurement: small contracts the big defence companies ignore. David joins him.
Scene three: a shipment of pistols gets stuck in Jordan, so they fly out, use local fixers and drive it into Iraq. It works, and they get paid.
Scene four: the money flows. New office, new cars. And David starts lying to his partner about what he really does.
[Pause.] Now let's freeze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8 – [Name]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[Member 3],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[Name] (about 50 seconds)
Thank you, [Member 2]. Act Two: the Deal.
Scene five: at an arms fair in Las Vegas, they meet Henry Girard, played by Bradley Cooper. Henry is on a terrorist watch list, so he cannot sell to the US government directly. He needs a front.
Scene six: Henry has access to about 100 million rounds of old rifle ammunition sitting in Albania.
Scene seven: with this cheap supply and a financier behind them, AEY underbids everyone and wins the Afghan army contract, worth around 300 million dollars.
Scene eight: Efraim, greedy as ever, starts planning to cut Henry out of his share.
So let's pause again. Is this group actually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[Name]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[Member 4]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[Name] (about 50 seconds)
Thank you, [Member 3].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[Name]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[Member 5],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[Name] (about 50 seconds)
Thank you, [Member 4]. Act Three: the Fall.
Scene nine: David discovers the ammunition was made in China, which is banned under a US arms embargo, and by the contract itself.
Scene ten: instead of reporting it, they have the rounds repacked to remove the Chinese markings. This really happened.
Scene eleven: David is threatened in Albania, Efraim cheats him out of his money, and their friendship collapses.
Scene twelve: the federal government steps in. In real life, the case was exposed by journalists in 2008. Efraim was sentenced to four years in prison, and David, who cooperated, to seven months of house arrest.
[Pause.] One last freeze-frame. How did they justify all this to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[Name]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[Member 6]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[Name] (about 50 seconds)
Thank you, [Member 5].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[Name]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sp>
        <p:nvSpPr>
          <p:cNvPr id="3" name="rec dot"/>
          <p:cNvSpPr/>
          <p:nvPr/>
        </p:nvSpPr>
        <p:spPr>
          <a:xfrm>
            <a:off x="548640" y="1298448"/>
            <a:ext cx="182880" cy="182880"/>
          </a:xfrm>
          <a:prstGeom prst="ellipse">
            <a:avLst/>
          </a:prstGeom>
          <a:solidFill>
            <a:srgbClr val="E5383B"/>
          </a:solidFill>
          <a:ln/>
        </p:spPr>
      </p:sp>
      <p:sp>
        <p:nvSpPr>
          <p:cNvPr id="4"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5"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6"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7"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8" name="Text 5"/>
          <p:cNvSpPr txBox="1"/>
          <p:nvPr/>
        </p:nvSpPr>
        <p:spPr>
          <a:xfrm>
            <a:off x="548640" y="4800600"/>
            <a:ext cx="8229600" cy="100584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500" dirty="0">
                <a:solidFill>
                  <a:schemeClr val="bg1"/>
                </a:solidFill>
              </a:rPr>
              <a:t>Roll 27  ·  Roll 8  ·  Roll 37  ·  Roll 33  ·  Roll 24  ·  Roll 21</a:t>
            </a:r>
            <a:endParaRPr lang="en-US" sz="1100" dirty="0"/>
          </a:p>
          <a:p>
            <a:pPr indent="0" marL="0">
              <a:spcAft>
                <a:spcPts val="400"/>
              </a:spcAft>
              <a:buNone/>
            </a:pPr>
            <a:r>
              <a:rPr lang="en-US" sz="1300" dirty="0">
                <a:solidFill>
                  <a:srgbClr val="A9ADB5"/>
                </a:solidFill>
              </a:rPr>
              <a:t>Department of Criminology, University of Dhaka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Act I: two friends find gold in the Pentagon’s “crumbs”</a:t>
            </a:r>
            <a:endParaRPr lang="en-US" sz="3000" dirty="0"/>
          </a:p>
        </p:txBody>
      </p:sp>
      <p:sp>
        <p:nvSpPr>
          <p:cNvPr id="5" name="film strip"/>
          <p:cNvSpPr/>
          <p:nvPr/>
        </p:nvSpPr>
        <p:spPr>
          <a:xfrm>
            <a:off x="548640" y="1691640"/>
            <a:ext cx="11094415" cy="3520440"/>
          </a:xfrm>
          <a:prstGeom prst="rect">
            <a:avLst/>
          </a:prstGeom>
          <a:solidFill>
            <a:srgbClr val="050506"/>
          </a:solidFill>
          <a:ln/>
        </p:spPr>
      </p:sp>
      <p:sp>
        <p:nvSpPr>
          <p:cNvPr id="6" name="sprocket"/>
          <p:cNvSpPr/>
          <p:nvPr/>
        </p:nvSpPr>
        <p:spPr>
          <a:xfrm>
            <a:off x="658368" y="1783080"/>
            <a:ext cx="201168" cy="164592"/>
          </a:xfrm>
          <a:prstGeom prst="roundRect">
            <a:avLst>
              <a:gd name="adj" fmla="val 16667"/>
            </a:avLst>
          </a:prstGeom>
          <a:solidFill>
            <a:srgbClr val="2B2D33"/>
          </a:solidFill>
          <a:ln/>
        </p:spPr>
      </p:sp>
      <p:sp>
        <p:nvSpPr>
          <p:cNvPr id="7" name="sprocket"/>
          <p:cNvSpPr/>
          <p:nvPr/>
        </p:nvSpPr>
        <p:spPr>
          <a:xfrm>
            <a:off x="658368" y="4956048"/>
            <a:ext cx="201168" cy="164592"/>
          </a:xfrm>
          <a:prstGeom prst="roundRect">
            <a:avLst>
              <a:gd name="adj" fmla="val 16667"/>
            </a:avLst>
          </a:prstGeom>
          <a:solidFill>
            <a:srgbClr val="2B2D33"/>
          </a:solidFill>
          <a:ln/>
        </p:spPr>
      </p:sp>
      <p:sp>
        <p:nvSpPr>
          <p:cNvPr id="8" name="sprocket"/>
          <p:cNvSpPr/>
          <p:nvPr/>
        </p:nvSpPr>
        <p:spPr>
          <a:xfrm>
            <a:off x="1042416" y="1783080"/>
            <a:ext cx="201168" cy="164592"/>
          </a:xfrm>
          <a:prstGeom prst="roundRect">
            <a:avLst>
              <a:gd name="adj" fmla="val 16667"/>
            </a:avLst>
          </a:prstGeom>
          <a:solidFill>
            <a:srgbClr val="2B2D33"/>
          </a:solidFill>
          <a:ln/>
        </p:spPr>
      </p:sp>
      <p:sp>
        <p:nvSpPr>
          <p:cNvPr id="9" name="sprocket"/>
          <p:cNvSpPr/>
          <p:nvPr/>
        </p:nvSpPr>
        <p:spPr>
          <a:xfrm>
            <a:off x="1042416" y="4956048"/>
            <a:ext cx="201168" cy="164592"/>
          </a:xfrm>
          <a:prstGeom prst="roundRect">
            <a:avLst>
              <a:gd name="adj" fmla="val 16667"/>
            </a:avLst>
          </a:prstGeom>
          <a:solidFill>
            <a:srgbClr val="2B2D33"/>
          </a:solidFill>
          <a:ln/>
        </p:spPr>
      </p:sp>
      <p:sp>
        <p:nvSpPr>
          <p:cNvPr id="10" name="sprocket"/>
          <p:cNvSpPr/>
          <p:nvPr/>
        </p:nvSpPr>
        <p:spPr>
          <a:xfrm>
            <a:off x="1426464" y="1783080"/>
            <a:ext cx="201168" cy="164592"/>
          </a:xfrm>
          <a:prstGeom prst="roundRect">
            <a:avLst>
              <a:gd name="adj" fmla="val 16667"/>
            </a:avLst>
          </a:prstGeom>
          <a:solidFill>
            <a:srgbClr val="2B2D33"/>
          </a:solidFill>
          <a:ln/>
        </p:spPr>
      </p:sp>
      <p:sp>
        <p:nvSpPr>
          <p:cNvPr id="11" name="sprocket"/>
          <p:cNvSpPr/>
          <p:nvPr/>
        </p:nvSpPr>
        <p:spPr>
          <a:xfrm>
            <a:off x="1426464" y="4956048"/>
            <a:ext cx="201168" cy="164592"/>
          </a:xfrm>
          <a:prstGeom prst="roundRect">
            <a:avLst>
              <a:gd name="adj" fmla="val 16667"/>
            </a:avLst>
          </a:prstGeom>
          <a:solidFill>
            <a:srgbClr val="2B2D33"/>
          </a:solidFill>
          <a:ln/>
        </p:spPr>
      </p:sp>
      <p:sp>
        <p:nvSpPr>
          <p:cNvPr id="12" name="sprocket"/>
          <p:cNvSpPr/>
          <p:nvPr/>
        </p:nvSpPr>
        <p:spPr>
          <a:xfrm>
            <a:off x="1810512" y="1783080"/>
            <a:ext cx="201168" cy="164592"/>
          </a:xfrm>
          <a:prstGeom prst="roundRect">
            <a:avLst>
              <a:gd name="adj" fmla="val 16667"/>
            </a:avLst>
          </a:prstGeom>
          <a:solidFill>
            <a:srgbClr val="2B2D33"/>
          </a:solidFill>
          <a:ln/>
        </p:spPr>
      </p:sp>
      <p:sp>
        <p:nvSpPr>
          <p:cNvPr id="13" name="sprocket"/>
          <p:cNvSpPr/>
          <p:nvPr/>
        </p:nvSpPr>
        <p:spPr>
          <a:xfrm>
            <a:off x="1810512" y="4956048"/>
            <a:ext cx="201168" cy="164592"/>
          </a:xfrm>
          <a:prstGeom prst="roundRect">
            <a:avLst>
              <a:gd name="adj" fmla="val 16667"/>
            </a:avLst>
          </a:prstGeom>
          <a:solidFill>
            <a:srgbClr val="2B2D33"/>
          </a:solidFill>
          <a:ln/>
        </p:spPr>
      </p:sp>
      <p:sp>
        <p:nvSpPr>
          <p:cNvPr id="14" name="sprocket"/>
          <p:cNvSpPr/>
          <p:nvPr/>
        </p:nvSpPr>
        <p:spPr>
          <a:xfrm>
            <a:off x="2194560" y="1783080"/>
            <a:ext cx="201168" cy="164592"/>
          </a:xfrm>
          <a:prstGeom prst="roundRect">
            <a:avLst>
              <a:gd name="adj" fmla="val 16667"/>
            </a:avLst>
          </a:prstGeom>
          <a:solidFill>
            <a:srgbClr val="2B2D33"/>
          </a:solidFill>
          <a:ln/>
        </p:spPr>
      </p:sp>
      <p:sp>
        <p:nvSpPr>
          <p:cNvPr id="15" name="sprocket"/>
          <p:cNvSpPr/>
          <p:nvPr/>
        </p:nvSpPr>
        <p:spPr>
          <a:xfrm>
            <a:off x="2194560" y="4956048"/>
            <a:ext cx="201168" cy="164592"/>
          </a:xfrm>
          <a:prstGeom prst="roundRect">
            <a:avLst>
              <a:gd name="adj" fmla="val 16667"/>
            </a:avLst>
          </a:prstGeom>
          <a:solidFill>
            <a:srgbClr val="2B2D33"/>
          </a:solidFill>
          <a:ln/>
        </p:spPr>
      </p:sp>
      <p:sp>
        <p:nvSpPr>
          <p:cNvPr id="16" name="sprocket"/>
          <p:cNvSpPr/>
          <p:nvPr/>
        </p:nvSpPr>
        <p:spPr>
          <a:xfrm>
            <a:off x="2578608" y="1783080"/>
            <a:ext cx="201168" cy="164592"/>
          </a:xfrm>
          <a:prstGeom prst="roundRect">
            <a:avLst>
              <a:gd name="adj" fmla="val 16667"/>
            </a:avLst>
          </a:prstGeom>
          <a:solidFill>
            <a:srgbClr val="2B2D33"/>
          </a:solidFill>
          <a:ln/>
        </p:spPr>
      </p:sp>
      <p:sp>
        <p:nvSpPr>
          <p:cNvPr id="17" name="sprocket"/>
          <p:cNvSpPr/>
          <p:nvPr/>
        </p:nvSpPr>
        <p:spPr>
          <a:xfrm>
            <a:off x="2578608" y="4956048"/>
            <a:ext cx="201168" cy="164592"/>
          </a:xfrm>
          <a:prstGeom prst="roundRect">
            <a:avLst>
              <a:gd name="adj" fmla="val 16667"/>
            </a:avLst>
          </a:prstGeom>
          <a:solidFill>
            <a:srgbClr val="2B2D33"/>
          </a:solidFill>
          <a:ln/>
        </p:spPr>
      </p:sp>
      <p:sp>
        <p:nvSpPr>
          <p:cNvPr id="18" name="sprocket"/>
          <p:cNvSpPr/>
          <p:nvPr/>
        </p:nvSpPr>
        <p:spPr>
          <a:xfrm>
            <a:off x="2962656" y="1783080"/>
            <a:ext cx="201168" cy="164592"/>
          </a:xfrm>
          <a:prstGeom prst="roundRect">
            <a:avLst>
              <a:gd name="adj" fmla="val 16667"/>
            </a:avLst>
          </a:prstGeom>
          <a:solidFill>
            <a:srgbClr val="2B2D33"/>
          </a:solidFill>
          <a:ln/>
        </p:spPr>
      </p:sp>
      <p:sp>
        <p:nvSpPr>
          <p:cNvPr id="19" name="sprocket"/>
          <p:cNvSpPr/>
          <p:nvPr/>
        </p:nvSpPr>
        <p:spPr>
          <a:xfrm>
            <a:off x="2962656" y="4956048"/>
            <a:ext cx="201168" cy="164592"/>
          </a:xfrm>
          <a:prstGeom prst="roundRect">
            <a:avLst>
              <a:gd name="adj" fmla="val 16667"/>
            </a:avLst>
          </a:prstGeom>
          <a:solidFill>
            <a:srgbClr val="2B2D33"/>
          </a:solidFill>
          <a:ln/>
        </p:spPr>
      </p:sp>
      <p:sp>
        <p:nvSpPr>
          <p:cNvPr id="20" name="sprocket"/>
          <p:cNvSpPr/>
          <p:nvPr/>
        </p:nvSpPr>
        <p:spPr>
          <a:xfrm>
            <a:off x="3346704" y="1783080"/>
            <a:ext cx="201168" cy="164592"/>
          </a:xfrm>
          <a:prstGeom prst="roundRect">
            <a:avLst>
              <a:gd name="adj" fmla="val 16667"/>
            </a:avLst>
          </a:prstGeom>
          <a:solidFill>
            <a:srgbClr val="2B2D33"/>
          </a:solidFill>
          <a:ln/>
        </p:spPr>
      </p:sp>
      <p:sp>
        <p:nvSpPr>
          <p:cNvPr id="21" name="sprocket"/>
          <p:cNvSpPr/>
          <p:nvPr/>
        </p:nvSpPr>
        <p:spPr>
          <a:xfrm>
            <a:off x="3346704" y="4956048"/>
            <a:ext cx="201168" cy="164592"/>
          </a:xfrm>
          <a:prstGeom prst="roundRect">
            <a:avLst>
              <a:gd name="adj" fmla="val 16667"/>
            </a:avLst>
          </a:prstGeom>
          <a:solidFill>
            <a:srgbClr val="2B2D33"/>
          </a:solidFill>
          <a:ln/>
        </p:spPr>
      </p:sp>
      <p:sp>
        <p:nvSpPr>
          <p:cNvPr id="22" name="sprocket"/>
          <p:cNvSpPr/>
          <p:nvPr/>
        </p:nvSpPr>
        <p:spPr>
          <a:xfrm>
            <a:off x="3730752" y="1783080"/>
            <a:ext cx="201168" cy="164592"/>
          </a:xfrm>
          <a:prstGeom prst="roundRect">
            <a:avLst>
              <a:gd name="adj" fmla="val 16667"/>
            </a:avLst>
          </a:prstGeom>
          <a:solidFill>
            <a:srgbClr val="2B2D33"/>
          </a:solidFill>
          <a:ln/>
        </p:spPr>
      </p:sp>
      <p:sp>
        <p:nvSpPr>
          <p:cNvPr id="23" name="sprocket"/>
          <p:cNvSpPr/>
          <p:nvPr/>
        </p:nvSpPr>
        <p:spPr>
          <a:xfrm>
            <a:off x="3730752" y="4956048"/>
            <a:ext cx="201168" cy="164592"/>
          </a:xfrm>
          <a:prstGeom prst="roundRect">
            <a:avLst>
              <a:gd name="adj" fmla="val 16667"/>
            </a:avLst>
          </a:prstGeom>
          <a:solidFill>
            <a:srgbClr val="2B2D33"/>
          </a:solidFill>
          <a:ln/>
        </p:spPr>
      </p:sp>
      <p:sp>
        <p:nvSpPr>
          <p:cNvPr id="24" name="sprocket"/>
          <p:cNvSpPr/>
          <p:nvPr/>
        </p:nvSpPr>
        <p:spPr>
          <a:xfrm>
            <a:off x="4114800" y="1783080"/>
            <a:ext cx="201168" cy="164592"/>
          </a:xfrm>
          <a:prstGeom prst="roundRect">
            <a:avLst>
              <a:gd name="adj" fmla="val 16667"/>
            </a:avLst>
          </a:prstGeom>
          <a:solidFill>
            <a:srgbClr val="2B2D33"/>
          </a:solidFill>
          <a:ln/>
        </p:spPr>
      </p:sp>
      <p:sp>
        <p:nvSpPr>
          <p:cNvPr id="25" name="sprocket"/>
          <p:cNvSpPr/>
          <p:nvPr/>
        </p:nvSpPr>
        <p:spPr>
          <a:xfrm>
            <a:off x="4114800" y="4956048"/>
            <a:ext cx="201168" cy="164592"/>
          </a:xfrm>
          <a:prstGeom prst="roundRect">
            <a:avLst>
              <a:gd name="adj" fmla="val 16667"/>
            </a:avLst>
          </a:prstGeom>
          <a:solidFill>
            <a:srgbClr val="2B2D33"/>
          </a:solidFill>
          <a:ln/>
        </p:spPr>
      </p:sp>
      <p:sp>
        <p:nvSpPr>
          <p:cNvPr id="26" name="sprocket"/>
          <p:cNvSpPr/>
          <p:nvPr/>
        </p:nvSpPr>
        <p:spPr>
          <a:xfrm>
            <a:off x="4498848" y="1783080"/>
            <a:ext cx="201168" cy="164592"/>
          </a:xfrm>
          <a:prstGeom prst="roundRect">
            <a:avLst>
              <a:gd name="adj" fmla="val 16667"/>
            </a:avLst>
          </a:prstGeom>
          <a:solidFill>
            <a:srgbClr val="2B2D33"/>
          </a:solidFill>
          <a:ln/>
        </p:spPr>
      </p:sp>
      <p:sp>
        <p:nvSpPr>
          <p:cNvPr id="27" name="sprocket"/>
          <p:cNvSpPr/>
          <p:nvPr/>
        </p:nvSpPr>
        <p:spPr>
          <a:xfrm>
            <a:off x="4498848" y="4956048"/>
            <a:ext cx="201168" cy="164592"/>
          </a:xfrm>
          <a:prstGeom prst="roundRect">
            <a:avLst>
              <a:gd name="adj" fmla="val 16667"/>
            </a:avLst>
          </a:prstGeom>
          <a:solidFill>
            <a:srgbClr val="2B2D33"/>
          </a:solidFill>
          <a:ln/>
        </p:spPr>
      </p:sp>
      <p:sp>
        <p:nvSpPr>
          <p:cNvPr id="28" name="sprocket"/>
          <p:cNvSpPr/>
          <p:nvPr/>
        </p:nvSpPr>
        <p:spPr>
          <a:xfrm>
            <a:off x="4882896" y="1783080"/>
            <a:ext cx="201168" cy="164592"/>
          </a:xfrm>
          <a:prstGeom prst="roundRect">
            <a:avLst>
              <a:gd name="adj" fmla="val 16667"/>
            </a:avLst>
          </a:prstGeom>
          <a:solidFill>
            <a:srgbClr val="2B2D33"/>
          </a:solidFill>
          <a:ln/>
        </p:spPr>
      </p:sp>
      <p:sp>
        <p:nvSpPr>
          <p:cNvPr id="29" name="sprocket"/>
          <p:cNvSpPr/>
          <p:nvPr/>
        </p:nvSpPr>
        <p:spPr>
          <a:xfrm>
            <a:off x="4882896" y="4956048"/>
            <a:ext cx="201168" cy="164592"/>
          </a:xfrm>
          <a:prstGeom prst="roundRect">
            <a:avLst>
              <a:gd name="adj" fmla="val 16667"/>
            </a:avLst>
          </a:prstGeom>
          <a:solidFill>
            <a:srgbClr val="2B2D33"/>
          </a:solidFill>
          <a:ln/>
        </p:spPr>
      </p:sp>
      <p:sp>
        <p:nvSpPr>
          <p:cNvPr id="30" name="sprocket"/>
          <p:cNvSpPr/>
          <p:nvPr/>
        </p:nvSpPr>
        <p:spPr>
          <a:xfrm>
            <a:off x="5266944" y="1783080"/>
            <a:ext cx="201168" cy="164592"/>
          </a:xfrm>
          <a:prstGeom prst="roundRect">
            <a:avLst>
              <a:gd name="adj" fmla="val 16667"/>
            </a:avLst>
          </a:prstGeom>
          <a:solidFill>
            <a:srgbClr val="2B2D33"/>
          </a:solidFill>
          <a:ln/>
        </p:spPr>
      </p:sp>
      <p:sp>
        <p:nvSpPr>
          <p:cNvPr id="31" name="sprocket"/>
          <p:cNvSpPr/>
          <p:nvPr/>
        </p:nvSpPr>
        <p:spPr>
          <a:xfrm>
            <a:off x="5266944" y="4956048"/>
            <a:ext cx="201168" cy="164592"/>
          </a:xfrm>
          <a:prstGeom prst="roundRect">
            <a:avLst>
              <a:gd name="adj" fmla="val 16667"/>
            </a:avLst>
          </a:prstGeom>
          <a:solidFill>
            <a:srgbClr val="2B2D33"/>
          </a:solidFill>
          <a:ln/>
        </p:spPr>
      </p:sp>
      <p:sp>
        <p:nvSpPr>
          <p:cNvPr id="32" name="sprocket"/>
          <p:cNvSpPr/>
          <p:nvPr/>
        </p:nvSpPr>
        <p:spPr>
          <a:xfrm>
            <a:off x="5650992" y="1783080"/>
            <a:ext cx="201168" cy="164592"/>
          </a:xfrm>
          <a:prstGeom prst="roundRect">
            <a:avLst>
              <a:gd name="adj" fmla="val 16667"/>
            </a:avLst>
          </a:prstGeom>
          <a:solidFill>
            <a:srgbClr val="2B2D33"/>
          </a:solidFill>
          <a:ln/>
        </p:spPr>
      </p:sp>
      <p:sp>
        <p:nvSpPr>
          <p:cNvPr id="33" name="sprocket"/>
          <p:cNvSpPr/>
          <p:nvPr/>
        </p:nvSpPr>
        <p:spPr>
          <a:xfrm>
            <a:off x="5650992" y="4956048"/>
            <a:ext cx="201168" cy="164592"/>
          </a:xfrm>
          <a:prstGeom prst="roundRect">
            <a:avLst>
              <a:gd name="adj" fmla="val 16667"/>
            </a:avLst>
          </a:prstGeom>
          <a:solidFill>
            <a:srgbClr val="2B2D33"/>
          </a:solidFill>
          <a:ln/>
        </p:spPr>
      </p:sp>
      <p:sp>
        <p:nvSpPr>
          <p:cNvPr id="34" name="sprocket"/>
          <p:cNvSpPr/>
          <p:nvPr/>
        </p:nvSpPr>
        <p:spPr>
          <a:xfrm>
            <a:off x="6035040" y="1783080"/>
            <a:ext cx="201168" cy="164592"/>
          </a:xfrm>
          <a:prstGeom prst="roundRect">
            <a:avLst>
              <a:gd name="adj" fmla="val 16667"/>
            </a:avLst>
          </a:prstGeom>
          <a:solidFill>
            <a:srgbClr val="2B2D33"/>
          </a:solidFill>
          <a:ln/>
        </p:spPr>
      </p:sp>
      <p:sp>
        <p:nvSpPr>
          <p:cNvPr id="35" name="sprocket"/>
          <p:cNvSpPr/>
          <p:nvPr/>
        </p:nvSpPr>
        <p:spPr>
          <a:xfrm>
            <a:off x="6035040" y="4956048"/>
            <a:ext cx="201168" cy="164592"/>
          </a:xfrm>
          <a:prstGeom prst="roundRect">
            <a:avLst>
              <a:gd name="adj" fmla="val 16667"/>
            </a:avLst>
          </a:prstGeom>
          <a:solidFill>
            <a:srgbClr val="2B2D33"/>
          </a:solidFill>
          <a:ln/>
        </p:spPr>
      </p:sp>
      <p:sp>
        <p:nvSpPr>
          <p:cNvPr id="36" name="sprocket"/>
          <p:cNvSpPr/>
          <p:nvPr/>
        </p:nvSpPr>
        <p:spPr>
          <a:xfrm>
            <a:off x="6419088" y="1783080"/>
            <a:ext cx="201168" cy="164592"/>
          </a:xfrm>
          <a:prstGeom prst="roundRect">
            <a:avLst>
              <a:gd name="adj" fmla="val 16667"/>
            </a:avLst>
          </a:prstGeom>
          <a:solidFill>
            <a:srgbClr val="2B2D33"/>
          </a:solidFill>
          <a:ln/>
        </p:spPr>
      </p:sp>
      <p:sp>
        <p:nvSpPr>
          <p:cNvPr id="37" name="sprocket"/>
          <p:cNvSpPr/>
          <p:nvPr/>
        </p:nvSpPr>
        <p:spPr>
          <a:xfrm>
            <a:off x="6419088" y="4956048"/>
            <a:ext cx="201168" cy="164592"/>
          </a:xfrm>
          <a:prstGeom prst="roundRect">
            <a:avLst>
              <a:gd name="adj" fmla="val 16667"/>
            </a:avLst>
          </a:prstGeom>
          <a:solidFill>
            <a:srgbClr val="2B2D33"/>
          </a:solidFill>
          <a:ln/>
        </p:spPr>
      </p:sp>
      <p:sp>
        <p:nvSpPr>
          <p:cNvPr id="38" name="sprocket"/>
          <p:cNvSpPr/>
          <p:nvPr/>
        </p:nvSpPr>
        <p:spPr>
          <a:xfrm>
            <a:off x="6803136" y="1783080"/>
            <a:ext cx="201168" cy="164592"/>
          </a:xfrm>
          <a:prstGeom prst="roundRect">
            <a:avLst>
              <a:gd name="adj" fmla="val 16667"/>
            </a:avLst>
          </a:prstGeom>
          <a:solidFill>
            <a:srgbClr val="2B2D33"/>
          </a:solidFill>
          <a:ln/>
        </p:spPr>
      </p:sp>
      <p:sp>
        <p:nvSpPr>
          <p:cNvPr id="39" name="sprocket"/>
          <p:cNvSpPr/>
          <p:nvPr/>
        </p:nvSpPr>
        <p:spPr>
          <a:xfrm>
            <a:off x="6803136" y="4956048"/>
            <a:ext cx="201168" cy="164592"/>
          </a:xfrm>
          <a:prstGeom prst="roundRect">
            <a:avLst>
              <a:gd name="adj" fmla="val 16667"/>
            </a:avLst>
          </a:prstGeom>
          <a:solidFill>
            <a:srgbClr val="2B2D33"/>
          </a:solidFill>
          <a:ln/>
        </p:spPr>
      </p:sp>
      <p:sp>
        <p:nvSpPr>
          <p:cNvPr id="40" name="sprocket"/>
          <p:cNvSpPr/>
          <p:nvPr/>
        </p:nvSpPr>
        <p:spPr>
          <a:xfrm>
            <a:off x="7187184" y="1783080"/>
            <a:ext cx="201168" cy="164592"/>
          </a:xfrm>
          <a:prstGeom prst="roundRect">
            <a:avLst>
              <a:gd name="adj" fmla="val 16667"/>
            </a:avLst>
          </a:prstGeom>
          <a:solidFill>
            <a:srgbClr val="2B2D33"/>
          </a:solidFill>
          <a:ln/>
        </p:spPr>
      </p:sp>
      <p:sp>
        <p:nvSpPr>
          <p:cNvPr id="41" name="sprocket"/>
          <p:cNvSpPr/>
          <p:nvPr/>
        </p:nvSpPr>
        <p:spPr>
          <a:xfrm>
            <a:off x="7187184" y="4956048"/>
            <a:ext cx="201168" cy="164592"/>
          </a:xfrm>
          <a:prstGeom prst="roundRect">
            <a:avLst>
              <a:gd name="adj" fmla="val 16667"/>
            </a:avLst>
          </a:prstGeom>
          <a:solidFill>
            <a:srgbClr val="2B2D33"/>
          </a:solidFill>
          <a:ln/>
        </p:spPr>
      </p:sp>
      <p:sp>
        <p:nvSpPr>
          <p:cNvPr id="42" name="sprocket"/>
          <p:cNvSpPr/>
          <p:nvPr/>
        </p:nvSpPr>
        <p:spPr>
          <a:xfrm>
            <a:off x="7571232" y="1783080"/>
            <a:ext cx="201168" cy="164592"/>
          </a:xfrm>
          <a:prstGeom prst="roundRect">
            <a:avLst>
              <a:gd name="adj" fmla="val 16667"/>
            </a:avLst>
          </a:prstGeom>
          <a:solidFill>
            <a:srgbClr val="2B2D33"/>
          </a:solidFill>
          <a:ln/>
        </p:spPr>
      </p:sp>
      <p:sp>
        <p:nvSpPr>
          <p:cNvPr id="43" name="sprocket"/>
          <p:cNvSpPr/>
          <p:nvPr/>
        </p:nvSpPr>
        <p:spPr>
          <a:xfrm>
            <a:off x="7571232" y="4956048"/>
            <a:ext cx="201168" cy="164592"/>
          </a:xfrm>
          <a:prstGeom prst="roundRect">
            <a:avLst>
              <a:gd name="adj" fmla="val 16667"/>
            </a:avLst>
          </a:prstGeom>
          <a:solidFill>
            <a:srgbClr val="2B2D33"/>
          </a:solidFill>
          <a:ln/>
        </p:spPr>
      </p:sp>
      <p:sp>
        <p:nvSpPr>
          <p:cNvPr id="44" name="sprocket"/>
          <p:cNvSpPr/>
          <p:nvPr/>
        </p:nvSpPr>
        <p:spPr>
          <a:xfrm>
            <a:off x="7955280" y="1783080"/>
            <a:ext cx="201168" cy="164592"/>
          </a:xfrm>
          <a:prstGeom prst="roundRect">
            <a:avLst>
              <a:gd name="adj" fmla="val 16667"/>
            </a:avLst>
          </a:prstGeom>
          <a:solidFill>
            <a:srgbClr val="2B2D33"/>
          </a:solidFill>
          <a:ln/>
        </p:spPr>
      </p:sp>
      <p:sp>
        <p:nvSpPr>
          <p:cNvPr id="45" name="sprocket"/>
          <p:cNvSpPr/>
          <p:nvPr/>
        </p:nvSpPr>
        <p:spPr>
          <a:xfrm>
            <a:off x="7955280" y="4956048"/>
            <a:ext cx="201168" cy="164592"/>
          </a:xfrm>
          <a:prstGeom prst="roundRect">
            <a:avLst>
              <a:gd name="adj" fmla="val 16667"/>
            </a:avLst>
          </a:prstGeom>
          <a:solidFill>
            <a:srgbClr val="2B2D33"/>
          </a:solidFill>
          <a:ln/>
        </p:spPr>
      </p:sp>
      <p:sp>
        <p:nvSpPr>
          <p:cNvPr id="46" name="sprocket"/>
          <p:cNvSpPr/>
          <p:nvPr/>
        </p:nvSpPr>
        <p:spPr>
          <a:xfrm>
            <a:off x="8339328" y="1783080"/>
            <a:ext cx="201168" cy="164592"/>
          </a:xfrm>
          <a:prstGeom prst="roundRect">
            <a:avLst>
              <a:gd name="adj" fmla="val 16667"/>
            </a:avLst>
          </a:prstGeom>
          <a:solidFill>
            <a:srgbClr val="2B2D33"/>
          </a:solidFill>
          <a:ln/>
        </p:spPr>
      </p:sp>
      <p:sp>
        <p:nvSpPr>
          <p:cNvPr id="47" name="sprocket"/>
          <p:cNvSpPr/>
          <p:nvPr/>
        </p:nvSpPr>
        <p:spPr>
          <a:xfrm>
            <a:off x="8339328" y="4956048"/>
            <a:ext cx="201168" cy="164592"/>
          </a:xfrm>
          <a:prstGeom prst="roundRect">
            <a:avLst>
              <a:gd name="adj" fmla="val 16667"/>
            </a:avLst>
          </a:prstGeom>
          <a:solidFill>
            <a:srgbClr val="2B2D33"/>
          </a:solidFill>
          <a:ln/>
        </p:spPr>
      </p:sp>
      <p:sp>
        <p:nvSpPr>
          <p:cNvPr id="48" name="sprocket"/>
          <p:cNvSpPr/>
          <p:nvPr/>
        </p:nvSpPr>
        <p:spPr>
          <a:xfrm>
            <a:off x="8723376" y="1783080"/>
            <a:ext cx="201168" cy="164592"/>
          </a:xfrm>
          <a:prstGeom prst="roundRect">
            <a:avLst>
              <a:gd name="adj" fmla="val 16667"/>
            </a:avLst>
          </a:prstGeom>
          <a:solidFill>
            <a:srgbClr val="2B2D33"/>
          </a:solidFill>
          <a:ln/>
        </p:spPr>
      </p:sp>
      <p:sp>
        <p:nvSpPr>
          <p:cNvPr id="49" name="sprocket"/>
          <p:cNvSpPr/>
          <p:nvPr/>
        </p:nvSpPr>
        <p:spPr>
          <a:xfrm>
            <a:off x="8723376" y="4956048"/>
            <a:ext cx="201168" cy="164592"/>
          </a:xfrm>
          <a:prstGeom prst="roundRect">
            <a:avLst>
              <a:gd name="adj" fmla="val 16667"/>
            </a:avLst>
          </a:prstGeom>
          <a:solidFill>
            <a:srgbClr val="2B2D33"/>
          </a:solidFill>
          <a:ln/>
        </p:spPr>
      </p:sp>
      <p:sp>
        <p:nvSpPr>
          <p:cNvPr id="50" name="sprocket"/>
          <p:cNvSpPr/>
          <p:nvPr/>
        </p:nvSpPr>
        <p:spPr>
          <a:xfrm>
            <a:off x="9107424" y="1783080"/>
            <a:ext cx="201168" cy="164592"/>
          </a:xfrm>
          <a:prstGeom prst="roundRect">
            <a:avLst>
              <a:gd name="adj" fmla="val 16667"/>
            </a:avLst>
          </a:prstGeom>
          <a:solidFill>
            <a:srgbClr val="2B2D33"/>
          </a:solidFill>
          <a:ln/>
        </p:spPr>
      </p:sp>
      <p:sp>
        <p:nvSpPr>
          <p:cNvPr id="51" name="sprocket"/>
          <p:cNvSpPr/>
          <p:nvPr/>
        </p:nvSpPr>
        <p:spPr>
          <a:xfrm>
            <a:off x="9107424" y="4956048"/>
            <a:ext cx="201168" cy="164592"/>
          </a:xfrm>
          <a:prstGeom prst="roundRect">
            <a:avLst>
              <a:gd name="adj" fmla="val 16667"/>
            </a:avLst>
          </a:prstGeom>
          <a:solidFill>
            <a:srgbClr val="2B2D33"/>
          </a:solidFill>
          <a:ln/>
        </p:spPr>
      </p:sp>
      <p:sp>
        <p:nvSpPr>
          <p:cNvPr id="52" name="sprocket"/>
          <p:cNvSpPr/>
          <p:nvPr/>
        </p:nvSpPr>
        <p:spPr>
          <a:xfrm>
            <a:off x="9491472" y="1783080"/>
            <a:ext cx="201168" cy="164592"/>
          </a:xfrm>
          <a:prstGeom prst="roundRect">
            <a:avLst>
              <a:gd name="adj" fmla="val 16667"/>
            </a:avLst>
          </a:prstGeom>
          <a:solidFill>
            <a:srgbClr val="2B2D33"/>
          </a:solidFill>
          <a:ln/>
        </p:spPr>
      </p:sp>
      <p:sp>
        <p:nvSpPr>
          <p:cNvPr id="53" name="sprocket"/>
          <p:cNvSpPr/>
          <p:nvPr/>
        </p:nvSpPr>
        <p:spPr>
          <a:xfrm>
            <a:off x="9491472" y="4956048"/>
            <a:ext cx="201168" cy="164592"/>
          </a:xfrm>
          <a:prstGeom prst="roundRect">
            <a:avLst>
              <a:gd name="adj" fmla="val 16667"/>
            </a:avLst>
          </a:prstGeom>
          <a:solidFill>
            <a:srgbClr val="2B2D33"/>
          </a:solidFill>
          <a:ln/>
        </p:spPr>
      </p:sp>
      <p:sp>
        <p:nvSpPr>
          <p:cNvPr id="54" name="sprocket"/>
          <p:cNvSpPr/>
          <p:nvPr/>
        </p:nvSpPr>
        <p:spPr>
          <a:xfrm>
            <a:off x="9875520" y="1783080"/>
            <a:ext cx="201168" cy="164592"/>
          </a:xfrm>
          <a:prstGeom prst="roundRect">
            <a:avLst>
              <a:gd name="adj" fmla="val 16667"/>
            </a:avLst>
          </a:prstGeom>
          <a:solidFill>
            <a:srgbClr val="2B2D33"/>
          </a:solidFill>
          <a:ln/>
        </p:spPr>
      </p:sp>
      <p:sp>
        <p:nvSpPr>
          <p:cNvPr id="55" name="sprocket"/>
          <p:cNvSpPr/>
          <p:nvPr/>
        </p:nvSpPr>
        <p:spPr>
          <a:xfrm>
            <a:off x="9875520" y="4956048"/>
            <a:ext cx="201168" cy="164592"/>
          </a:xfrm>
          <a:prstGeom prst="roundRect">
            <a:avLst>
              <a:gd name="adj" fmla="val 16667"/>
            </a:avLst>
          </a:prstGeom>
          <a:solidFill>
            <a:srgbClr val="2B2D33"/>
          </a:solidFill>
          <a:ln/>
        </p:spPr>
      </p:sp>
      <p:sp>
        <p:nvSpPr>
          <p:cNvPr id="56" name="sprocket"/>
          <p:cNvSpPr/>
          <p:nvPr/>
        </p:nvSpPr>
        <p:spPr>
          <a:xfrm>
            <a:off x="10259568" y="1783080"/>
            <a:ext cx="201168" cy="164592"/>
          </a:xfrm>
          <a:prstGeom prst="roundRect">
            <a:avLst>
              <a:gd name="adj" fmla="val 16667"/>
            </a:avLst>
          </a:prstGeom>
          <a:solidFill>
            <a:srgbClr val="2B2D33"/>
          </a:solidFill>
          <a:ln/>
        </p:spPr>
      </p:sp>
      <p:sp>
        <p:nvSpPr>
          <p:cNvPr id="57" name="sprocket"/>
          <p:cNvSpPr/>
          <p:nvPr/>
        </p:nvSpPr>
        <p:spPr>
          <a:xfrm>
            <a:off x="10259568" y="4956048"/>
            <a:ext cx="201168" cy="164592"/>
          </a:xfrm>
          <a:prstGeom prst="roundRect">
            <a:avLst>
              <a:gd name="adj" fmla="val 16667"/>
            </a:avLst>
          </a:prstGeom>
          <a:solidFill>
            <a:srgbClr val="2B2D33"/>
          </a:solidFill>
          <a:ln/>
        </p:spPr>
      </p:sp>
      <p:sp>
        <p:nvSpPr>
          <p:cNvPr id="58" name="sprocket"/>
          <p:cNvSpPr/>
          <p:nvPr/>
        </p:nvSpPr>
        <p:spPr>
          <a:xfrm>
            <a:off x="10643616" y="1783080"/>
            <a:ext cx="201168" cy="164592"/>
          </a:xfrm>
          <a:prstGeom prst="roundRect">
            <a:avLst>
              <a:gd name="adj" fmla="val 16667"/>
            </a:avLst>
          </a:prstGeom>
          <a:solidFill>
            <a:srgbClr val="2B2D33"/>
          </a:solidFill>
          <a:ln/>
        </p:spPr>
      </p:sp>
      <p:sp>
        <p:nvSpPr>
          <p:cNvPr id="59" name="sprocket"/>
          <p:cNvSpPr/>
          <p:nvPr/>
        </p:nvSpPr>
        <p:spPr>
          <a:xfrm>
            <a:off x="10643616" y="4956048"/>
            <a:ext cx="201168" cy="164592"/>
          </a:xfrm>
          <a:prstGeom prst="roundRect">
            <a:avLst>
              <a:gd name="adj" fmla="val 16667"/>
            </a:avLst>
          </a:prstGeom>
          <a:solidFill>
            <a:srgbClr val="2B2D33"/>
          </a:solidFill>
          <a:ln/>
        </p:spPr>
      </p:sp>
      <p:sp>
        <p:nvSpPr>
          <p:cNvPr id="60" name="sprocket"/>
          <p:cNvSpPr/>
          <p:nvPr/>
        </p:nvSpPr>
        <p:spPr>
          <a:xfrm>
            <a:off x="11027664" y="1783080"/>
            <a:ext cx="201168" cy="164592"/>
          </a:xfrm>
          <a:prstGeom prst="roundRect">
            <a:avLst>
              <a:gd name="adj" fmla="val 16667"/>
            </a:avLst>
          </a:prstGeom>
          <a:solidFill>
            <a:srgbClr val="2B2D33"/>
          </a:solidFill>
          <a:ln/>
        </p:spPr>
      </p:sp>
      <p:sp>
        <p:nvSpPr>
          <p:cNvPr id="61" name="sprocket"/>
          <p:cNvSpPr/>
          <p:nvPr/>
        </p:nvSpPr>
        <p:spPr>
          <a:xfrm>
            <a:off x="11027664" y="4956048"/>
            <a:ext cx="201168" cy="164592"/>
          </a:xfrm>
          <a:prstGeom prst="roundRect">
            <a:avLst>
              <a:gd name="adj" fmla="val 16667"/>
            </a:avLst>
          </a:prstGeom>
          <a:solidFill>
            <a:srgbClr val="2B2D33"/>
          </a:solidFill>
          <a:ln/>
        </p:spPr>
      </p:sp>
      <p:sp>
        <p:nvSpPr>
          <p:cNvPr id="62" name="frame 1"/>
          <p:cNvSpPr/>
          <p:nvPr/>
        </p:nvSpPr>
        <p:spPr>
          <a:xfrm>
            <a:off x="731520" y="2103120"/>
            <a:ext cx="2545004" cy="2697480"/>
          </a:xfrm>
          <a:prstGeom prst="rect">
            <a:avLst/>
          </a:prstGeom>
          <a:solidFill>
            <a:srgbClr val="17191E"/>
          </a:solidFill>
          <a:ln w="12700">
            <a:solidFill>
              <a:srgbClr val="2E3138"/>
            </a:solidFill>
            <a:prstDash val="solid"/>
          </a:ln>
        </p:spPr>
      </p:sp>
      <p:sp>
        <p:nvSpPr>
          <p:cNvPr id="63" name="Text 61"/>
          <p:cNvSpPr txBox="1"/>
          <p:nvPr/>
        </p:nvSpPr>
        <p:spPr>
          <a:xfrm>
            <a:off x="914400"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1 · MIAMI</a:t>
            </a:r>
            <a:endParaRPr lang="en-US" sz="1100" dirty="0"/>
          </a:p>
        </p:txBody>
      </p:sp>
      <p:sp>
        <p:nvSpPr>
          <p:cNvPr id="64" name="Broke and desperate circle"/>
          <p:cNvSpPr/>
          <p:nvPr/>
        </p:nvSpPr>
        <p:spPr>
          <a:xfrm>
            <a:off x="914400" y="2606040"/>
            <a:ext cx="566928" cy="566928"/>
          </a:xfrm>
          <a:prstGeom prst="ellipse">
            <a:avLst/>
          </a:prstGeom>
          <a:solidFill>
            <a:srgbClr val="3A3D44"/>
          </a:solidFill>
          <a:ln/>
        </p:spPr>
      </p:sp>
      <p:pic>
        <p:nvPicPr>
          <p:cNvPr id="65" name="Broke and desperate icon" descr="Broke and desperate">    </p:cNvPr>
          <p:cNvPicPr>
            <a:picLocks noChangeAspect="1"/>
          </p:cNvPicPr>
          <p:nvPr/>
        </p:nvPicPr>
        <p:blipFill>
          <a:blip r:embed="rId1"/>
          <a:stretch>
            <a:fillRect/>
          </a:stretch>
        </p:blipFill>
        <p:spPr>
          <a:xfrm>
            <a:off x="1050463" y="2742103"/>
            <a:ext cx="294803" cy="294803"/>
          </a:xfrm>
          <a:prstGeom prst="rect">
            <a:avLst/>
          </a:prstGeom>
        </p:spPr>
      </p:pic>
      <p:sp>
        <p:nvSpPr>
          <p:cNvPr id="66" name="Text 63"/>
          <p:cNvSpPr txBox="1"/>
          <p:nvPr/>
        </p:nvSpPr>
        <p:spPr>
          <a:xfrm>
            <a:off x="1600200"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Broke and desperate</a:t>
            </a:r>
            <a:endParaRPr lang="en-US" sz="1600" dirty="0"/>
          </a:p>
        </p:txBody>
      </p:sp>
      <p:sp>
        <p:nvSpPr>
          <p:cNvPr id="67" name="Text 64"/>
          <p:cNvSpPr txBox="1"/>
          <p:nvPr/>
        </p:nvSpPr>
        <p:spPr>
          <a:xfrm>
            <a:off x="914400"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David, a massage therapist, fails selling bedsheets to care homes. His girlfriend is pregnant. He needs money fast.</a:t>
            </a:r>
            <a:endParaRPr lang="en-US" sz="1400" dirty="0"/>
          </a:p>
        </p:txBody>
      </p:sp>
      <p:sp>
        <p:nvSpPr>
          <p:cNvPr id="68" name="frame 2"/>
          <p:cNvSpPr/>
          <p:nvPr/>
        </p:nvSpPr>
        <p:spPr>
          <a:xfrm>
            <a:off x="3459404" y="2103120"/>
            <a:ext cx="2545004" cy="2697480"/>
          </a:xfrm>
          <a:prstGeom prst="rect">
            <a:avLst/>
          </a:prstGeom>
          <a:solidFill>
            <a:srgbClr val="17191E"/>
          </a:solidFill>
          <a:ln w="12700">
            <a:solidFill>
              <a:srgbClr val="2E3138"/>
            </a:solidFill>
            <a:prstDash val="solid"/>
          </a:ln>
        </p:spPr>
      </p:sp>
      <p:sp>
        <p:nvSpPr>
          <p:cNvPr id="69" name="Text 66"/>
          <p:cNvSpPr txBox="1"/>
          <p:nvPr/>
        </p:nvSpPr>
        <p:spPr>
          <a:xfrm>
            <a:off x="3642284"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2 · AEY INC.</a:t>
            </a:r>
            <a:endParaRPr lang="en-US" sz="1100" dirty="0"/>
          </a:p>
        </p:txBody>
      </p:sp>
      <p:sp>
        <p:nvSpPr>
          <p:cNvPr id="70" name="The crumbs circle"/>
          <p:cNvSpPr/>
          <p:nvPr/>
        </p:nvSpPr>
        <p:spPr>
          <a:xfrm>
            <a:off x="3642284" y="2606040"/>
            <a:ext cx="566928" cy="566928"/>
          </a:xfrm>
          <a:prstGeom prst="ellipse">
            <a:avLst/>
          </a:prstGeom>
          <a:solidFill>
            <a:srgbClr val="3A3D44"/>
          </a:solidFill>
          <a:ln/>
        </p:spPr>
      </p:sp>
      <p:pic>
        <p:nvPicPr>
          <p:cNvPr id="71" name="The crumbs icon" descr="The crumbs">    </p:cNvPr>
          <p:cNvPicPr>
            <a:picLocks noChangeAspect="1"/>
          </p:cNvPicPr>
          <p:nvPr/>
        </p:nvPicPr>
        <p:blipFill>
          <a:blip r:embed="rId2"/>
          <a:stretch>
            <a:fillRect/>
          </a:stretch>
        </p:blipFill>
        <p:spPr>
          <a:xfrm>
            <a:off x="3778347" y="2742103"/>
            <a:ext cx="294803" cy="294803"/>
          </a:xfrm>
          <a:prstGeom prst="rect">
            <a:avLst/>
          </a:prstGeom>
        </p:spPr>
      </p:pic>
      <p:sp>
        <p:nvSpPr>
          <p:cNvPr id="72" name="Text 68"/>
          <p:cNvSpPr txBox="1"/>
          <p:nvPr/>
        </p:nvSpPr>
        <p:spPr>
          <a:xfrm>
            <a:off x="4328084"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The crumbs</a:t>
            </a:r>
            <a:endParaRPr lang="en-US" sz="1600" dirty="0"/>
          </a:p>
        </p:txBody>
      </p:sp>
      <p:sp>
        <p:nvSpPr>
          <p:cNvPr id="73" name="Text 69"/>
          <p:cNvSpPr txBox="1"/>
          <p:nvPr/>
        </p:nvSpPr>
        <p:spPr>
          <a:xfrm>
            <a:off x="3642284"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Old friend Efraim bids online for small military contracts that big firms ignore. David joins him.</a:t>
            </a:r>
            <a:endParaRPr lang="en-US" sz="1400" dirty="0"/>
          </a:p>
        </p:txBody>
      </p:sp>
      <p:sp>
        <p:nvSpPr>
          <p:cNvPr id="74" name="frame 3"/>
          <p:cNvSpPr/>
          <p:nvPr/>
        </p:nvSpPr>
        <p:spPr>
          <a:xfrm>
            <a:off x="6187288" y="2103120"/>
            <a:ext cx="2545004" cy="2697480"/>
          </a:xfrm>
          <a:prstGeom prst="rect">
            <a:avLst/>
          </a:prstGeom>
          <a:solidFill>
            <a:srgbClr val="17191E"/>
          </a:solidFill>
          <a:ln w="12700">
            <a:solidFill>
              <a:srgbClr val="2E3138"/>
            </a:solidFill>
            <a:prstDash val="solid"/>
          </a:ln>
        </p:spPr>
      </p:sp>
      <p:sp>
        <p:nvSpPr>
          <p:cNvPr id="75" name="Text 71"/>
          <p:cNvSpPr txBox="1"/>
          <p:nvPr/>
        </p:nvSpPr>
        <p:spPr>
          <a:xfrm>
            <a:off x="6370168"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3 · IRAQ</a:t>
            </a:r>
            <a:endParaRPr lang="en-US" sz="1100" dirty="0"/>
          </a:p>
        </p:txBody>
      </p:sp>
      <p:sp>
        <p:nvSpPr>
          <p:cNvPr id="76" name="The risky run circle"/>
          <p:cNvSpPr/>
          <p:nvPr/>
        </p:nvSpPr>
        <p:spPr>
          <a:xfrm>
            <a:off x="6370168" y="2606040"/>
            <a:ext cx="566928" cy="566928"/>
          </a:xfrm>
          <a:prstGeom prst="ellipse">
            <a:avLst/>
          </a:prstGeom>
          <a:solidFill>
            <a:srgbClr val="E5383B"/>
          </a:solidFill>
          <a:ln/>
        </p:spPr>
      </p:sp>
      <p:pic>
        <p:nvPicPr>
          <p:cNvPr id="77" name="The risky run icon" descr="The risky run">    </p:cNvPr>
          <p:cNvPicPr>
            <a:picLocks noChangeAspect="1"/>
          </p:cNvPicPr>
          <p:nvPr/>
        </p:nvPicPr>
        <p:blipFill>
          <a:blip r:embed="rId3"/>
          <a:stretch>
            <a:fillRect/>
          </a:stretch>
        </p:blipFill>
        <p:spPr>
          <a:xfrm>
            <a:off x="6506230" y="2742103"/>
            <a:ext cx="294803" cy="294803"/>
          </a:xfrm>
          <a:prstGeom prst="rect">
            <a:avLst/>
          </a:prstGeom>
        </p:spPr>
      </p:pic>
      <p:sp>
        <p:nvSpPr>
          <p:cNvPr id="78" name="Text 73"/>
          <p:cNvSpPr txBox="1"/>
          <p:nvPr/>
        </p:nvSpPr>
        <p:spPr>
          <a:xfrm>
            <a:off x="7055968"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The risky run</a:t>
            </a:r>
            <a:endParaRPr lang="en-US" sz="1600" dirty="0"/>
          </a:p>
        </p:txBody>
      </p:sp>
      <p:sp>
        <p:nvSpPr>
          <p:cNvPr id="79" name="Text 74"/>
          <p:cNvSpPr txBox="1"/>
          <p:nvPr/>
        </p:nvSpPr>
        <p:spPr>
          <a:xfrm>
            <a:off x="6370168"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A stuck shipment of pistols is pushed through Jordan into Iraq with help from fixers. They get paid.</a:t>
            </a:r>
            <a:endParaRPr lang="en-US" sz="1400" dirty="0"/>
          </a:p>
        </p:txBody>
      </p:sp>
      <p:sp>
        <p:nvSpPr>
          <p:cNvPr id="80" name="frame 4"/>
          <p:cNvSpPr/>
          <p:nvPr/>
        </p:nvSpPr>
        <p:spPr>
          <a:xfrm>
            <a:off x="8915171" y="2103120"/>
            <a:ext cx="2545004" cy="2697480"/>
          </a:xfrm>
          <a:prstGeom prst="rect">
            <a:avLst/>
          </a:prstGeom>
          <a:solidFill>
            <a:srgbClr val="17191E"/>
          </a:solidFill>
          <a:ln w="12700">
            <a:solidFill>
              <a:srgbClr val="2E3138"/>
            </a:solidFill>
            <a:prstDash val="solid"/>
          </a:ln>
        </p:spPr>
      </p:sp>
      <p:sp>
        <p:nvSpPr>
          <p:cNvPr id="81" name="Text 76"/>
          <p:cNvSpPr txBox="1"/>
          <p:nvPr/>
        </p:nvSpPr>
        <p:spPr>
          <a:xfrm>
            <a:off x="9098051"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4 · HIGH LIFE</a:t>
            </a:r>
            <a:endParaRPr lang="en-US" sz="1100" dirty="0"/>
          </a:p>
        </p:txBody>
      </p:sp>
      <p:sp>
        <p:nvSpPr>
          <p:cNvPr id="82" name="Easy money circle"/>
          <p:cNvSpPr/>
          <p:nvPr/>
        </p:nvSpPr>
        <p:spPr>
          <a:xfrm>
            <a:off x="9098051" y="2606040"/>
            <a:ext cx="566928" cy="566928"/>
          </a:xfrm>
          <a:prstGeom prst="ellipse">
            <a:avLst/>
          </a:prstGeom>
          <a:solidFill>
            <a:srgbClr val="3A3D44"/>
          </a:solidFill>
          <a:ln/>
        </p:spPr>
      </p:sp>
      <p:pic>
        <p:nvPicPr>
          <p:cNvPr id="83" name="Easy money icon" descr="Easy money">    </p:cNvPr>
          <p:cNvPicPr>
            <a:picLocks noChangeAspect="1"/>
          </p:cNvPicPr>
          <p:nvPr/>
        </p:nvPicPr>
        <p:blipFill>
          <a:blip r:embed="rId4"/>
          <a:stretch>
            <a:fillRect/>
          </a:stretch>
        </p:blipFill>
        <p:spPr>
          <a:xfrm>
            <a:off x="9234114" y="2742103"/>
            <a:ext cx="294803" cy="294803"/>
          </a:xfrm>
          <a:prstGeom prst="rect">
            <a:avLst/>
          </a:prstGeom>
        </p:spPr>
      </p:pic>
      <p:sp>
        <p:nvSpPr>
          <p:cNvPr id="84" name="Text 78"/>
          <p:cNvSpPr txBox="1"/>
          <p:nvPr/>
        </p:nvSpPr>
        <p:spPr>
          <a:xfrm>
            <a:off x="9783851"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Easy money</a:t>
            </a:r>
            <a:endParaRPr lang="en-US" sz="1600" dirty="0"/>
          </a:p>
        </p:txBody>
      </p:sp>
      <p:sp>
        <p:nvSpPr>
          <p:cNvPr id="85" name="Text 79"/>
          <p:cNvSpPr txBox="1"/>
          <p:nvPr/>
        </p:nvSpPr>
        <p:spPr>
          <a:xfrm>
            <a:off x="9098051"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Bigger contracts, a new office, new cars. David starts hiding the truth from his partner, Iz.</a:t>
            </a:r>
            <a:endParaRPr lang="en-US" sz="1400" dirty="0"/>
          </a:p>
        </p:txBody>
      </p:sp>
      <p:sp>
        <p:nvSpPr>
          <p:cNvPr id="86" name="subtitle"/>
          <p:cNvSpPr txBox="1"/>
          <p:nvPr/>
        </p:nvSpPr>
        <p:spPr>
          <a:xfrm>
            <a:off x="1005840" y="553212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“They don’t fight the war. They just sell to it.”</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Act II: a broker, a Balkan stockpile and a $300M contract</a:t>
            </a:r>
            <a:endParaRPr lang="en-US" sz="3000" dirty="0"/>
          </a:p>
        </p:txBody>
      </p:sp>
      <p:sp>
        <p:nvSpPr>
          <p:cNvPr id="5" name="film strip"/>
          <p:cNvSpPr/>
          <p:nvPr/>
        </p:nvSpPr>
        <p:spPr>
          <a:xfrm>
            <a:off x="548640" y="1691640"/>
            <a:ext cx="11094415" cy="3520440"/>
          </a:xfrm>
          <a:prstGeom prst="rect">
            <a:avLst/>
          </a:prstGeom>
          <a:solidFill>
            <a:srgbClr val="050506"/>
          </a:solidFill>
          <a:ln/>
        </p:spPr>
      </p:sp>
      <p:sp>
        <p:nvSpPr>
          <p:cNvPr id="6" name="sprocket"/>
          <p:cNvSpPr/>
          <p:nvPr/>
        </p:nvSpPr>
        <p:spPr>
          <a:xfrm>
            <a:off x="658368" y="1783080"/>
            <a:ext cx="201168" cy="164592"/>
          </a:xfrm>
          <a:prstGeom prst="roundRect">
            <a:avLst>
              <a:gd name="adj" fmla="val 16667"/>
            </a:avLst>
          </a:prstGeom>
          <a:solidFill>
            <a:srgbClr val="2B2D33"/>
          </a:solidFill>
          <a:ln/>
        </p:spPr>
      </p:sp>
      <p:sp>
        <p:nvSpPr>
          <p:cNvPr id="7" name="sprocket"/>
          <p:cNvSpPr/>
          <p:nvPr/>
        </p:nvSpPr>
        <p:spPr>
          <a:xfrm>
            <a:off x="658368" y="4956048"/>
            <a:ext cx="201168" cy="164592"/>
          </a:xfrm>
          <a:prstGeom prst="roundRect">
            <a:avLst>
              <a:gd name="adj" fmla="val 16667"/>
            </a:avLst>
          </a:prstGeom>
          <a:solidFill>
            <a:srgbClr val="2B2D33"/>
          </a:solidFill>
          <a:ln/>
        </p:spPr>
      </p:sp>
      <p:sp>
        <p:nvSpPr>
          <p:cNvPr id="8" name="sprocket"/>
          <p:cNvSpPr/>
          <p:nvPr/>
        </p:nvSpPr>
        <p:spPr>
          <a:xfrm>
            <a:off x="1042416" y="1783080"/>
            <a:ext cx="201168" cy="164592"/>
          </a:xfrm>
          <a:prstGeom prst="roundRect">
            <a:avLst>
              <a:gd name="adj" fmla="val 16667"/>
            </a:avLst>
          </a:prstGeom>
          <a:solidFill>
            <a:srgbClr val="2B2D33"/>
          </a:solidFill>
          <a:ln/>
        </p:spPr>
      </p:sp>
      <p:sp>
        <p:nvSpPr>
          <p:cNvPr id="9" name="sprocket"/>
          <p:cNvSpPr/>
          <p:nvPr/>
        </p:nvSpPr>
        <p:spPr>
          <a:xfrm>
            <a:off x="1042416" y="4956048"/>
            <a:ext cx="201168" cy="164592"/>
          </a:xfrm>
          <a:prstGeom prst="roundRect">
            <a:avLst>
              <a:gd name="adj" fmla="val 16667"/>
            </a:avLst>
          </a:prstGeom>
          <a:solidFill>
            <a:srgbClr val="2B2D33"/>
          </a:solidFill>
          <a:ln/>
        </p:spPr>
      </p:sp>
      <p:sp>
        <p:nvSpPr>
          <p:cNvPr id="10" name="sprocket"/>
          <p:cNvSpPr/>
          <p:nvPr/>
        </p:nvSpPr>
        <p:spPr>
          <a:xfrm>
            <a:off x="1426464" y="1783080"/>
            <a:ext cx="201168" cy="164592"/>
          </a:xfrm>
          <a:prstGeom prst="roundRect">
            <a:avLst>
              <a:gd name="adj" fmla="val 16667"/>
            </a:avLst>
          </a:prstGeom>
          <a:solidFill>
            <a:srgbClr val="2B2D33"/>
          </a:solidFill>
          <a:ln/>
        </p:spPr>
      </p:sp>
      <p:sp>
        <p:nvSpPr>
          <p:cNvPr id="11" name="sprocket"/>
          <p:cNvSpPr/>
          <p:nvPr/>
        </p:nvSpPr>
        <p:spPr>
          <a:xfrm>
            <a:off x="1426464" y="4956048"/>
            <a:ext cx="201168" cy="164592"/>
          </a:xfrm>
          <a:prstGeom prst="roundRect">
            <a:avLst>
              <a:gd name="adj" fmla="val 16667"/>
            </a:avLst>
          </a:prstGeom>
          <a:solidFill>
            <a:srgbClr val="2B2D33"/>
          </a:solidFill>
          <a:ln/>
        </p:spPr>
      </p:sp>
      <p:sp>
        <p:nvSpPr>
          <p:cNvPr id="12" name="sprocket"/>
          <p:cNvSpPr/>
          <p:nvPr/>
        </p:nvSpPr>
        <p:spPr>
          <a:xfrm>
            <a:off x="1810512" y="1783080"/>
            <a:ext cx="201168" cy="164592"/>
          </a:xfrm>
          <a:prstGeom prst="roundRect">
            <a:avLst>
              <a:gd name="adj" fmla="val 16667"/>
            </a:avLst>
          </a:prstGeom>
          <a:solidFill>
            <a:srgbClr val="2B2D33"/>
          </a:solidFill>
          <a:ln/>
        </p:spPr>
      </p:sp>
      <p:sp>
        <p:nvSpPr>
          <p:cNvPr id="13" name="sprocket"/>
          <p:cNvSpPr/>
          <p:nvPr/>
        </p:nvSpPr>
        <p:spPr>
          <a:xfrm>
            <a:off x="1810512" y="4956048"/>
            <a:ext cx="201168" cy="164592"/>
          </a:xfrm>
          <a:prstGeom prst="roundRect">
            <a:avLst>
              <a:gd name="adj" fmla="val 16667"/>
            </a:avLst>
          </a:prstGeom>
          <a:solidFill>
            <a:srgbClr val="2B2D33"/>
          </a:solidFill>
          <a:ln/>
        </p:spPr>
      </p:sp>
      <p:sp>
        <p:nvSpPr>
          <p:cNvPr id="14" name="sprocket"/>
          <p:cNvSpPr/>
          <p:nvPr/>
        </p:nvSpPr>
        <p:spPr>
          <a:xfrm>
            <a:off x="2194560" y="1783080"/>
            <a:ext cx="201168" cy="164592"/>
          </a:xfrm>
          <a:prstGeom prst="roundRect">
            <a:avLst>
              <a:gd name="adj" fmla="val 16667"/>
            </a:avLst>
          </a:prstGeom>
          <a:solidFill>
            <a:srgbClr val="2B2D33"/>
          </a:solidFill>
          <a:ln/>
        </p:spPr>
      </p:sp>
      <p:sp>
        <p:nvSpPr>
          <p:cNvPr id="15" name="sprocket"/>
          <p:cNvSpPr/>
          <p:nvPr/>
        </p:nvSpPr>
        <p:spPr>
          <a:xfrm>
            <a:off x="2194560" y="4956048"/>
            <a:ext cx="201168" cy="164592"/>
          </a:xfrm>
          <a:prstGeom prst="roundRect">
            <a:avLst>
              <a:gd name="adj" fmla="val 16667"/>
            </a:avLst>
          </a:prstGeom>
          <a:solidFill>
            <a:srgbClr val="2B2D33"/>
          </a:solidFill>
          <a:ln/>
        </p:spPr>
      </p:sp>
      <p:sp>
        <p:nvSpPr>
          <p:cNvPr id="16" name="sprocket"/>
          <p:cNvSpPr/>
          <p:nvPr/>
        </p:nvSpPr>
        <p:spPr>
          <a:xfrm>
            <a:off x="2578608" y="1783080"/>
            <a:ext cx="201168" cy="164592"/>
          </a:xfrm>
          <a:prstGeom prst="roundRect">
            <a:avLst>
              <a:gd name="adj" fmla="val 16667"/>
            </a:avLst>
          </a:prstGeom>
          <a:solidFill>
            <a:srgbClr val="2B2D33"/>
          </a:solidFill>
          <a:ln/>
        </p:spPr>
      </p:sp>
      <p:sp>
        <p:nvSpPr>
          <p:cNvPr id="17" name="sprocket"/>
          <p:cNvSpPr/>
          <p:nvPr/>
        </p:nvSpPr>
        <p:spPr>
          <a:xfrm>
            <a:off x="2578608" y="4956048"/>
            <a:ext cx="201168" cy="164592"/>
          </a:xfrm>
          <a:prstGeom prst="roundRect">
            <a:avLst>
              <a:gd name="adj" fmla="val 16667"/>
            </a:avLst>
          </a:prstGeom>
          <a:solidFill>
            <a:srgbClr val="2B2D33"/>
          </a:solidFill>
          <a:ln/>
        </p:spPr>
      </p:sp>
      <p:sp>
        <p:nvSpPr>
          <p:cNvPr id="18" name="sprocket"/>
          <p:cNvSpPr/>
          <p:nvPr/>
        </p:nvSpPr>
        <p:spPr>
          <a:xfrm>
            <a:off x="2962656" y="1783080"/>
            <a:ext cx="201168" cy="164592"/>
          </a:xfrm>
          <a:prstGeom prst="roundRect">
            <a:avLst>
              <a:gd name="adj" fmla="val 16667"/>
            </a:avLst>
          </a:prstGeom>
          <a:solidFill>
            <a:srgbClr val="2B2D33"/>
          </a:solidFill>
          <a:ln/>
        </p:spPr>
      </p:sp>
      <p:sp>
        <p:nvSpPr>
          <p:cNvPr id="19" name="sprocket"/>
          <p:cNvSpPr/>
          <p:nvPr/>
        </p:nvSpPr>
        <p:spPr>
          <a:xfrm>
            <a:off x="2962656" y="4956048"/>
            <a:ext cx="201168" cy="164592"/>
          </a:xfrm>
          <a:prstGeom prst="roundRect">
            <a:avLst>
              <a:gd name="adj" fmla="val 16667"/>
            </a:avLst>
          </a:prstGeom>
          <a:solidFill>
            <a:srgbClr val="2B2D33"/>
          </a:solidFill>
          <a:ln/>
        </p:spPr>
      </p:sp>
      <p:sp>
        <p:nvSpPr>
          <p:cNvPr id="20" name="sprocket"/>
          <p:cNvSpPr/>
          <p:nvPr/>
        </p:nvSpPr>
        <p:spPr>
          <a:xfrm>
            <a:off x="3346704" y="1783080"/>
            <a:ext cx="201168" cy="164592"/>
          </a:xfrm>
          <a:prstGeom prst="roundRect">
            <a:avLst>
              <a:gd name="adj" fmla="val 16667"/>
            </a:avLst>
          </a:prstGeom>
          <a:solidFill>
            <a:srgbClr val="2B2D33"/>
          </a:solidFill>
          <a:ln/>
        </p:spPr>
      </p:sp>
      <p:sp>
        <p:nvSpPr>
          <p:cNvPr id="21" name="sprocket"/>
          <p:cNvSpPr/>
          <p:nvPr/>
        </p:nvSpPr>
        <p:spPr>
          <a:xfrm>
            <a:off x="3346704" y="4956048"/>
            <a:ext cx="201168" cy="164592"/>
          </a:xfrm>
          <a:prstGeom prst="roundRect">
            <a:avLst>
              <a:gd name="adj" fmla="val 16667"/>
            </a:avLst>
          </a:prstGeom>
          <a:solidFill>
            <a:srgbClr val="2B2D33"/>
          </a:solidFill>
          <a:ln/>
        </p:spPr>
      </p:sp>
      <p:sp>
        <p:nvSpPr>
          <p:cNvPr id="22" name="sprocket"/>
          <p:cNvSpPr/>
          <p:nvPr/>
        </p:nvSpPr>
        <p:spPr>
          <a:xfrm>
            <a:off x="3730752" y="1783080"/>
            <a:ext cx="201168" cy="164592"/>
          </a:xfrm>
          <a:prstGeom prst="roundRect">
            <a:avLst>
              <a:gd name="adj" fmla="val 16667"/>
            </a:avLst>
          </a:prstGeom>
          <a:solidFill>
            <a:srgbClr val="2B2D33"/>
          </a:solidFill>
          <a:ln/>
        </p:spPr>
      </p:sp>
      <p:sp>
        <p:nvSpPr>
          <p:cNvPr id="23" name="sprocket"/>
          <p:cNvSpPr/>
          <p:nvPr/>
        </p:nvSpPr>
        <p:spPr>
          <a:xfrm>
            <a:off x="3730752" y="4956048"/>
            <a:ext cx="201168" cy="164592"/>
          </a:xfrm>
          <a:prstGeom prst="roundRect">
            <a:avLst>
              <a:gd name="adj" fmla="val 16667"/>
            </a:avLst>
          </a:prstGeom>
          <a:solidFill>
            <a:srgbClr val="2B2D33"/>
          </a:solidFill>
          <a:ln/>
        </p:spPr>
      </p:sp>
      <p:sp>
        <p:nvSpPr>
          <p:cNvPr id="24" name="sprocket"/>
          <p:cNvSpPr/>
          <p:nvPr/>
        </p:nvSpPr>
        <p:spPr>
          <a:xfrm>
            <a:off x="4114800" y="1783080"/>
            <a:ext cx="201168" cy="164592"/>
          </a:xfrm>
          <a:prstGeom prst="roundRect">
            <a:avLst>
              <a:gd name="adj" fmla="val 16667"/>
            </a:avLst>
          </a:prstGeom>
          <a:solidFill>
            <a:srgbClr val="2B2D33"/>
          </a:solidFill>
          <a:ln/>
        </p:spPr>
      </p:sp>
      <p:sp>
        <p:nvSpPr>
          <p:cNvPr id="25" name="sprocket"/>
          <p:cNvSpPr/>
          <p:nvPr/>
        </p:nvSpPr>
        <p:spPr>
          <a:xfrm>
            <a:off x="4114800" y="4956048"/>
            <a:ext cx="201168" cy="164592"/>
          </a:xfrm>
          <a:prstGeom prst="roundRect">
            <a:avLst>
              <a:gd name="adj" fmla="val 16667"/>
            </a:avLst>
          </a:prstGeom>
          <a:solidFill>
            <a:srgbClr val="2B2D33"/>
          </a:solidFill>
          <a:ln/>
        </p:spPr>
      </p:sp>
      <p:sp>
        <p:nvSpPr>
          <p:cNvPr id="26" name="sprocket"/>
          <p:cNvSpPr/>
          <p:nvPr/>
        </p:nvSpPr>
        <p:spPr>
          <a:xfrm>
            <a:off x="4498848" y="1783080"/>
            <a:ext cx="201168" cy="164592"/>
          </a:xfrm>
          <a:prstGeom prst="roundRect">
            <a:avLst>
              <a:gd name="adj" fmla="val 16667"/>
            </a:avLst>
          </a:prstGeom>
          <a:solidFill>
            <a:srgbClr val="2B2D33"/>
          </a:solidFill>
          <a:ln/>
        </p:spPr>
      </p:sp>
      <p:sp>
        <p:nvSpPr>
          <p:cNvPr id="27" name="sprocket"/>
          <p:cNvSpPr/>
          <p:nvPr/>
        </p:nvSpPr>
        <p:spPr>
          <a:xfrm>
            <a:off x="4498848" y="4956048"/>
            <a:ext cx="201168" cy="164592"/>
          </a:xfrm>
          <a:prstGeom prst="roundRect">
            <a:avLst>
              <a:gd name="adj" fmla="val 16667"/>
            </a:avLst>
          </a:prstGeom>
          <a:solidFill>
            <a:srgbClr val="2B2D33"/>
          </a:solidFill>
          <a:ln/>
        </p:spPr>
      </p:sp>
      <p:sp>
        <p:nvSpPr>
          <p:cNvPr id="28" name="sprocket"/>
          <p:cNvSpPr/>
          <p:nvPr/>
        </p:nvSpPr>
        <p:spPr>
          <a:xfrm>
            <a:off x="4882896" y="1783080"/>
            <a:ext cx="201168" cy="164592"/>
          </a:xfrm>
          <a:prstGeom prst="roundRect">
            <a:avLst>
              <a:gd name="adj" fmla="val 16667"/>
            </a:avLst>
          </a:prstGeom>
          <a:solidFill>
            <a:srgbClr val="2B2D33"/>
          </a:solidFill>
          <a:ln/>
        </p:spPr>
      </p:sp>
      <p:sp>
        <p:nvSpPr>
          <p:cNvPr id="29" name="sprocket"/>
          <p:cNvSpPr/>
          <p:nvPr/>
        </p:nvSpPr>
        <p:spPr>
          <a:xfrm>
            <a:off x="4882896" y="4956048"/>
            <a:ext cx="201168" cy="164592"/>
          </a:xfrm>
          <a:prstGeom prst="roundRect">
            <a:avLst>
              <a:gd name="adj" fmla="val 16667"/>
            </a:avLst>
          </a:prstGeom>
          <a:solidFill>
            <a:srgbClr val="2B2D33"/>
          </a:solidFill>
          <a:ln/>
        </p:spPr>
      </p:sp>
      <p:sp>
        <p:nvSpPr>
          <p:cNvPr id="30" name="sprocket"/>
          <p:cNvSpPr/>
          <p:nvPr/>
        </p:nvSpPr>
        <p:spPr>
          <a:xfrm>
            <a:off x="5266944" y="1783080"/>
            <a:ext cx="201168" cy="164592"/>
          </a:xfrm>
          <a:prstGeom prst="roundRect">
            <a:avLst>
              <a:gd name="adj" fmla="val 16667"/>
            </a:avLst>
          </a:prstGeom>
          <a:solidFill>
            <a:srgbClr val="2B2D33"/>
          </a:solidFill>
          <a:ln/>
        </p:spPr>
      </p:sp>
      <p:sp>
        <p:nvSpPr>
          <p:cNvPr id="31" name="sprocket"/>
          <p:cNvSpPr/>
          <p:nvPr/>
        </p:nvSpPr>
        <p:spPr>
          <a:xfrm>
            <a:off x="5266944" y="4956048"/>
            <a:ext cx="201168" cy="164592"/>
          </a:xfrm>
          <a:prstGeom prst="roundRect">
            <a:avLst>
              <a:gd name="adj" fmla="val 16667"/>
            </a:avLst>
          </a:prstGeom>
          <a:solidFill>
            <a:srgbClr val="2B2D33"/>
          </a:solidFill>
          <a:ln/>
        </p:spPr>
      </p:sp>
      <p:sp>
        <p:nvSpPr>
          <p:cNvPr id="32" name="sprocket"/>
          <p:cNvSpPr/>
          <p:nvPr/>
        </p:nvSpPr>
        <p:spPr>
          <a:xfrm>
            <a:off x="5650992" y="1783080"/>
            <a:ext cx="201168" cy="164592"/>
          </a:xfrm>
          <a:prstGeom prst="roundRect">
            <a:avLst>
              <a:gd name="adj" fmla="val 16667"/>
            </a:avLst>
          </a:prstGeom>
          <a:solidFill>
            <a:srgbClr val="2B2D33"/>
          </a:solidFill>
          <a:ln/>
        </p:spPr>
      </p:sp>
      <p:sp>
        <p:nvSpPr>
          <p:cNvPr id="33" name="sprocket"/>
          <p:cNvSpPr/>
          <p:nvPr/>
        </p:nvSpPr>
        <p:spPr>
          <a:xfrm>
            <a:off x="5650992" y="4956048"/>
            <a:ext cx="201168" cy="164592"/>
          </a:xfrm>
          <a:prstGeom prst="roundRect">
            <a:avLst>
              <a:gd name="adj" fmla="val 16667"/>
            </a:avLst>
          </a:prstGeom>
          <a:solidFill>
            <a:srgbClr val="2B2D33"/>
          </a:solidFill>
          <a:ln/>
        </p:spPr>
      </p:sp>
      <p:sp>
        <p:nvSpPr>
          <p:cNvPr id="34" name="sprocket"/>
          <p:cNvSpPr/>
          <p:nvPr/>
        </p:nvSpPr>
        <p:spPr>
          <a:xfrm>
            <a:off x="6035040" y="1783080"/>
            <a:ext cx="201168" cy="164592"/>
          </a:xfrm>
          <a:prstGeom prst="roundRect">
            <a:avLst>
              <a:gd name="adj" fmla="val 16667"/>
            </a:avLst>
          </a:prstGeom>
          <a:solidFill>
            <a:srgbClr val="2B2D33"/>
          </a:solidFill>
          <a:ln/>
        </p:spPr>
      </p:sp>
      <p:sp>
        <p:nvSpPr>
          <p:cNvPr id="35" name="sprocket"/>
          <p:cNvSpPr/>
          <p:nvPr/>
        </p:nvSpPr>
        <p:spPr>
          <a:xfrm>
            <a:off x="6035040" y="4956048"/>
            <a:ext cx="201168" cy="164592"/>
          </a:xfrm>
          <a:prstGeom prst="roundRect">
            <a:avLst>
              <a:gd name="adj" fmla="val 16667"/>
            </a:avLst>
          </a:prstGeom>
          <a:solidFill>
            <a:srgbClr val="2B2D33"/>
          </a:solidFill>
          <a:ln/>
        </p:spPr>
      </p:sp>
      <p:sp>
        <p:nvSpPr>
          <p:cNvPr id="36" name="sprocket"/>
          <p:cNvSpPr/>
          <p:nvPr/>
        </p:nvSpPr>
        <p:spPr>
          <a:xfrm>
            <a:off x="6419088" y="1783080"/>
            <a:ext cx="201168" cy="164592"/>
          </a:xfrm>
          <a:prstGeom prst="roundRect">
            <a:avLst>
              <a:gd name="adj" fmla="val 16667"/>
            </a:avLst>
          </a:prstGeom>
          <a:solidFill>
            <a:srgbClr val="2B2D33"/>
          </a:solidFill>
          <a:ln/>
        </p:spPr>
      </p:sp>
      <p:sp>
        <p:nvSpPr>
          <p:cNvPr id="37" name="sprocket"/>
          <p:cNvSpPr/>
          <p:nvPr/>
        </p:nvSpPr>
        <p:spPr>
          <a:xfrm>
            <a:off x="6419088" y="4956048"/>
            <a:ext cx="201168" cy="164592"/>
          </a:xfrm>
          <a:prstGeom prst="roundRect">
            <a:avLst>
              <a:gd name="adj" fmla="val 16667"/>
            </a:avLst>
          </a:prstGeom>
          <a:solidFill>
            <a:srgbClr val="2B2D33"/>
          </a:solidFill>
          <a:ln/>
        </p:spPr>
      </p:sp>
      <p:sp>
        <p:nvSpPr>
          <p:cNvPr id="38" name="sprocket"/>
          <p:cNvSpPr/>
          <p:nvPr/>
        </p:nvSpPr>
        <p:spPr>
          <a:xfrm>
            <a:off x="6803136" y="1783080"/>
            <a:ext cx="201168" cy="164592"/>
          </a:xfrm>
          <a:prstGeom prst="roundRect">
            <a:avLst>
              <a:gd name="adj" fmla="val 16667"/>
            </a:avLst>
          </a:prstGeom>
          <a:solidFill>
            <a:srgbClr val="2B2D33"/>
          </a:solidFill>
          <a:ln/>
        </p:spPr>
      </p:sp>
      <p:sp>
        <p:nvSpPr>
          <p:cNvPr id="39" name="sprocket"/>
          <p:cNvSpPr/>
          <p:nvPr/>
        </p:nvSpPr>
        <p:spPr>
          <a:xfrm>
            <a:off x="6803136" y="4956048"/>
            <a:ext cx="201168" cy="164592"/>
          </a:xfrm>
          <a:prstGeom prst="roundRect">
            <a:avLst>
              <a:gd name="adj" fmla="val 16667"/>
            </a:avLst>
          </a:prstGeom>
          <a:solidFill>
            <a:srgbClr val="2B2D33"/>
          </a:solidFill>
          <a:ln/>
        </p:spPr>
      </p:sp>
      <p:sp>
        <p:nvSpPr>
          <p:cNvPr id="40" name="sprocket"/>
          <p:cNvSpPr/>
          <p:nvPr/>
        </p:nvSpPr>
        <p:spPr>
          <a:xfrm>
            <a:off x="7187184" y="1783080"/>
            <a:ext cx="201168" cy="164592"/>
          </a:xfrm>
          <a:prstGeom prst="roundRect">
            <a:avLst>
              <a:gd name="adj" fmla="val 16667"/>
            </a:avLst>
          </a:prstGeom>
          <a:solidFill>
            <a:srgbClr val="2B2D33"/>
          </a:solidFill>
          <a:ln/>
        </p:spPr>
      </p:sp>
      <p:sp>
        <p:nvSpPr>
          <p:cNvPr id="41" name="sprocket"/>
          <p:cNvSpPr/>
          <p:nvPr/>
        </p:nvSpPr>
        <p:spPr>
          <a:xfrm>
            <a:off x="7187184" y="4956048"/>
            <a:ext cx="201168" cy="164592"/>
          </a:xfrm>
          <a:prstGeom prst="roundRect">
            <a:avLst>
              <a:gd name="adj" fmla="val 16667"/>
            </a:avLst>
          </a:prstGeom>
          <a:solidFill>
            <a:srgbClr val="2B2D33"/>
          </a:solidFill>
          <a:ln/>
        </p:spPr>
      </p:sp>
      <p:sp>
        <p:nvSpPr>
          <p:cNvPr id="42" name="sprocket"/>
          <p:cNvSpPr/>
          <p:nvPr/>
        </p:nvSpPr>
        <p:spPr>
          <a:xfrm>
            <a:off x="7571232" y="1783080"/>
            <a:ext cx="201168" cy="164592"/>
          </a:xfrm>
          <a:prstGeom prst="roundRect">
            <a:avLst>
              <a:gd name="adj" fmla="val 16667"/>
            </a:avLst>
          </a:prstGeom>
          <a:solidFill>
            <a:srgbClr val="2B2D33"/>
          </a:solidFill>
          <a:ln/>
        </p:spPr>
      </p:sp>
      <p:sp>
        <p:nvSpPr>
          <p:cNvPr id="43" name="sprocket"/>
          <p:cNvSpPr/>
          <p:nvPr/>
        </p:nvSpPr>
        <p:spPr>
          <a:xfrm>
            <a:off x="7571232" y="4956048"/>
            <a:ext cx="201168" cy="164592"/>
          </a:xfrm>
          <a:prstGeom prst="roundRect">
            <a:avLst>
              <a:gd name="adj" fmla="val 16667"/>
            </a:avLst>
          </a:prstGeom>
          <a:solidFill>
            <a:srgbClr val="2B2D33"/>
          </a:solidFill>
          <a:ln/>
        </p:spPr>
      </p:sp>
      <p:sp>
        <p:nvSpPr>
          <p:cNvPr id="44" name="sprocket"/>
          <p:cNvSpPr/>
          <p:nvPr/>
        </p:nvSpPr>
        <p:spPr>
          <a:xfrm>
            <a:off x="7955280" y="1783080"/>
            <a:ext cx="201168" cy="164592"/>
          </a:xfrm>
          <a:prstGeom prst="roundRect">
            <a:avLst>
              <a:gd name="adj" fmla="val 16667"/>
            </a:avLst>
          </a:prstGeom>
          <a:solidFill>
            <a:srgbClr val="2B2D33"/>
          </a:solidFill>
          <a:ln/>
        </p:spPr>
      </p:sp>
      <p:sp>
        <p:nvSpPr>
          <p:cNvPr id="45" name="sprocket"/>
          <p:cNvSpPr/>
          <p:nvPr/>
        </p:nvSpPr>
        <p:spPr>
          <a:xfrm>
            <a:off x="7955280" y="4956048"/>
            <a:ext cx="201168" cy="164592"/>
          </a:xfrm>
          <a:prstGeom prst="roundRect">
            <a:avLst>
              <a:gd name="adj" fmla="val 16667"/>
            </a:avLst>
          </a:prstGeom>
          <a:solidFill>
            <a:srgbClr val="2B2D33"/>
          </a:solidFill>
          <a:ln/>
        </p:spPr>
      </p:sp>
      <p:sp>
        <p:nvSpPr>
          <p:cNvPr id="46" name="sprocket"/>
          <p:cNvSpPr/>
          <p:nvPr/>
        </p:nvSpPr>
        <p:spPr>
          <a:xfrm>
            <a:off x="8339328" y="1783080"/>
            <a:ext cx="201168" cy="164592"/>
          </a:xfrm>
          <a:prstGeom prst="roundRect">
            <a:avLst>
              <a:gd name="adj" fmla="val 16667"/>
            </a:avLst>
          </a:prstGeom>
          <a:solidFill>
            <a:srgbClr val="2B2D33"/>
          </a:solidFill>
          <a:ln/>
        </p:spPr>
      </p:sp>
      <p:sp>
        <p:nvSpPr>
          <p:cNvPr id="47" name="sprocket"/>
          <p:cNvSpPr/>
          <p:nvPr/>
        </p:nvSpPr>
        <p:spPr>
          <a:xfrm>
            <a:off x="8339328" y="4956048"/>
            <a:ext cx="201168" cy="164592"/>
          </a:xfrm>
          <a:prstGeom prst="roundRect">
            <a:avLst>
              <a:gd name="adj" fmla="val 16667"/>
            </a:avLst>
          </a:prstGeom>
          <a:solidFill>
            <a:srgbClr val="2B2D33"/>
          </a:solidFill>
          <a:ln/>
        </p:spPr>
      </p:sp>
      <p:sp>
        <p:nvSpPr>
          <p:cNvPr id="48" name="sprocket"/>
          <p:cNvSpPr/>
          <p:nvPr/>
        </p:nvSpPr>
        <p:spPr>
          <a:xfrm>
            <a:off x="8723376" y="1783080"/>
            <a:ext cx="201168" cy="164592"/>
          </a:xfrm>
          <a:prstGeom prst="roundRect">
            <a:avLst>
              <a:gd name="adj" fmla="val 16667"/>
            </a:avLst>
          </a:prstGeom>
          <a:solidFill>
            <a:srgbClr val="2B2D33"/>
          </a:solidFill>
          <a:ln/>
        </p:spPr>
      </p:sp>
      <p:sp>
        <p:nvSpPr>
          <p:cNvPr id="49" name="sprocket"/>
          <p:cNvSpPr/>
          <p:nvPr/>
        </p:nvSpPr>
        <p:spPr>
          <a:xfrm>
            <a:off x="8723376" y="4956048"/>
            <a:ext cx="201168" cy="164592"/>
          </a:xfrm>
          <a:prstGeom prst="roundRect">
            <a:avLst>
              <a:gd name="adj" fmla="val 16667"/>
            </a:avLst>
          </a:prstGeom>
          <a:solidFill>
            <a:srgbClr val="2B2D33"/>
          </a:solidFill>
          <a:ln/>
        </p:spPr>
      </p:sp>
      <p:sp>
        <p:nvSpPr>
          <p:cNvPr id="50" name="sprocket"/>
          <p:cNvSpPr/>
          <p:nvPr/>
        </p:nvSpPr>
        <p:spPr>
          <a:xfrm>
            <a:off x="9107424" y="1783080"/>
            <a:ext cx="201168" cy="164592"/>
          </a:xfrm>
          <a:prstGeom prst="roundRect">
            <a:avLst>
              <a:gd name="adj" fmla="val 16667"/>
            </a:avLst>
          </a:prstGeom>
          <a:solidFill>
            <a:srgbClr val="2B2D33"/>
          </a:solidFill>
          <a:ln/>
        </p:spPr>
      </p:sp>
      <p:sp>
        <p:nvSpPr>
          <p:cNvPr id="51" name="sprocket"/>
          <p:cNvSpPr/>
          <p:nvPr/>
        </p:nvSpPr>
        <p:spPr>
          <a:xfrm>
            <a:off x="9107424" y="4956048"/>
            <a:ext cx="201168" cy="164592"/>
          </a:xfrm>
          <a:prstGeom prst="roundRect">
            <a:avLst>
              <a:gd name="adj" fmla="val 16667"/>
            </a:avLst>
          </a:prstGeom>
          <a:solidFill>
            <a:srgbClr val="2B2D33"/>
          </a:solidFill>
          <a:ln/>
        </p:spPr>
      </p:sp>
      <p:sp>
        <p:nvSpPr>
          <p:cNvPr id="52" name="sprocket"/>
          <p:cNvSpPr/>
          <p:nvPr/>
        </p:nvSpPr>
        <p:spPr>
          <a:xfrm>
            <a:off x="9491472" y="1783080"/>
            <a:ext cx="201168" cy="164592"/>
          </a:xfrm>
          <a:prstGeom prst="roundRect">
            <a:avLst>
              <a:gd name="adj" fmla="val 16667"/>
            </a:avLst>
          </a:prstGeom>
          <a:solidFill>
            <a:srgbClr val="2B2D33"/>
          </a:solidFill>
          <a:ln/>
        </p:spPr>
      </p:sp>
      <p:sp>
        <p:nvSpPr>
          <p:cNvPr id="53" name="sprocket"/>
          <p:cNvSpPr/>
          <p:nvPr/>
        </p:nvSpPr>
        <p:spPr>
          <a:xfrm>
            <a:off x="9491472" y="4956048"/>
            <a:ext cx="201168" cy="164592"/>
          </a:xfrm>
          <a:prstGeom prst="roundRect">
            <a:avLst>
              <a:gd name="adj" fmla="val 16667"/>
            </a:avLst>
          </a:prstGeom>
          <a:solidFill>
            <a:srgbClr val="2B2D33"/>
          </a:solidFill>
          <a:ln/>
        </p:spPr>
      </p:sp>
      <p:sp>
        <p:nvSpPr>
          <p:cNvPr id="54" name="sprocket"/>
          <p:cNvSpPr/>
          <p:nvPr/>
        </p:nvSpPr>
        <p:spPr>
          <a:xfrm>
            <a:off x="9875520" y="1783080"/>
            <a:ext cx="201168" cy="164592"/>
          </a:xfrm>
          <a:prstGeom prst="roundRect">
            <a:avLst>
              <a:gd name="adj" fmla="val 16667"/>
            </a:avLst>
          </a:prstGeom>
          <a:solidFill>
            <a:srgbClr val="2B2D33"/>
          </a:solidFill>
          <a:ln/>
        </p:spPr>
      </p:sp>
      <p:sp>
        <p:nvSpPr>
          <p:cNvPr id="55" name="sprocket"/>
          <p:cNvSpPr/>
          <p:nvPr/>
        </p:nvSpPr>
        <p:spPr>
          <a:xfrm>
            <a:off x="9875520" y="4956048"/>
            <a:ext cx="201168" cy="164592"/>
          </a:xfrm>
          <a:prstGeom prst="roundRect">
            <a:avLst>
              <a:gd name="adj" fmla="val 16667"/>
            </a:avLst>
          </a:prstGeom>
          <a:solidFill>
            <a:srgbClr val="2B2D33"/>
          </a:solidFill>
          <a:ln/>
        </p:spPr>
      </p:sp>
      <p:sp>
        <p:nvSpPr>
          <p:cNvPr id="56" name="sprocket"/>
          <p:cNvSpPr/>
          <p:nvPr/>
        </p:nvSpPr>
        <p:spPr>
          <a:xfrm>
            <a:off x="10259568" y="1783080"/>
            <a:ext cx="201168" cy="164592"/>
          </a:xfrm>
          <a:prstGeom prst="roundRect">
            <a:avLst>
              <a:gd name="adj" fmla="val 16667"/>
            </a:avLst>
          </a:prstGeom>
          <a:solidFill>
            <a:srgbClr val="2B2D33"/>
          </a:solidFill>
          <a:ln/>
        </p:spPr>
      </p:sp>
      <p:sp>
        <p:nvSpPr>
          <p:cNvPr id="57" name="sprocket"/>
          <p:cNvSpPr/>
          <p:nvPr/>
        </p:nvSpPr>
        <p:spPr>
          <a:xfrm>
            <a:off x="10259568" y="4956048"/>
            <a:ext cx="201168" cy="164592"/>
          </a:xfrm>
          <a:prstGeom prst="roundRect">
            <a:avLst>
              <a:gd name="adj" fmla="val 16667"/>
            </a:avLst>
          </a:prstGeom>
          <a:solidFill>
            <a:srgbClr val="2B2D33"/>
          </a:solidFill>
          <a:ln/>
        </p:spPr>
      </p:sp>
      <p:sp>
        <p:nvSpPr>
          <p:cNvPr id="58" name="sprocket"/>
          <p:cNvSpPr/>
          <p:nvPr/>
        </p:nvSpPr>
        <p:spPr>
          <a:xfrm>
            <a:off x="10643616" y="1783080"/>
            <a:ext cx="201168" cy="164592"/>
          </a:xfrm>
          <a:prstGeom prst="roundRect">
            <a:avLst>
              <a:gd name="adj" fmla="val 16667"/>
            </a:avLst>
          </a:prstGeom>
          <a:solidFill>
            <a:srgbClr val="2B2D33"/>
          </a:solidFill>
          <a:ln/>
        </p:spPr>
      </p:sp>
      <p:sp>
        <p:nvSpPr>
          <p:cNvPr id="59" name="sprocket"/>
          <p:cNvSpPr/>
          <p:nvPr/>
        </p:nvSpPr>
        <p:spPr>
          <a:xfrm>
            <a:off x="10643616" y="4956048"/>
            <a:ext cx="201168" cy="164592"/>
          </a:xfrm>
          <a:prstGeom prst="roundRect">
            <a:avLst>
              <a:gd name="adj" fmla="val 16667"/>
            </a:avLst>
          </a:prstGeom>
          <a:solidFill>
            <a:srgbClr val="2B2D33"/>
          </a:solidFill>
          <a:ln/>
        </p:spPr>
      </p:sp>
      <p:sp>
        <p:nvSpPr>
          <p:cNvPr id="60" name="sprocket"/>
          <p:cNvSpPr/>
          <p:nvPr/>
        </p:nvSpPr>
        <p:spPr>
          <a:xfrm>
            <a:off x="11027664" y="1783080"/>
            <a:ext cx="201168" cy="164592"/>
          </a:xfrm>
          <a:prstGeom prst="roundRect">
            <a:avLst>
              <a:gd name="adj" fmla="val 16667"/>
            </a:avLst>
          </a:prstGeom>
          <a:solidFill>
            <a:srgbClr val="2B2D33"/>
          </a:solidFill>
          <a:ln/>
        </p:spPr>
      </p:sp>
      <p:sp>
        <p:nvSpPr>
          <p:cNvPr id="61" name="sprocket"/>
          <p:cNvSpPr/>
          <p:nvPr/>
        </p:nvSpPr>
        <p:spPr>
          <a:xfrm>
            <a:off x="11027664" y="4956048"/>
            <a:ext cx="201168" cy="164592"/>
          </a:xfrm>
          <a:prstGeom prst="roundRect">
            <a:avLst>
              <a:gd name="adj" fmla="val 16667"/>
            </a:avLst>
          </a:prstGeom>
          <a:solidFill>
            <a:srgbClr val="2B2D33"/>
          </a:solidFill>
          <a:ln/>
        </p:spPr>
      </p:sp>
      <p:sp>
        <p:nvSpPr>
          <p:cNvPr id="62" name="frame 1"/>
          <p:cNvSpPr/>
          <p:nvPr/>
        </p:nvSpPr>
        <p:spPr>
          <a:xfrm>
            <a:off x="731520" y="2103120"/>
            <a:ext cx="2545004" cy="2697480"/>
          </a:xfrm>
          <a:prstGeom prst="rect">
            <a:avLst/>
          </a:prstGeom>
          <a:solidFill>
            <a:srgbClr val="17191E"/>
          </a:solidFill>
          <a:ln w="12700">
            <a:solidFill>
              <a:srgbClr val="2E3138"/>
            </a:solidFill>
            <a:prstDash val="solid"/>
          </a:ln>
        </p:spPr>
      </p:sp>
      <p:sp>
        <p:nvSpPr>
          <p:cNvPr id="63" name="Text 61"/>
          <p:cNvSpPr txBox="1"/>
          <p:nvPr/>
        </p:nvSpPr>
        <p:spPr>
          <a:xfrm>
            <a:off x="914400"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5 · VEGAS</a:t>
            </a:r>
            <a:endParaRPr lang="en-US" sz="1100" dirty="0"/>
          </a:p>
        </p:txBody>
      </p:sp>
      <p:sp>
        <p:nvSpPr>
          <p:cNvPr id="64" name="The broker circle"/>
          <p:cNvSpPr/>
          <p:nvPr/>
        </p:nvSpPr>
        <p:spPr>
          <a:xfrm>
            <a:off x="914400" y="2606040"/>
            <a:ext cx="566928" cy="566928"/>
          </a:xfrm>
          <a:prstGeom prst="ellipse">
            <a:avLst/>
          </a:prstGeom>
          <a:solidFill>
            <a:srgbClr val="E5383B"/>
          </a:solidFill>
          <a:ln/>
        </p:spPr>
      </p:sp>
      <p:pic>
        <p:nvPicPr>
          <p:cNvPr id="65" name="The broker icon" descr="The broker">    </p:cNvPr>
          <p:cNvPicPr>
            <a:picLocks noChangeAspect="1"/>
          </p:cNvPicPr>
          <p:nvPr/>
        </p:nvPicPr>
        <p:blipFill>
          <a:blip r:embed="rId1"/>
          <a:stretch>
            <a:fillRect/>
          </a:stretch>
        </p:blipFill>
        <p:spPr>
          <a:xfrm>
            <a:off x="1050463" y="2742103"/>
            <a:ext cx="294803" cy="294803"/>
          </a:xfrm>
          <a:prstGeom prst="rect">
            <a:avLst/>
          </a:prstGeom>
        </p:spPr>
      </p:pic>
      <p:sp>
        <p:nvSpPr>
          <p:cNvPr id="66" name="Text 63"/>
          <p:cNvSpPr txBox="1"/>
          <p:nvPr/>
        </p:nvSpPr>
        <p:spPr>
          <a:xfrm>
            <a:off x="1600200"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The broker</a:t>
            </a:r>
            <a:endParaRPr lang="en-US" sz="1600" dirty="0"/>
          </a:p>
        </p:txBody>
      </p:sp>
      <p:sp>
        <p:nvSpPr>
          <p:cNvPr id="67" name="Text 64"/>
          <p:cNvSpPr txBox="1"/>
          <p:nvPr/>
        </p:nvSpPr>
        <p:spPr>
          <a:xfrm>
            <a:off x="914400"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At an arms fair they meet Henry Girard, a dealer on a terrorist watch list who cannot sell to the US directly.</a:t>
            </a:r>
            <a:endParaRPr lang="en-US" sz="1400" dirty="0"/>
          </a:p>
        </p:txBody>
      </p:sp>
      <p:sp>
        <p:nvSpPr>
          <p:cNvPr id="68" name="frame 2"/>
          <p:cNvSpPr/>
          <p:nvPr/>
        </p:nvSpPr>
        <p:spPr>
          <a:xfrm>
            <a:off x="3459404" y="2103120"/>
            <a:ext cx="2545004" cy="2697480"/>
          </a:xfrm>
          <a:prstGeom prst="rect">
            <a:avLst/>
          </a:prstGeom>
          <a:solidFill>
            <a:srgbClr val="17191E"/>
          </a:solidFill>
          <a:ln w="12700">
            <a:solidFill>
              <a:srgbClr val="2E3138"/>
            </a:solidFill>
            <a:prstDash val="solid"/>
          </a:ln>
        </p:spPr>
      </p:sp>
      <p:sp>
        <p:nvSpPr>
          <p:cNvPr id="69" name="Text 66"/>
          <p:cNvSpPr txBox="1"/>
          <p:nvPr/>
        </p:nvSpPr>
        <p:spPr>
          <a:xfrm>
            <a:off x="3642284"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6 · ALBANIA</a:t>
            </a:r>
            <a:endParaRPr lang="en-US" sz="1100" dirty="0"/>
          </a:p>
        </p:txBody>
      </p:sp>
      <p:sp>
        <p:nvSpPr>
          <p:cNvPr id="70" name="The stockpile circle"/>
          <p:cNvSpPr/>
          <p:nvPr/>
        </p:nvSpPr>
        <p:spPr>
          <a:xfrm>
            <a:off x="3642284" y="2606040"/>
            <a:ext cx="566928" cy="566928"/>
          </a:xfrm>
          <a:prstGeom prst="ellipse">
            <a:avLst/>
          </a:prstGeom>
          <a:solidFill>
            <a:srgbClr val="3A3D44"/>
          </a:solidFill>
          <a:ln/>
        </p:spPr>
      </p:sp>
      <p:pic>
        <p:nvPicPr>
          <p:cNvPr id="71" name="The stockpile icon" descr="The stockpile">    </p:cNvPr>
          <p:cNvPicPr>
            <a:picLocks noChangeAspect="1"/>
          </p:cNvPicPr>
          <p:nvPr/>
        </p:nvPicPr>
        <p:blipFill>
          <a:blip r:embed="rId2"/>
          <a:stretch>
            <a:fillRect/>
          </a:stretch>
        </p:blipFill>
        <p:spPr>
          <a:xfrm>
            <a:off x="3778347" y="2742103"/>
            <a:ext cx="294803" cy="294803"/>
          </a:xfrm>
          <a:prstGeom prst="rect">
            <a:avLst/>
          </a:prstGeom>
        </p:spPr>
      </p:pic>
      <p:sp>
        <p:nvSpPr>
          <p:cNvPr id="72" name="Text 68"/>
          <p:cNvSpPr txBox="1"/>
          <p:nvPr/>
        </p:nvSpPr>
        <p:spPr>
          <a:xfrm>
            <a:off x="4328084"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The stockpile</a:t>
            </a:r>
            <a:endParaRPr lang="en-US" sz="1600" dirty="0"/>
          </a:p>
        </p:txBody>
      </p:sp>
      <p:sp>
        <p:nvSpPr>
          <p:cNvPr id="73" name="Text 69"/>
          <p:cNvSpPr txBox="1"/>
          <p:nvPr/>
        </p:nvSpPr>
        <p:spPr>
          <a:xfrm>
            <a:off x="3642284"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Henry opens access to about 100 million rounds of old rifle ammunition in Albania.</a:t>
            </a:r>
            <a:endParaRPr lang="en-US" sz="1400" dirty="0"/>
          </a:p>
        </p:txBody>
      </p:sp>
      <p:sp>
        <p:nvSpPr>
          <p:cNvPr id="74" name="frame 3"/>
          <p:cNvSpPr/>
          <p:nvPr/>
        </p:nvSpPr>
        <p:spPr>
          <a:xfrm>
            <a:off x="6187288" y="2103120"/>
            <a:ext cx="2545004" cy="2697480"/>
          </a:xfrm>
          <a:prstGeom prst="rect">
            <a:avLst/>
          </a:prstGeom>
          <a:solidFill>
            <a:srgbClr val="17191E"/>
          </a:solidFill>
          <a:ln w="12700">
            <a:solidFill>
              <a:srgbClr val="2E3138"/>
            </a:solidFill>
            <a:prstDash val="solid"/>
          </a:ln>
        </p:spPr>
      </p:sp>
      <p:sp>
        <p:nvSpPr>
          <p:cNvPr id="75" name="Text 71"/>
          <p:cNvSpPr txBox="1"/>
          <p:nvPr/>
        </p:nvSpPr>
        <p:spPr>
          <a:xfrm>
            <a:off x="6370168"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7 · THE BID</a:t>
            </a:r>
            <a:endParaRPr lang="en-US" sz="1100" dirty="0"/>
          </a:p>
        </p:txBody>
      </p:sp>
      <p:sp>
        <p:nvSpPr>
          <p:cNvPr id="76" name="The big one circle"/>
          <p:cNvSpPr/>
          <p:nvPr/>
        </p:nvSpPr>
        <p:spPr>
          <a:xfrm>
            <a:off x="6370168" y="2606040"/>
            <a:ext cx="566928" cy="566928"/>
          </a:xfrm>
          <a:prstGeom prst="ellipse">
            <a:avLst/>
          </a:prstGeom>
          <a:solidFill>
            <a:srgbClr val="8A6D1E"/>
          </a:solidFill>
          <a:ln/>
        </p:spPr>
      </p:sp>
      <p:pic>
        <p:nvPicPr>
          <p:cNvPr id="77" name="The big one icon" descr="The big one">    </p:cNvPr>
          <p:cNvPicPr>
            <a:picLocks noChangeAspect="1"/>
          </p:cNvPicPr>
          <p:nvPr/>
        </p:nvPicPr>
        <p:blipFill>
          <a:blip r:embed="rId3"/>
          <a:stretch>
            <a:fillRect/>
          </a:stretch>
        </p:blipFill>
        <p:spPr>
          <a:xfrm>
            <a:off x="6506230" y="2742103"/>
            <a:ext cx="294803" cy="294803"/>
          </a:xfrm>
          <a:prstGeom prst="rect">
            <a:avLst/>
          </a:prstGeom>
        </p:spPr>
      </p:pic>
      <p:sp>
        <p:nvSpPr>
          <p:cNvPr id="78" name="Text 73"/>
          <p:cNvSpPr txBox="1"/>
          <p:nvPr/>
        </p:nvSpPr>
        <p:spPr>
          <a:xfrm>
            <a:off x="7055968"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The big one</a:t>
            </a:r>
            <a:endParaRPr lang="en-US" sz="1600" dirty="0"/>
          </a:p>
        </p:txBody>
      </p:sp>
      <p:sp>
        <p:nvSpPr>
          <p:cNvPr id="79" name="Text 74"/>
          <p:cNvSpPr txBox="1"/>
          <p:nvPr/>
        </p:nvSpPr>
        <p:spPr>
          <a:xfrm>
            <a:off x="6370168"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With cheap supply and a financier, AEY underbids everyone and wins the Afghan army contract.</a:t>
            </a:r>
            <a:endParaRPr lang="en-US" sz="1400" dirty="0"/>
          </a:p>
        </p:txBody>
      </p:sp>
      <p:sp>
        <p:nvSpPr>
          <p:cNvPr id="80" name="frame 4"/>
          <p:cNvSpPr/>
          <p:nvPr/>
        </p:nvSpPr>
        <p:spPr>
          <a:xfrm>
            <a:off x="8915171" y="2103120"/>
            <a:ext cx="2545004" cy="2697480"/>
          </a:xfrm>
          <a:prstGeom prst="rect">
            <a:avLst/>
          </a:prstGeom>
          <a:solidFill>
            <a:srgbClr val="17191E"/>
          </a:solidFill>
          <a:ln w="12700">
            <a:solidFill>
              <a:srgbClr val="2E3138"/>
            </a:solidFill>
            <a:prstDash val="solid"/>
          </a:ln>
        </p:spPr>
      </p:sp>
      <p:sp>
        <p:nvSpPr>
          <p:cNvPr id="81" name="Text 76"/>
          <p:cNvSpPr txBox="1"/>
          <p:nvPr/>
        </p:nvSpPr>
        <p:spPr>
          <a:xfrm>
            <a:off x="9098051"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8 · THE SPLIT</a:t>
            </a:r>
            <a:endParaRPr lang="en-US" sz="1100" dirty="0"/>
          </a:p>
        </p:txBody>
      </p:sp>
      <p:sp>
        <p:nvSpPr>
          <p:cNvPr id="82" name="Who gets paid? circle"/>
          <p:cNvSpPr/>
          <p:nvPr/>
        </p:nvSpPr>
        <p:spPr>
          <a:xfrm>
            <a:off x="9098051" y="2606040"/>
            <a:ext cx="566928" cy="566928"/>
          </a:xfrm>
          <a:prstGeom prst="ellipse">
            <a:avLst/>
          </a:prstGeom>
          <a:solidFill>
            <a:srgbClr val="3A3D44"/>
          </a:solidFill>
          <a:ln/>
        </p:spPr>
      </p:sp>
      <p:pic>
        <p:nvPicPr>
          <p:cNvPr id="83" name="Who gets paid? icon" descr="Who gets paid?">    </p:cNvPr>
          <p:cNvPicPr>
            <a:picLocks noChangeAspect="1"/>
          </p:cNvPicPr>
          <p:nvPr/>
        </p:nvPicPr>
        <p:blipFill>
          <a:blip r:embed="rId4"/>
          <a:stretch>
            <a:fillRect/>
          </a:stretch>
        </p:blipFill>
        <p:spPr>
          <a:xfrm>
            <a:off x="9234114" y="2742103"/>
            <a:ext cx="294803" cy="294803"/>
          </a:xfrm>
          <a:prstGeom prst="rect">
            <a:avLst/>
          </a:prstGeom>
        </p:spPr>
      </p:pic>
      <p:sp>
        <p:nvSpPr>
          <p:cNvPr id="84" name="Text 78"/>
          <p:cNvSpPr txBox="1"/>
          <p:nvPr/>
        </p:nvSpPr>
        <p:spPr>
          <a:xfrm>
            <a:off x="9783851"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Who gets paid?</a:t>
            </a:r>
            <a:endParaRPr lang="en-US" sz="1600" dirty="0"/>
          </a:p>
        </p:txBody>
      </p:sp>
      <p:sp>
        <p:nvSpPr>
          <p:cNvPr id="85" name="Text 79"/>
          <p:cNvSpPr txBox="1"/>
          <p:nvPr/>
        </p:nvSpPr>
        <p:spPr>
          <a:xfrm>
            <a:off x="9098051"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Efraim plans to cut Henry out of his share. Tension between the partners grows.</a:t>
            </a:r>
            <a:endParaRPr lang="en-US" sz="1400" dirty="0"/>
          </a:p>
        </p:txBody>
      </p:sp>
      <p:sp>
        <p:nvSpPr>
          <p:cNvPr id="86" name="subtitle"/>
          <p:cNvSpPr txBox="1"/>
          <p:nvPr/>
        </p:nvSpPr>
        <p:spPr>
          <a:xfrm>
            <a:off x="1005840" y="553212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“Everybody in the chain takes a cut.”</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Act III: banned bullets, betrayal and a federal courtroom</a:t>
            </a:r>
            <a:endParaRPr lang="en-US" sz="3000" dirty="0"/>
          </a:p>
        </p:txBody>
      </p:sp>
      <p:sp>
        <p:nvSpPr>
          <p:cNvPr id="5" name="film strip"/>
          <p:cNvSpPr/>
          <p:nvPr/>
        </p:nvSpPr>
        <p:spPr>
          <a:xfrm>
            <a:off x="548640" y="1691640"/>
            <a:ext cx="11094415" cy="3520440"/>
          </a:xfrm>
          <a:prstGeom prst="rect">
            <a:avLst/>
          </a:prstGeom>
          <a:solidFill>
            <a:srgbClr val="050506"/>
          </a:solidFill>
          <a:ln/>
        </p:spPr>
      </p:sp>
      <p:sp>
        <p:nvSpPr>
          <p:cNvPr id="6" name="sprocket"/>
          <p:cNvSpPr/>
          <p:nvPr/>
        </p:nvSpPr>
        <p:spPr>
          <a:xfrm>
            <a:off x="658368" y="1783080"/>
            <a:ext cx="201168" cy="164592"/>
          </a:xfrm>
          <a:prstGeom prst="roundRect">
            <a:avLst>
              <a:gd name="adj" fmla="val 16667"/>
            </a:avLst>
          </a:prstGeom>
          <a:solidFill>
            <a:srgbClr val="2B2D33"/>
          </a:solidFill>
          <a:ln/>
        </p:spPr>
      </p:sp>
      <p:sp>
        <p:nvSpPr>
          <p:cNvPr id="7" name="sprocket"/>
          <p:cNvSpPr/>
          <p:nvPr/>
        </p:nvSpPr>
        <p:spPr>
          <a:xfrm>
            <a:off x="658368" y="4956048"/>
            <a:ext cx="201168" cy="164592"/>
          </a:xfrm>
          <a:prstGeom prst="roundRect">
            <a:avLst>
              <a:gd name="adj" fmla="val 16667"/>
            </a:avLst>
          </a:prstGeom>
          <a:solidFill>
            <a:srgbClr val="2B2D33"/>
          </a:solidFill>
          <a:ln/>
        </p:spPr>
      </p:sp>
      <p:sp>
        <p:nvSpPr>
          <p:cNvPr id="8" name="sprocket"/>
          <p:cNvSpPr/>
          <p:nvPr/>
        </p:nvSpPr>
        <p:spPr>
          <a:xfrm>
            <a:off x="1042416" y="1783080"/>
            <a:ext cx="201168" cy="164592"/>
          </a:xfrm>
          <a:prstGeom prst="roundRect">
            <a:avLst>
              <a:gd name="adj" fmla="val 16667"/>
            </a:avLst>
          </a:prstGeom>
          <a:solidFill>
            <a:srgbClr val="2B2D33"/>
          </a:solidFill>
          <a:ln/>
        </p:spPr>
      </p:sp>
      <p:sp>
        <p:nvSpPr>
          <p:cNvPr id="9" name="sprocket"/>
          <p:cNvSpPr/>
          <p:nvPr/>
        </p:nvSpPr>
        <p:spPr>
          <a:xfrm>
            <a:off x="1042416" y="4956048"/>
            <a:ext cx="201168" cy="164592"/>
          </a:xfrm>
          <a:prstGeom prst="roundRect">
            <a:avLst>
              <a:gd name="adj" fmla="val 16667"/>
            </a:avLst>
          </a:prstGeom>
          <a:solidFill>
            <a:srgbClr val="2B2D33"/>
          </a:solidFill>
          <a:ln/>
        </p:spPr>
      </p:sp>
      <p:sp>
        <p:nvSpPr>
          <p:cNvPr id="10" name="sprocket"/>
          <p:cNvSpPr/>
          <p:nvPr/>
        </p:nvSpPr>
        <p:spPr>
          <a:xfrm>
            <a:off x="1426464" y="1783080"/>
            <a:ext cx="201168" cy="164592"/>
          </a:xfrm>
          <a:prstGeom prst="roundRect">
            <a:avLst>
              <a:gd name="adj" fmla="val 16667"/>
            </a:avLst>
          </a:prstGeom>
          <a:solidFill>
            <a:srgbClr val="2B2D33"/>
          </a:solidFill>
          <a:ln/>
        </p:spPr>
      </p:sp>
      <p:sp>
        <p:nvSpPr>
          <p:cNvPr id="11" name="sprocket"/>
          <p:cNvSpPr/>
          <p:nvPr/>
        </p:nvSpPr>
        <p:spPr>
          <a:xfrm>
            <a:off x="1426464" y="4956048"/>
            <a:ext cx="201168" cy="164592"/>
          </a:xfrm>
          <a:prstGeom prst="roundRect">
            <a:avLst>
              <a:gd name="adj" fmla="val 16667"/>
            </a:avLst>
          </a:prstGeom>
          <a:solidFill>
            <a:srgbClr val="2B2D33"/>
          </a:solidFill>
          <a:ln/>
        </p:spPr>
      </p:sp>
      <p:sp>
        <p:nvSpPr>
          <p:cNvPr id="12" name="sprocket"/>
          <p:cNvSpPr/>
          <p:nvPr/>
        </p:nvSpPr>
        <p:spPr>
          <a:xfrm>
            <a:off x="1810512" y="1783080"/>
            <a:ext cx="201168" cy="164592"/>
          </a:xfrm>
          <a:prstGeom prst="roundRect">
            <a:avLst>
              <a:gd name="adj" fmla="val 16667"/>
            </a:avLst>
          </a:prstGeom>
          <a:solidFill>
            <a:srgbClr val="2B2D33"/>
          </a:solidFill>
          <a:ln/>
        </p:spPr>
      </p:sp>
      <p:sp>
        <p:nvSpPr>
          <p:cNvPr id="13" name="sprocket"/>
          <p:cNvSpPr/>
          <p:nvPr/>
        </p:nvSpPr>
        <p:spPr>
          <a:xfrm>
            <a:off x="1810512" y="4956048"/>
            <a:ext cx="201168" cy="164592"/>
          </a:xfrm>
          <a:prstGeom prst="roundRect">
            <a:avLst>
              <a:gd name="adj" fmla="val 16667"/>
            </a:avLst>
          </a:prstGeom>
          <a:solidFill>
            <a:srgbClr val="2B2D33"/>
          </a:solidFill>
          <a:ln/>
        </p:spPr>
      </p:sp>
      <p:sp>
        <p:nvSpPr>
          <p:cNvPr id="14" name="sprocket"/>
          <p:cNvSpPr/>
          <p:nvPr/>
        </p:nvSpPr>
        <p:spPr>
          <a:xfrm>
            <a:off x="2194560" y="1783080"/>
            <a:ext cx="201168" cy="164592"/>
          </a:xfrm>
          <a:prstGeom prst="roundRect">
            <a:avLst>
              <a:gd name="adj" fmla="val 16667"/>
            </a:avLst>
          </a:prstGeom>
          <a:solidFill>
            <a:srgbClr val="2B2D33"/>
          </a:solidFill>
          <a:ln/>
        </p:spPr>
      </p:sp>
      <p:sp>
        <p:nvSpPr>
          <p:cNvPr id="15" name="sprocket"/>
          <p:cNvSpPr/>
          <p:nvPr/>
        </p:nvSpPr>
        <p:spPr>
          <a:xfrm>
            <a:off x="2194560" y="4956048"/>
            <a:ext cx="201168" cy="164592"/>
          </a:xfrm>
          <a:prstGeom prst="roundRect">
            <a:avLst>
              <a:gd name="adj" fmla="val 16667"/>
            </a:avLst>
          </a:prstGeom>
          <a:solidFill>
            <a:srgbClr val="2B2D33"/>
          </a:solidFill>
          <a:ln/>
        </p:spPr>
      </p:sp>
      <p:sp>
        <p:nvSpPr>
          <p:cNvPr id="16" name="sprocket"/>
          <p:cNvSpPr/>
          <p:nvPr/>
        </p:nvSpPr>
        <p:spPr>
          <a:xfrm>
            <a:off x="2578608" y="1783080"/>
            <a:ext cx="201168" cy="164592"/>
          </a:xfrm>
          <a:prstGeom prst="roundRect">
            <a:avLst>
              <a:gd name="adj" fmla="val 16667"/>
            </a:avLst>
          </a:prstGeom>
          <a:solidFill>
            <a:srgbClr val="2B2D33"/>
          </a:solidFill>
          <a:ln/>
        </p:spPr>
      </p:sp>
      <p:sp>
        <p:nvSpPr>
          <p:cNvPr id="17" name="sprocket"/>
          <p:cNvSpPr/>
          <p:nvPr/>
        </p:nvSpPr>
        <p:spPr>
          <a:xfrm>
            <a:off x="2578608" y="4956048"/>
            <a:ext cx="201168" cy="164592"/>
          </a:xfrm>
          <a:prstGeom prst="roundRect">
            <a:avLst>
              <a:gd name="adj" fmla="val 16667"/>
            </a:avLst>
          </a:prstGeom>
          <a:solidFill>
            <a:srgbClr val="2B2D33"/>
          </a:solidFill>
          <a:ln/>
        </p:spPr>
      </p:sp>
      <p:sp>
        <p:nvSpPr>
          <p:cNvPr id="18" name="sprocket"/>
          <p:cNvSpPr/>
          <p:nvPr/>
        </p:nvSpPr>
        <p:spPr>
          <a:xfrm>
            <a:off x="2962656" y="1783080"/>
            <a:ext cx="201168" cy="164592"/>
          </a:xfrm>
          <a:prstGeom prst="roundRect">
            <a:avLst>
              <a:gd name="adj" fmla="val 16667"/>
            </a:avLst>
          </a:prstGeom>
          <a:solidFill>
            <a:srgbClr val="2B2D33"/>
          </a:solidFill>
          <a:ln/>
        </p:spPr>
      </p:sp>
      <p:sp>
        <p:nvSpPr>
          <p:cNvPr id="19" name="sprocket"/>
          <p:cNvSpPr/>
          <p:nvPr/>
        </p:nvSpPr>
        <p:spPr>
          <a:xfrm>
            <a:off x="2962656" y="4956048"/>
            <a:ext cx="201168" cy="164592"/>
          </a:xfrm>
          <a:prstGeom prst="roundRect">
            <a:avLst>
              <a:gd name="adj" fmla="val 16667"/>
            </a:avLst>
          </a:prstGeom>
          <a:solidFill>
            <a:srgbClr val="2B2D33"/>
          </a:solidFill>
          <a:ln/>
        </p:spPr>
      </p:sp>
      <p:sp>
        <p:nvSpPr>
          <p:cNvPr id="20" name="sprocket"/>
          <p:cNvSpPr/>
          <p:nvPr/>
        </p:nvSpPr>
        <p:spPr>
          <a:xfrm>
            <a:off x="3346704" y="1783080"/>
            <a:ext cx="201168" cy="164592"/>
          </a:xfrm>
          <a:prstGeom prst="roundRect">
            <a:avLst>
              <a:gd name="adj" fmla="val 16667"/>
            </a:avLst>
          </a:prstGeom>
          <a:solidFill>
            <a:srgbClr val="2B2D33"/>
          </a:solidFill>
          <a:ln/>
        </p:spPr>
      </p:sp>
      <p:sp>
        <p:nvSpPr>
          <p:cNvPr id="21" name="sprocket"/>
          <p:cNvSpPr/>
          <p:nvPr/>
        </p:nvSpPr>
        <p:spPr>
          <a:xfrm>
            <a:off x="3346704" y="4956048"/>
            <a:ext cx="201168" cy="164592"/>
          </a:xfrm>
          <a:prstGeom prst="roundRect">
            <a:avLst>
              <a:gd name="adj" fmla="val 16667"/>
            </a:avLst>
          </a:prstGeom>
          <a:solidFill>
            <a:srgbClr val="2B2D33"/>
          </a:solidFill>
          <a:ln/>
        </p:spPr>
      </p:sp>
      <p:sp>
        <p:nvSpPr>
          <p:cNvPr id="22" name="sprocket"/>
          <p:cNvSpPr/>
          <p:nvPr/>
        </p:nvSpPr>
        <p:spPr>
          <a:xfrm>
            <a:off x="3730752" y="1783080"/>
            <a:ext cx="201168" cy="164592"/>
          </a:xfrm>
          <a:prstGeom prst="roundRect">
            <a:avLst>
              <a:gd name="adj" fmla="val 16667"/>
            </a:avLst>
          </a:prstGeom>
          <a:solidFill>
            <a:srgbClr val="2B2D33"/>
          </a:solidFill>
          <a:ln/>
        </p:spPr>
      </p:sp>
      <p:sp>
        <p:nvSpPr>
          <p:cNvPr id="23" name="sprocket"/>
          <p:cNvSpPr/>
          <p:nvPr/>
        </p:nvSpPr>
        <p:spPr>
          <a:xfrm>
            <a:off x="3730752" y="4956048"/>
            <a:ext cx="201168" cy="164592"/>
          </a:xfrm>
          <a:prstGeom prst="roundRect">
            <a:avLst>
              <a:gd name="adj" fmla="val 16667"/>
            </a:avLst>
          </a:prstGeom>
          <a:solidFill>
            <a:srgbClr val="2B2D33"/>
          </a:solidFill>
          <a:ln/>
        </p:spPr>
      </p:sp>
      <p:sp>
        <p:nvSpPr>
          <p:cNvPr id="24" name="sprocket"/>
          <p:cNvSpPr/>
          <p:nvPr/>
        </p:nvSpPr>
        <p:spPr>
          <a:xfrm>
            <a:off x="4114800" y="1783080"/>
            <a:ext cx="201168" cy="164592"/>
          </a:xfrm>
          <a:prstGeom prst="roundRect">
            <a:avLst>
              <a:gd name="adj" fmla="val 16667"/>
            </a:avLst>
          </a:prstGeom>
          <a:solidFill>
            <a:srgbClr val="2B2D33"/>
          </a:solidFill>
          <a:ln/>
        </p:spPr>
      </p:sp>
      <p:sp>
        <p:nvSpPr>
          <p:cNvPr id="25" name="sprocket"/>
          <p:cNvSpPr/>
          <p:nvPr/>
        </p:nvSpPr>
        <p:spPr>
          <a:xfrm>
            <a:off x="4114800" y="4956048"/>
            <a:ext cx="201168" cy="164592"/>
          </a:xfrm>
          <a:prstGeom prst="roundRect">
            <a:avLst>
              <a:gd name="adj" fmla="val 16667"/>
            </a:avLst>
          </a:prstGeom>
          <a:solidFill>
            <a:srgbClr val="2B2D33"/>
          </a:solidFill>
          <a:ln/>
        </p:spPr>
      </p:sp>
      <p:sp>
        <p:nvSpPr>
          <p:cNvPr id="26" name="sprocket"/>
          <p:cNvSpPr/>
          <p:nvPr/>
        </p:nvSpPr>
        <p:spPr>
          <a:xfrm>
            <a:off x="4498848" y="1783080"/>
            <a:ext cx="201168" cy="164592"/>
          </a:xfrm>
          <a:prstGeom prst="roundRect">
            <a:avLst>
              <a:gd name="adj" fmla="val 16667"/>
            </a:avLst>
          </a:prstGeom>
          <a:solidFill>
            <a:srgbClr val="2B2D33"/>
          </a:solidFill>
          <a:ln/>
        </p:spPr>
      </p:sp>
      <p:sp>
        <p:nvSpPr>
          <p:cNvPr id="27" name="sprocket"/>
          <p:cNvSpPr/>
          <p:nvPr/>
        </p:nvSpPr>
        <p:spPr>
          <a:xfrm>
            <a:off x="4498848" y="4956048"/>
            <a:ext cx="201168" cy="164592"/>
          </a:xfrm>
          <a:prstGeom prst="roundRect">
            <a:avLst>
              <a:gd name="adj" fmla="val 16667"/>
            </a:avLst>
          </a:prstGeom>
          <a:solidFill>
            <a:srgbClr val="2B2D33"/>
          </a:solidFill>
          <a:ln/>
        </p:spPr>
      </p:sp>
      <p:sp>
        <p:nvSpPr>
          <p:cNvPr id="28" name="sprocket"/>
          <p:cNvSpPr/>
          <p:nvPr/>
        </p:nvSpPr>
        <p:spPr>
          <a:xfrm>
            <a:off x="4882896" y="1783080"/>
            <a:ext cx="201168" cy="164592"/>
          </a:xfrm>
          <a:prstGeom prst="roundRect">
            <a:avLst>
              <a:gd name="adj" fmla="val 16667"/>
            </a:avLst>
          </a:prstGeom>
          <a:solidFill>
            <a:srgbClr val="2B2D33"/>
          </a:solidFill>
          <a:ln/>
        </p:spPr>
      </p:sp>
      <p:sp>
        <p:nvSpPr>
          <p:cNvPr id="29" name="sprocket"/>
          <p:cNvSpPr/>
          <p:nvPr/>
        </p:nvSpPr>
        <p:spPr>
          <a:xfrm>
            <a:off x="4882896" y="4956048"/>
            <a:ext cx="201168" cy="164592"/>
          </a:xfrm>
          <a:prstGeom prst="roundRect">
            <a:avLst>
              <a:gd name="adj" fmla="val 16667"/>
            </a:avLst>
          </a:prstGeom>
          <a:solidFill>
            <a:srgbClr val="2B2D33"/>
          </a:solidFill>
          <a:ln/>
        </p:spPr>
      </p:sp>
      <p:sp>
        <p:nvSpPr>
          <p:cNvPr id="30" name="sprocket"/>
          <p:cNvSpPr/>
          <p:nvPr/>
        </p:nvSpPr>
        <p:spPr>
          <a:xfrm>
            <a:off x="5266944" y="1783080"/>
            <a:ext cx="201168" cy="164592"/>
          </a:xfrm>
          <a:prstGeom prst="roundRect">
            <a:avLst>
              <a:gd name="adj" fmla="val 16667"/>
            </a:avLst>
          </a:prstGeom>
          <a:solidFill>
            <a:srgbClr val="2B2D33"/>
          </a:solidFill>
          <a:ln/>
        </p:spPr>
      </p:sp>
      <p:sp>
        <p:nvSpPr>
          <p:cNvPr id="31" name="sprocket"/>
          <p:cNvSpPr/>
          <p:nvPr/>
        </p:nvSpPr>
        <p:spPr>
          <a:xfrm>
            <a:off x="5266944" y="4956048"/>
            <a:ext cx="201168" cy="164592"/>
          </a:xfrm>
          <a:prstGeom prst="roundRect">
            <a:avLst>
              <a:gd name="adj" fmla="val 16667"/>
            </a:avLst>
          </a:prstGeom>
          <a:solidFill>
            <a:srgbClr val="2B2D33"/>
          </a:solidFill>
          <a:ln/>
        </p:spPr>
      </p:sp>
      <p:sp>
        <p:nvSpPr>
          <p:cNvPr id="32" name="sprocket"/>
          <p:cNvSpPr/>
          <p:nvPr/>
        </p:nvSpPr>
        <p:spPr>
          <a:xfrm>
            <a:off x="5650992" y="1783080"/>
            <a:ext cx="201168" cy="164592"/>
          </a:xfrm>
          <a:prstGeom prst="roundRect">
            <a:avLst>
              <a:gd name="adj" fmla="val 16667"/>
            </a:avLst>
          </a:prstGeom>
          <a:solidFill>
            <a:srgbClr val="2B2D33"/>
          </a:solidFill>
          <a:ln/>
        </p:spPr>
      </p:sp>
      <p:sp>
        <p:nvSpPr>
          <p:cNvPr id="33" name="sprocket"/>
          <p:cNvSpPr/>
          <p:nvPr/>
        </p:nvSpPr>
        <p:spPr>
          <a:xfrm>
            <a:off x="5650992" y="4956048"/>
            <a:ext cx="201168" cy="164592"/>
          </a:xfrm>
          <a:prstGeom prst="roundRect">
            <a:avLst>
              <a:gd name="adj" fmla="val 16667"/>
            </a:avLst>
          </a:prstGeom>
          <a:solidFill>
            <a:srgbClr val="2B2D33"/>
          </a:solidFill>
          <a:ln/>
        </p:spPr>
      </p:sp>
      <p:sp>
        <p:nvSpPr>
          <p:cNvPr id="34" name="sprocket"/>
          <p:cNvSpPr/>
          <p:nvPr/>
        </p:nvSpPr>
        <p:spPr>
          <a:xfrm>
            <a:off x="6035040" y="1783080"/>
            <a:ext cx="201168" cy="164592"/>
          </a:xfrm>
          <a:prstGeom prst="roundRect">
            <a:avLst>
              <a:gd name="adj" fmla="val 16667"/>
            </a:avLst>
          </a:prstGeom>
          <a:solidFill>
            <a:srgbClr val="2B2D33"/>
          </a:solidFill>
          <a:ln/>
        </p:spPr>
      </p:sp>
      <p:sp>
        <p:nvSpPr>
          <p:cNvPr id="35" name="sprocket"/>
          <p:cNvSpPr/>
          <p:nvPr/>
        </p:nvSpPr>
        <p:spPr>
          <a:xfrm>
            <a:off x="6035040" y="4956048"/>
            <a:ext cx="201168" cy="164592"/>
          </a:xfrm>
          <a:prstGeom prst="roundRect">
            <a:avLst>
              <a:gd name="adj" fmla="val 16667"/>
            </a:avLst>
          </a:prstGeom>
          <a:solidFill>
            <a:srgbClr val="2B2D33"/>
          </a:solidFill>
          <a:ln/>
        </p:spPr>
      </p:sp>
      <p:sp>
        <p:nvSpPr>
          <p:cNvPr id="36" name="sprocket"/>
          <p:cNvSpPr/>
          <p:nvPr/>
        </p:nvSpPr>
        <p:spPr>
          <a:xfrm>
            <a:off x="6419088" y="1783080"/>
            <a:ext cx="201168" cy="164592"/>
          </a:xfrm>
          <a:prstGeom prst="roundRect">
            <a:avLst>
              <a:gd name="adj" fmla="val 16667"/>
            </a:avLst>
          </a:prstGeom>
          <a:solidFill>
            <a:srgbClr val="2B2D33"/>
          </a:solidFill>
          <a:ln/>
        </p:spPr>
      </p:sp>
      <p:sp>
        <p:nvSpPr>
          <p:cNvPr id="37" name="sprocket"/>
          <p:cNvSpPr/>
          <p:nvPr/>
        </p:nvSpPr>
        <p:spPr>
          <a:xfrm>
            <a:off x="6419088" y="4956048"/>
            <a:ext cx="201168" cy="164592"/>
          </a:xfrm>
          <a:prstGeom prst="roundRect">
            <a:avLst>
              <a:gd name="adj" fmla="val 16667"/>
            </a:avLst>
          </a:prstGeom>
          <a:solidFill>
            <a:srgbClr val="2B2D33"/>
          </a:solidFill>
          <a:ln/>
        </p:spPr>
      </p:sp>
      <p:sp>
        <p:nvSpPr>
          <p:cNvPr id="38" name="sprocket"/>
          <p:cNvSpPr/>
          <p:nvPr/>
        </p:nvSpPr>
        <p:spPr>
          <a:xfrm>
            <a:off x="6803136" y="1783080"/>
            <a:ext cx="201168" cy="164592"/>
          </a:xfrm>
          <a:prstGeom prst="roundRect">
            <a:avLst>
              <a:gd name="adj" fmla="val 16667"/>
            </a:avLst>
          </a:prstGeom>
          <a:solidFill>
            <a:srgbClr val="2B2D33"/>
          </a:solidFill>
          <a:ln/>
        </p:spPr>
      </p:sp>
      <p:sp>
        <p:nvSpPr>
          <p:cNvPr id="39" name="sprocket"/>
          <p:cNvSpPr/>
          <p:nvPr/>
        </p:nvSpPr>
        <p:spPr>
          <a:xfrm>
            <a:off x="6803136" y="4956048"/>
            <a:ext cx="201168" cy="164592"/>
          </a:xfrm>
          <a:prstGeom prst="roundRect">
            <a:avLst>
              <a:gd name="adj" fmla="val 16667"/>
            </a:avLst>
          </a:prstGeom>
          <a:solidFill>
            <a:srgbClr val="2B2D33"/>
          </a:solidFill>
          <a:ln/>
        </p:spPr>
      </p:sp>
      <p:sp>
        <p:nvSpPr>
          <p:cNvPr id="40" name="sprocket"/>
          <p:cNvSpPr/>
          <p:nvPr/>
        </p:nvSpPr>
        <p:spPr>
          <a:xfrm>
            <a:off x="7187184" y="1783080"/>
            <a:ext cx="201168" cy="164592"/>
          </a:xfrm>
          <a:prstGeom prst="roundRect">
            <a:avLst>
              <a:gd name="adj" fmla="val 16667"/>
            </a:avLst>
          </a:prstGeom>
          <a:solidFill>
            <a:srgbClr val="2B2D33"/>
          </a:solidFill>
          <a:ln/>
        </p:spPr>
      </p:sp>
      <p:sp>
        <p:nvSpPr>
          <p:cNvPr id="41" name="sprocket"/>
          <p:cNvSpPr/>
          <p:nvPr/>
        </p:nvSpPr>
        <p:spPr>
          <a:xfrm>
            <a:off x="7187184" y="4956048"/>
            <a:ext cx="201168" cy="164592"/>
          </a:xfrm>
          <a:prstGeom prst="roundRect">
            <a:avLst>
              <a:gd name="adj" fmla="val 16667"/>
            </a:avLst>
          </a:prstGeom>
          <a:solidFill>
            <a:srgbClr val="2B2D33"/>
          </a:solidFill>
          <a:ln/>
        </p:spPr>
      </p:sp>
      <p:sp>
        <p:nvSpPr>
          <p:cNvPr id="42" name="sprocket"/>
          <p:cNvSpPr/>
          <p:nvPr/>
        </p:nvSpPr>
        <p:spPr>
          <a:xfrm>
            <a:off x="7571232" y="1783080"/>
            <a:ext cx="201168" cy="164592"/>
          </a:xfrm>
          <a:prstGeom prst="roundRect">
            <a:avLst>
              <a:gd name="adj" fmla="val 16667"/>
            </a:avLst>
          </a:prstGeom>
          <a:solidFill>
            <a:srgbClr val="2B2D33"/>
          </a:solidFill>
          <a:ln/>
        </p:spPr>
      </p:sp>
      <p:sp>
        <p:nvSpPr>
          <p:cNvPr id="43" name="sprocket"/>
          <p:cNvSpPr/>
          <p:nvPr/>
        </p:nvSpPr>
        <p:spPr>
          <a:xfrm>
            <a:off x="7571232" y="4956048"/>
            <a:ext cx="201168" cy="164592"/>
          </a:xfrm>
          <a:prstGeom prst="roundRect">
            <a:avLst>
              <a:gd name="adj" fmla="val 16667"/>
            </a:avLst>
          </a:prstGeom>
          <a:solidFill>
            <a:srgbClr val="2B2D33"/>
          </a:solidFill>
          <a:ln/>
        </p:spPr>
      </p:sp>
      <p:sp>
        <p:nvSpPr>
          <p:cNvPr id="44" name="sprocket"/>
          <p:cNvSpPr/>
          <p:nvPr/>
        </p:nvSpPr>
        <p:spPr>
          <a:xfrm>
            <a:off x="7955280" y="1783080"/>
            <a:ext cx="201168" cy="164592"/>
          </a:xfrm>
          <a:prstGeom prst="roundRect">
            <a:avLst>
              <a:gd name="adj" fmla="val 16667"/>
            </a:avLst>
          </a:prstGeom>
          <a:solidFill>
            <a:srgbClr val="2B2D33"/>
          </a:solidFill>
          <a:ln/>
        </p:spPr>
      </p:sp>
      <p:sp>
        <p:nvSpPr>
          <p:cNvPr id="45" name="sprocket"/>
          <p:cNvSpPr/>
          <p:nvPr/>
        </p:nvSpPr>
        <p:spPr>
          <a:xfrm>
            <a:off x="7955280" y="4956048"/>
            <a:ext cx="201168" cy="164592"/>
          </a:xfrm>
          <a:prstGeom prst="roundRect">
            <a:avLst>
              <a:gd name="adj" fmla="val 16667"/>
            </a:avLst>
          </a:prstGeom>
          <a:solidFill>
            <a:srgbClr val="2B2D33"/>
          </a:solidFill>
          <a:ln/>
        </p:spPr>
      </p:sp>
      <p:sp>
        <p:nvSpPr>
          <p:cNvPr id="46" name="sprocket"/>
          <p:cNvSpPr/>
          <p:nvPr/>
        </p:nvSpPr>
        <p:spPr>
          <a:xfrm>
            <a:off x="8339328" y="1783080"/>
            <a:ext cx="201168" cy="164592"/>
          </a:xfrm>
          <a:prstGeom prst="roundRect">
            <a:avLst>
              <a:gd name="adj" fmla="val 16667"/>
            </a:avLst>
          </a:prstGeom>
          <a:solidFill>
            <a:srgbClr val="2B2D33"/>
          </a:solidFill>
          <a:ln/>
        </p:spPr>
      </p:sp>
      <p:sp>
        <p:nvSpPr>
          <p:cNvPr id="47" name="sprocket"/>
          <p:cNvSpPr/>
          <p:nvPr/>
        </p:nvSpPr>
        <p:spPr>
          <a:xfrm>
            <a:off x="8339328" y="4956048"/>
            <a:ext cx="201168" cy="164592"/>
          </a:xfrm>
          <a:prstGeom prst="roundRect">
            <a:avLst>
              <a:gd name="adj" fmla="val 16667"/>
            </a:avLst>
          </a:prstGeom>
          <a:solidFill>
            <a:srgbClr val="2B2D33"/>
          </a:solidFill>
          <a:ln/>
        </p:spPr>
      </p:sp>
      <p:sp>
        <p:nvSpPr>
          <p:cNvPr id="48" name="sprocket"/>
          <p:cNvSpPr/>
          <p:nvPr/>
        </p:nvSpPr>
        <p:spPr>
          <a:xfrm>
            <a:off x="8723376" y="1783080"/>
            <a:ext cx="201168" cy="164592"/>
          </a:xfrm>
          <a:prstGeom prst="roundRect">
            <a:avLst>
              <a:gd name="adj" fmla="val 16667"/>
            </a:avLst>
          </a:prstGeom>
          <a:solidFill>
            <a:srgbClr val="2B2D33"/>
          </a:solidFill>
          <a:ln/>
        </p:spPr>
      </p:sp>
      <p:sp>
        <p:nvSpPr>
          <p:cNvPr id="49" name="sprocket"/>
          <p:cNvSpPr/>
          <p:nvPr/>
        </p:nvSpPr>
        <p:spPr>
          <a:xfrm>
            <a:off x="8723376" y="4956048"/>
            <a:ext cx="201168" cy="164592"/>
          </a:xfrm>
          <a:prstGeom prst="roundRect">
            <a:avLst>
              <a:gd name="adj" fmla="val 16667"/>
            </a:avLst>
          </a:prstGeom>
          <a:solidFill>
            <a:srgbClr val="2B2D33"/>
          </a:solidFill>
          <a:ln/>
        </p:spPr>
      </p:sp>
      <p:sp>
        <p:nvSpPr>
          <p:cNvPr id="50" name="sprocket"/>
          <p:cNvSpPr/>
          <p:nvPr/>
        </p:nvSpPr>
        <p:spPr>
          <a:xfrm>
            <a:off x="9107424" y="1783080"/>
            <a:ext cx="201168" cy="164592"/>
          </a:xfrm>
          <a:prstGeom prst="roundRect">
            <a:avLst>
              <a:gd name="adj" fmla="val 16667"/>
            </a:avLst>
          </a:prstGeom>
          <a:solidFill>
            <a:srgbClr val="2B2D33"/>
          </a:solidFill>
          <a:ln/>
        </p:spPr>
      </p:sp>
      <p:sp>
        <p:nvSpPr>
          <p:cNvPr id="51" name="sprocket"/>
          <p:cNvSpPr/>
          <p:nvPr/>
        </p:nvSpPr>
        <p:spPr>
          <a:xfrm>
            <a:off x="9107424" y="4956048"/>
            <a:ext cx="201168" cy="164592"/>
          </a:xfrm>
          <a:prstGeom prst="roundRect">
            <a:avLst>
              <a:gd name="adj" fmla="val 16667"/>
            </a:avLst>
          </a:prstGeom>
          <a:solidFill>
            <a:srgbClr val="2B2D33"/>
          </a:solidFill>
          <a:ln/>
        </p:spPr>
      </p:sp>
      <p:sp>
        <p:nvSpPr>
          <p:cNvPr id="52" name="sprocket"/>
          <p:cNvSpPr/>
          <p:nvPr/>
        </p:nvSpPr>
        <p:spPr>
          <a:xfrm>
            <a:off x="9491472" y="1783080"/>
            <a:ext cx="201168" cy="164592"/>
          </a:xfrm>
          <a:prstGeom prst="roundRect">
            <a:avLst>
              <a:gd name="adj" fmla="val 16667"/>
            </a:avLst>
          </a:prstGeom>
          <a:solidFill>
            <a:srgbClr val="2B2D33"/>
          </a:solidFill>
          <a:ln/>
        </p:spPr>
      </p:sp>
      <p:sp>
        <p:nvSpPr>
          <p:cNvPr id="53" name="sprocket"/>
          <p:cNvSpPr/>
          <p:nvPr/>
        </p:nvSpPr>
        <p:spPr>
          <a:xfrm>
            <a:off x="9491472" y="4956048"/>
            <a:ext cx="201168" cy="164592"/>
          </a:xfrm>
          <a:prstGeom prst="roundRect">
            <a:avLst>
              <a:gd name="adj" fmla="val 16667"/>
            </a:avLst>
          </a:prstGeom>
          <a:solidFill>
            <a:srgbClr val="2B2D33"/>
          </a:solidFill>
          <a:ln/>
        </p:spPr>
      </p:sp>
      <p:sp>
        <p:nvSpPr>
          <p:cNvPr id="54" name="sprocket"/>
          <p:cNvSpPr/>
          <p:nvPr/>
        </p:nvSpPr>
        <p:spPr>
          <a:xfrm>
            <a:off x="9875520" y="1783080"/>
            <a:ext cx="201168" cy="164592"/>
          </a:xfrm>
          <a:prstGeom prst="roundRect">
            <a:avLst>
              <a:gd name="adj" fmla="val 16667"/>
            </a:avLst>
          </a:prstGeom>
          <a:solidFill>
            <a:srgbClr val="2B2D33"/>
          </a:solidFill>
          <a:ln/>
        </p:spPr>
      </p:sp>
      <p:sp>
        <p:nvSpPr>
          <p:cNvPr id="55" name="sprocket"/>
          <p:cNvSpPr/>
          <p:nvPr/>
        </p:nvSpPr>
        <p:spPr>
          <a:xfrm>
            <a:off x="9875520" y="4956048"/>
            <a:ext cx="201168" cy="164592"/>
          </a:xfrm>
          <a:prstGeom prst="roundRect">
            <a:avLst>
              <a:gd name="adj" fmla="val 16667"/>
            </a:avLst>
          </a:prstGeom>
          <a:solidFill>
            <a:srgbClr val="2B2D33"/>
          </a:solidFill>
          <a:ln/>
        </p:spPr>
      </p:sp>
      <p:sp>
        <p:nvSpPr>
          <p:cNvPr id="56" name="sprocket"/>
          <p:cNvSpPr/>
          <p:nvPr/>
        </p:nvSpPr>
        <p:spPr>
          <a:xfrm>
            <a:off x="10259568" y="1783080"/>
            <a:ext cx="201168" cy="164592"/>
          </a:xfrm>
          <a:prstGeom prst="roundRect">
            <a:avLst>
              <a:gd name="adj" fmla="val 16667"/>
            </a:avLst>
          </a:prstGeom>
          <a:solidFill>
            <a:srgbClr val="2B2D33"/>
          </a:solidFill>
          <a:ln/>
        </p:spPr>
      </p:sp>
      <p:sp>
        <p:nvSpPr>
          <p:cNvPr id="57" name="sprocket"/>
          <p:cNvSpPr/>
          <p:nvPr/>
        </p:nvSpPr>
        <p:spPr>
          <a:xfrm>
            <a:off x="10259568" y="4956048"/>
            <a:ext cx="201168" cy="164592"/>
          </a:xfrm>
          <a:prstGeom prst="roundRect">
            <a:avLst>
              <a:gd name="adj" fmla="val 16667"/>
            </a:avLst>
          </a:prstGeom>
          <a:solidFill>
            <a:srgbClr val="2B2D33"/>
          </a:solidFill>
          <a:ln/>
        </p:spPr>
      </p:sp>
      <p:sp>
        <p:nvSpPr>
          <p:cNvPr id="58" name="sprocket"/>
          <p:cNvSpPr/>
          <p:nvPr/>
        </p:nvSpPr>
        <p:spPr>
          <a:xfrm>
            <a:off x="10643616" y="1783080"/>
            <a:ext cx="201168" cy="164592"/>
          </a:xfrm>
          <a:prstGeom prst="roundRect">
            <a:avLst>
              <a:gd name="adj" fmla="val 16667"/>
            </a:avLst>
          </a:prstGeom>
          <a:solidFill>
            <a:srgbClr val="2B2D33"/>
          </a:solidFill>
          <a:ln/>
        </p:spPr>
      </p:sp>
      <p:sp>
        <p:nvSpPr>
          <p:cNvPr id="59" name="sprocket"/>
          <p:cNvSpPr/>
          <p:nvPr/>
        </p:nvSpPr>
        <p:spPr>
          <a:xfrm>
            <a:off x="10643616" y="4956048"/>
            <a:ext cx="201168" cy="164592"/>
          </a:xfrm>
          <a:prstGeom prst="roundRect">
            <a:avLst>
              <a:gd name="adj" fmla="val 16667"/>
            </a:avLst>
          </a:prstGeom>
          <a:solidFill>
            <a:srgbClr val="2B2D33"/>
          </a:solidFill>
          <a:ln/>
        </p:spPr>
      </p:sp>
      <p:sp>
        <p:nvSpPr>
          <p:cNvPr id="60" name="sprocket"/>
          <p:cNvSpPr/>
          <p:nvPr/>
        </p:nvSpPr>
        <p:spPr>
          <a:xfrm>
            <a:off x="11027664" y="1783080"/>
            <a:ext cx="201168" cy="164592"/>
          </a:xfrm>
          <a:prstGeom prst="roundRect">
            <a:avLst>
              <a:gd name="adj" fmla="val 16667"/>
            </a:avLst>
          </a:prstGeom>
          <a:solidFill>
            <a:srgbClr val="2B2D33"/>
          </a:solidFill>
          <a:ln/>
        </p:spPr>
      </p:sp>
      <p:sp>
        <p:nvSpPr>
          <p:cNvPr id="61" name="sprocket"/>
          <p:cNvSpPr/>
          <p:nvPr/>
        </p:nvSpPr>
        <p:spPr>
          <a:xfrm>
            <a:off x="11027664" y="4956048"/>
            <a:ext cx="201168" cy="164592"/>
          </a:xfrm>
          <a:prstGeom prst="roundRect">
            <a:avLst>
              <a:gd name="adj" fmla="val 16667"/>
            </a:avLst>
          </a:prstGeom>
          <a:solidFill>
            <a:srgbClr val="2B2D33"/>
          </a:solidFill>
          <a:ln/>
        </p:spPr>
      </p:sp>
      <p:sp>
        <p:nvSpPr>
          <p:cNvPr id="62" name="frame 1"/>
          <p:cNvSpPr/>
          <p:nvPr/>
        </p:nvSpPr>
        <p:spPr>
          <a:xfrm>
            <a:off x="731520" y="2103120"/>
            <a:ext cx="2545004" cy="2697480"/>
          </a:xfrm>
          <a:prstGeom prst="rect">
            <a:avLst/>
          </a:prstGeom>
          <a:solidFill>
            <a:srgbClr val="17191E"/>
          </a:solidFill>
          <a:ln w="12700">
            <a:solidFill>
              <a:srgbClr val="2E3138"/>
            </a:solidFill>
            <a:prstDash val="solid"/>
          </a:ln>
        </p:spPr>
      </p:sp>
      <p:sp>
        <p:nvSpPr>
          <p:cNvPr id="63" name="Text 61"/>
          <p:cNvSpPr txBox="1"/>
          <p:nvPr/>
        </p:nvSpPr>
        <p:spPr>
          <a:xfrm>
            <a:off x="914400"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9 · DISCOVERY</a:t>
            </a:r>
            <a:endParaRPr lang="en-US" sz="1100" dirty="0"/>
          </a:p>
        </p:txBody>
      </p:sp>
      <p:sp>
        <p:nvSpPr>
          <p:cNvPr id="64" name="Made in China circle"/>
          <p:cNvSpPr/>
          <p:nvPr/>
        </p:nvSpPr>
        <p:spPr>
          <a:xfrm>
            <a:off x="914400" y="2606040"/>
            <a:ext cx="566928" cy="566928"/>
          </a:xfrm>
          <a:prstGeom prst="ellipse">
            <a:avLst/>
          </a:prstGeom>
          <a:solidFill>
            <a:srgbClr val="E5383B"/>
          </a:solidFill>
          <a:ln/>
        </p:spPr>
      </p:sp>
      <p:pic>
        <p:nvPicPr>
          <p:cNvPr id="65" name="Made in China icon" descr="Made in China">    </p:cNvPr>
          <p:cNvPicPr>
            <a:picLocks noChangeAspect="1"/>
          </p:cNvPicPr>
          <p:nvPr/>
        </p:nvPicPr>
        <p:blipFill>
          <a:blip r:embed="rId1"/>
          <a:stretch>
            <a:fillRect/>
          </a:stretch>
        </p:blipFill>
        <p:spPr>
          <a:xfrm>
            <a:off x="1050463" y="2742103"/>
            <a:ext cx="294803" cy="294803"/>
          </a:xfrm>
          <a:prstGeom prst="rect">
            <a:avLst/>
          </a:prstGeom>
        </p:spPr>
      </p:pic>
      <p:sp>
        <p:nvSpPr>
          <p:cNvPr id="66" name="Text 63"/>
          <p:cNvSpPr txBox="1"/>
          <p:nvPr/>
        </p:nvSpPr>
        <p:spPr>
          <a:xfrm>
            <a:off x="1600200"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Made in China</a:t>
            </a:r>
            <a:endParaRPr lang="en-US" sz="1600" dirty="0"/>
          </a:p>
        </p:txBody>
      </p:sp>
      <p:sp>
        <p:nvSpPr>
          <p:cNvPr id="67" name="Text 64"/>
          <p:cNvSpPr txBox="1"/>
          <p:nvPr/>
        </p:nvSpPr>
        <p:spPr>
          <a:xfrm>
            <a:off x="914400"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The ammunition is Chinese-made, banned under a US arms embargo and by the contract itself.</a:t>
            </a:r>
            <a:endParaRPr lang="en-US" sz="1400" dirty="0"/>
          </a:p>
        </p:txBody>
      </p:sp>
      <p:sp>
        <p:nvSpPr>
          <p:cNvPr id="68" name="frame 2"/>
          <p:cNvSpPr/>
          <p:nvPr/>
        </p:nvSpPr>
        <p:spPr>
          <a:xfrm>
            <a:off x="3459404" y="2103120"/>
            <a:ext cx="2545004" cy="2697480"/>
          </a:xfrm>
          <a:prstGeom prst="rect">
            <a:avLst/>
          </a:prstGeom>
          <a:solidFill>
            <a:srgbClr val="17191E"/>
          </a:solidFill>
          <a:ln w="12700">
            <a:solidFill>
              <a:srgbClr val="2E3138"/>
            </a:solidFill>
            <a:prstDash val="solid"/>
          </a:ln>
        </p:spPr>
      </p:sp>
      <p:sp>
        <p:nvSpPr>
          <p:cNvPr id="69" name="Text 66"/>
          <p:cNvSpPr txBox="1"/>
          <p:nvPr/>
        </p:nvSpPr>
        <p:spPr>
          <a:xfrm>
            <a:off x="3642284"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10 · COVER-UP</a:t>
            </a:r>
            <a:endParaRPr lang="en-US" sz="1100" dirty="0"/>
          </a:p>
        </p:txBody>
      </p:sp>
      <p:sp>
        <p:nvSpPr>
          <p:cNvPr id="70" name="Repackaging circle"/>
          <p:cNvSpPr/>
          <p:nvPr/>
        </p:nvSpPr>
        <p:spPr>
          <a:xfrm>
            <a:off x="3642284" y="2606040"/>
            <a:ext cx="566928" cy="566928"/>
          </a:xfrm>
          <a:prstGeom prst="ellipse">
            <a:avLst/>
          </a:prstGeom>
          <a:solidFill>
            <a:srgbClr val="E5383B"/>
          </a:solidFill>
          <a:ln/>
        </p:spPr>
      </p:sp>
      <p:pic>
        <p:nvPicPr>
          <p:cNvPr id="71" name="Repackaging icon" descr="Repackaging">    </p:cNvPr>
          <p:cNvPicPr>
            <a:picLocks noChangeAspect="1"/>
          </p:cNvPicPr>
          <p:nvPr/>
        </p:nvPicPr>
        <p:blipFill>
          <a:blip r:embed="rId2"/>
          <a:stretch>
            <a:fillRect/>
          </a:stretch>
        </p:blipFill>
        <p:spPr>
          <a:xfrm>
            <a:off x="3778347" y="2742103"/>
            <a:ext cx="294803" cy="294803"/>
          </a:xfrm>
          <a:prstGeom prst="rect">
            <a:avLst/>
          </a:prstGeom>
        </p:spPr>
      </p:pic>
      <p:sp>
        <p:nvSpPr>
          <p:cNvPr id="72" name="Text 68"/>
          <p:cNvSpPr txBox="1"/>
          <p:nvPr/>
        </p:nvSpPr>
        <p:spPr>
          <a:xfrm>
            <a:off x="4328084"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Repackaging</a:t>
            </a:r>
            <a:endParaRPr lang="en-US" sz="1600" dirty="0"/>
          </a:p>
        </p:txBody>
      </p:sp>
      <p:sp>
        <p:nvSpPr>
          <p:cNvPr id="73" name="Text 69"/>
          <p:cNvSpPr txBox="1"/>
          <p:nvPr/>
        </p:nvSpPr>
        <p:spPr>
          <a:xfrm>
            <a:off x="3642284"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Instead of reporting it, they have the rounds repacked to remove Chinese markings.</a:t>
            </a:r>
            <a:endParaRPr lang="en-US" sz="1400" dirty="0"/>
          </a:p>
        </p:txBody>
      </p:sp>
      <p:sp>
        <p:nvSpPr>
          <p:cNvPr id="74" name="frame 3"/>
          <p:cNvSpPr/>
          <p:nvPr/>
        </p:nvSpPr>
        <p:spPr>
          <a:xfrm>
            <a:off x="6187288" y="2103120"/>
            <a:ext cx="2545004" cy="2697480"/>
          </a:xfrm>
          <a:prstGeom prst="rect">
            <a:avLst/>
          </a:prstGeom>
          <a:solidFill>
            <a:srgbClr val="17191E"/>
          </a:solidFill>
          <a:ln w="12700">
            <a:solidFill>
              <a:srgbClr val="2E3138"/>
            </a:solidFill>
            <a:prstDash val="solid"/>
          </a:ln>
        </p:spPr>
      </p:sp>
      <p:sp>
        <p:nvSpPr>
          <p:cNvPr id="75" name="Text 71"/>
          <p:cNvSpPr txBox="1"/>
          <p:nvPr/>
        </p:nvSpPr>
        <p:spPr>
          <a:xfrm>
            <a:off x="6370168"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11 · BETRAYAL</a:t>
            </a:r>
            <a:endParaRPr lang="en-US" sz="1100" dirty="0"/>
          </a:p>
        </p:txBody>
      </p:sp>
      <p:sp>
        <p:nvSpPr>
          <p:cNvPr id="76" name="Partners turn circle"/>
          <p:cNvSpPr/>
          <p:nvPr/>
        </p:nvSpPr>
        <p:spPr>
          <a:xfrm>
            <a:off x="6370168" y="2606040"/>
            <a:ext cx="566928" cy="566928"/>
          </a:xfrm>
          <a:prstGeom prst="ellipse">
            <a:avLst/>
          </a:prstGeom>
          <a:solidFill>
            <a:srgbClr val="3A3D44"/>
          </a:solidFill>
          <a:ln/>
        </p:spPr>
      </p:sp>
      <p:pic>
        <p:nvPicPr>
          <p:cNvPr id="77" name="Partners turn icon" descr="Partners turn">    </p:cNvPr>
          <p:cNvPicPr>
            <a:picLocks noChangeAspect="1"/>
          </p:cNvPicPr>
          <p:nvPr/>
        </p:nvPicPr>
        <p:blipFill>
          <a:blip r:embed="rId3"/>
          <a:stretch>
            <a:fillRect/>
          </a:stretch>
        </p:blipFill>
        <p:spPr>
          <a:xfrm>
            <a:off x="6506230" y="2742103"/>
            <a:ext cx="294803" cy="294803"/>
          </a:xfrm>
          <a:prstGeom prst="rect">
            <a:avLst/>
          </a:prstGeom>
        </p:spPr>
      </p:pic>
      <p:sp>
        <p:nvSpPr>
          <p:cNvPr id="78" name="Text 73"/>
          <p:cNvSpPr txBox="1"/>
          <p:nvPr/>
        </p:nvSpPr>
        <p:spPr>
          <a:xfrm>
            <a:off x="7055968"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Partners turn</a:t>
            </a:r>
            <a:endParaRPr lang="en-US" sz="1600" dirty="0"/>
          </a:p>
        </p:txBody>
      </p:sp>
      <p:sp>
        <p:nvSpPr>
          <p:cNvPr id="79" name="Text 74"/>
          <p:cNvSpPr txBox="1"/>
          <p:nvPr/>
        </p:nvSpPr>
        <p:spPr>
          <a:xfrm>
            <a:off x="6370168"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David is threatened in Albania, and Efraim cheats him. The friendship collapses.</a:t>
            </a:r>
            <a:endParaRPr lang="en-US" sz="1400" dirty="0"/>
          </a:p>
        </p:txBody>
      </p:sp>
      <p:sp>
        <p:nvSpPr>
          <p:cNvPr id="80" name="frame 4"/>
          <p:cNvSpPr/>
          <p:nvPr/>
        </p:nvSpPr>
        <p:spPr>
          <a:xfrm>
            <a:off x="8915171" y="2103120"/>
            <a:ext cx="2545004" cy="2697480"/>
          </a:xfrm>
          <a:prstGeom prst="rect">
            <a:avLst/>
          </a:prstGeom>
          <a:solidFill>
            <a:srgbClr val="17191E"/>
          </a:solidFill>
          <a:ln w="12700">
            <a:solidFill>
              <a:srgbClr val="2E3138"/>
            </a:solidFill>
            <a:prstDash val="solid"/>
          </a:ln>
        </p:spPr>
      </p:sp>
      <p:sp>
        <p:nvSpPr>
          <p:cNvPr id="81" name="Text 76"/>
          <p:cNvSpPr txBox="1"/>
          <p:nvPr/>
        </p:nvSpPr>
        <p:spPr>
          <a:xfrm>
            <a:off x="9098051" y="2240280"/>
            <a:ext cx="2179244" cy="256032"/>
          </a:xfrm>
          <a:prstGeom prst="rect">
            <a:avLst/>
          </a:prstGeom>
          <a:noFill/>
          <a:ln/>
        </p:spPr>
        <p:txBody>
          <a:bodyPr wrap="square" lIns="0" tIns="0" rIns="0" bIns="0" rtlCol="0" anchor="ctr"/>
          <a:lstStyle/>
          <a:p>
            <a:pPr indent="0" marL="0">
              <a:buNone/>
            </a:pPr>
            <a:r>
              <a:rPr lang="en-US" sz="1100" b="1" spc="100" kern="0" dirty="0">
                <a:solidFill>
                  <a:srgbClr val="A9ADB5"/>
                </a:solidFill>
                <a:latin typeface="Courier New" pitchFamily="34" charset="0"/>
                <a:ea typeface="Courier New" pitchFamily="34" charset="-122"/>
                <a:cs typeface="Courier New" pitchFamily="34" charset="-120"/>
              </a:rPr>
              <a:t>SCENE 12 · VERDICT</a:t>
            </a:r>
            <a:endParaRPr lang="en-US" sz="1100" dirty="0"/>
          </a:p>
        </p:txBody>
      </p:sp>
      <p:sp>
        <p:nvSpPr>
          <p:cNvPr id="82" name="Real sentences circle"/>
          <p:cNvSpPr/>
          <p:nvPr/>
        </p:nvSpPr>
        <p:spPr>
          <a:xfrm>
            <a:off x="9098051" y="2606040"/>
            <a:ext cx="566928" cy="566928"/>
          </a:xfrm>
          <a:prstGeom prst="ellipse">
            <a:avLst/>
          </a:prstGeom>
          <a:solidFill>
            <a:srgbClr val="8A6D1E"/>
          </a:solidFill>
          <a:ln/>
        </p:spPr>
      </p:sp>
      <p:pic>
        <p:nvPicPr>
          <p:cNvPr id="83" name="Real sentences icon" descr="Real sentences">    </p:cNvPr>
          <p:cNvPicPr>
            <a:picLocks noChangeAspect="1"/>
          </p:cNvPicPr>
          <p:nvPr/>
        </p:nvPicPr>
        <p:blipFill>
          <a:blip r:embed="rId4"/>
          <a:stretch>
            <a:fillRect/>
          </a:stretch>
        </p:blipFill>
        <p:spPr>
          <a:xfrm>
            <a:off x="9234114" y="2742103"/>
            <a:ext cx="294803" cy="294803"/>
          </a:xfrm>
          <a:prstGeom prst="rect">
            <a:avLst/>
          </a:prstGeom>
        </p:spPr>
      </p:pic>
      <p:sp>
        <p:nvSpPr>
          <p:cNvPr id="84" name="Text 78"/>
          <p:cNvSpPr txBox="1"/>
          <p:nvPr/>
        </p:nvSpPr>
        <p:spPr>
          <a:xfrm>
            <a:off x="9783851" y="2606040"/>
            <a:ext cx="1539164" cy="566928"/>
          </a:xfrm>
          <a:prstGeom prst="rect">
            <a:avLst/>
          </a:prstGeom>
          <a:noFill/>
          <a:ln/>
        </p:spPr>
        <p:txBody>
          <a:bodyPr wrap="square" lIns="0" tIns="0" rIns="0" bIns="0" rtlCol="0" anchor="ctr"/>
          <a:lstStyle/>
          <a:p>
            <a:pPr indent="0" marL="0">
              <a:buNone/>
            </a:pPr>
            <a:r>
              <a:rPr lang="en-US" sz="1600" b="1" dirty="0">
                <a:solidFill>
                  <a:schemeClr val="bg1"/>
                </a:solidFill>
                <a:latin typeface="Bookman Old Style" pitchFamily="34" charset="0"/>
                <a:ea typeface="Bookman Old Style" pitchFamily="34" charset="-122"/>
                <a:cs typeface="Bookman Old Style" pitchFamily="34" charset="-120"/>
              </a:rPr>
              <a:t>Real sentences</a:t>
            </a:r>
            <a:endParaRPr lang="en-US" sz="1600" dirty="0"/>
          </a:p>
        </p:txBody>
      </p:sp>
      <p:sp>
        <p:nvSpPr>
          <p:cNvPr id="85" name="Text 79"/>
          <p:cNvSpPr txBox="1"/>
          <p:nvPr/>
        </p:nvSpPr>
        <p:spPr>
          <a:xfrm>
            <a:off x="9098051" y="3291840"/>
            <a:ext cx="2179244" cy="1371600"/>
          </a:xfrm>
          <a:prstGeom prst="rect">
            <a:avLst/>
          </a:prstGeom>
          <a:noFill/>
          <a:ln/>
        </p:spPr>
        <p:txBody>
          <a:bodyPr wrap="square" lIns="0" tIns="0" rIns="0" bIns="0" rtlCol="0" anchor="t"/>
          <a:lstStyle/>
          <a:p>
            <a:pPr indent="0" marL="0">
              <a:buNone/>
            </a:pPr>
            <a:r>
              <a:rPr lang="en-US" sz="1400" dirty="0">
                <a:solidFill>
                  <a:srgbClr val="D9D6CF"/>
                </a:solidFill>
              </a:rPr>
              <a:t>Efraim: 4 years in prison. David cooperates: 7 months of house arrest.</a:t>
            </a:r>
            <a:endParaRPr lang="en-US" sz="1400" dirty="0"/>
          </a:p>
        </p:txBody>
      </p:sp>
      <p:sp>
        <p:nvSpPr>
          <p:cNvPr id="86" name="subtitle"/>
          <p:cNvSpPr txBox="1"/>
          <p:nvPr/>
        </p:nvSpPr>
        <p:spPr>
          <a:xfrm>
            <a:off x="1005840" y="553212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The real case: exposed by journalists in 2008, prosecuted for fraud and conspiracy</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a:t>
            </a:r>
            <a:endParaRPr lang="en-US" sz="1000" dirty="0"/>
          </a:p>
          <a:p>
            <a:pPr algn="ctr" indent="0" marL="0">
              <a:buNone/>
            </a:pPr>
            <a:r>
              <a:rPr lang="en-US" sz="1400" b="1" dirty="0">
                <a:solidFill>
                  <a:schemeClr val="bg1"/>
                </a:solidFill>
              </a:rPr>
              <a:t>[Name] · Roll 27</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a:t>
            </a:r>
            <a:endParaRPr lang="en-US" sz="1000" dirty="0"/>
          </a:p>
          <a:p>
            <a:pPr algn="ctr" indent="0" marL="0">
              <a:buNone/>
            </a:pPr>
            <a:r>
              <a:rPr lang="en-US" sz="1400" b="1" dirty="0">
                <a:solidFill>
                  <a:schemeClr val="bg1"/>
                </a:solidFill>
              </a:rPr>
              <a:t>[Name] · Roll 8</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a:t>
            </a:r>
            <a:endParaRPr lang="en-US" sz="1000" dirty="0"/>
          </a:p>
          <a:p>
            <a:pPr algn="ctr" indent="0" marL="0">
              <a:buNone/>
            </a:pPr>
            <a:r>
              <a:rPr lang="en-US" sz="1400" b="1" dirty="0">
                <a:solidFill>
                  <a:schemeClr val="bg1"/>
                </a:solidFill>
              </a:rPr>
              <a:t>[Name] · Roll 37</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a:t>
            </a:r>
            <a:endParaRPr lang="en-US" sz="1000" dirty="0"/>
          </a:p>
          <a:p>
            <a:pPr algn="ctr" indent="0" marL="0">
              <a:buNone/>
            </a:pPr>
            <a:r>
              <a:rPr lang="en-US" sz="1400" b="1" dirty="0">
                <a:solidFill>
                  <a:schemeClr val="bg1"/>
                </a:solidFill>
              </a:rPr>
              <a:t>[Name] · Roll 33</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a:t>
            </a:r>
            <a:endParaRPr lang="en-US" sz="1000" dirty="0"/>
          </a:p>
          <a:p>
            <a:pPr algn="ctr" indent="0" marL="0">
              <a:buNone/>
            </a:pPr>
            <a:r>
              <a:rPr lang="en-US" sz="1400" b="1" dirty="0">
                <a:solidFill>
                  <a:schemeClr val="bg1"/>
                </a:solidFill>
              </a:rPr>
              <a:t>[Name] · Roll 24</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a:t>
            </a:r>
            <a:endParaRPr lang="en-US" sz="1000" dirty="0"/>
          </a:p>
          <a:p>
            <a:pPr algn="ctr" indent="0" marL="0">
              <a:buNone/>
            </a:pPr>
            <a:r>
              <a:rPr lang="en-US" sz="1400" b="1" dirty="0">
                <a:solidFill>
                  <a:schemeClr val="bg1"/>
                </a:solidFill>
              </a:rPr>
              <a:t>[Name] · Roll 21</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2026-10-17T17:21:09Z</dcterms:created>
  <dcterms:modified xsi:type="dcterms:W3CDTF">2026-10-17T17:21:09Z</dcterms:modified>
</cp:coreProperties>
</file>